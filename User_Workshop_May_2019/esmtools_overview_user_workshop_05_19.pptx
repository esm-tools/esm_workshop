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xlsx" ContentType="application/vnd.openxmlformats-officedocument.spreadsheetml.sheet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6" r:id="rId2"/>
    <p:sldMasterId id="2147483654" r:id="rId3"/>
  </p:sldMasterIdLst>
  <p:notesMasterIdLst>
    <p:notesMasterId r:id="rId29"/>
  </p:notesMasterIdLst>
  <p:sldIdLst>
    <p:sldId id="331" r:id="rId4"/>
    <p:sldId id="306" r:id="rId5"/>
    <p:sldId id="311" r:id="rId6"/>
    <p:sldId id="315" r:id="rId7"/>
    <p:sldId id="293" r:id="rId8"/>
    <p:sldId id="310" r:id="rId9"/>
    <p:sldId id="329" r:id="rId10"/>
    <p:sldId id="308" r:id="rId11"/>
    <p:sldId id="327" r:id="rId12"/>
    <p:sldId id="338" r:id="rId13"/>
    <p:sldId id="317" r:id="rId14"/>
    <p:sldId id="307" r:id="rId15"/>
    <p:sldId id="309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46" r:id="rId24"/>
    <p:sldId id="347" r:id="rId25"/>
    <p:sldId id="348" r:id="rId26"/>
    <p:sldId id="349" r:id="rId27"/>
    <p:sldId id="35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lppt.com" initials="W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7BC3"/>
    <a:srgbClr val="93CA10"/>
    <a:srgbClr val="91C61A"/>
    <a:srgbClr val="F1A6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13" autoAdjust="0"/>
    <p:restoredTop sz="94196" autoAdjust="0"/>
  </p:normalViewPr>
  <p:slideViewPr>
    <p:cSldViewPr snapToGrid="0" showGuides="1">
      <p:cViewPr varScale="1">
        <p:scale>
          <a:sx n="173" d="100"/>
          <a:sy n="173" d="100"/>
        </p:scale>
        <p:origin x="664" y="192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30" Type="http://schemas.openxmlformats.org/officeDocument/2006/relationships/commentAuthors" Target="commentAuthors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" Target="slides/slide6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2449209501808"/>
          <c:y val="0.069859291285741"/>
          <c:w val="0.705517841829824"/>
          <c:h val="0.860281417428518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84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2449209501808"/>
          <c:y val="0.069859291285741"/>
          <c:w val="0.705517841829824"/>
          <c:h val="0.860281417428518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84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8E039B-25E4-4A34-A592-8263535629BC}" type="datetimeFigureOut">
              <a:rPr lang="en-US" smtClean="0"/>
              <a:t>5/19/19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A6995-277D-4C47-B075-AD85F466D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19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A6995-277D-4C47-B075-AD85F466DE5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20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="" xmlns:a16="http://schemas.microsoft.com/office/drawing/2014/main" id="{9AAB0D72-EF64-4427-BF41-BE766B3F0590}"/>
              </a:ext>
            </a:extLst>
          </p:cNvPr>
          <p:cNvSpPr>
            <a:spLocks/>
          </p:cNvSpPr>
          <p:nvPr userDrawn="1"/>
        </p:nvSpPr>
        <p:spPr bwMode="auto">
          <a:xfrm>
            <a:off x="-8316" y="1423107"/>
            <a:ext cx="12208633" cy="5434893"/>
          </a:xfrm>
          <a:custGeom>
            <a:avLst/>
            <a:gdLst>
              <a:gd name="connsiteX0" fmla="*/ 7143321 w 12208633"/>
              <a:gd name="connsiteY0" fmla="*/ 892474 h 5434893"/>
              <a:gd name="connsiteX1" fmla="*/ 7143335 w 12208633"/>
              <a:gd name="connsiteY1" fmla="*/ 895416 h 5434893"/>
              <a:gd name="connsiteX2" fmla="*/ 7147277 w 12208633"/>
              <a:gd name="connsiteY2" fmla="*/ 895507 h 5434893"/>
              <a:gd name="connsiteX3" fmla="*/ 7147099 w 12208633"/>
              <a:gd name="connsiteY3" fmla="*/ 892474 h 5434893"/>
              <a:gd name="connsiteX4" fmla="*/ 6355163 w 12208633"/>
              <a:gd name="connsiteY4" fmla="*/ 727493 h 5434893"/>
              <a:gd name="connsiteX5" fmla="*/ 6355358 w 12208633"/>
              <a:gd name="connsiteY5" fmla="*/ 727687 h 5434893"/>
              <a:gd name="connsiteX6" fmla="*/ 6354969 w 12208633"/>
              <a:gd name="connsiteY6" fmla="*/ 727687 h 5434893"/>
              <a:gd name="connsiteX7" fmla="*/ 6354969 w 12208633"/>
              <a:gd name="connsiteY7" fmla="*/ 728075 h 5434893"/>
              <a:gd name="connsiteX8" fmla="*/ 6355358 w 12208633"/>
              <a:gd name="connsiteY8" fmla="*/ 727687 h 5434893"/>
              <a:gd name="connsiteX9" fmla="*/ 6355552 w 12208633"/>
              <a:gd name="connsiteY9" fmla="*/ 727493 h 5434893"/>
              <a:gd name="connsiteX10" fmla="*/ 6355163 w 12208633"/>
              <a:gd name="connsiteY10" fmla="*/ 727493 h 5434893"/>
              <a:gd name="connsiteX11" fmla="*/ 8604691 w 12208633"/>
              <a:gd name="connsiteY11" fmla="*/ 725788 h 5434893"/>
              <a:gd name="connsiteX12" fmla="*/ 8591193 w 12208633"/>
              <a:gd name="connsiteY12" fmla="*/ 738248 h 5434893"/>
              <a:gd name="connsiteX13" fmla="*/ 8590674 w 12208633"/>
              <a:gd name="connsiteY13" fmla="*/ 889843 h 5434893"/>
              <a:gd name="connsiteX14" fmla="*/ 8603653 w 12208633"/>
              <a:gd name="connsiteY14" fmla="*/ 903341 h 5434893"/>
              <a:gd name="connsiteX15" fmla="*/ 8616632 w 12208633"/>
              <a:gd name="connsiteY15" fmla="*/ 889843 h 5434893"/>
              <a:gd name="connsiteX16" fmla="*/ 8616632 w 12208633"/>
              <a:gd name="connsiteY16" fmla="*/ 815603 h 5434893"/>
              <a:gd name="connsiteX17" fmla="*/ 8616632 w 12208633"/>
              <a:gd name="connsiteY17" fmla="*/ 738767 h 5434893"/>
              <a:gd name="connsiteX18" fmla="*/ 8604691 w 12208633"/>
              <a:gd name="connsiteY18" fmla="*/ 725788 h 5434893"/>
              <a:gd name="connsiteX19" fmla="*/ 8744865 w 12208633"/>
              <a:gd name="connsiteY19" fmla="*/ 683217 h 5434893"/>
              <a:gd name="connsiteX20" fmla="*/ 8735001 w 12208633"/>
              <a:gd name="connsiteY20" fmla="*/ 694119 h 5434893"/>
              <a:gd name="connsiteX21" fmla="*/ 8735520 w 12208633"/>
              <a:gd name="connsiteY21" fmla="*/ 892439 h 5434893"/>
              <a:gd name="connsiteX22" fmla="*/ 8746422 w 12208633"/>
              <a:gd name="connsiteY22" fmla="*/ 903341 h 5434893"/>
              <a:gd name="connsiteX23" fmla="*/ 8787436 w 12208633"/>
              <a:gd name="connsiteY23" fmla="*/ 903341 h 5434893"/>
              <a:gd name="connsiteX24" fmla="*/ 8801454 w 12208633"/>
              <a:gd name="connsiteY24" fmla="*/ 889324 h 5434893"/>
              <a:gd name="connsiteX25" fmla="*/ 8801454 w 12208633"/>
              <a:gd name="connsiteY25" fmla="*/ 818718 h 5434893"/>
              <a:gd name="connsiteX26" fmla="*/ 8807164 w 12208633"/>
              <a:gd name="connsiteY26" fmla="*/ 805739 h 5434893"/>
              <a:gd name="connsiteX27" fmla="*/ 8822739 w 12208633"/>
              <a:gd name="connsiteY27" fmla="*/ 781857 h 5434893"/>
              <a:gd name="connsiteX28" fmla="*/ 8811317 w 12208633"/>
              <a:gd name="connsiteY28" fmla="*/ 771474 h 5434893"/>
              <a:gd name="connsiteX29" fmla="*/ 8773938 w 12208633"/>
              <a:gd name="connsiteY29" fmla="*/ 771474 h 5434893"/>
              <a:gd name="connsiteX30" fmla="*/ 8756286 w 12208633"/>
              <a:gd name="connsiteY30" fmla="*/ 754342 h 5434893"/>
              <a:gd name="connsiteX31" fmla="*/ 8756286 w 12208633"/>
              <a:gd name="connsiteY31" fmla="*/ 725269 h 5434893"/>
              <a:gd name="connsiteX32" fmla="*/ 8755767 w 12208633"/>
              <a:gd name="connsiteY32" fmla="*/ 725269 h 5434893"/>
              <a:gd name="connsiteX33" fmla="*/ 8755767 w 12208633"/>
              <a:gd name="connsiteY33" fmla="*/ 694638 h 5434893"/>
              <a:gd name="connsiteX34" fmla="*/ 8744865 w 12208633"/>
              <a:gd name="connsiteY34" fmla="*/ 683217 h 5434893"/>
              <a:gd name="connsiteX35" fmla="*/ 5999516 w 12208633"/>
              <a:gd name="connsiteY35" fmla="*/ 672943 h 5434893"/>
              <a:gd name="connsiteX36" fmla="*/ 5999516 w 12208633"/>
              <a:gd name="connsiteY36" fmla="*/ 672950 h 5434893"/>
              <a:gd name="connsiteX37" fmla="*/ 6106191 w 12208633"/>
              <a:gd name="connsiteY37" fmla="*/ 672950 h 5434893"/>
              <a:gd name="connsiteX38" fmla="*/ 6106226 w 12208633"/>
              <a:gd name="connsiteY38" fmla="*/ 672943 h 5434893"/>
              <a:gd name="connsiteX39" fmla="*/ 6103287 w 12208633"/>
              <a:gd name="connsiteY39" fmla="*/ 672943 h 5434893"/>
              <a:gd name="connsiteX40" fmla="*/ 6095614 w 12208633"/>
              <a:gd name="connsiteY40" fmla="*/ 672943 h 5434893"/>
              <a:gd name="connsiteX41" fmla="*/ 5844017 w 12208633"/>
              <a:gd name="connsiteY41" fmla="*/ 672943 h 5434893"/>
              <a:gd name="connsiteX42" fmla="*/ 5844017 w 12208633"/>
              <a:gd name="connsiteY42" fmla="*/ 672950 h 5434893"/>
              <a:gd name="connsiteX43" fmla="*/ 5950885 w 12208633"/>
              <a:gd name="connsiteY43" fmla="*/ 672950 h 5434893"/>
              <a:gd name="connsiteX44" fmla="*/ 5950920 w 12208633"/>
              <a:gd name="connsiteY44" fmla="*/ 672943 h 5434893"/>
              <a:gd name="connsiteX45" fmla="*/ 5947738 w 12208633"/>
              <a:gd name="connsiteY45" fmla="*/ 672943 h 5434893"/>
              <a:gd name="connsiteX46" fmla="*/ 5940066 w 12208633"/>
              <a:gd name="connsiteY46" fmla="*/ 672943 h 5434893"/>
              <a:gd name="connsiteX47" fmla="*/ 2661207 w 12208633"/>
              <a:gd name="connsiteY47" fmla="*/ 578320 h 5434893"/>
              <a:gd name="connsiteX48" fmla="*/ 2649387 w 12208633"/>
              <a:gd name="connsiteY48" fmla="*/ 591167 h 5434893"/>
              <a:gd name="connsiteX49" fmla="*/ 2649387 w 12208633"/>
              <a:gd name="connsiteY49" fmla="*/ 660718 h 5434893"/>
              <a:gd name="connsiteX50" fmla="*/ 2661207 w 12208633"/>
              <a:gd name="connsiteY50" fmla="*/ 660966 h 5434893"/>
              <a:gd name="connsiteX51" fmla="*/ 2661207 w 12208633"/>
              <a:gd name="connsiteY51" fmla="*/ 612643 h 5434893"/>
              <a:gd name="connsiteX52" fmla="*/ 2521154 w 12208633"/>
              <a:gd name="connsiteY52" fmla="*/ 535617 h 5434893"/>
              <a:gd name="connsiteX53" fmla="*/ 2510252 w 12208633"/>
              <a:gd name="connsiteY53" fmla="*/ 547038 h 5434893"/>
              <a:gd name="connsiteX54" fmla="*/ 2510252 w 12208633"/>
              <a:gd name="connsiteY54" fmla="*/ 577669 h 5434893"/>
              <a:gd name="connsiteX55" fmla="*/ 2509733 w 12208633"/>
              <a:gd name="connsiteY55" fmla="*/ 577669 h 5434893"/>
              <a:gd name="connsiteX56" fmla="*/ 2509733 w 12208633"/>
              <a:gd name="connsiteY56" fmla="*/ 606742 h 5434893"/>
              <a:gd name="connsiteX57" fmla="*/ 2492081 w 12208633"/>
              <a:gd name="connsiteY57" fmla="*/ 623874 h 5434893"/>
              <a:gd name="connsiteX58" fmla="*/ 2454702 w 12208633"/>
              <a:gd name="connsiteY58" fmla="*/ 623874 h 5434893"/>
              <a:gd name="connsiteX59" fmla="*/ 2443280 w 12208633"/>
              <a:gd name="connsiteY59" fmla="*/ 634257 h 5434893"/>
              <a:gd name="connsiteX60" fmla="*/ 2458855 w 12208633"/>
              <a:gd name="connsiteY60" fmla="*/ 658139 h 5434893"/>
              <a:gd name="connsiteX61" fmla="*/ 2464565 w 12208633"/>
              <a:gd name="connsiteY61" fmla="*/ 671118 h 5434893"/>
              <a:gd name="connsiteX62" fmla="*/ 2464565 w 12208633"/>
              <a:gd name="connsiteY62" fmla="*/ 735104 h 5434893"/>
              <a:gd name="connsiteX63" fmla="*/ 2530525 w 12208633"/>
              <a:gd name="connsiteY63" fmla="*/ 735104 h 5434893"/>
              <a:gd name="connsiteX64" fmla="*/ 2531018 w 12208633"/>
              <a:gd name="connsiteY64" fmla="*/ 546519 h 5434893"/>
              <a:gd name="connsiteX65" fmla="*/ 2521154 w 12208633"/>
              <a:gd name="connsiteY65" fmla="*/ 535617 h 5434893"/>
              <a:gd name="connsiteX66" fmla="*/ 8701774 w 12208633"/>
              <a:gd name="connsiteY66" fmla="*/ 534218 h 5434893"/>
              <a:gd name="connsiteX67" fmla="*/ 8688276 w 12208633"/>
              <a:gd name="connsiteY67" fmla="*/ 540967 h 5434893"/>
              <a:gd name="connsiteX68" fmla="*/ 8695025 w 12208633"/>
              <a:gd name="connsiteY68" fmla="*/ 567963 h 5434893"/>
              <a:gd name="connsiteX69" fmla="*/ 8735520 w 12208633"/>
              <a:gd name="connsiteY69" fmla="*/ 637012 h 5434893"/>
              <a:gd name="connsiteX70" fmla="*/ 8760440 w 12208633"/>
              <a:gd name="connsiteY70" fmla="*/ 664008 h 5434893"/>
              <a:gd name="connsiteX71" fmla="*/ 8767189 w 12208633"/>
              <a:gd name="connsiteY71" fmla="*/ 664527 h 5434893"/>
              <a:gd name="connsiteX72" fmla="*/ 8776534 w 12208633"/>
              <a:gd name="connsiteY72" fmla="*/ 675429 h 5434893"/>
              <a:gd name="connsiteX73" fmla="*/ 8776014 w 12208633"/>
              <a:gd name="connsiteY73" fmla="*/ 724750 h 5434893"/>
              <a:gd name="connsiteX74" fmla="*/ 8799896 w 12208633"/>
              <a:gd name="connsiteY74" fmla="*/ 750708 h 5434893"/>
              <a:gd name="connsiteX75" fmla="*/ 8804049 w 12208633"/>
              <a:gd name="connsiteY75" fmla="*/ 751227 h 5434893"/>
              <a:gd name="connsiteX76" fmla="*/ 8822739 w 12208633"/>
              <a:gd name="connsiteY76" fmla="*/ 740324 h 5434893"/>
              <a:gd name="connsiteX77" fmla="*/ 8806645 w 12208633"/>
              <a:gd name="connsiteY77" fmla="*/ 712809 h 5434893"/>
              <a:gd name="connsiteX78" fmla="*/ 8785359 w 12208633"/>
              <a:gd name="connsiteY78" fmla="*/ 691004 h 5434893"/>
              <a:gd name="connsiteX79" fmla="*/ 8785359 w 12208633"/>
              <a:gd name="connsiteY79" fmla="*/ 620399 h 5434893"/>
              <a:gd name="connsiteX80" fmla="*/ 8784840 w 12208633"/>
              <a:gd name="connsiteY80" fmla="*/ 620399 h 5434893"/>
              <a:gd name="connsiteX81" fmla="*/ 8784840 w 12208633"/>
              <a:gd name="connsiteY81" fmla="*/ 548755 h 5434893"/>
              <a:gd name="connsiteX82" fmla="*/ 8770823 w 12208633"/>
              <a:gd name="connsiteY82" fmla="*/ 534218 h 5434893"/>
              <a:gd name="connsiteX83" fmla="*/ 8701774 w 12208633"/>
              <a:gd name="connsiteY83" fmla="*/ 534218 h 5434893"/>
              <a:gd name="connsiteX84" fmla="*/ 7932693 w 12208633"/>
              <a:gd name="connsiteY84" fmla="*/ 518578 h 5434893"/>
              <a:gd name="connsiteX85" fmla="*/ 7932378 w 12208633"/>
              <a:gd name="connsiteY85" fmla="*/ 519208 h 5434893"/>
              <a:gd name="connsiteX86" fmla="*/ 7932693 w 12208633"/>
              <a:gd name="connsiteY86" fmla="*/ 519208 h 5434893"/>
              <a:gd name="connsiteX87" fmla="*/ 7932693 w 12208633"/>
              <a:gd name="connsiteY87" fmla="*/ 518578 h 5434893"/>
              <a:gd name="connsiteX88" fmla="*/ 7991282 w 12208633"/>
              <a:gd name="connsiteY88" fmla="*/ 518263 h 5434893"/>
              <a:gd name="connsiteX89" fmla="*/ 7991282 w 12208633"/>
              <a:gd name="connsiteY89" fmla="*/ 518892 h 5434893"/>
              <a:gd name="connsiteX90" fmla="*/ 7991597 w 12208633"/>
              <a:gd name="connsiteY90" fmla="*/ 518892 h 5434893"/>
              <a:gd name="connsiteX91" fmla="*/ 7991282 w 12208633"/>
              <a:gd name="connsiteY91" fmla="*/ 518263 h 5434893"/>
              <a:gd name="connsiteX92" fmla="*/ 7933323 w 12208633"/>
              <a:gd name="connsiteY92" fmla="*/ 517633 h 5434893"/>
              <a:gd name="connsiteX93" fmla="*/ 7933008 w 12208633"/>
              <a:gd name="connsiteY93" fmla="*/ 518263 h 5434893"/>
              <a:gd name="connsiteX94" fmla="*/ 7933323 w 12208633"/>
              <a:gd name="connsiteY94" fmla="*/ 518263 h 5434893"/>
              <a:gd name="connsiteX95" fmla="*/ 7933323 w 12208633"/>
              <a:gd name="connsiteY95" fmla="*/ 517633 h 5434893"/>
              <a:gd name="connsiteX96" fmla="*/ 9995853 w 12208633"/>
              <a:gd name="connsiteY96" fmla="*/ 483450 h 5434893"/>
              <a:gd name="connsiteX97" fmla="*/ 9995853 w 12208633"/>
              <a:gd name="connsiteY97" fmla="*/ 547260 h 5434893"/>
              <a:gd name="connsiteX98" fmla="*/ 10005688 w 12208633"/>
              <a:gd name="connsiteY98" fmla="*/ 548252 h 5434893"/>
              <a:gd name="connsiteX99" fmla="*/ 10070193 w 12208633"/>
              <a:gd name="connsiteY99" fmla="*/ 627396 h 5434893"/>
              <a:gd name="connsiteX100" fmla="*/ 10070193 w 12208633"/>
              <a:gd name="connsiteY100" fmla="*/ 839288 h 5434893"/>
              <a:gd name="connsiteX101" fmla="*/ 10098404 w 12208633"/>
              <a:gd name="connsiteY101" fmla="*/ 839288 h 5434893"/>
              <a:gd name="connsiteX102" fmla="*/ 10098404 w 12208633"/>
              <a:gd name="connsiteY102" fmla="*/ 483450 h 5434893"/>
              <a:gd name="connsiteX103" fmla="*/ 9781381 w 12208633"/>
              <a:gd name="connsiteY103" fmla="*/ 483450 h 5434893"/>
              <a:gd name="connsiteX104" fmla="*/ 9781381 w 12208633"/>
              <a:gd name="connsiteY104" fmla="*/ 547123 h 5434893"/>
              <a:gd name="connsiteX105" fmla="*/ 9792075 w 12208633"/>
              <a:gd name="connsiteY105" fmla="*/ 548201 h 5434893"/>
              <a:gd name="connsiteX106" fmla="*/ 9856579 w 12208633"/>
              <a:gd name="connsiteY106" fmla="*/ 627345 h 5434893"/>
              <a:gd name="connsiteX107" fmla="*/ 9856579 w 12208633"/>
              <a:gd name="connsiteY107" fmla="*/ 839288 h 5434893"/>
              <a:gd name="connsiteX108" fmla="*/ 9908622 w 12208633"/>
              <a:gd name="connsiteY108" fmla="*/ 839288 h 5434893"/>
              <a:gd name="connsiteX109" fmla="*/ 9908621 w 12208633"/>
              <a:gd name="connsiteY109" fmla="*/ 627396 h 5434893"/>
              <a:gd name="connsiteX110" fmla="*/ 9908622 w 12208633"/>
              <a:gd name="connsiteY110" fmla="*/ 627394 h 5434893"/>
              <a:gd name="connsiteX111" fmla="*/ 9908622 w 12208633"/>
              <a:gd name="connsiteY111" fmla="*/ 620889 h 5434893"/>
              <a:gd name="connsiteX112" fmla="*/ 9909277 w 12208633"/>
              <a:gd name="connsiteY112" fmla="*/ 620889 h 5434893"/>
              <a:gd name="connsiteX113" fmla="*/ 9910263 w 12208633"/>
              <a:gd name="connsiteY113" fmla="*/ 611115 h 5434893"/>
              <a:gd name="connsiteX114" fmla="*/ 9975107 w 12208633"/>
              <a:gd name="connsiteY114" fmla="*/ 547872 h 5434893"/>
              <a:gd name="connsiteX115" fmla="*/ 9975644 w 12208633"/>
              <a:gd name="connsiteY115" fmla="*/ 547825 h 5434893"/>
              <a:gd name="connsiteX116" fmla="*/ 9975644 w 12208633"/>
              <a:gd name="connsiteY116" fmla="*/ 483450 h 5434893"/>
              <a:gd name="connsiteX117" fmla="*/ 4460613 w 12208633"/>
              <a:gd name="connsiteY117" fmla="*/ 410313 h 5434893"/>
              <a:gd name="connsiteX118" fmla="*/ 4460613 w 12208633"/>
              <a:gd name="connsiteY118" fmla="*/ 474688 h 5434893"/>
              <a:gd name="connsiteX119" fmla="*/ 4461150 w 12208633"/>
              <a:gd name="connsiteY119" fmla="*/ 474735 h 5434893"/>
              <a:gd name="connsiteX120" fmla="*/ 4525994 w 12208633"/>
              <a:gd name="connsiteY120" fmla="*/ 537978 h 5434893"/>
              <a:gd name="connsiteX121" fmla="*/ 4526979 w 12208633"/>
              <a:gd name="connsiteY121" fmla="*/ 547752 h 5434893"/>
              <a:gd name="connsiteX122" fmla="*/ 4527635 w 12208633"/>
              <a:gd name="connsiteY122" fmla="*/ 547752 h 5434893"/>
              <a:gd name="connsiteX123" fmla="*/ 4527635 w 12208633"/>
              <a:gd name="connsiteY123" fmla="*/ 554257 h 5434893"/>
              <a:gd name="connsiteX124" fmla="*/ 4527635 w 12208633"/>
              <a:gd name="connsiteY124" fmla="*/ 554259 h 5434893"/>
              <a:gd name="connsiteX125" fmla="*/ 4527635 w 12208633"/>
              <a:gd name="connsiteY125" fmla="*/ 766151 h 5434893"/>
              <a:gd name="connsiteX126" fmla="*/ 4579677 w 12208633"/>
              <a:gd name="connsiteY126" fmla="*/ 766151 h 5434893"/>
              <a:gd name="connsiteX127" fmla="*/ 4579677 w 12208633"/>
              <a:gd name="connsiteY127" fmla="*/ 554208 h 5434893"/>
              <a:gd name="connsiteX128" fmla="*/ 4644181 w 12208633"/>
              <a:gd name="connsiteY128" fmla="*/ 475064 h 5434893"/>
              <a:gd name="connsiteX129" fmla="*/ 4654875 w 12208633"/>
              <a:gd name="connsiteY129" fmla="*/ 473986 h 5434893"/>
              <a:gd name="connsiteX130" fmla="*/ 4654875 w 12208633"/>
              <a:gd name="connsiteY130" fmla="*/ 410313 h 5434893"/>
              <a:gd name="connsiteX131" fmla="*/ 4337854 w 12208633"/>
              <a:gd name="connsiteY131" fmla="*/ 410313 h 5434893"/>
              <a:gd name="connsiteX132" fmla="*/ 4337854 w 12208633"/>
              <a:gd name="connsiteY132" fmla="*/ 645080 h 5434893"/>
              <a:gd name="connsiteX133" fmla="*/ 4354002 w 12208633"/>
              <a:gd name="connsiteY133" fmla="*/ 645080 h 5434893"/>
              <a:gd name="connsiteX134" fmla="*/ 4366063 w 12208633"/>
              <a:gd name="connsiteY134" fmla="*/ 645080 h 5434893"/>
              <a:gd name="connsiteX135" fmla="*/ 4366063 w 12208633"/>
              <a:gd name="connsiteY135" fmla="*/ 554259 h 5434893"/>
              <a:gd name="connsiteX136" fmla="*/ 4430568 w 12208633"/>
              <a:gd name="connsiteY136" fmla="*/ 475115 h 5434893"/>
              <a:gd name="connsiteX137" fmla="*/ 4440404 w 12208633"/>
              <a:gd name="connsiteY137" fmla="*/ 474123 h 5434893"/>
              <a:gd name="connsiteX138" fmla="*/ 4440404 w 12208633"/>
              <a:gd name="connsiteY138" fmla="*/ 410313 h 5434893"/>
              <a:gd name="connsiteX139" fmla="*/ 2495196 w 12208633"/>
              <a:gd name="connsiteY139" fmla="*/ 386617 h 5434893"/>
              <a:gd name="connsiteX140" fmla="*/ 2481179 w 12208633"/>
              <a:gd name="connsiteY140" fmla="*/ 401154 h 5434893"/>
              <a:gd name="connsiteX141" fmla="*/ 2481179 w 12208633"/>
              <a:gd name="connsiteY141" fmla="*/ 472798 h 5434893"/>
              <a:gd name="connsiteX142" fmla="*/ 2480660 w 12208633"/>
              <a:gd name="connsiteY142" fmla="*/ 472798 h 5434893"/>
              <a:gd name="connsiteX143" fmla="*/ 2480660 w 12208633"/>
              <a:gd name="connsiteY143" fmla="*/ 543404 h 5434893"/>
              <a:gd name="connsiteX144" fmla="*/ 2459374 w 12208633"/>
              <a:gd name="connsiteY144" fmla="*/ 565209 h 5434893"/>
              <a:gd name="connsiteX145" fmla="*/ 2443280 w 12208633"/>
              <a:gd name="connsiteY145" fmla="*/ 592724 h 5434893"/>
              <a:gd name="connsiteX146" fmla="*/ 2461970 w 12208633"/>
              <a:gd name="connsiteY146" fmla="*/ 603627 h 5434893"/>
              <a:gd name="connsiteX147" fmla="*/ 2466123 w 12208633"/>
              <a:gd name="connsiteY147" fmla="*/ 603108 h 5434893"/>
              <a:gd name="connsiteX148" fmla="*/ 2490005 w 12208633"/>
              <a:gd name="connsiteY148" fmla="*/ 577150 h 5434893"/>
              <a:gd name="connsiteX149" fmla="*/ 2489485 w 12208633"/>
              <a:gd name="connsiteY149" fmla="*/ 527829 h 5434893"/>
              <a:gd name="connsiteX150" fmla="*/ 2498830 w 12208633"/>
              <a:gd name="connsiteY150" fmla="*/ 516927 h 5434893"/>
              <a:gd name="connsiteX151" fmla="*/ 2505579 w 12208633"/>
              <a:gd name="connsiteY151" fmla="*/ 516408 h 5434893"/>
              <a:gd name="connsiteX152" fmla="*/ 2530499 w 12208633"/>
              <a:gd name="connsiteY152" fmla="*/ 489411 h 5434893"/>
              <a:gd name="connsiteX153" fmla="*/ 2570994 w 12208633"/>
              <a:gd name="connsiteY153" fmla="*/ 420363 h 5434893"/>
              <a:gd name="connsiteX154" fmla="*/ 2577743 w 12208633"/>
              <a:gd name="connsiteY154" fmla="*/ 393366 h 5434893"/>
              <a:gd name="connsiteX155" fmla="*/ 2564244 w 12208633"/>
              <a:gd name="connsiteY155" fmla="*/ 386617 h 5434893"/>
              <a:gd name="connsiteX156" fmla="*/ 2495196 w 12208633"/>
              <a:gd name="connsiteY156" fmla="*/ 386617 h 5434893"/>
              <a:gd name="connsiteX157" fmla="*/ 9258835 w 12208633"/>
              <a:gd name="connsiteY157" fmla="*/ 0 h 5434893"/>
              <a:gd name="connsiteX158" fmla="*/ 9334633 w 12208633"/>
              <a:gd name="connsiteY158" fmla="*/ 0 h 5434893"/>
              <a:gd name="connsiteX159" fmla="*/ 9369417 w 12208633"/>
              <a:gd name="connsiteY159" fmla="*/ 714886 h 5434893"/>
              <a:gd name="connsiteX160" fmla="*/ 9451963 w 12208633"/>
              <a:gd name="connsiteY160" fmla="*/ 716443 h 5434893"/>
              <a:gd name="connsiteX161" fmla="*/ 9451511 w 12208633"/>
              <a:gd name="connsiteY161" fmla="*/ 839288 h 5434893"/>
              <a:gd name="connsiteX162" fmla="*/ 9695008 w 12208633"/>
              <a:gd name="connsiteY162" fmla="*/ 839288 h 5434893"/>
              <a:gd name="connsiteX163" fmla="*/ 9695008 w 12208633"/>
              <a:gd name="connsiteY163" fmla="*/ 627345 h 5434893"/>
              <a:gd name="connsiteX164" fmla="*/ 9695008 w 12208633"/>
              <a:gd name="connsiteY164" fmla="*/ 627342 h 5434893"/>
              <a:gd name="connsiteX165" fmla="*/ 9695008 w 12208633"/>
              <a:gd name="connsiteY165" fmla="*/ 620838 h 5434893"/>
              <a:gd name="connsiteX166" fmla="*/ 9695582 w 12208633"/>
              <a:gd name="connsiteY166" fmla="*/ 620838 h 5434893"/>
              <a:gd name="connsiteX167" fmla="*/ 9696270 w 12208633"/>
              <a:gd name="connsiteY167" fmla="*/ 613044 h 5434893"/>
              <a:gd name="connsiteX168" fmla="*/ 9759513 w 12208633"/>
              <a:gd name="connsiteY168" fmla="*/ 548201 h 5434893"/>
              <a:gd name="connsiteX169" fmla="*/ 9761172 w 12208633"/>
              <a:gd name="connsiteY169" fmla="*/ 548033 h 5434893"/>
              <a:gd name="connsiteX170" fmla="*/ 9761172 w 12208633"/>
              <a:gd name="connsiteY170" fmla="*/ 452927 h 5434893"/>
              <a:gd name="connsiteX171" fmla="*/ 9781381 w 12208633"/>
              <a:gd name="connsiteY171" fmla="*/ 452927 h 5434893"/>
              <a:gd name="connsiteX172" fmla="*/ 9781381 w 12208633"/>
              <a:gd name="connsiteY172" fmla="*/ 453137 h 5434893"/>
              <a:gd name="connsiteX173" fmla="*/ 10098404 w 12208633"/>
              <a:gd name="connsiteY173" fmla="*/ 453137 h 5434893"/>
              <a:gd name="connsiteX174" fmla="*/ 10098404 w 12208633"/>
              <a:gd name="connsiteY174" fmla="*/ 395857 h 5434893"/>
              <a:gd name="connsiteX175" fmla="*/ 10098404 w 12208633"/>
              <a:gd name="connsiteY175" fmla="*/ 395855 h 5434893"/>
              <a:gd name="connsiteX176" fmla="*/ 10098404 w 12208633"/>
              <a:gd name="connsiteY176" fmla="*/ 322646 h 5434893"/>
              <a:gd name="connsiteX177" fmla="*/ 10147724 w 12208633"/>
              <a:gd name="connsiteY177" fmla="*/ 322646 h 5434893"/>
              <a:gd name="connsiteX178" fmla="*/ 10192315 w 12208633"/>
              <a:gd name="connsiteY178" fmla="*/ 322646 h 5434893"/>
              <a:gd name="connsiteX179" fmla="*/ 10192315 w 12208633"/>
              <a:gd name="connsiteY179" fmla="*/ 412796 h 5434893"/>
              <a:gd name="connsiteX180" fmla="*/ 10192315 w 12208633"/>
              <a:gd name="connsiteY180" fmla="*/ 839288 h 5434893"/>
              <a:gd name="connsiteX181" fmla="*/ 10237382 w 12208633"/>
              <a:gd name="connsiteY181" fmla="*/ 839288 h 5434893"/>
              <a:gd name="connsiteX182" fmla="*/ 10237382 w 12208633"/>
              <a:gd name="connsiteY182" fmla="*/ 787976 h 5434893"/>
              <a:gd name="connsiteX183" fmla="*/ 10237382 w 12208633"/>
              <a:gd name="connsiteY183" fmla="*/ 787525 h 5434893"/>
              <a:gd name="connsiteX184" fmla="*/ 10237382 w 12208633"/>
              <a:gd name="connsiteY184" fmla="*/ 786823 h 5434893"/>
              <a:gd name="connsiteX185" fmla="*/ 10293811 w 12208633"/>
              <a:gd name="connsiteY185" fmla="*/ 786823 h 5434893"/>
              <a:gd name="connsiteX186" fmla="*/ 10293811 w 12208633"/>
              <a:gd name="connsiteY186" fmla="*/ 486617 h 5434893"/>
              <a:gd name="connsiteX187" fmla="*/ 10293811 w 12208633"/>
              <a:gd name="connsiteY187" fmla="*/ 486615 h 5434893"/>
              <a:gd name="connsiteX188" fmla="*/ 10293811 w 12208633"/>
              <a:gd name="connsiteY188" fmla="*/ 412796 h 5434893"/>
              <a:gd name="connsiteX189" fmla="*/ 10293812 w 12208633"/>
              <a:gd name="connsiteY189" fmla="*/ 412796 h 5434893"/>
              <a:gd name="connsiteX190" fmla="*/ 10364543 w 12208633"/>
              <a:gd name="connsiteY190" fmla="*/ 412796 h 5434893"/>
              <a:gd name="connsiteX191" fmla="*/ 10435273 w 12208633"/>
              <a:gd name="connsiteY191" fmla="*/ 412796 h 5434893"/>
              <a:gd name="connsiteX192" fmla="*/ 10435273 w 12208633"/>
              <a:gd name="connsiteY192" fmla="*/ 493478 h 5434893"/>
              <a:gd name="connsiteX193" fmla="*/ 10435272 w 12208633"/>
              <a:gd name="connsiteY193" fmla="*/ 493478 h 5434893"/>
              <a:gd name="connsiteX194" fmla="*/ 10435272 w 12208633"/>
              <a:gd name="connsiteY194" fmla="*/ 787653 h 5434893"/>
              <a:gd name="connsiteX195" fmla="*/ 10479889 w 12208633"/>
              <a:gd name="connsiteY195" fmla="*/ 787653 h 5434893"/>
              <a:gd name="connsiteX196" fmla="*/ 10479889 w 12208633"/>
              <a:gd name="connsiteY196" fmla="*/ 834346 h 5434893"/>
              <a:gd name="connsiteX197" fmla="*/ 10479889 w 12208633"/>
              <a:gd name="connsiteY197" fmla="*/ 883894 h 5434893"/>
              <a:gd name="connsiteX198" fmla="*/ 10634153 w 12208633"/>
              <a:gd name="connsiteY198" fmla="*/ 798062 h 5434893"/>
              <a:gd name="connsiteX199" fmla="*/ 10634153 w 12208633"/>
              <a:gd name="connsiteY199" fmla="*/ 890261 h 5434893"/>
              <a:gd name="connsiteX200" fmla="*/ 10799859 w 12208633"/>
              <a:gd name="connsiteY200" fmla="*/ 798062 h 5434893"/>
              <a:gd name="connsiteX201" fmla="*/ 10799859 w 12208633"/>
              <a:gd name="connsiteY201" fmla="*/ 890261 h 5434893"/>
              <a:gd name="connsiteX202" fmla="*/ 10965565 w 12208633"/>
              <a:gd name="connsiteY202" fmla="*/ 798062 h 5434893"/>
              <a:gd name="connsiteX203" fmla="*/ 10965565 w 12208633"/>
              <a:gd name="connsiteY203" fmla="*/ 890261 h 5434893"/>
              <a:gd name="connsiteX204" fmla="*/ 11131272 w 12208633"/>
              <a:gd name="connsiteY204" fmla="*/ 798062 h 5434893"/>
              <a:gd name="connsiteX205" fmla="*/ 11131272 w 12208633"/>
              <a:gd name="connsiteY205" fmla="*/ 894809 h 5434893"/>
              <a:gd name="connsiteX206" fmla="*/ 10965565 w 12208633"/>
              <a:gd name="connsiteY206" fmla="*/ 894809 h 5434893"/>
              <a:gd name="connsiteX207" fmla="*/ 10957391 w 12208633"/>
              <a:gd name="connsiteY207" fmla="*/ 894809 h 5434893"/>
              <a:gd name="connsiteX208" fmla="*/ 10799859 w 12208633"/>
              <a:gd name="connsiteY208" fmla="*/ 894809 h 5434893"/>
              <a:gd name="connsiteX209" fmla="*/ 10791685 w 12208633"/>
              <a:gd name="connsiteY209" fmla="*/ 894809 h 5434893"/>
              <a:gd name="connsiteX210" fmla="*/ 10634153 w 12208633"/>
              <a:gd name="connsiteY210" fmla="*/ 894809 h 5434893"/>
              <a:gd name="connsiteX211" fmla="*/ 10625978 w 12208633"/>
              <a:gd name="connsiteY211" fmla="*/ 894809 h 5434893"/>
              <a:gd name="connsiteX212" fmla="*/ 10479889 w 12208633"/>
              <a:gd name="connsiteY212" fmla="*/ 894809 h 5434893"/>
              <a:gd name="connsiteX213" fmla="*/ 10479889 w 12208633"/>
              <a:gd name="connsiteY213" fmla="*/ 894815 h 5434893"/>
              <a:gd name="connsiteX214" fmla="*/ 11131272 w 12208633"/>
              <a:gd name="connsiteY214" fmla="*/ 894815 h 5434893"/>
              <a:gd name="connsiteX215" fmla="*/ 11131272 w 12208633"/>
              <a:gd name="connsiteY215" fmla="*/ 930426 h 5434893"/>
              <a:gd name="connsiteX216" fmla="*/ 11131272 w 12208633"/>
              <a:gd name="connsiteY216" fmla="*/ 1058032 h 5434893"/>
              <a:gd name="connsiteX217" fmla="*/ 11135416 w 12208633"/>
              <a:gd name="connsiteY217" fmla="*/ 1058032 h 5434893"/>
              <a:gd name="connsiteX218" fmla="*/ 11135416 w 12208633"/>
              <a:gd name="connsiteY218" fmla="*/ 475513 h 5434893"/>
              <a:gd name="connsiteX219" fmla="*/ 11317073 w 12208633"/>
              <a:gd name="connsiteY219" fmla="*/ 475513 h 5434893"/>
              <a:gd name="connsiteX220" fmla="*/ 11317073 w 12208633"/>
              <a:gd name="connsiteY220" fmla="*/ 957415 h 5434893"/>
              <a:gd name="connsiteX221" fmla="*/ 11385524 w 12208633"/>
              <a:gd name="connsiteY221" fmla="*/ 864742 h 5434893"/>
              <a:gd name="connsiteX222" fmla="*/ 11467139 w 12208633"/>
              <a:gd name="connsiteY222" fmla="*/ 970654 h 5434893"/>
              <a:gd name="connsiteX223" fmla="*/ 11540855 w 12208633"/>
              <a:gd name="connsiteY223" fmla="*/ 864742 h 5434893"/>
              <a:gd name="connsiteX224" fmla="*/ 11622470 w 12208633"/>
              <a:gd name="connsiteY224" fmla="*/ 970654 h 5434893"/>
              <a:gd name="connsiteX225" fmla="*/ 11696186 w 12208633"/>
              <a:gd name="connsiteY225" fmla="*/ 864742 h 5434893"/>
              <a:gd name="connsiteX226" fmla="*/ 11777800 w 12208633"/>
              <a:gd name="connsiteY226" fmla="*/ 970654 h 5434893"/>
              <a:gd name="connsiteX227" fmla="*/ 11777800 w 12208633"/>
              <a:gd name="connsiteY227" fmla="*/ 994485 h 5434893"/>
              <a:gd name="connsiteX228" fmla="*/ 11851517 w 12208633"/>
              <a:gd name="connsiteY228" fmla="*/ 994485 h 5434893"/>
              <a:gd name="connsiteX229" fmla="*/ 11851517 w 12208633"/>
              <a:gd name="connsiteY229" fmla="*/ 920346 h 5434893"/>
              <a:gd name="connsiteX230" fmla="*/ 11759371 w 12208633"/>
              <a:gd name="connsiteY230" fmla="*/ 806490 h 5434893"/>
              <a:gd name="connsiteX231" fmla="*/ 11851517 w 12208633"/>
              <a:gd name="connsiteY231" fmla="*/ 692634 h 5434893"/>
              <a:gd name="connsiteX232" fmla="*/ 11851517 w 12208633"/>
              <a:gd name="connsiteY232" fmla="*/ 562891 h 5434893"/>
              <a:gd name="connsiteX233" fmla="*/ 11898906 w 12208633"/>
              <a:gd name="connsiteY233" fmla="*/ 562891 h 5434893"/>
              <a:gd name="connsiteX234" fmla="*/ 11898906 w 12208633"/>
              <a:gd name="connsiteY234" fmla="*/ 692634 h 5434893"/>
              <a:gd name="connsiteX235" fmla="*/ 11991051 w 12208633"/>
              <a:gd name="connsiteY235" fmla="*/ 806490 h 5434893"/>
              <a:gd name="connsiteX236" fmla="*/ 11898906 w 12208633"/>
              <a:gd name="connsiteY236" fmla="*/ 920346 h 5434893"/>
              <a:gd name="connsiteX237" fmla="*/ 11898906 w 12208633"/>
              <a:gd name="connsiteY237" fmla="*/ 994485 h 5434893"/>
              <a:gd name="connsiteX238" fmla="*/ 11962091 w 12208633"/>
              <a:gd name="connsiteY238" fmla="*/ 994485 h 5434893"/>
              <a:gd name="connsiteX239" fmla="*/ 11962091 w 12208633"/>
              <a:gd name="connsiteY239" fmla="*/ 917698 h 5434893"/>
              <a:gd name="connsiteX240" fmla="*/ 12041073 w 12208633"/>
              <a:gd name="connsiteY240" fmla="*/ 917698 h 5434893"/>
              <a:gd name="connsiteX241" fmla="*/ 12041073 w 12208633"/>
              <a:gd name="connsiteY241" fmla="*/ 817081 h 5434893"/>
              <a:gd name="connsiteX242" fmla="*/ 12155715 w 12208633"/>
              <a:gd name="connsiteY242" fmla="*/ 817081 h 5434893"/>
              <a:gd name="connsiteX243" fmla="*/ 12200316 w 12208633"/>
              <a:gd name="connsiteY243" fmla="*/ 817081 h 5434893"/>
              <a:gd name="connsiteX244" fmla="*/ 12200316 w 12208633"/>
              <a:gd name="connsiteY244" fmla="*/ 1105184 h 5434893"/>
              <a:gd name="connsiteX245" fmla="*/ 12208559 w 12208633"/>
              <a:gd name="connsiteY245" fmla="*/ 1105184 h 5434893"/>
              <a:gd name="connsiteX246" fmla="*/ 12208559 w 12208633"/>
              <a:gd name="connsiteY246" fmla="*/ 1153840 h 5434893"/>
              <a:gd name="connsiteX247" fmla="*/ 12208559 w 12208633"/>
              <a:gd name="connsiteY247" fmla="*/ 1225322 h 5434893"/>
              <a:gd name="connsiteX248" fmla="*/ 12208633 w 12208633"/>
              <a:gd name="connsiteY248" fmla="*/ 1225322 h 5434893"/>
              <a:gd name="connsiteX249" fmla="*/ 12208633 w 12208633"/>
              <a:gd name="connsiteY249" fmla="*/ 1247932 h 5434893"/>
              <a:gd name="connsiteX250" fmla="*/ 12200316 w 12208633"/>
              <a:gd name="connsiteY250" fmla="*/ 1247932 h 5434893"/>
              <a:gd name="connsiteX251" fmla="*/ 12200316 w 12208633"/>
              <a:gd name="connsiteY251" fmla="*/ 5434893 h 5434893"/>
              <a:gd name="connsiteX252" fmla="*/ 8318 w 12208633"/>
              <a:gd name="connsiteY252" fmla="*/ 5434893 h 5434893"/>
              <a:gd name="connsiteX253" fmla="*/ 8318 w 12208633"/>
              <a:gd name="connsiteY253" fmla="*/ 1247932 h 5434893"/>
              <a:gd name="connsiteX254" fmla="*/ 0 w 12208633"/>
              <a:gd name="connsiteY254" fmla="*/ 1247932 h 5434893"/>
              <a:gd name="connsiteX255" fmla="*/ 0 w 12208633"/>
              <a:gd name="connsiteY255" fmla="*/ 1225322 h 5434893"/>
              <a:gd name="connsiteX256" fmla="*/ 0 w 12208633"/>
              <a:gd name="connsiteY256" fmla="*/ 1063433 h 5434893"/>
              <a:gd name="connsiteX257" fmla="*/ 56578 w 12208633"/>
              <a:gd name="connsiteY257" fmla="*/ 1063433 h 5434893"/>
              <a:gd name="connsiteX258" fmla="*/ 146955 w 12208633"/>
              <a:gd name="connsiteY258" fmla="*/ 1063433 h 5434893"/>
              <a:gd name="connsiteX259" fmla="*/ 146955 w 12208633"/>
              <a:gd name="connsiteY259" fmla="*/ 480915 h 5434893"/>
              <a:gd name="connsiteX260" fmla="*/ 328613 w 12208633"/>
              <a:gd name="connsiteY260" fmla="*/ 480915 h 5434893"/>
              <a:gd name="connsiteX261" fmla="*/ 328613 w 12208633"/>
              <a:gd name="connsiteY261" fmla="*/ 962816 h 5434893"/>
              <a:gd name="connsiteX262" fmla="*/ 397064 w 12208633"/>
              <a:gd name="connsiteY262" fmla="*/ 870143 h 5434893"/>
              <a:gd name="connsiteX263" fmla="*/ 478678 w 12208633"/>
              <a:gd name="connsiteY263" fmla="*/ 976055 h 5434893"/>
              <a:gd name="connsiteX264" fmla="*/ 552394 w 12208633"/>
              <a:gd name="connsiteY264" fmla="*/ 870143 h 5434893"/>
              <a:gd name="connsiteX265" fmla="*/ 634009 w 12208633"/>
              <a:gd name="connsiteY265" fmla="*/ 976055 h 5434893"/>
              <a:gd name="connsiteX266" fmla="*/ 707725 w 12208633"/>
              <a:gd name="connsiteY266" fmla="*/ 870143 h 5434893"/>
              <a:gd name="connsiteX267" fmla="*/ 789340 w 12208633"/>
              <a:gd name="connsiteY267" fmla="*/ 976055 h 5434893"/>
              <a:gd name="connsiteX268" fmla="*/ 789340 w 12208633"/>
              <a:gd name="connsiteY268" fmla="*/ 999886 h 5434893"/>
              <a:gd name="connsiteX269" fmla="*/ 863056 w 12208633"/>
              <a:gd name="connsiteY269" fmla="*/ 999886 h 5434893"/>
              <a:gd name="connsiteX270" fmla="*/ 863056 w 12208633"/>
              <a:gd name="connsiteY270" fmla="*/ 925747 h 5434893"/>
              <a:gd name="connsiteX271" fmla="*/ 770911 w 12208633"/>
              <a:gd name="connsiteY271" fmla="*/ 811891 h 5434893"/>
              <a:gd name="connsiteX272" fmla="*/ 863056 w 12208633"/>
              <a:gd name="connsiteY272" fmla="*/ 698035 h 5434893"/>
              <a:gd name="connsiteX273" fmla="*/ 863056 w 12208633"/>
              <a:gd name="connsiteY273" fmla="*/ 568293 h 5434893"/>
              <a:gd name="connsiteX274" fmla="*/ 910445 w 12208633"/>
              <a:gd name="connsiteY274" fmla="*/ 568293 h 5434893"/>
              <a:gd name="connsiteX275" fmla="*/ 910445 w 12208633"/>
              <a:gd name="connsiteY275" fmla="*/ 698035 h 5434893"/>
              <a:gd name="connsiteX276" fmla="*/ 1002590 w 12208633"/>
              <a:gd name="connsiteY276" fmla="*/ 811891 h 5434893"/>
              <a:gd name="connsiteX277" fmla="*/ 910445 w 12208633"/>
              <a:gd name="connsiteY277" fmla="*/ 925747 h 5434893"/>
              <a:gd name="connsiteX278" fmla="*/ 910445 w 12208633"/>
              <a:gd name="connsiteY278" fmla="*/ 999886 h 5434893"/>
              <a:gd name="connsiteX279" fmla="*/ 973630 w 12208633"/>
              <a:gd name="connsiteY279" fmla="*/ 999886 h 5434893"/>
              <a:gd name="connsiteX280" fmla="*/ 973630 w 12208633"/>
              <a:gd name="connsiteY280" fmla="*/ 923099 h 5434893"/>
              <a:gd name="connsiteX281" fmla="*/ 1052612 w 12208633"/>
              <a:gd name="connsiteY281" fmla="*/ 923099 h 5434893"/>
              <a:gd name="connsiteX282" fmla="*/ 1052612 w 12208633"/>
              <a:gd name="connsiteY282" fmla="*/ 822482 h 5434893"/>
              <a:gd name="connsiteX283" fmla="*/ 1223739 w 12208633"/>
              <a:gd name="connsiteY283" fmla="*/ 822482 h 5434893"/>
              <a:gd name="connsiteX284" fmla="*/ 1223739 w 12208633"/>
              <a:gd name="connsiteY284" fmla="*/ 533871 h 5434893"/>
              <a:gd name="connsiteX285" fmla="*/ 1452786 w 12208633"/>
              <a:gd name="connsiteY285" fmla="*/ 533871 h 5434893"/>
              <a:gd name="connsiteX286" fmla="*/ 1452786 w 12208633"/>
              <a:gd name="connsiteY286" fmla="*/ 827778 h 5434893"/>
              <a:gd name="connsiteX287" fmla="*/ 1687099 w 12208633"/>
              <a:gd name="connsiteY287" fmla="*/ 827778 h 5434893"/>
              <a:gd name="connsiteX288" fmla="*/ 1687099 w 12208633"/>
              <a:gd name="connsiteY288" fmla="*/ 645080 h 5434893"/>
              <a:gd name="connsiteX289" fmla="*/ 1795945 w 12208633"/>
              <a:gd name="connsiteY289" fmla="*/ 645080 h 5434893"/>
              <a:gd name="connsiteX290" fmla="*/ 1814336 w 12208633"/>
              <a:gd name="connsiteY290" fmla="*/ 645080 h 5434893"/>
              <a:gd name="connsiteX291" fmla="*/ 1814055 w 12208633"/>
              <a:gd name="connsiteY291" fmla="*/ 568843 h 5434893"/>
              <a:gd name="connsiteX292" fmla="*/ 1896602 w 12208633"/>
              <a:gd name="connsiteY292" fmla="*/ 567286 h 5434893"/>
              <a:gd name="connsiteX293" fmla="*/ 1917630 w 12208633"/>
              <a:gd name="connsiteY293" fmla="*/ 135119 h 5434893"/>
              <a:gd name="connsiteX294" fmla="*/ 2020520 w 12208633"/>
              <a:gd name="connsiteY294" fmla="*/ 135119 h 5434893"/>
              <a:gd name="connsiteX295" fmla="*/ 2040929 w 12208633"/>
              <a:gd name="connsiteY295" fmla="*/ 567805 h 5434893"/>
              <a:gd name="connsiteX296" fmla="*/ 2085058 w 12208633"/>
              <a:gd name="connsiteY296" fmla="*/ 569362 h 5434893"/>
              <a:gd name="connsiteX297" fmla="*/ 2104692 w 12208633"/>
              <a:gd name="connsiteY297" fmla="*/ 247596 h 5434893"/>
              <a:gd name="connsiteX298" fmla="*/ 2211603 w 12208633"/>
              <a:gd name="connsiteY298" fmla="*/ 247596 h 5434893"/>
              <a:gd name="connsiteX299" fmla="*/ 2230423 w 12208633"/>
              <a:gd name="connsiteY299" fmla="*/ 571958 h 5434893"/>
              <a:gd name="connsiteX300" fmla="*/ 2293761 w 12208633"/>
              <a:gd name="connsiteY300" fmla="*/ 575073 h 5434893"/>
              <a:gd name="connsiteX301" fmla="*/ 2293761 w 12208633"/>
              <a:gd name="connsiteY301" fmla="*/ 481105 h 5434893"/>
              <a:gd name="connsiteX302" fmla="*/ 2325430 w 12208633"/>
              <a:gd name="connsiteY302" fmla="*/ 425035 h 5434893"/>
              <a:gd name="connsiteX303" fmla="*/ 2333736 w 12208633"/>
              <a:gd name="connsiteY303" fmla="*/ 417248 h 5434893"/>
              <a:gd name="connsiteX304" fmla="*/ 2370078 w 12208633"/>
              <a:gd name="connsiteY304" fmla="*/ 413614 h 5434893"/>
              <a:gd name="connsiteX305" fmla="*/ 2388249 w 12208633"/>
              <a:gd name="connsiteY305" fmla="*/ 430227 h 5434893"/>
              <a:gd name="connsiteX306" fmla="*/ 2411611 w 12208633"/>
              <a:gd name="connsiteY306" fmla="*/ 474355 h 5434893"/>
              <a:gd name="connsiteX307" fmla="*/ 2428224 w 12208633"/>
              <a:gd name="connsiteY307" fmla="*/ 489411 h 5434893"/>
              <a:gd name="connsiteX308" fmla="*/ 2443799 w 12208633"/>
              <a:gd name="connsiteY308" fmla="*/ 504986 h 5434893"/>
              <a:gd name="connsiteX309" fmla="*/ 2443799 w 12208633"/>
              <a:gd name="connsiteY309" fmla="*/ 530425 h 5434893"/>
              <a:gd name="connsiteX310" fmla="*/ 2448472 w 12208633"/>
              <a:gd name="connsiteY310" fmla="*/ 538732 h 5434893"/>
              <a:gd name="connsiteX311" fmla="*/ 2454182 w 12208633"/>
              <a:gd name="connsiteY311" fmla="*/ 529906 h 5434893"/>
              <a:gd name="connsiteX312" fmla="*/ 2455740 w 12208633"/>
              <a:gd name="connsiteY312" fmla="*/ 488892 h 5434893"/>
              <a:gd name="connsiteX313" fmla="*/ 2455740 w 12208633"/>
              <a:gd name="connsiteY313" fmla="*/ 379868 h 5434893"/>
              <a:gd name="connsiteX314" fmla="*/ 2471834 w 12208633"/>
              <a:gd name="connsiteY314" fmla="*/ 361697 h 5434893"/>
              <a:gd name="connsiteX315" fmla="*/ 2590203 w 12208633"/>
              <a:gd name="connsiteY315" fmla="*/ 361697 h 5434893"/>
              <a:gd name="connsiteX316" fmla="*/ 2604220 w 12208633"/>
              <a:gd name="connsiteY316" fmla="*/ 376753 h 5434893"/>
              <a:gd name="connsiteX317" fmla="*/ 2603701 w 12208633"/>
              <a:gd name="connsiteY317" fmla="*/ 404788 h 5434893"/>
              <a:gd name="connsiteX318" fmla="*/ 2616161 w 12208633"/>
              <a:gd name="connsiteY318" fmla="*/ 425035 h 5434893"/>
              <a:gd name="connsiteX319" fmla="*/ 2648868 w 12208633"/>
              <a:gd name="connsiteY319" fmla="*/ 476951 h 5434893"/>
              <a:gd name="connsiteX320" fmla="*/ 2648868 w 12208633"/>
              <a:gd name="connsiteY320" fmla="*/ 527310 h 5434893"/>
              <a:gd name="connsiteX321" fmla="*/ 2651010 w 12208633"/>
              <a:gd name="connsiteY321" fmla="*/ 551386 h 5434893"/>
              <a:gd name="connsiteX322" fmla="*/ 2661207 w 12208633"/>
              <a:gd name="connsiteY322" fmla="*/ 552175 h 5434893"/>
              <a:gd name="connsiteX323" fmla="*/ 2661207 w 12208633"/>
              <a:gd name="connsiteY323" fmla="*/ 497877 h 5434893"/>
              <a:gd name="connsiteX324" fmla="*/ 2661207 w 12208633"/>
              <a:gd name="connsiteY324" fmla="*/ 274385 h 5434893"/>
              <a:gd name="connsiteX325" fmla="*/ 2916581 w 12208633"/>
              <a:gd name="connsiteY325" fmla="*/ 274385 h 5434893"/>
              <a:gd name="connsiteX326" fmla="*/ 2916581 w 12208633"/>
              <a:gd name="connsiteY326" fmla="*/ 623897 h 5434893"/>
              <a:gd name="connsiteX327" fmla="*/ 3103505 w 12208633"/>
              <a:gd name="connsiteY327" fmla="*/ 623897 h 5434893"/>
              <a:gd name="connsiteX328" fmla="*/ 3103505 w 12208633"/>
              <a:gd name="connsiteY328" fmla="*/ 938986 h 5434893"/>
              <a:gd name="connsiteX329" fmla="*/ 3253570 w 12208633"/>
              <a:gd name="connsiteY329" fmla="*/ 938986 h 5434893"/>
              <a:gd name="connsiteX330" fmla="*/ 3253570 w 12208633"/>
              <a:gd name="connsiteY330" fmla="*/ 833074 h 5434893"/>
              <a:gd name="connsiteX331" fmla="*/ 3458923 w 12208633"/>
              <a:gd name="connsiteY331" fmla="*/ 833074 h 5434893"/>
              <a:gd name="connsiteX332" fmla="*/ 3458923 w 12208633"/>
              <a:gd name="connsiteY332" fmla="*/ 449141 h 5434893"/>
              <a:gd name="connsiteX333" fmla="*/ 3619519 w 12208633"/>
              <a:gd name="connsiteY333" fmla="*/ 449141 h 5434893"/>
              <a:gd name="connsiteX334" fmla="*/ 3619519 w 12208633"/>
              <a:gd name="connsiteY334" fmla="*/ 822482 h 5434893"/>
              <a:gd name="connsiteX335" fmla="*/ 3716929 w 12208633"/>
              <a:gd name="connsiteY335" fmla="*/ 822482 h 5434893"/>
              <a:gd name="connsiteX336" fmla="*/ 3716929 w 12208633"/>
              <a:gd name="connsiteY336" fmla="*/ 533871 h 5434893"/>
              <a:gd name="connsiteX337" fmla="*/ 3948609 w 12208633"/>
              <a:gd name="connsiteY337" fmla="*/ 533871 h 5434893"/>
              <a:gd name="connsiteX338" fmla="*/ 3948609 w 12208633"/>
              <a:gd name="connsiteY338" fmla="*/ 827778 h 5434893"/>
              <a:gd name="connsiteX339" fmla="*/ 3952270 w 12208633"/>
              <a:gd name="connsiteY339" fmla="*/ 827778 h 5434893"/>
              <a:gd name="connsiteX340" fmla="*/ 3956368 w 12208633"/>
              <a:gd name="connsiteY340" fmla="*/ 827778 h 5434893"/>
              <a:gd name="connsiteX341" fmla="*/ 3956368 w 12208633"/>
              <a:gd name="connsiteY341" fmla="*/ 761209 h 5434893"/>
              <a:gd name="connsiteX342" fmla="*/ 3956368 w 12208633"/>
              <a:gd name="connsiteY342" fmla="*/ 714516 h 5434893"/>
              <a:gd name="connsiteX343" fmla="*/ 4000985 w 12208633"/>
              <a:gd name="connsiteY343" fmla="*/ 714516 h 5434893"/>
              <a:gd name="connsiteX344" fmla="*/ 4000985 w 12208633"/>
              <a:gd name="connsiteY344" fmla="*/ 420341 h 5434893"/>
              <a:gd name="connsiteX345" fmla="*/ 4000984 w 12208633"/>
              <a:gd name="connsiteY345" fmla="*/ 420341 h 5434893"/>
              <a:gd name="connsiteX346" fmla="*/ 4000984 w 12208633"/>
              <a:gd name="connsiteY346" fmla="*/ 339659 h 5434893"/>
              <a:gd name="connsiteX347" fmla="*/ 4071715 w 12208633"/>
              <a:gd name="connsiteY347" fmla="*/ 339659 h 5434893"/>
              <a:gd name="connsiteX348" fmla="*/ 4142446 w 12208633"/>
              <a:gd name="connsiteY348" fmla="*/ 339659 h 5434893"/>
              <a:gd name="connsiteX349" fmla="*/ 4142446 w 12208633"/>
              <a:gd name="connsiteY349" fmla="*/ 413478 h 5434893"/>
              <a:gd name="connsiteX350" fmla="*/ 4142446 w 12208633"/>
              <a:gd name="connsiteY350" fmla="*/ 413480 h 5434893"/>
              <a:gd name="connsiteX351" fmla="*/ 4142446 w 12208633"/>
              <a:gd name="connsiteY351" fmla="*/ 713686 h 5434893"/>
              <a:gd name="connsiteX352" fmla="*/ 4182921 w 12208633"/>
              <a:gd name="connsiteY352" fmla="*/ 713686 h 5434893"/>
              <a:gd name="connsiteX353" fmla="*/ 4182921 w 12208633"/>
              <a:gd name="connsiteY353" fmla="*/ 705384 h 5434893"/>
              <a:gd name="connsiteX354" fmla="*/ 4182921 w 12208633"/>
              <a:gd name="connsiteY354" fmla="*/ 645080 h 5434893"/>
              <a:gd name="connsiteX355" fmla="*/ 4214842 w 12208633"/>
              <a:gd name="connsiteY355" fmla="*/ 645080 h 5434893"/>
              <a:gd name="connsiteX356" fmla="*/ 4243942 w 12208633"/>
              <a:gd name="connsiteY356" fmla="*/ 645080 h 5434893"/>
              <a:gd name="connsiteX357" fmla="*/ 4243942 w 12208633"/>
              <a:gd name="connsiteY357" fmla="*/ 339659 h 5434893"/>
              <a:gd name="connsiteX358" fmla="*/ 4243942 w 12208633"/>
              <a:gd name="connsiteY358" fmla="*/ 249509 h 5434893"/>
              <a:gd name="connsiteX359" fmla="*/ 4288534 w 12208633"/>
              <a:gd name="connsiteY359" fmla="*/ 249509 h 5434893"/>
              <a:gd name="connsiteX360" fmla="*/ 4337854 w 12208633"/>
              <a:gd name="connsiteY360" fmla="*/ 249509 h 5434893"/>
              <a:gd name="connsiteX361" fmla="*/ 4337854 w 12208633"/>
              <a:gd name="connsiteY361" fmla="*/ 322718 h 5434893"/>
              <a:gd name="connsiteX362" fmla="*/ 4337854 w 12208633"/>
              <a:gd name="connsiteY362" fmla="*/ 322720 h 5434893"/>
              <a:gd name="connsiteX363" fmla="*/ 4337854 w 12208633"/>
              <a:gd name="connsiteY363" fmla="*/ 380000 h 5434893"/>
              <a:gd name="connsiteX364" fmla="*/ 4654875 w 12208633"/>
              <a:gd name="connsiteY364" fmla="*/ 380000 h 5434893"/>
              <a:gd name="connsiteX365" fmla="*/ 4654875 w 12208633"/>
              <a:gd name="connsiteY365" fmla="*/ 379790 h 5434893"/>
              <a:gd name="connsiteX366" fmla="*/ 4675084 w 12208633"/>
              <a:gd name="connsiteY366" fmla="*/ 379790 h 5434893"/>
              <a:gd name="connsiteX367" fmla="*/ 4675084 w 12208633"/>
              <a:gd name="connsiteY367" fmla="*/ 474896 h 5434893"/>
              <a:gd name="connsiteX368" fmla="*/ 4676745 w 12208633"/>
              <a:gd name="connsiteY368" fmla="*/ 475064 h 5434893"/>
              <a:gd name="connsiteX369" fmla="*/ 4739988 w 12208633"/>
              <a:gd name="connsiteY369" fmla="*/ 539907 h 5434893"/>
              <a:gd name="connsiteX370" fmla="*/ 4740674 w 12208633"/>
              <a:gd name="connsiteY370" fmla="*/ 547701 h 5434893"/>
              <a:gd name="connsiteX371" fmla="*/ 4741248 w 12208633"/>
              <a:gd name="connsiteY371" fmla="*/ 547701 h 5434893"/>
              <a:gd name="connsiteX372" fmla="*/ 4741248 w 12208633"/>
              <a:gd name="connsiteY372" fmla="*/ 554205 h 5434893"/>
              <a:gd name="connsiteX373" fmla="*/ 4741248 w 12208633"/>
              <a:gd name="connsiteY373" fmla="*/ 554208 h 5434893"/>
              <a:gd name="connsiteX374" fmla="*/ 4741248 w 12208633"/>
              <a:gd name="connsiteY374" fmla="*/ 739927 h 5434893"/>
              <a:gd name="connsiteX375" fmla="*/ 4764753 w 12208633"/>
              <a:gd name="connsiteY375" fmla="*/ 740400 h 5434893"/>
              <a:gd name="connsiteX376" fmla="*/ 4764753 w 12208633"/>
              <a:gd name="connsiteY376" fmla="*/ 666262 h 5434893"/>
              <a:gd name="connsiteX377" fmla="*/ 4899024 w 12208633"/>
              <a:gd name="connsiteY377" fmla="*/ 666262 h 5434893"/>
              <a:gd name="connsiteX378" fmla="*/ 4899024 w 12208633"/>
              <a:gd name="connsiteY378" fmla="*/ 735104 h 5434893"/>
              <a:gd name="connsiteX379" fmla="*/ 5028026 w 12208633"/>
              <a:gd name="connsiteY379" fmla="*/ 735104 h 5434893"/>
              <a:gd name="connsiteX380" fmla="*/ 5028026 w 12208633"/>
              <a:gd name="connsiteY380" fmla="*/ 658319 h 5434893"/>
              <a:gd name="connsiteX381" fmla="*/ 5154397 w 12208633"/>
              <a:gd name="connsiteY381" fmla="*/ 660966 h 5434893"/>
              <a:gd name="connsiteX382" fmla="*/ 5154397 w 12208633"/>
              <a:gd name="connsiteY382" fmla="*/ 369707 h 5434893"/>
              <a:gd name="connsiteX383" fmla="*/ 5409771 w 12208633"/>
              <a:gd name="connsiteY383" fmla="*/ 369707 h 5434893"/>
              <a:gd name="connsiteX384" fmla="*/ 5409771 w 12208633"/>
              <a:gd name="connsiteY384" fmla="*/ 623897 h 5434893"/>
              <a:gd name="connsiteX385" fmla="*/ 5599327 w 12208633"/>
              <a:gd name="connsiteY385" fmla="*/ 623897 h 5434893"/>
              <a:gd name="connsiteX386" fmla="*/ 5599327 w 12208633"/>
              <a:gd name="connsiteY386" fmla="*/ 681817 h 5434893"/>
              <a:gd name="connsiteX387" fmla="*/ 5599327 w 12208633"/>
              <a:gd name="connsiteY387" fmla="*/ 692743 h 5434893"/>
              <a:gd name="connsiteX388" fmla="*/ 5628967 w 12208633"/>
              <a:gd name="connsiteY388" fmla="*/ 692743 h 5434893"/>
              <a:gd name="connsiteX389" fmla="*/ 5628967 w 12208633"/>
              <a:gd name="connsiteY389" fmla="*/ 672950 h 5434893"/>
              <a:gd name="connsiteX390" fmla="*/ 5794767 w 12208633"/>
              <a:gd name="connsiteY390" fmla="*/ 672950 h 5434893"/>
              <a:gd name="connsiteX391" fmla="*/ 5794803 w 12208633"/>
              <a:gd name="connsiteY391" fmla="*/ 672943 h 5434893"/>
              <a:gd name="connsiteX392" fmla="*/ 5792189 w 12208633"/>
              <a:gd name="connsiteY392" fmla="*/ 672943 h 5434893"/>
              <a:gd name="connsiteX393" fmla="*/ 5784518 w 12208633"/>
              <a:gd name="connsiteY393" fmla="*/ 672943 h 5434893"/>
              <a:gd name="connsiteX394" fmla="*/ 5628967 w 12208633"/>
              <a:gd name="connsiteY394" fmla="*/ 672943 h 5434893"/>
              <a:gd name="connsiteX395" fmla="*/ 5792189 w 12208633"/>
              <a:gd name="connsiteY395" fmla="*/ 576196 h 5434893"/>
              <a:gd name="connsiteX396" fmla="*/ 5792189 w 12208633"/>
              <a:gd name="connsiteY396" fmla="*/ 668395 h 5434893"/>
              <a:gd name="connsiteX397" fmla="*/ 5947738 w 12208633"/>
              <a:gd name="connsiteY397" fmla="*/ 576196 h 5434893"/>
              <a:gd name="connsiteX398" fmla="*/ 5947738 w 12208633"/>
              <a:gd name="connsiteY398" fmla="*/ 668395 h 5434893"/>
              <a:gd name="connsiteX399" fmla="*/ 6103287 w 12208633"/>
              <a:gd name="connsiteY399" fmla="*/ 576196 h 5434893"/>
              <a:gd name="connsiteX400" fmla="*/ 6103287 w 12208633"/>
              <a:gd name="connsiteY400" fmla="*/ 668395 h 5434893"/>
              <a:gd name="connsiteX401" fmla="*/ 6258836 w 12208633"/>
              <a:gd name="connsiteY401" fmla="*/ 576196 h 5434893"/>
              <a:gd name="connsiteX402" fmla="*/ 6258836 w 12208633"/>
              <a:gd name="connsiteY402" fmla="*/ 672943 h 5434893"/>
              <a:gd name="connsiteX403" fmla="*/ 6154820 w 12208633"/>
              <a:gd name="connsiteY403" fmla="*/ 672943 h 5434893"/>
              <a:gd name="connsiteX404" fmla="*/ 6154820 w 12208633"/>
              <a:gd name="connsiteY404" fmla="*/ 672950 h 5434893"/>
              <a:gd name="connsiteX405" fmla="*/ 6258836 w 12208633"/>
              <a:gd name="connsiteY405" fmla="*/ 672950 h 5434893"/>
              <a:gd name="connsiteX406" fmla="*/ 6258836 w 12208633"/>
              <a:gd name="connsiteY406" fmla="*/ 708560 h 5434893"/>
              <a:gd name="connsiteX407" fmla="*/ 6258836 w 12208633"/>
              <a:gd name="connsiteY407" fmla="*/ 726328 h 5434893"/>
              <a:gd name="connsiteX408" fmla="*/ 6349534 w 12208633"/>
              <a:gd name="connsiteY408" fmla="*/ 726328 h 5434893"/>
              <a:gd name="connsiteX409" fmla="*/ 6354387 w 12208633"/>
              <a:gd name="connsiteY409" fmla="*/ 721669 h 5434893"/>
              <a:gd name="connsiteX410" fmla="*/ 6354387 w 12208633"/>
              <a:gd name="connsiteY410" fmla="*/ 653142 h 5434893"/>
              <a:gd name="connsiteX411" fmla="*/ 6351863 w 12208633"/>
              <a:gd name="connsiteY411" fmla="*/ 648482 h 5434893"/>
              <a:gd name="connsiteX412" fmla="*/ 6352251 w 12208633"/>
              <a:gd name="connsiteY412" fmla="*/ 641882 h 5434893"/>
              <a:gd name="connsiteX413" fmla="*/ 6354581 w 12208633"/>
              <a:gd name="connsiteY413" fmla="*/ 638194 h 5434893"/>
              <a:gd name="connsiteX414" fmla="*/ 6354581 w 12208633"/>
              <a:gd name="connsiteY414" fmla="*/ 589854 h 5434893"/>
              <a:gd name="connsiteX415" fmla="*/ 6351863 w 12208633"/>
              <a:gd name="connsiteY415" fmla="*/ 585584 h 5434893"/>
              <a:gd name="connsiteX416" fmla="*/ 6351863 w 12208633"/>
              <a:gd name="connsiteY416" fmla="*/ 579954 h 5434893"/>
              <a:gd name="connsiteX417" fmla="*/ 6354581 w 12208633"/>
              <a:gd name="connsiteY417" fmla="*/ 574712 h 5434893"/>
              <a:gd name="connsiteX418" fmla="*/ 6354581 w 12208633"/>
              <a:gd name="connsiteY418" fmla="*/ 528121 h 5434893"/>
              <a:gd name="connsiteX419" fmla="*/ 6351669 w 12208633"/>
              <a:gd name="connsiteY419" fmla="*/ 522879 h 5434893"/>
              <a:gd name="connsiteX420" fmla="*/ 6351863 w 12208633"/>
              <a:gd name="connsiteY420" fmla="*/ 516473 h 5434893"/>
              <a:gd name="connsiteX421" fmla="*/ 6354387 w 12208633"/>
              <a:gd name="connsiteY421" fmla="*/ 511814 h 5434893"/>
              <a:gd name="connsiteX422" fmla="*/ 6354387 w 12208633"/>
              <a:gd name="connsiteY422" fmla="*/ 465999 h 5434893"/>
              <a:gd name="connsiteX423" fmla="*/ 6351475 w 12208633"/>
              <a:gd name="connsiteY423" fmla="*/ 460952 h 5434893"/>
              <a:gd name="connsiteX424" fmla="*/ 6351863 w 12208633"/>
              <a:gd name="connsiteY424" fmla="*/ 454545 h 5434893"/>
              <a:gd name="connsiteX425" fmla="*/ 6354387 w 12208633"/>
              <a:gd name="connsiteY425" fmla="*/ 450469 h 5434893"/>
              <a:gd name="connsiteX426" fmla="*/ 6354387 w 12208633"/>
              <a:gd name="connsiteY426" fmla="*/ 402130 h 5434893"/>
              <a:gd name="connsiteX427" fmla="*/ 6351863 w 12208633"/>
              <a:gd name="connsiteY427" fmla="*/ 398054 h 5434893"/>
              <a:gd name="connsiteX428" fmla="*/ 6352057 w 12208633"/>
              <a:gd name="connsiteY428" fmla="*/ 391453 h 5434893"/>
              <a:gd name="connsiteX429" fmla="*/ 6354387 w 12208633"/>
              <a:gd name="connsiteY429" fmla="*/ 387182 h 5434893"/>
              <a:gd name="connsiteX430" fmla="*/ 6354387 w 12208633"/>
              <a:gd name="connsiteY430" fmla="*/ 340591 h 5434893"/>
              <a:gd name="connsiteX431" fmla="*/ 6351863 w 12208633"/>
              <a:gd name="connsiteY431" fmla="*/ 335932 h 5434893"/>
              <a:gd name="connsiteX432" fmla="*/ 6352251 w 12208633"/>
              <a:gd name="connsiteY432" fmla="*/ 329331 h 5434893"/>
              <a:gd name="connsiteX433" fmla="*/ 6354581 w 12208633"/>
              <a:gd name="connsiteY433" fmla="*/ 325643 h 5434893"/>
              <a:gd name="connsiteX434" fmla="*/ 6354581 w 12208633"/>
              <a:gd name="connsiteY434" fmla="*/ 277304 h 5434893"/>
              <a:gd name="connsiteX435" fmla="*/ 6351863 w 12208633"/>
              <a:gd name="connsiteY435" fmla="*/ 273227 h 5434893"/>
              <a:gd name="connsiteX436" fmla="*/ 6349922 w 12208633"/>
              <a:gd name="connsiteY436" fmla="*/ 269539 h 5434893"/>
              <a:gd name="connsiteX437" fmla="*/ 6353610 w 12208633"/>
              <a:gd name="connsiteY437" fmla="*/ 267209 h 5434893"/>
              <a:gd name="connsiteX438" fmla="*/ 6357299 w 12208633"/>
              <a:gd name="connsiteY438" fmla="*/ 267209 h 5434893"/>
              <a:gd name="connsiteX439" fmla="*/ 6426409 w 12208633"/>
              <a:gd name="connsiteY439" fmla="*/ 267209 h 5434893"/>
              <a:gd name="connsiteX440" fmla="*/ 6430680 w 12208633"/>
              <a:gd name="connsiteY440" fmla="*/ 267209 h 5434893"/>
              <a:gd name="connsiteX441" fmla="*/ 6433980 w 12208633"/>
              <a:gd name="connsiteY441" fmla="*/ 270704 h 5434893"/>
              <a:gd name="connsiteX442" fmla="*/ 6430486 w 12208633"/>
              <a:gd name="connsiteY442" fmla="*/ 273033 h 5434893"/>
              <a:gd name="connsiteX443" fmla="*/ 6427962 w 12208633"/>
              <a:gd name="connsiteY443" fmla="*/ 273033 h 5434893"/>
              <a:gd name="connsiteX444" fmla="*/ 6427768 w 12208633"/>
              <a:gd name="connsiteY444" fmla="*/ 274198 h 5434893"/>
              <a:gd name="connsiteX445" fmla="*/ 6427768 w 12208633"/>
              <a:gd name="connsiteY445" fmla="*/ 329137 h 5434893"/>
              <a:gd name="connsiteX446" fmla="*/ 6430874 w 12208633"/>
              <a:gd name="connsiteY446" fmla="*/ 329331 h 5434893"/>
              <a:gd name="connsiteX447" fmla="*/ 6433786 w 12208633"/>
              <a:gd name="connsiteY447" fmla="*/ 332438 h 5434893"/>
              <a:gd name="connsiteX448" fmla="*/ 6430874 w 12208633"/>
              <a:gd name="connsiteY448" fmla="*/ 336126 h 5434893"/>
              <a:gd name="connsiteX449" fmla="*/ 6427768 w 12208633"/>
              <a:gd name="connsiteY449" fmla="*/ 336320 h 5434893"/>
              <a:gd name="connsiteX450" fmla="*/ 6427768 w 12208633"/>
              <a:gd name="connsiteY450" fmla="*/ 391259 h 5434893"/>
              <a:gd name="connsiteX451" fmla="*/ 6430874 w 12208633"/>
              <a:gd name="connsiteY451" fmla="*/ 391453 h 5434893"/>
              <a:gd name="connsiteX452" fmla="*/ 6433786 w 12208633"/>
              <a:gd name="connsiteY452" fmla="*/ 395142 h 5434893"/>
              <a:gd name="connsiteX453" fmla="*/ 6430874 w 12208633"/>
              <a:gd name="connsiteY453" fmla="*/ 398248 h 5434893"/>
              <a:gd name="connsiteX454" fmla="*/ 6427768 w 12208633"/>
              <a:gd name="connsiteY454" fmla="*/ 398248 h 5434893"/>
              <a:gd name="connsiteX455" fmla="*/ 6427768 w 12208633"/>
              <a:gd name="connsiteY455" fmla="*/ 454351 h 5434893"/>
              <a:gd name="connsiteX456" fmla="*/ 6430874 w 12208633"/>
              <a:gd name="connsiteY456" fmla="*/ 454545 h 5434893"/>
              <a:gd name="connsiteX457" fmla="*/ 6433786 w 12208633"/>
              <a:gd name="connsiteY457" fmla="*/ 457652 h 5434893"/>
              <a:gd name="connsiteX458" fmla="*/ 6430874 w 12208633"/>
              <a:gd name="connsiteY458" fmla="*/ 461340 h 5434893"/>
              <a:gd name="connsiteX459" fmla="*/ 6427768 w 12208633"/>
              <a:gd name="connsiteY459" fmla="*/ 461534 h 5434893"/>
              <a:gd name="connsiteX460" fmla="*/ 6427574 w 12208633"/>
              <a:gd name="connsiteY460" fmla="*/ 461534 h 5434893"/>
              <a:gd name="connsiteX461" fmla="*/ 6427574 w 12208633"/>
              <a:gd name="connsiteY461" fmla="*/ 461728 h 5434893"/>
              <a:gd name="connsiteX462" fmla="*/ 6427768 w 12208633"/>
              <a:gd name="connsiteY462" fmla="*/ 461728 h 5434893"/>
              <a:gd name="connsiteX463" fmla="*/ 6427768 w 12208633"/>
              <a:gd name="connsiteY463" fmla="*/ 516667 h 5434893"/>
              <a:gd name="connsiteX464" fmla="*/ 6430874 w 12208633"/>
              <a:gd name="connsiteY464" fmla="*/ 516861 h 5434893"/>
              <a:gd name="connsiteX465" fmla="*/ 6433786 w 12208633"/>
              <a:gd name="connsiteY465" fmla="*/ 520550 h 5434893"/>
              <a:gd name="connsiteX466" fmla="*/ 6430874 w 12208633"/>
              <a:gd name="connsiteY466" fmla="*/ 523656 h 5434893"/>
              <a:gd name="connsiteX467" fmla="*/ 6427768 w 12208633"/>
              <a:gd name="connsiteY467" fmla="*/ 523850 h 5434893"/>
              <a:gd name="connsiteX468" fmla="*/ 6427768 w 12208633"/>
              <a:gd name="connsiteY468" fmla="*/ 579954 h 5434893"/>
              <a:gd name="connsiteX469" fmla="*/ 6431457 w 12208633"/>
              <a:gd name="connsiteY469" fmla="*/ 580148 h 5434893"/>
              <a:gd name="connsiteX470" fmla="*/ 6433786 w 12208633"/>
              <a:gd name="connsiteY470" fmla="*/ 583254 h 5434893"/>
              <a:gd name="connsiteX471" fmla="*/ 6431263 w 12208633"/>
              <a:gd name="connsiteY471" fmla="*/ 585972 h 5434893"/>
              <a:gd name="connsiteX472" fmla="*/ 6427768 w 12208633"/>
              <a:gd name="connsiteY472" fmla="*/ 587137 h 5434893"/>
              <a:gd name="connsiteX473" fmla="*/ 6427768 w 12208633"/>
              <a:gd name="connsiteY473" fmla="*/ 642076 h 5434893"/>
              <a:gd name="connsiteX474" fmla="*/ 6430874 w 12208633"/>
              <a:gd name="connsiteY474" fmla="*/ 642270 h 5434893"/>
              <a:gd name="connsiteX475" fmla="*/ 6433786 w 12208633"/>
              <a:gd name="connsiteY475" fmla="*/ 645959 h 5434893"/>
              <a:gd name="connsiteX476" fmla="*/ 6430874 w 12208633"/>
              <a:gd name="connsiteY476" fmla="*/ 649065 h 5434893"/>
              <a:gd name="connsiteX477" fmla="*/ 6427768 w 12208633"/>
              <a:gd name="connsiteY477" fmla="*/ 649259 h 5434893"/>
              <a:gd name="connsiteX478" fmla="*/ 6427768 w 12208633"/>
              <a:gd name="connsiteY478" fmla="*/ 727687 h 5434893"/>
              <a:gd name="connsiteX479" fmla="*/ 6450870 w 12208633"/>
              <a:gd name="connsiteY479" fmla="*/ 727881 h 5434893"/>
              <a:gd name="connsiteX480" fmla="*/ 6519204 w 12208633"/>
              <a:gd name="connsiteY480" fmla="*/ 727687 h 5434893"/>
              <a:gd name="connsiteX481" fmla="*/ 6519398 w 12208633"/>
              <a:gd name="connsiteY481" fmla="*/ 688473 h 5434893"/>
              <a:gd name="connsiteX482" fmla="*/ 6519398 w 12208633"/>
              <a:gd name="connsiteY482" fmla="*/ 649259 h 5434893"/>
              <a:gd name="connsiteX483" fmla="*/ 6516874 w 12208633"/>
              <a:gd name="connsiteY483" fmla="*/ 649259 h 5434893"/>
              <a:gd name="connsiteX484" fmla="*/ 6513186 w 12208633"/>
              <a:gd name="connsiteY484" fmla="*/ 645570 h 5434893"/>
              <a:gd name="connsiteX485" fmla="*/ 6516680 w 12208633"/>
              <a:gd name="connsiteY485" fmla="*/ 642270 h 5434893"/>
              <a:gd name="connsiteX486" fmla="*/ 6519204 w 12208633"/>
              <a:gd name="connsiteY486" fmla="*/ 642270 h 5434893"/>
              <a:gd name="connsiteX487" fmla="*/ 6519204 w 12208633"/>
              <a:gd name="connsiteY487" fmla="*/ 586166 h 5434893"/>
              <a:gd name="connsiteX488" fmla="*/ 6518039 w 12208633"/>
              <a:gd name="connsiteY488" fmla="*/ 586166 h 5434893"/>
              <a:gd name="connsiteX489" fmla="*/ 6513574 w 12208633"/>
              <a:gd name="connsiteY489" fmla="*/ 583448 h 5434893"/>
              <a:gd name="connsiteX490" fmla="*/ 6518039 w 12208633"/>
              <a:gd name="connsiteY490" fmla="*/ 580148 h 5434893"/>
              <a:gd name="connsiteX491" fmla="*/ 6519204 w 12208633"/>
              <a:gd name="connsiteY491" fmla="*/ 580148 h 5434893"/>
              <a:gd name="connsiteX492" fmla="*/ 6519204 w 12208633"/>
              <a:gd name="connsiteY492" fmla="*/ 524044 h 5434893"/>
              <a:gd name="connsiteX493" fmla="*/ 6516098 w 12208633"/>
              <a:gd name="connsiteY493" fmla="*/ 523850 h 5434893"/>
              <a:gd name="connsiteX494" fmla="*/ 6513186 w 12208633"/>
              <a:gd name="connsiteY494" fmla="*/ 520550 h 5434893"/>
              <a:gd name="connsiteX495" fmla="*/ 6516292 w 12208633"/>
              <a:gd name="connsiteY495" fmla="*/ 516861 h 5434893"/>
              <a:gd name="connsiteX496" fmla="*/ 6519398 w 12208633"/>
              <a:gd name="connsiteY496" fmla="*/ 516667 h 5434893"/>
              <a:gd name="connsiteX497" fmla="*/ 6519398 w 12208633"/>
              <a:gd name="connsiteY497" fmla="*/ 461728 h 5434893"/>
              <a:gd name="connsiteX498" fmla="*/ 6518815 w 12208633"/>
              <a:gd name="connsiteY498" fmla="*/ 461728 h 5434893"/>
              <a:gd name="connsiteX499" fmla="*/ 6513574 w 12208633"/>
              <a:gd name="connsiteY499" fmla="*/ 457263 h 5434893"/>
              <a:gd name="connsiteX500" fmla="*/ 6519398 w 12208633"/>
              <a:gd name="connsiteY500" fmla="*/ 454545 h 5434893"/>
              <a:gd name="connsiteX501" fmla="*/ 6519398 w 12208633"/>
              <a:gd name="connsiteY501" fmla="*/ 398442 h 5434893"/>
              <a:gd name="connsiteX502" fmla="*/ 6513574 w 12208633"/>
              <a:gd name="connsiteY502" fmla="*/ 395724 h 5434893"/>
              <a:gd name="connsiteX503" fmla="*/ 6519592 w 12208633"/>
              <a:gd name="connsiteY503" fmla="*/ 391259 h 5434893"/>
              <a:gd name="connsiteX504" fmla="*/ 6519592 w 12208633"/>
              <a:gd name="connsiteY504" fmla="*/ 336320 h 5434893"/>
              <a:gd name="connsiteX505" fmla="*/ 6517845 w 12208633"/>
              <a:gd name="connsiteY505" fmla="*/ 336320 h 5434893"/>
              <a:gd name="connsiteX506" fmla="*/ 6513574 w 12208633"/>
              <a:gd name="connsiteY506" fmla="*/ 332826 h 5434893"/>
              <a:gd name="connsiteX507" fmla="*/ 6517845 w 12208633"/>
              <a:gd name="connsiteY507" fmla="*/ 329331 h 5434893"/>
              <a:gd name="connsiteX508" fmla="*/ 6519592 w 12208633"/>
              <a:gd name="connsiteY508" fmla="*/ 329331 h 5434893"/>
              <a:gd name="connsiteX509" fmla="*/ 6519592 w 12208633"/>
              <a:gd name="connsiteY509" fmla="*/ 274586 h 5434893"/>
              <a:gd name="connsiteX510" fmla="*/ 6515709 w 12208633"/>
              <a:gd name="connsiteY510" fmla="*/ 273033 h 5434893"/>
              <a:gd name="connsiteX511" fmla="*/ 6513574 w 12208633"/>
              <a:gd name="connsiteY511" fmla="*/ 269927 h 5434893"/>
              <a:gd name="connsiteX512" fmla="*/ 6516486 w 12208633"/>
              <a:gd name="connsiteY512" fmla="*/ 267404 h 5434893"/>
              <a:gd name="connsiteX513" fmla="*/ 6520174 w 12208633"/>
              <a:gd name="connsiteY513" fmla="*/ 267209 h 5434893"/>
              <a:gd name="connsiteX514" fmla="*/ 6591809 w 12208633"/>
              <a:gd name="connsiteY514" fmla="*/ 267209 h 5434893"/>
              <a:gd name="connsiteX515" fmla="*/ 6594332 w 12208633"/>
              <a:gd name="connsiteY515" fmla="*/ 267209 h 5434893"/>
              <a:gd name="connsiteX516" fmla="*/ 6598409 w 12208633"/>
              <a:gd name="connsiteY516" fmla="*/ 269733 h 5434893"/>
              <a:gd name="connsiteX517" fmla="*/ 6596274 w 12208633"/>
              <a:gd name="connsiteY517" fmla="*/ 273227 h 5434893"/>
              <a:gd name="connsiteX518" fmla="*/ 6593556 w 12208633"/>
              <a:gd name="connsiteY518" fmla="*/ 277110 h 5434893"/>
              <a:gd name="connsiteX519" fmla="*/ 6593556 w 12208633"/>
              <a:gd name="connsiteY519" fmla="*/ 325449 h 5434893"/>
              <a:gd name="connsiteX520" fmla="*/ 6596079 w 12208633"/>
              <a:gd name="connsiteY520" fmla="*/ 329525 h 5434893"/>
              <a:gd name="connsiteX521" fmla="*/ 6595885 w 12208633"/>
              <a:gd name="connsiteY521" fmla="*/ 336126 h 5434893"/>
              <a:gd name="connsiteX522" fmla="*/ 6593556 w 12208633"/>
              <a:gd name="connsiteY522" fmla="*/ 340397 h 5434893"/>
              <a:gd name="connsiteX523" fmla="*/ 6593556 w 12208633"/>
              <a:gd name="connsiteY523" fmla="*/ 386988 h 5434893"/>
              <a:gd name="connsiteX524" fmla="*/ 6596079 w 12208633"/>
              <a:gd name="connsiteY524" fmla="*/ 391647 h 5434893"/>
              <a:gd name="connsiteX525" fmla="*/ 6595691 w 12208633"/>
              <a:gd name="connsiteY525" fmla="*/ 398442 h 5434893"/>
              <a:gd name="connsiteX526" fmla="*/ 6593556 w 12208633"/>
              <a:gd name="connsiteY526" fmla="*/ 402324 h 5434893"/>
              <a:gd name="connsiteX527" fmla="*/ 6593556 w 12208633"/>
              <a:gd name="connsiteY527" fmla="*/ 419020 h 5434893"/>
              <a:gd name="connsiteX528" fmla="*/ 6593556 w 12208633"/>
              <a:gd name="connsiteY528" fmla="*/ 449498 h 5434893"/>
              <a:gd name="connsiteX529" fmla="*/ 6596662 w 12208633"/>
              <a:gd name="connsiteY529" fmla="*/ 454934 h 5434893"/>
              <a:gd name="connsiteX530" fmla="*/ 6596662 w 12208633"/>
              <a:gd name="connsiteY530" fmla="*/ 460952 h 5434893"/>
              <a:gd name="connsiteX531" fmla="*/ 6593362 w 12208633"/>
              <a:gd name="connsiteY531" fmla="*/ 467746 h 5434893"/>
              <a:gd name="connsiteX532" fmla="*/ 6593362 w 12208633"/>
              <a:gd name="connsiteY532" fmla="*/ 510649 h 5434893"/>
              <a:gd name="connsiteX533" fmla="*/ 6596662 w 12208633"/>
              <a:gd name="connsiteY533" fmla="*/ 517444 h 5434893"/>
              <a:gd name="connsiteX534" fmla="*/ 6596468 w 12208633"/>
              <a:gd name="connsiteY534" fmla="*/ 523462 h 5434893"/>
              <a:gd name="connsiteX535" fmla="*/ 6593362 w 12208633"/>
              <a:gd name="connsiteY535" fmla="*/ 528315 h 5434893"/>
              <a:gd name="connsiteX536" fmla="*/ 6593362 w 12208633"/>
              <a:gd name="connsiteY536" fmla="*/ 561706 h 5434893"/>
              <a:gd name="connsiteX537" fmla="*/ 6593362 w 12208633"/>
              <a:gd name="connsiteY537" fmla="*/ 575489 h 5434893"/>
              <a:gd name="connsiteX538" fmla="*/ 6596079 w 12208633"/>
              <a:gd name="connsiteY538" fmla="*/ 579954 h 5434893"/>
              <a:gd name="connsiteX539" fmla="*/ 6596274 w 12208633"/>
              <a:gd name="connsiteY539" fmla="*/ 585584 h 5434893"/>
              <a:gd name="connsiteX540" fmla="*/ 6593167 w 12208633"/>
              <a:gd name="connsiteY540" fmla="*/ 590437 h 5434893"/>
              <a:gd name="connsiteX541" fmla="*/ 6593167 w 12208633"/>
              <a:gd name="connsiteY541" fmla="*/ 621498 h 5434893"/>
              <a:gd name="connsiteX542" fmla="*/ 6593167 w 12208633"/>
              <a:gd name="connsiteY542" fmla="*/ 637611 h 5434893"/>
              <a:gd name="connsiteX543" fmla="*/ 6595885 w 12208633"/>
              <a:gd name="connsiteY543" fmla="*/ 642270 h 5434893"/>
              <a:gd name="connsiteX544" fmla="*/ 6595885 w 12208633"/>
              <a:gd name="connsiteY544" fmla="*/ 648676 h 5434893"/>
              <a:gd name="connsiteX545" fmla="*/ 6593167 w 12208633"/>
              <a:gd name="connsiteY545" fmla="*/ 653918 h 5434893"/>
              <a:gd name="connsiteX546" fmla="*/ 6593167 w 12208633"/>
              <a:gd name="connsiteY546" fmla="*/ 721863 h 5434893"/>
              <a:gd name="connsiteX547" fmla="*/ 6598021 w 12208633"/>
              <a:gd name="connsiteY547" fmla="*/ 726716 h 5434893"/>
              <a:gd name="connsiteX548" fmla="*/ 6698387 w 12208633"/>
              <a:gd name="connsiteY548" fmla="*/ 726716 h 5434893"/>
              <a:gd name="connsiteX549" fmla="*/ 6703434 w 12208633"/>
              <a:gd name="connsiteY549" fmla="*/ 720892 h 5434893"/>
              <a:gd name="connsiteX550" fmla="*/ 6703434 w 12208633"/>
              <a:gd name="connsiteY550" fmla="*/ 606356 h 5434893"/>
              <a:gd name="connsiteX551" fmla="*/ 6703434 w 12208633"/>
              <a:gd name="connsiteY551" fmla="*/ 538992 h 5434893"/>
              <a:gd name="connsiteX552" fmla="*/ 6704405 w 12208633"/>
              <a:gd name="connsiteY552" fmla="*/ 532004 h 5434893"/>
              <a:gd name="connsiteX553" fmla="*/ 6704599 w 12208633"/>
              <a:gd name="connsiteY553" fmla="*/ 540351 h 5434893"/>
              <a:gd name="connsiteX554" fmla="*/ 6704599 w 12208633"/>
              <a:gd name="connsiteY554" fmla="*/ 719145 h 5434893"/>
              <a:gd name="connsiteX555" fmla="*/ 6704405 w 12208633"/>
              <a:gd name="connsiteY555" fmla="*/ 727493 h 5434893"/>
              <a:gd name="connsiteX556" fmla="*/ 6705181 w 12208633"/>
              <a:gd name="connsiteY556" fmla="*/ 727493 h 5434893"/>
              <a:gd name="connsiteX557" fmla="*/ 6704987 w 12208633"/>
              <a:gd name="connsiteY557" fmla="*/ 727299 h 5434893"/>
              <a:gd name="connsiteX558" fmla="*/ 6704987 w 12208633"/>
              <a:gd name="connsiteY558" fmla="*/ 535498 h 5434893"/>
              <a:gd name="connsiteX559" fmla="*/ 6705375 w 12208633"/>
              <a:gd name="connsiteY559" fmla="*/ 532004 h 5434893"/>
              <a:gd name="connsiteX560" fmla="*/ 6753132 w 12208633"/>
              <a:gd name="connsiteY560" fmla="*/ 490460 h 5434893"/>
              <a:gd name="connsiteX561" fmla="*/ 6799917 w 12208633"/>
              <a:gd name="connsiteY561" fmla="*/ 535304 h 5434893"/>
              <a:gd name="connsiteX562" fmla="*/ 6799917 w 12208633"/>
              <a:gd name="connsiteY562" fmla="*/ 681290 h 5434893"/>
              <a:gd name="connsiteX563" fmla="*/ 6799917 w 12208633"/>
              <a:gd name="connsiteY563" fmla="*/ 817181 h 5434893"/>
              <a:gd name="connsiteX564" fmla="*/ 6801858 w 12208633"/>
              <a:gd name="connsiteY564" fmla="*/ 823976 h 5434893"/>
              <a:gd name="connsiteX565" fmla="*/ 6814283 w 12208633"/>
              <a:gd name="connsiteY565" fmla="*/ 798933 h 5434893"/>
              <a:gd name="connsiteX566" fmla="*/ 6817389 w 12208633"/>
              <a:gd name="connsiteY566" fmla="*/ 787673 h 5434893"/>
              <a:gd name="connsiteX567" fmla="*/ 6817389 w 12208633"/>
              <a:gd name="connsiteY567" fmla="*/ 586749 h 5434893"/>
              <a:gd name="connsiteX568" fmla="*/ 6817389 w 12208633"/>
              <a:gd name="connsiteY568" fmla="*/ 537245 h 5434893"/>
              <a:gd name="connsiteX569" fmla="*/ 6856991 w 12208633"/>
              <a:gd name="connsiteY569" fmla="*/ 490460 h 5434893"/>
              <a:gd name="connsiteX570" fmla="*/ 6865339 w 12208633"/>
              <a:gd name="connsiteY570" fmla="*/ 490265 h 5434893"/>
              <a:gd name="connsiteX571" fmla="*/ 6912125 w 12208633"/>
              <a:gd name="connsiteY571" fmla="*/ 535110 h 5434893"/>
              <a:gd name="connsiteX572" fmla="*/ 6912125 w 12208633"/>
              <a:gd name="connsiteY572" fmla="*/ 713904 h 5434893"/>
              <a:gd name="connsiteX573" fmla="*/ 6912125 w 12208633"/>
              <a:gd name="connsiteY573" fmla="*/ 719339 h 5434893"/>
              <a:gd name="connsiteX574" fmla="*/ 6915425 w 12208633"/>
              <a:gd name="connsiteY574" fmla="*/ 721669 h 5434893"/>
              <a:gd name="connsiteX575" fmla="*/ 6980847 w 12208633"/>
              <a:gd name="connsiteY575" fmla="*/ 716039 h 5434893"/>
              <a:gd name="connsiteX576" fmla="*/ 7121398 w 12208633"/>
              <a:gd name="connsiteY576" fmla="*/ 816793 h 5434893"/>
              <a:gd name="connsiteX577" fmla="*/ 7130134 w 12208633"/>
              <a:gd name="connsiteY577" fmla="*/ 840865 h 5434893"/>
              <a:gd name="connsiteX578" fmla="*/ 7133434 w 12208633"/>
              <a:gd name="connsiteY578" fmla="*/ 842224 h 5434893"/>
              <a:gd name="connsiteX579" fmla="*/ 7143140 w 12208633"/>
              <a:gd name="connsiteY579" fmla="*/ 854066 h 5434893"/>
              <a:gd name="connsiteX580" fmla="*/ 7143162 w 12208633"/>
              <a:gd name="connsiteY580" fmla="*/ 858635 h 5434893"/>
              <a:gd name="connsiteX581" fmla="*/ 7363499 w 12208633"/>
              <a:gd name="connsiteY581" fmla="*/ 801441 h 5434893"/>
              <a:gd name="connsiteX582" fmla="*/ 7367909 w 12208633"/>
              <a:gd name="connsiteY582" fmla="*/ 799551 h 5434893"/>
              <a:gd name="connsiteX583" fmla="*/ 7367909 w 12208633"/>
              <a:gd name="connsiteY583" fmla="*/ 792936 h 5434893"/>
              <a:gd name="connsiteX584" fmla="*/ 7362239 w 12208633"/>
              <a:gd name="connsiteY584" fmla="*/ 782541 h 5434893"/>
              <a:gd name="connsiteX585" fmla="*/ 7360349 w 12208633"/>
              <a:gd name="connsiteY585" fmla="*/ 769312 h 5434893"/>
              <a:gd name="connsiteX586" fmla="*/ 7365389 w 12208633"/>
              <a:gd name="connsiteY586" fmla="*/ 769627 h 5434893"/>
              <a:gd name="connsiteX587" fmla="*/ 7368854 w 12208633"/>
              <a:gd name="connsiteY587" fmla="*/ 770257 h 5434893"/>
              <a:gd name="connsiteX588" fmla="*/ 7374839 w 12208633"/>
              <a:gd name="connsiteY588" fmla="*/ 772777 h 5434893"/>
              <a:gd name="connsiteX589" fmla="*/ 7378304 w 12208633"/>
              <a:gd name="connsiteY589" fmla="*/ 768682 h 5434893"/>
              <a:gd name="connsiteX590" fmla="*/ 7381769 w 12208633"/>
              <a:gd name="connsiteY590" fmla="*/ 768367 h 5434893"/>
              <a:gd name="connsiteX591" fmla="*/ 7387439 w 12208633"/>
              <a:gd name="connsiteY591" fmla="*/ 768682 h 5434893"/>
              <a:gd name="connsiteX592" fmla="*/ 7392164 w 12208633"/>
              <a:gd name="connsiteY592" fmla="*/ 772462 h 5434893"/>
              <a:gd name="connsiteX593" fmla="*/ 7401299 w 12208633"/>
              <a:gd name="connsiteY593" fmla="*/ 770257 h 5434893"/>
              <a:gd name="connsiteX594" fmla="*/ 7403819 w 12208633"/>
              <a:gd name="connsiteY594" fmla="*/ 768997 h 5434893"/>
              <a:gd name="connsiteX595" fmla="*/ 7409488 w 12208633"/>
              <a:gd name="connsiteY595" fmla="*/ 772462 h 5434893"/>
              <a:gd name="connsiteX596" fmla="*/ 7416103 w 12208633"/>
              <a:gd name="connsiteY596" fmla="*/ 767737 h 5434893"/>
              <a:gd name="connsiteX597" fmla="*/ 7417993 w 12208633"/>
              <a:gd name="connsiteY597" fmla="*/ 769627 h 5434893"/>
              <a:gd name="connsiteX598" fmla="*/ 7413268 w 12208633"/>
              <a:gd name="connsiteY598" fmla="*/ 784116 h 5434893"/>
              <a:gd name="connsiteX599" fmla="*/ 7413268 w 12208633"/>
              <a:gd name="connsiteY599" fmla="*/ 788211 h 5434893"/>
              <a:gd name="connsiteX600" fmla="*/ 7501152 w 12208633"/>
              <a:gd name="connsiteY600" fmla="*/ 765847 h 5434893"/>
              <a:gd name="connsiteX601" fmla="*/ 7648884 w 12208633"/>
              <a:gd name="connsiteY601" fmla="*/ 727417 h 5434893"/>
              <a:gd name="connsiteX602" fmla="*/ 7662113 w 12208633"/>
              <a:gd name="connsiteY602" fmla="*/ 727417 h 5434893"/>
              <a:gd name="connsiteX603" fmla="*/ 7687313 w 12208633"/>
              <a:gd name="connsiteY603" fmla="*/ 733402 h 5434893"/>
              <a:gd name="connsiteX604" fmla="*/ 7687313 w 12208633"/>
              <a:gd name="connsiteY604" fmla="*/ 535272 h 5434893"/>
              <a:gd name="connsiteX605" fmla="*/ 7687313 w 12208633"/>
              <a:gd name="connsiteY605" fmla="*/ 411795 h 5434893"/>
              <a:gd name="connsiteX606" fmla="*/ 7696133 w 12208633"/>
              <a:gd name="connsiteY606" fmla="*/ 402660 h 5434893"/>
              <a:gd name="connsiteX607" fmla="*/ 7710622 w 12208633"/>
              <a:gd name="connsiteY607" fmla="*/ 402975 h 5434893"/>
              <a:gd name="connsiteX608" fmla="*/ 7727002 w 12208633"/>
              <a:gd name="connsiteY608" fmla="*/ 402660 h 5434893"/>
              <a:gd name="connsiteX609" fmla="*/ 7732042 w 12208633"/>
              <a:gd name="connsiteY609" fmla="*/ 408015 h 5434893"/>
              <a:gd name="connsiteX610" fmla="*/ 7732042 w 12208633"/>
              <a:gd name="connsiteY610" fmla="*/ 411795 h 5434893"/>
              <a:gd name="connsiteX611" fmla="*/ 7732042 w 12208633"/>
              <a:gd name="connsiteY611" fmla="*/ 745057 h 5434893"/>
              <a:gd name="connsiteX612" fmla="*/ 7769211 w 12208633"/>
              <a:gd name="connsiteY612" fmla="*/ 755137 h 5434893"/>
              <a:gd name="connsiteX613" fmla="*/ 7783701 w 12208633"/>
              <a:gd name="connsiteY613" fmla="*/ 758602 h 5434893"/>
              <a:gd name="connsiteX614" fmla="*/ 7783701 w 12208633"/>
              <a:gd name="connsiteY614" fmla="*/ 415575 h 5434893"/>
              <a:gd name="connsiteX615" fmla="*/ 7796616 w 12208633"/>
              <a:gd name="connsiteY615" fmla="*/ 402660 h 5434893"/>
              <a:gd name="connsiteX616" fmla="*/ 7807325 w 12208633"/>
              <a:gd name="connsiteY616" fmla="*/ 402975 h 5434893"/>
              <a:gd name="connsiteX617" fmla="*/ 7822760 w 12208633"/>
              <a:gd name="connsiteY617" fmla="*/ 402660 h 5434893"/>
              <a:gd name="connsiteX618" fmla="*/ 7828745 w 12208633"/>
              <a:gd name="connsiteY618" fmla="*/ 408960 h 5434893"/>
              <a:gd name="connsiteX619" fmla="*/ 7828745 w 12208633"/>
              <a:gd name="connsiteY619" fmla="*/ 416835 h 5434893"/>
              <a:gd name="connsiteX620" fmla="*/ 7828745 w 12208633"/>
              <a:gd name="connsiteY620" fmla="*/ 770572 h 5434893"/>
              <a:gd name="connsiteX621" fmla="*/ 7867174 w 12208633"/>
              <a:gd name="connsiteY621" fmla="*/ 780652 h 5434893"/>
              <a:gd name="connsiteX622" fmla="*/ 7870954 w 12208633"/>
              <a:gd name="connsiteY622" fmla="*/ 777186 h 5434893"/>
              <a:gd name="connsiteX623" fmla="*/ 7870954 w 12208633"/>
              <a:gd name="connsiteY623" fmla="*/ 768367 h 5434893"/>
              <a:gd name="connsiteX624" fmla="*/ 7870954 w 12208633"/>
              <a:gd name="connsiteY624" fmla="*/ 553542 h 5434893"/>
              <a:gd name="connsiteX625" fmla="*/ 7871269 w 12208633"/>
              <a:gd name="connsiteY625" fmla="*/ 541887 h 5434893"/>
              <a:gd name="connsiteX626" fmla="*/ 7870639 w 12208633"/>
              <a:gd name="connsiteY626" fmla="*/ 518892 h 5434893"/>
              <a:gd name="connsiteX627" fmla="*/ 7878514 w 12208633"/>
              <a:gd name="connsiteY627" fmla="*/ 511018 h 5434893"/>
              <a:gd name="connsiteX628" fmla="*/ 7929543 w 12208633"/>
              <a:gd name="connsiteY628" fmla="*/ 511018 h 5434893"/>
              <a:gd name="connsiteX629" fmla="*/ 7967972 w 12208633"/>
              <a:gd name="connsiteY629" fmla="*/ 511018 h 5434893"/>
              <a:gd name="connsiteX630" fmla="*/ 7977107 w 12208633"/>
              <a:gd name="connsiteY630" fmla="*/ 509758 h 5434893"/>
              <a:gd name="connsiteX631" fmla="*/ 7976792 w 12208633"/>
              <a:gd name="connsiteY631" fmla="*/ 481093 h 5434893"/>
              <a:gd name="connsiteX632" fmla="*/ 7979627 w 12208633"/>
              <a:gd name="connsiteY632" fmla="*/ 476368 h 5434893"/>
              <a:gd name="connsiteX633" fmla="*/ 7983407 w 12208633"/>
              <a:gd name="connsiteY633" fmla="*/ 481409 h 5434893"/>
              <a:gd name="connsiteX634" fmla="*/ 7983722 w 12208633"/>
              <a:gd name="connsiteY634" fmla="*/ 511018 h 5434893"/>
              <a:gd name="connsiteX635" fmla="*/ 7990967 w 12208633"/>
              <a:gd name="connsiteY635" fmla="*/ 511018 h 5434893"/>
              <a:gd name="connsiteX636" fmla="*/ 7991282 w 12208633"/>
              <a:gd name="connsiteY636" fmla="*/ 486133 h 5434893"/>
              <a:gd name="connsiteX637" fmla="*/ 7991282 w 12208633"/>
              <a:gd name="connsiteY637" fmla="*/ 480463 h 5434893"/>
              <a:gd name="connsiteX638" fmla="*/ 7995062 w 12208633"/>
              <a:gd name="connsiteY638" fmla="*/ 476054 h 5434893"/>
              <a:gd name="connsiteX639" fmla="*/ 7998842 w 12208633"/>
              <a:gd name="connsiteY639" fmla="*/ 480149 h 5434893"/>
              <a:gd name="connsiteX640" fmla="*/ 7998842 w 12208633"/>
              <a:gd name="connsiteY640" fmla="*/ 504088 h 5434893"/>
              <a:gd name="connsiteX641" fmla="*/ 7999157 w 12208633"/>
              <a:gd name="connsiteY641" fmla="*/ 510703 h 5434893"/>
              <a:gd name="connsiteX642" fmla="*/ 8006401 w 12208633"/>
              <a:gd name="connsiteY642" fmla="*/ 510703 h 5434893"/>
              <a:gd name="connsiteX643" fmla="*/ 8006716 w 12208633"/>
              <a:gd name="connsiteY643" fmla="*/ 485818 h 5434893"/>
              <a:gd name="connsiteX644" fmla="*/ 8006716 w 12208633"/>
              <a:gd name="connsiteY644" fmla="*/ 480149 h 5434893"/>
              <a:gd name="connsiteX645" fmla="*/ 8010497 w 12208633"/>
              <a:gd name="connsiteY645" fmla="*/ 475739 h 5434893"/>
              <a:gd name="connsiteX646" fmla="*/ 8014276 w 12208633"/>
              <a:gd name="connsiteY646" fmla="*/ 479833 h 5434893"/>
              <a:gd name="connsiteX647" fmla="*/ 8014276 w 12208633"/>
              <a:gd name="connsiteY647" fmla="*/ 503773 h 5434893"/>
              <a:gd name="connsiteX648" fmla="*/ 8014591 w 12208633"/>
              <a:gd name="connsiteY648" fmla="*/ 510388 h 5434893"/>
              <a:gd name="connsiteX649" fmla="*/ 8104995 w 12208633"/>
              <a:gd name="connsiteY649" fmla="*/ 510388 h 5434893"/>
              <a:gd name="connsiteX650" fmla="*/ 8113184 w 12208633"/>
              <a:gd name="connsiteY650" fmla="*/ 503143 h 5434893"/>
              <a:gd name="connsiteX651" fmla="*/ 8189098 w 12208633"/>
              <a:gd name="connsiteY651" fmla="*/ 503143 h 5434893"/>
              <a:gd name="connsiteX652" fmla="*/ 8199807 w 12208633"/>
              <a:gd name="connsiteY652" fmla="*/ 510703 h 5434893"/>
              <a:gd name="connsiteX653" fmla="*/ 8213037 w 12208633"/>
              <a:gd name="connsiteY653" fmla="*/ 525192 h 5434893"/>
              <a:gd name="connsiteX654" fmla="*/ 8212722 w 12208633"/>
              <a:gd name="connsiteY654" fmla="*/ 542202 h 5434893"/>
              <a:gd name="connsiteX655" fmla="*/ 8213037 w 12208633"/>
              <a:gd name="connsiteY655" fmla="*/ 552912 h 5434893"/>
              <a:gd name="connsiteX656" fmla="*/ 8213037 w 12208633"/>
              <a:gd name="connsiteY656" fmla="*/ 899839 h 5434893"/>
              <a:gd name="connsiteX657" fmla="*/ 8222585 w 12208633"/>
              <a:gd name="connsiteY657" fmla="*/ 899839 h 5434893"/>
              <a:gd name="connsiteX658" fmla="*/ 8222588 w 12208633"/>
              <a:gd name="connsiteY658" fmla="*/ 899188 h 5434893"/>
              <a:gd name="connsiteX659" fmla="*/ 8361723 w 12208633"/>
              <a:gd name="connsiteY659" fmla="*/ 819757 h 5434893"/>
              <a:gd name="connsiteX660" fmla="*/ 8400660 w 12208633"/>
              <a:gd name="connsiteY660" fmla="*/ 891401 h 5434893"/>
              <a:gd name="connsiteX661" fmla="*/ 8528374 w 12208633"/>
              <a:gd name="connsiteY661" fmla="*/ 819237 h 5434893"/>
              <a:gd name="connsiteX662" fmla="*/ 8564716 w 12208633"/>
              <a:gd name="connsiteY662" fmla="*/ 886728 h 5434893"/>
              <a:gd name="connsiteX663" fmla="*/ 8566273 w 12208633"/>
              <a:gd name="connsiteY663" fmla="*/ 724750 h 5434893"/>
              <a:gd name="connsiteX664" fmla="*/ 8590674 w 12208633"/>
              <a:gd name="connsiteY664" fmla="*/ 700868 h 5434893"/>
              <a:gd name="connsiteX665" fmla="*/ 8617151 w 12208633"/>
              <a:gd name="connsiteY665" fmla="*/ 674910 h 5434893"/>
              <a:gd name="connsiteX666" fmla="*/ 8617151 w 12208633"/>
              <a:gd name="connsiteY666" fmla="*/ 624552 h 5434893"/>
              <a:gd name="connsiteX667" fmla="*/ 8649858 w 12208633"/>
              <a:gd name="connsiteY667" fmla="*/ 572636 h 5434893"/>
              <a:gd name="connsiteX668" fmla="*/ 8662318 w 12208633"/>
              <a:gd name="connsiteY668" fmla="*/ 552388 h 5434893"/>
              <a:gd name="connsiteX669" fmla="*/ 8661799 w 12208633"/>
              <a:gd name="connsiteY669" fmla="*/ 524353 h 5434893"/>
              <a:gd name="connsiteX670" fmla="*/ 8675816 w 12208633"/>
              <a:gd name="connsiteY670" fmla="*/ 509298 h 5434893"/>
              <a:gd name="connsiteX671" fmla="*/ 8794185 w 12208633"/>
              <a:gd name="connsiteY671" fmla="*/ 509298 h 5434893"/>
              <a:gd name="connsiteX672" fmla="*/ 8810279 w 12208633"/>
              <a:gd name="connsiteY672" fmla="*/ 527469 h 5434893"/>
              <a:gd name="connsiteX673" fmla="*/ 8810279 w 12208633"/>
              <a:gd name="connsiteY673" fmla="*/ 636493 h 5434893"/>
              <a:gd name="connsiteX674" fmla="*/ 8811837 w 12208633"/>
              <a:gd name="connsiteY674" fmla="*/ 677506 h 5434893"/>
              <a:gd name="connsiteX675" fmla="*/ 8817547 w 12208633"/>
              <a:gd name="connsiteY675" fmla="*/ 686332 h 5434893"/>
              <a:gd name="connsiteX676" fmla="*/ 8822220 w 12208633"/>
              <a:gd name="connsiteY676" fmla="*/ 678025 h 5434893"/>
              <a:gd name="connsiteX677" fmla="*/ 8822220 w 12208633"/>
              <a:gd name="connsiteY677" fmla="*/ 652587 h 5434893"/>
              <a:gd name="connsiteX678" fmla="*/ 8837795 w 12208633"/>
              <a:gd name="connsiteY678" fmla="*/ 637012 h 5434893"/>
              <a:gd name="connsiteX679" fmla="*/ 8854408 w 12208633"/>
              <a:gd name="connsiteY679" fmla="*/ 621956 h 5434893"/>
              <a:gd name="connsiteX680" fmla="*/ 8877770 w 12208633"/>
              <a:gd name="connsiteY680" fmla="*/ 577828 h 5434893"/>
              <a:gd name="connsiteX681" fmla="*/ 8895941 w 12208633"/>
              <a:gd name="connsiteY681" fmla="*/ 561214 h 5434893"/>
              <a:gd name="connsiteX682" fmla="*/ 8932282 w 12208633"/>
              <a:gd name="connsiteY682" fmla="*/ 564848 h 5434893"/>
              <a:gd name="connsiteX683" fmla="*/ 8940589 w 12208633"/>
              <a:gd name="connsiteY683" fmla="*/ 572636 h 5434893"/>
              <a:gd name="connsiteX684" fmla="*/ 8972258 w 12208633"/>
              <a:gd name="connsiteY684" fmla="*/ 628706 h 5434893"/>
              <a:gd name="connsiteX685" fmla="*/ 8972258 w 12208633"/>
              <a:gd name="connsiteY685" fmla="*/ 722673 h 5434893"/>
              <a:gd name="connsiteX686" fmla="*/ 9035595 w 12208633"/>
              <a:gd name="connsiteY686" fmla="*/ 719558 h 5434893"/>
              <a:gd name="connsiteX687" fmla="*/ 9068822 w 12208633"/>
              <a:gd name="connsiteY687" fmla="*/ 146923 h 5434893"/>
              <a:gd name="connsiteX688" fmla="*/ 9146177 w 12208633"/>
              <a:gd name="connsiteY688" fmla="*/ 146923 h 5434893"/>
              <a:gd name="connsiteX689" fmla="*/ 9180961 w 12208633"/>
              <a:gd name="connsiteY689" fmla="*/ 716962 h 5434893"/>
              <a:gd name="connsiteX690" fmla="*/ 9225090 w 12208633"/>
              <a:gd name="connsiteY690" fmla="*/ 715405 h 5434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</a:cxnLst>
            <a:rect l="l" t="t" r="r" b="b"/>
            <a:pathLst>
              <a:path w="12208633" h="5434893">
                <a:moveTo>
                  <a:pt x="7143321" y="892474"/>
                </a:moveTo>
                <a:lnTo>
                  <a:pt x="7143335" y="895416"/>
                </a:lnTo>
                <a:lnTo>
                  <a:pt x="7147277" y="895507"/>
                </a:lnTo>
                <a:lnTo>
                  <a:pt x="7147099" y="892474"/>
                </a:lnTo>
                <a:close/>
                <a:moveTo>
                  <a:pt x="6355163" y="727493"/>
                </a:moveTo>
                <a:lnTo>
                  <a:pt x="6355358" y="727687"/>
                </a:lnTo>
                <a:cubicBezTo>
                  <a:pt x="6355163" y="727687"/>
                  <a:pt x="6355163" y="727687"/>
                  <a:pt x="6354969" y="727687"/>
                </a:cubicBezTo>
                <a:cubicBezTo>
                  <a:pt x="6354969" y="727881"/>
                  <a:pt x="6354775" y="728075"/>
                  <a:pt x="6354969" y="728075"/>
                </a:cubicBezTo>
                <a:cubicBezTo>
                  <a:pt x="6354969" y="727881"/>
                  <a:pt x="6355163" y="727881"/>
                  <a:pt x="6355358" y="727687"/>
                </a:cubicBezTo>
                <a:cubicBezTo>
                  <a:pt x="6355358" y="727687"/>
                  <a:pt x="6355552" y="727493"/>
                  <a:pt x="6355552" y="727493"/>
                </a:cubicBezTo>
                <a:cubicBezTo>
                  <a:pt x="6355358" y="727493"/>
                  <a:pt x="6355358" y="727493"/>
                  <a:pt x="6355163" y="727493"/>
                </a:cubicBezTo>
                <a:close/>
                <a:moveTo>
                  <a:pt x="8604691" y="725788"/>
                </a:moveTo>
                <a:cubicBezTo>
                  <a:pt x="8595865" y="725788"/>
                  <a:pt x="8591193" y="727865"/>
                  <a:pt x="8591193" y="738248"/>
                </a:cubicBezTo>
                <a:cubicBezTo>
                  <a:pt x="8591712" y="788607"/>
                  <a:pt x="8591712" y="839485"/>
                  <a:pt x="8590674" y="889843"/>
                </a:cubicBezTo>
                <a:cubicBezTo>
                  <a:pt x="8590674" y="899188"/>
                  <a:pt x="8593789" y="903341"/>
                  <a:pt x="8603653" y="903341"/>
                </a:cubicBezTo>
                <a:cubicBezTo>
                  <a:pt x="8613517" y="903341"/>
                  <a:pt x="8616632" y="899708"/>
                  <a:pt x="8616632" y="889843"/>
                </a:cubicBezTo>
                <a:cubicBezTo>
                  <a:pt x="8616112" y="864923"/>
                  <a:pt x="8616632" y="840523"/>
                  <a:pt x="8616632" y="815603"/>
                </a:cubicBezTo>
                <a:cubicBezTo>
                  <a:pt x="8616632" y="790164"/>
                  <a:pt x="8616112" y="764206"/>
                  <a:pt x="8616632" y="738767"/>
                </a:cubicBezTo>
                <a:cubicBezTo>
                  <a:pt x="8616632" y="729941"/>
                  <a:pt x="8614555" y="725788"/>
                  <a:pt x="8604691" y="725788"/>
                </a:cubicBezTo>
                <a:close/>
                <a:moveTo>
                  <a:pt x="8744865" y="683217"/>
                </a:moveTo>
                <a:cubicBezTo>
                  <a:pt x="8737078" y="683217"/>
                  <a:pt x="8735001" y="687370"/>
                  <a:pt x="8735001" y="694119"/>
                </a:cubicBezTo>
                <a:cubicBezTo>
                  <a:pt x="8735001" y="760053"/>
                  <a:pt x="8735001" y="825986"/>
                  <a:pt x="8735520" y="892439"/>
                </a:cubicBezTo>
                <a:cubicBezTo>
                  <a:pt x="8735001" y="900226"/>
                  <a:pt x="8738635" y="903341"/>
                  <a:pt x="8746422" y="903341"/>
                </a:cubicBezTo>
                <a:cubicBezTo>
                  <a:pt x="8759921" y="902822"/>
                  <a:pt x="8773938" y="902822"/>
                  <a:pt x="8787436" y="903341"/>
                </a:cubicBezTo>
                <a:cubicBezTo>
                  <a:pt x="8797819" y="903861"/>
                  <a:pt x="8801454" y="899708"/>
                  <a:pt x="8801454" y="889324"/>
                </a:cubicBezTo>
                <a:cubicBezTo>
                  <a:pt x="8800934" y="865443"/>
                  <a:pt x="8801454" y="842080"/>
                  <a:pt x="8801454" y="818718"/>
                </a:cubicBezTo>
                <a:cubicBezTo>
                  <a:pt x="8801454" y="813527"/>
                  <a:pt x="8800415" y="805739"/>
                  <a:pt x="8807164" y="805739"/>
                </a:cubicBezTo>
                <a:cubicBezTo>
                  <a:pt x="8825854" y="805739"/>
                  <a:pt x="8822220" y="792760"/>
                  <a:pt x="8822739" y="781857"/>
                </a:cubicBezTo>
                <a:cubicBezTo>
                  <a:pt x="8822739" y="773551"/>
                  <a:pt x="8819105" y="771474"/>
                  <a:pt x="8811317" y="771474"/>
                </a:cubicBezTo>
                <a:cubicBezTo>
                  <a:pt x="8798858" y="771474"/>
                  <a:pt x="8786398" y="770955"/>
                  <a:pt x="8773938" y="771474"/>
                </a:cubicBezTo>
                <a:cubicBezTo>
                  <a:pt x="8761478" y="771994"/>
                  <a:pt x="8756286" y="766283"/>
                  <a:pt x="8756286" y="754342"/>
                </a:cubicBezTo>
                <a:cubicBezTo>
                  <a:pt x="8756286" y="744997"/>
                  <a:pt x="8756286" y="735133"/>
                  <a:pt x="8756286" y="725269"/>
                </a:cubicBezTo>
                <a:cubicBezTo>
                  <a:pt x="8755767" y="725269"/>
                  <a:pt x="8755767" y="725269"/>
                  <a:pt x="8755767" y="725269"/>
                </a:cubicBezTo>
                <a:cubicBezTo>
                  <a:pt x="8755767" y="714886"/>
                  <a:pt x="8755767" y="705021"/>
                  <a:pt x="8755767" y="694638"/>
                </a:cubicBezTo>
                <a:cubicBezTo>
                  <a:pt x="8755767" y="686851"/>
                  <a:pt x="8753171" y="683217"/>
                  <a:pt x="8744865" y="683217"/>
                </a:cubicBezTo>
                <a:close/>
                <a:moveTo>
                  <a:pt x="5999516" y="672943"/>
                </a:moveTo>
                <a:lnTo>
                  <a:pt x="5999516" y="672950"/>
                </a:lnTo>
                <a:lnTo>
                  <a:pt x="6106191" y="672950"/>
                </a:lnTo>
                <a:lnTo>
                  <a:pt x="6106226" y="672943"/>
                </a:lnTo>
                <a:lnTo>
                  <a:pt x="6103287" y="672943"/>
                </a:lnTo>
                <a:lnTo>
                  <a:pt x="6095614" y="672943"/>
                </a:lnTo>
                <a:close/>
                <a:moveTo>
                  <a:pt x="5844017" y="672943"/>
                </a:moveTo>
                <a:lnTo>
                  <a:pt x="5844017" y="672950"/>
                </a:lnTo>
                <a:lnTo>
                  <a:pt x="5950885" y="672950"/>
                </a:lnTo>
                <a:lnTo>
                  <a:pt x="5950920" y="672943"/>
                </a:lnTo>
                <a:lnTo>
                  <a:pt x="5947738" y="672943"/>
                </a:lnTo>
                <a:lnTo>
                  <a:pt x="5940066" y="672943"/>
                </a:lnTo>
                <a:close/>
                <a:moveTo>
                  <a:pt x="2661207" y="578320"/>
                </a:moveTo>
                <a:lnTo>
                  <a:pt x="2649387" y="591167"/>
                </a:lnTo>
                <a:lnTo>
                  <a:pt x="2649387" y="660718"/>
                </a:lnTo>
                <a:lnTo>
                  <a:pt x="2661207" y="660966"/>
                </a:lnTo>
                <a:cubicBezTo>
                  <a:pt x="2661207" y="660966"/>
                  <a:pt x="2661207" y="660966"/>
                  <a:pt x="2661207" y="612643"/>
                </a:cubicBezTo>
                <a:close/>
                <a:moveTo>
                  <a:pt x="2521154" y="535617"/>
                </a:moveTo>
                <a:cubicBezTo>
                  <a:pt x="2512848" y="535617"/>
                  <a:pt x="2510252" y="539251"/>
                  <a:pt x="2510252" y="547038"/>
                </a:cubicBezTo>
                <a:cubicBezTo>
                  <a:pt x="2510252" y="557421"/>
                  <a:pt x="2510252" y="567286"/>
                  <a:pt x="2510252" y="577669"/>
                </a:cubicBezTo>
                <a:cubicBezTo>
                  <a:pt x="2510252" y="577669"/>
                  <a:pt x="2510252" y="577669"/>
                  <a:pt x="2509733" y="577669"/>
                </a:cubicBezTo>
                <a:cubicBezTo>
                  <a:pt x="2509733" y="587533"/>
                  <a:pt x="2509733" y="597397"/>
                  <a:pt x="2509733" y="606742"/>
                </a:cubicBezTo>
                <a:cubicBezTo>
                  <a:pt x="2509733" y="618683"/>
                  <a:pt x="2504541" y="624394"/>
                  <a:pt x="2492081" y="623874"/>
                </a:cubicBezTo>
                <a:cubicBezTo>
                  <a:pt x="2479621" y="623355"/>
                  <a:pt x="2467161" y="623874"/>
                  <a:pt x="2454702" y="623874"/>
                </a:cubicBezTo>
                <a:cubicBezTo>
                  <a:pt x="2446914" y="623874"/>
                  <a:pt x="2443280" y="625951"/>
                  <a:pt x="2443280" y="634257"/>
                </a:cubicBezTo>
                <a:cubicBezTo>
                  <a:pt x="2443799" y="645160"/>
                  <a:pt x="2440165" y="658139"/>
                  <a:pt x="2458855" y="658139"/>
                </a:cubicBezTo>
                <a:cubicBezTo>
                  <a:pt x="2465604" y="658139"/>
                  <a:pt x="2464565" y="665927"/>
                  <a:pt x="2464565" y="671118"/>
                </a:cubicBezTo>
                <a:lnTo>
                  <a:pt x="2464565" y="735104"/>
                </a:lnTo>
                <a:lnTo>
                  <a:pt x="2530525" y="735104"/>
                </a:lnTo>
                <a:lnTo>
                  <a:pt x="2531018" y="546519"/>
                </a:lnTo>
                <a:cubicBezTo>
                  <a:pt x="2531018" y="539770"/>
                  <a:pt x="2528941" y="535617"/>
                  <a:pt x="2521154" y="535617"/>
                </a:cubicBezTo>
                <a:close/>
                <a:moveTo>
                  <a:pt x="8701774" y="534218"/>
                </a:moveTo>
                <a:cubicBezTo>
                  <a:pt x="8696063" y="534218"/>
                  <a:pt x="8688276" y="532660"/>
                  <a:pt x="8688276" y="540967"/>
                </a:cubicBezTo>
                <a:cubicBezTo>
                  <a:pt x="8688276" y="550312"/>
                  <a:pt x="8681527" y="562253"/>
                  <a:pt x="8695025" y="567963"/>
                </a:cubicBezTo>
                <a:cubicBezTo>
                  <a:pt x="8725656" y="580943"/>
                  <a:pt x="8736558" y="605343"/>
                  <a:pt x="8735520" y="637012"/>
                </a:cubicBezTo>
                <a:cubicBezTo>
                  <a:pt x="8735001" y="666604"/>
                  <a:pt x="8733443" y="664008"/>
                  <a:pt x="8760440" y="664008"/>
                </a:cubicBezTo>
                <a:cubicBezTo>
                  <a:pt x="8763036" y="664008"/>
                  <a:pt x="8765112" y="664008"/>
                  <a:pt x="8767189" y="664527"/>
                </a:cubicBezTo>
                <a:cubicBezTo>
                  <a:pt x="8772899" y="665566"/>
                  <a:pt x="8777053" y="667124"/>
                  <a:pt x="8776534" y="675429"/>
                </a:cubicBezTo>
                <a:cubicBezTo>
                  <a:pt x="8774976" y="692043"/>
                  <a:pt x="8776014" y="708136"/>
                  <a:pt x="8776014" y="724750"/>
                </a:cubicBezTo>
                <a:cubicBezTo>
                  <a:pt x="8776014" y="749669"/>
                  <a:pt x="8776014" y="749669"/>
                  <a:pt x="8799896" y="750708"/>
                </a:cubicBezTo>
                <a:cubicBezTo>
                  <a:pt x="8801454" y="750708"/>
                  <a:pt x="8802492" y="751227"/>
                  <a:pt x="8804049" y="751227"/>
                </a:cubicBezTo>
                <a:cubicBezTo>
                  <a:pt x="8812875" y="751746"/>
                  <a:pt x="8822220" y="754861"/>
                  <a:pt x="8822739" y="740324"/>
                </a:cubicBezTo>
                <a:cubicBezTo>
                  <a:pt x="8823777" y="714886"/>
                  <a:pt x="8823777" y="713328"/>
                  <a:pt x="8806645" y="712809"/>
                </a:cubicBezTo>
                <a:cubicBezTo>
                  <a:pt x="8789513" y="711771"/>
                  <a:pt x="8785359" y="708136"/>
                  <a:pt x="8785359" y="691004"/>
                </a:cubicBezTo>
                <a:cubicBezTo>
                  <a:pt x="8785359" y="667124"/>
                  <a:pt x="8785359" y="643761"/>
                  <a:pt x="8785359" y="620399"/>
                </a:cubicBezTo>
                <a:cubicBezTo>
                  <a:pt x="8784840" y="620399"/>
                  <a:pt x="8784840" y="620399"/>
                  <a:pt x="8784840" y="620399"/>
                </a:cubicBezTo>
                <a:cubicBezTo>
                  <a:pt x="8784840" y="596517"/>
                  <a:pt x="8784321" y="572636"/>
                  <a:pt x="8784840" y="548755"/>
                </a:cubicBezTo>
                <a:cubicBezTo>
                  <a:pt x="8785359" y="538371"/>
                  <a:pt x="8782244" y="533698"/>
                  <a:pt x="8770823" y="534218"/>
                </a:cubicBezTo>
                <a:cubicBezTo>
                  <a:pt x="8747980" y="534737"/>
                  <a:pt x="8724618" y="534218"/>
                  <a:pt x="8701774" y="534218"/>
                </a:cubicBezTo>
                <a:close/>
                <a:moveTo>
                  <a:pt x="7932693" y="518578"/>
                </a:moveTo>
                <a:cubicBezTo>
                  <a:pt x="7932693" y="518892"/>
                  <a:pt x="7932378" y="519208"/>
                  <a:pt x="7932378" y="519208"/>
                </a:cubicBezTo>
                <a:cubicBezTo>
                  <a:pt x="7932378" y="519208"/>
                  <a:pt x="7932693" y="519208"/>
                  <a:pt x="7932693" y="519208"/>
                </a:cubicBezTo>
                <a:cubicBezTo>
                  <a:pt x="7932693" y="519208"/>
                  <a:pt x="7932693" y="518892"/>
                  <a:pt x="7932693" y="518578"/>
                </a:cubicBezTo>
                <a:close/>
                <a:moveTo>
                  <a:pt x="7991282" y="518263"/>
                </a:moveTo>
                <a:cubicBezTo>
                  <a:pt x="7991282" y="518578"/>
                  <a:pt x="7991282" y="518578"/>
                  <a:pt x="7991282" y="518892"/>
                </a:cubicBezTo>
                <a:cubicBezTo>
                  <a:pt x="7991282" y="518892"/>
                  <a:pt x="7991597" y="518892"/>
                  <a:pt x="7991597" y="518892"/>
                </a:cubicBezTo>
                <a:cubicBezTo>
                  <a:pt x="7991597" y="518578"/>
                  <a:pt x="7991282" y="518578"/>
                  <a:pt x="7991282" y="518263"/>
                </a:cubicBezTo>
                <a:close/>
                <a:moveTo>
                  <a:pt x="7933323" y="517633"/>
                </a:moveTo>
                <a:cubicBezTo>
                  <a:pt x="7933008" y="517948"/>
                  <a:pt x="7933008" y="517948"/>
                  <a:pt x="7933008" y="518263"/>
                </a:cubicBezTo>
                <a:cubicBezTo>
                  <a:pt x="7933008" y="518263"/>
                  <a:pt x="7933323" y="518263"/>
                  <a:pt x="7933323" y="518263"/>
                </a:cubicBezTo>
                <a:cubicBezTo>
                  <a:pt x="7933323" y="517948"/>
                  <a:pt x="7933323" y="517948"/>
                  <a:pt x="7933323" y="517633"/>
                </a:cubicBezTo>
                <a:close/>
                <a:moveTo>
                  <a:pt x="9995853" y="483450"/>
                </a:moveTo>
                <a:lnTo>
                  <a:pt x="9995853" y="547260"/>
                </a:lnTo>
                <a:lnTo>
                  <a:pt x="10005688" y="548252"/>
                </a:lnTo>
                <a:cubicBezTo>
                  <a:pt x="10042501" y="555784"/>
                  <a:pt x="10070193" y="588356"/>
                  <a:pt x="10070193" y="627396"/>
                </a:cubicBezTo>
                <a:lnTo>
                  <a:pt x="10070193" y="839288"/>
                </a:lnTo>
                <a:lnTo>
                  <a:pt x="10098404" y="839288"/>
                </a:lnTo>
                <a:lnTo>
                  <a:pt x="10098404" y="483450"/>
                </a:lnTo>
                <a:close/>
                <a:moveTo>
                  <a:pt x="9781381" y="483450"/>
                </a:moveTo>
                <a:lnTo>
                  <a:pt x="9781381" y="547123"/>
                </a:lnTo>
                <a:lnTo>
                  <a:pt x="9792075" y="548201"/>
                </a:lnTo>
                <a:cubicBezTo>
                  <a:pt x="9828888" y="555733"/>
                  <a:pt x="9856579" y="588305"/>
                  <a:pt x="9856579" y="627345"/>
                </a:cubicBezTo>
                <a:lnTo>
                  <a:pt x="9856579" y="839288"/>
                </a:lnTo>
                <a:lnTo>
                  <a:pt x="9908622" y="839288"/>
                </a:lnTo>
                <a:lnTo>
                  <a:pt x="9908621" y="627396"/>
                </a:lnTo>
                <a:lnTo>
                  <a:pt x="9908622" y="627394"/>
                </a:lnTo>
                <a:lnTo>
                  <a:pt x="9908622" y="620889"/>
                </a:lnTo>
                <a:lnTo>
                  <a:pt x="9909277" y="620889"/>
                </a:lnTo>
                <a:lnTo>
                  <a:pt x="9910263" y="611115"/>
                </a:lnTo>
                <a:cubicBezTo>
                  <a:pt x="9916854" y="578904"/>
                  <a:pt x="9942616" y="553676"/>
                  <a:pt x="9975107" y="547872"/>
                </a:cubicBezTo>
                <a:lnTo>
                  <a:pt x="9975644" y="547825"/>
                </a:lnTo>
                <a:lnTo>
                  <a:pt x="9975644" y="483450"/>
                </a:lnTo>
                <a:close/>
                <a:moveTo>
                  <a:pt x="4460613" y="410313"/>
                </a:moveTo>
                <a:lnTo>
                  <a:pt x="4460613" y="474688"/>
                </a:lnTo>
                <a:lnTo>
                  <a:pt x="4461150" y="474735"/>
                </a:lnTo>
                <a:cubicBezTo>
                  <a:pt x="4493641" y="480539"/>
                  <a:pt x="4519403" y="505767"/>
                  <a:pt x="4525994" y="537978"/>
                </a:cubicBezTo>
                <a:lnTo>
                  <a:pt x="4526979" y="547752"/>
                </a:lnTo>
                <a:lnTo>
                  <a:pt x="4527635" y="547752"/>
                </a:lnTo>
                <a:lnTo>
                  <a:pt x="4527635" y="554257"/>
                </a:lnTo>
                <a:lnTo>
                  <a:pt x="4527635" y="554259"/>
                </a:lnTo>
                <a:lnTo>
                  <a:pt x="4527635" y="766151"/>
                </a:lnTo>
                <a:lnTo>
                  <a:pt x="4579677" y="766151"/>
                </a:lnTo>
                <a:lnTo>
                  <a:pt x="4579677" y="554208"/>
                </a:lnTo>
                <a:cubicBezTo>
                  <a:pt x="4579677" y="515168"/>
                  <a:pt x="4607369" y="482596"/>
                  <a:pt x="4644181" y="475064"/>
                </a:cubicBezTo>
                <a:lnTo>
                  <a:pt x="4654875" y="473986"/>
                </a:lnTo>
                <a:lnTo>
                  <a:pt x="4654875" y="410313"/>
                </a:lnTo>
                <a:close/>
                <a:moveTo>
                  <a:pt x="4337854" y="410313"/>
                </a:moveTo>
                <a:lnTo>
                  <a:pt x="4337854" y="645080"/>
                </a:lnTo>
                <a:lnTo>
                  <a:pt x="4354002" y="645080"/>
                </a:lnTo>
                <a:lnTo>
                  <a:pt x="4366063" y="645080"/>
                </a:lnTo>
                <a:lnTo>
                  <a:pt x="4366063" y="554259"/>
                </a:lnTo>
                <a:cubicBezTo>
                  <a:pt x="4366063" y="515219"/>
                  <a:pt x="4393756" y="482648"/>
                  <a:pt x="4430568" y="475115"/>
                </a:cubicBezTo>
                <a:lnTo>
                  <a:pt x="4440404" y="474123"/>
                </a:lnTo>
                <a:lnTo>
                  <a:pt x="4440404" y="410313"/>
                </a:lnTo>
                <a:close/>
                <a:moveTo>
                  <a:pt x="2495196" y="386617"/>
                </a:moveTo>
                <a:cubicBezTo>
                  <a:pt x="2483775" y="386098"/>
                  <a:pt x="2480660" y="390771"/>
                  <a:pt x="2481179" y="401154"/>
                </a:cubicBezTo>
                <a:cubicBezTo>
                  <a:pt x="2481698" y="425035"/>
                  <a:pt x="2481179" y="448917"/>
                  <a:pt x="2481179" y="472798"/>
                </a:cubicBezTo>
                <a:cubicBezTo>
                  <a:pt x="2481179" y="472798"/>
                  <a:pt x="2481179" y="472798"/>
                  <a:pt x="2480660" y="472798"/>
                </a:cubicBezTo>
                <a:cubicBezTo>
                  <a:pt x="2480660" y="496160"/>
                  <a:pt x="2480660" y="519523"/>
                  <a:pt x="2480660" y="543404"/>
                </a:cubicBezTo>
                <a:cubicBezTo>
                  <a:pt x="2480660" y="560536"/>
                  <a:pt x="2476506" y="564171"/>
                  <a:pt x="2459374" y="565209"/>
                </a:cubicBezTo>
                <a:cubicBezTo>
                  <a:pt x="2442242" y="565728"/>
                  <a:pt x="2442242" y="567286"/>
                  <a:pt x="2443280" y="592724"/>
                </a:cubicBezTo>
                <a:cubicBezTo>
                  <a:pt x="2443799" y="607261"/>
                  <a:pt x="2453144" y="604146"/>
                  <a:pt x="2461970" y="603627"/>
                </a:cubicBezTo>
                <a:cubicBezTo>
                  <a:pt x="2463527" y="603627"/>
                  <a:pt x="2464565" y="603108"/>
                  <a:pt x="2466123" y="603108"/>
                </a:cubicBezTo>
                <a:cubicBezTo>
                  <a:pt x="2490005" y="602069"/>
                  <a:pt x="2490005" y="602069"/>
                  <a:pt x="2490005" y="577150"/>
                </a:cubicBezTo>
                <a:cubicBezTo>
                  <a:pt x="2490005" y="560536"/>
                  <a:pt x="2491043" y="544443"/>
                  <a:pt x="2489485" y="527829"/>
                </a:cubicBezTo>
                <a:cubicBezTo>
                  <a:pt x="2488966" y="519523"/>
                  <a:pt x="2493120" y="517965"/>
                  <a:pt x="2498830" y="516927"/>
                </a:cubicBezTo>
                <a:cubicBezTo>
                  <a:pt x="2500907" y="516408"/>
                  <a:pt x="2502983" y="516408"/>
                  <a:pt x="2505579" y="516408"/>
                </a:cubicBezTo>
                <a:cubicBezTo>
                  <a:pt x="2532576" y="516408"/>
                  <a:pt x="2531018" y="519003"/>
                  <a:pt x="2530499" y="489411"/>
                </a:cubicBezTo>
                <a:cubicBezTo>
                  <a:pt x="2529461" y="457742"/>
                  <a:pt x="2540363" y="433342"/>
                  <a:pt x="2570994" y="420363"/>
                </a:cubicBezTo>
                <a:cubicBezTo>
                  <a:pt x="2584492" y="414652"/>
                  <a:pt x="2577743" y="402711"/>
                  <a:pt x="2577743" y="393366"/>
                </a:cubicBezTo>
                <a:cubicBezTo>
                  <a:pt x="2577743" y="385060"/>
                  <a:pt x="2569956" y="386617"/>
                  <a:pt x="2564244" y="386617"/>
                </a:cubicBezTo>
                <a:cubicBezTo>
                  <a:pt x="2541401" y="386617"/>
                  <a:pt x="2518039" y="387136"/>
                  <a:pt x="2495196" y="386617"/>
                </a:cubicBezTo>
                <a:close/>
                <a:moveTo>
                  <a:pt x="9258835" y="0"/>
                </a:moveTo>
                <a:lnTo>
                  <a:pt x="9334633" y="0"/>
                </a:lnTo>
                <a:lnTo>
                  <a:pt x="9369417" y="714886"/>
                </a:lnTo>
                <a:lnTo>
                  <a:pt x="9451963" y="716443"/>
                </a:lnTo>
                <a:lnTo>
                  <a:pt x="9451511" y="839288"/>
                </a:lnTo>
                <a:lnTo>
                  <a:pt x="9695008" y="839288"/>
                </a:lnTo>
                <a:lnTo>
                  <a:pt x="9695008" y="627345"/>
                </a:lnTo>
                <a:lnTo>
                  <a:pt x="9695008" y="627342"/>
                </a:lnTo>
                <a:lnTo>
                  <a:pt x="9695008" y="620838"/>
                </a:lnTo>
                <a:lnTo>
                  <a:pt x="9695582" y="620838"/>
                </a:lnTo>
                <a:lnTo>
                  <a:pt x="9696270" y="613044"/>
                </a:lnTo>
                <a:cubicBezTo>
                  <a:pt x="9702073" y="580553"/>
                  <a:pt x="9727301" y="554792"/>
                  <a:pt x="9759513" y="548201"/>
                </a:cubicBezTo>
                <a:lnTo>
                  <a:pt x="9761172" y="548033"/>
                </a:lnTo>
                <a:lnTo>
                  <a:pt x="9761172" y="452927"/>
                </a:lnTo>
                <a:lnTo>
                  <a:pt x="9781381" y="452927"/>
                </a:lnTo>
                <a:lnTo>
                  <a:pt x="9781381" y="453137"/>
                </a:lnTo>
                <a:lnTo>
                  <a:pt x="10098404" y="453137"/>
                </a:lnTo>
                <a:lnTo>
                  <a:pt x="10098404" y="395857"/>
                </a:lnTo>
                <a:lnTo>
                  <a:pt x="10098404" y="395855"/>
                </a:lnTo>
                <a:lnTo>
                  <a:pt x="10098404" y="322646"/>
                </a:lnTo>
                <a:lnTo>
                  <a:pt x="10147724" y="322646"/>
                </a:lnTo>
                <a:lnTo>
                  <a:pt x="10192315" y="322646"/>
                </a:lnTo>
                <a:lnTo>
                  <a:pt x="10192315" y="412796"/>
                </a:lnTo>
                <a:lnTo>
                  <a:pt x="10192315" y="839288"/>
                </a:lnTo>
                <a:lnTo>
                  <a:pt x="10237382" y="839288"/>
                </a:lnTo>
                <a:lnTo>
                  <a:pt x="10237382" y="787976"/>
                </a:lnTo>
                <a:lnTo>
                  <a:pt x="10237382" y="787525"/>
                </a:lnTo>
                <a:lnTo>
                  <a:pt x="10237382" y="786823"/>
                </a:lnTo>
                <a:lnTo>
                  <a:pt x="10293811" y="786823"/>
                </a:lnTo>
                <a:lnTo>
                  <a:pt x="10293811" y="486617"/>
                </a:lnTo>
                <a:lnTo>
                  <a:pt x="10293811" y="486615"/>
                </a:lnTo>
                <a:lnTo>
                  <a:pt x="10293811" y="412796"/>
                </a:lnTo>
                <a:lnTo>
                  <a:pt x="10293812" y="412796"/>
                </a:lnTo>
                <a:lnTo>
                  <a:pt x="10364543" y="412796"/>
                </a:lnTo>
                <a:lnTo>
                  <a:pt x="10435273" y="412796"/>
                </a:lnTo>
                <a:lnTo>
                  <a:pt x="10435273" y="493478"/>
                </a:lnTo>
                <a:lnTo>
                  <a:pt x="10435272" y="493478"/>
                </a:lnTo>
                <a:lnTo>
                  <a:pt x="10435272" y="787653"/>
                </a:lnTo>
                <a:lnTo>
                  <a:pt x="10479889" y="787653"/>
                </a:lnTo>
                <a:lnTo>
                  <a:pt x="10479889" y="834346"/>
                </a:lnTo>
                <a:lnTo>
                  <a:pt x="10479889" y="883894"/>
                </a:lnTo>
                <a:lnTo>
                  <a:pt x="10634153" y="798062"/>
                </a:lnTo>
                <a:lnTo>
                  <a:pt x="10634153" y="890261"/>
                </a:lnTo>
                <a:lnTo>
                  <a:pt x="10799859" y="798062"/>
                </a:lnTo>
                <a:lnTo>
                  <a:pt x="10799859" y="890261"/>
                </a:lnTo>
                <a:lnTo>
                  <a:pt x="10965565" y="798062"/>
                </a:lnTo>
                <a:lnTo>
                  <a:pt x="10965565" y="890261"/>
                </a:lnTo>
                <a:lnTo>
                  <a:pt x="11131272" y="798062"/>
                </a:lnTo>
                <a:lnTo>
                  <a:pt x="11131272" y="894809"/>
                </a:lnTo>
                <a:lnTo>
                  <a:pt x="10965565" y="894809"/>
                </a:lnTo>
                <a:lnTo>
                  <a:pt x="10957391" y="894809"/>
                </a:lnTo>
                <a:lnTo>
                  <a:pt x="10799859" y="894809"/>
                </a:lnTo>
                <a:lnTo>
                  <a:pt x="10791685" y="894809"/>
                </a:lnTo>
                <a:lnTo>
                  <a:pt x="10634153" y="894809"/>
                </a:lnTo>
                <a:lnTo>
                  <a:pt x="10625978" y="894809"/>
                </a:lnTo>
                <a:lnTo>
                  <a:pt x="10479889" y="894809"/>
                </a:lnTo>
                <a:lnTo>
                  <a:pt x="10479889" y="894815"/>
                </a:lnTo>
                <a:lnTo>
                  <a:pt x="11131272" y="894815"/>
                </a:lnTo>
                <a:lnTo>
                  <a:pt x="11131272" y="930426"/>
                </a:lnTo>
                <a:lnTo>
                  <a:pt x="11131272" y="1058032"/>
                </a:lnTo>
                <a:lnTo>
                  <a:pt x="11135416" y="1058032"/>
                </a:lnTo>
                <a:cubicBezTo>
                  <a:pt x="11135416" y="1058032"/>
                  <a:pt x="11135416" y="1058032"/>
                  <a:pt x="11135416" y="475513"/>
                </a:cubicBezTo>
                <a:cubicBezTo>
                  <a:pt x="11135416" y="475513"/>
                  <a:pt x="11135416" y="475513"/>
                  <a:pt x="11317073" y="475513"/>
                </a:cubicBezTo>
                <a:cubicBezTo>
                  <a:pt x="11317073" y="475513"/>
                  <a:pt x="11317073" y="475513"/>
                  <a:pt x="11317073" y="957415"/>
                </a:cubicBezTo>
                <a:cubicBezTo>
                  <a:pt x="11327605" y="928290"/>
                  <a:pt x="11356564" y="864742"/>
                  <a:pt x="11385524" y="864742"/>
                </a:cubicBezTo>
                <a:cubicBezTo>
                  <a:pt x="11427648" y="864742"/>
                  <a:pt x="11467139" y="970654"/>
                  <a:pt x="11467139" y="970654"/>
                </a:cubicBezTo>
                <a:cubicBezTo>
                  <a:pt x="11467139" y="970654"/>
                  <a:pt x="11501364" y="864742"/>
                  <a:pt x="11540855" y="864742"/>
                </a:cubicBezTo>
                <a:cubicBezTo>
                  <a:pt x="11580346" y="864742"/>
                  <a:pt x="11622470" y="970654"/>
                  <a:pt x="11622470" y="970654"/>
                </a:cubicBezTo>
                <a:cubicBezTo>
                  <a:pt x="11622470" y="970654"/>
                  <a:pt x="11656695" y="864742"/>
                  <a:pt x="11696186" y="864742"/>
                </a:cubicBezTo>
                <a:cubicBezTo>
                  <a:pt x="11735677" y="864742"/>
                  <a:pt x="11777800" y="970654"/>
                  <a:pt x="11777800" y="970654"/>
                </a:cubicBezTo>
                <a:cubicBezTo>
                  <a:pt x="11777800" y="970654"/>
                  <a:pt x="11777800" y="970654"/>
                  <a:pt x="11777800" y="994485"/>
                </a:cubicBezTo>
                <a:cubicBezTo>
                  <a:pt x="11777800" y="994485"/>
                  <a:pt x="11777800" y="994485"/>
                  <a:pt x="11851517" y="994485"/>
                </a:cubicBezTo>
                <a:cubicBezTo>
                  <a:pt x="11851517" y="994485"/>
                  <a:pt x="11851517" y="994485"/>
                  <a:pt x="11851517" y="920346"/>
                </a:cubicBezTo>
                <a:cubicBezTo>
                  <a:pt x="11798862" y="909755"/>
                  <a:pt x="11759371" y="862094"/>
                  <a:pt x="11759371" y="806490"/>
                </a:cubicBezTo>
                <a:cubicBezTo>
                  <a:pt x="11759371" y="750886"/>
                  <a:pt x="11798862" y="703225"/>
                  <a:pt x="11851517" y="692634"/>
                </a:cubicBezTo>
                <a:cubicBezTo>
                  <a:pt x="11851517" y="692634"/>
                  <a:pt x="11851517" y="692634"/>
                  <a:pt x="11851517" y="562891"/>
                </a:cubicBezTo>
                <a:cubicBezTo>
                  <a:pt x="11851517" y="562891"/>
                  <a:pt x="11851517" y="562891"/>
                  <a:pt x="11898906" y="562891"/>
                </a:cubicBezTo>
                <a:cubicBezTo>
                  <a:pt x="11898906" y="562891"/>
                  <a:pt x="11898906" y="562891"/>
                  <a:pt x="11898906" y="692634"/>
                </a:cubicBezTo>
                <a:cubicBezTo>
                  <a:pt x="11951560" y="703225"/>
                  <a:pt x="11991051" y="750886"/>
                  <a:pt x="11991051" y="806490"/>
                </a:cubicBezTo>
                <a:cubicBezTo>
                  <a:pt x="11991051" y="864742"/>
                  <a:pt x="11951560" y="909755"/>
                  <a:pt x="11898906" y="920346"/>
                </a:cubicBezTo>
                <a:cubicBezTo>
                  <a:pt x="11898906" y="920346"/>
                  <a:pt x="11898906" y="920346"/>
                  <a:pt x="11898906" y="994485"/>
                </a:cubicBezTo>
                <a:cubicBezTo>
                  <a:pt x="11898906" y="994485"/>
                  <a:pt x="11898906" y="994485"/>
                  <a:pt x="11962091" y="994485"/>
                </a:cubicBezTo>
                <a:cubicBezTo>
                  <a:pt x="11962091" y="994485"/>
                  <a:pt x="11962091" y="994485"/>
                  <a:pt x="11962091" y="917698"/>
                </a:cubicBezTo>
                <a:cubicBezTo>
                  <a:pt x="11962091" y="917698"/>
                  <a:pt x="11962091" y="917698"/>
                  <a:pt x="12041073" y="917698"/>
                </a:cubicBezTo>
                <a:cubicBezTo>
                  <a:pt x="12041073" y="917698"/>
                  <a:pt x="12041073" y="917698"/>
                  <a:pt x="12041073" y="817081"/>
                </a:cubicBezTo>
                <a:cubicBezTo>
                  <a:pt x="12041073" y="817081"/>
                  <a:pt x="12041073" y="817081"/>
                  <a:pt x="12155715" y="817081"/>
                </a:cubicBezTo>
                <a:lnTo>
                  <a:pt x="12200316" y="817081"/>
                </a:lnTo>
                <a:lnTo>
                  <a:pt x="12200316" y="1105184"/>
                </a:lnTo>
                <a:lnTo>
                  <a:pt x="12208559" y="1105184"/>
                </a:lnTo>
                <a:lnTo>
                  <a:pt x="12208559" y="1153840"/>
                </a:lnTo>
                <a:lnTo>
                  <a:pt x="12208559" y="1225322"/>
                </a:lnTo>
                <a:lnTo>
                  <a:pt x="12208633" y="1225322"/>
                </a:lnTo>
                <a:lnTo>
                  <a:pt x="12208633" y="1247932"/>
                </a:lnTo>
                <a:lnTo>
                  <a:pt x="12200316" y="1247932"/>
                </a:lnTo>
                <a:lnTo>
                  <a:pt x="12200316" y="5434893"/>
                </a:lnTo>
                <a:lnTo>
                  <a:pt x="8318" y="5434893"/>
                </a:lnTo>
                <a:lnTo>
                  <a:pt x="8318" y="1247932"/>
                </a:lnTo>
                <a:lnTo>
                  <a:pt x="0" y="1247932"/>
                </a:lnTo>
                <a:lnTo>
                  <a:pt x="0" y="1225322"/>
                </a:lnTo>
                <a:lnTo>
                  <a:pt x="0" y="1063433"/>
                </a:lnTo>
                <a:lnTo>
                  <a:pt x="56578" y="1063433"/>
                </a:lnTo>
                <a:cubicBezTo>
                  <a:pt x="82782" y="1063433"/>
                  <a:pt x="112730" y="1063433"/>
                  <a:pt x="146955" y="1063433"/>
                </a:cubicBezTo>
                <a:cubicBezTo>
                  <a:pt x="146955" y="1063433"/>
                  <a:pt x="146955" y="1063433"/>
                  <a:pt x="146955" y="480915"/>
                </a:cubicBezTo>
                <a:cubicBezTo>
                  <a:pt x="146955" y="480915"/>
                  <a:pt x="146955" y="480915"/>
                  <a:pt x="328613" y="480915"/>
                </a:cubicBezTo>
                <a:cubicBezTo>
                  <a:pt x="328613" y="480915"/>
                  <a:pt x="328613" y="480915"/>
                  <a:pt x="328613" y="962816"/>
                </a:cubicBezTo>
                <a:cubicBezTo>
                  <a:pt x="339144" y="933691"/>
                  <a:pt x="368104" y="870143"/>
                  <a:pt x="397064" y="870143"/>
                </a:cubicBezTo>
                <a:cubicBezTo>
                  <a:pt x="439187" y="870143"/>
                  <a:pt x="478678" y="976055"/>
                  <a:pt x="478678" y="976055"/>
                </a:cubicBezTo>
                <a:cubicBezTo>
                  <a:pt x="478678" y="976055"/>
                  <a:pt x="512903" y="870143"/>
                  <a:pt x="552394" y="870143"/>
                </a:cubicBezTo>
                <a:cubicBezTo>
                  <a:pt x="591885" y="870143"/>
                  <a:pt x="634009" y="976055"/>
                  <a:pt x="634009" y="976055"/>
                </a:cubicBezTo>
                <a:cubicBezTo>
                  <a:pt x="634009" y="976055"/>
                  <a:pt x="668234" y="870143"/>
                  <a:pt x="707725" y="870143"/>
                </a:cubicBezTo>
                <a:cubicBezTo>
                  <a:pt x="747216" y="870143"/>
                  <a:pt x="789340" y="976055"/>
                  <a:pt x="789340" y="976055"/>
                </a:cubicBezTo>
                <a:cubicBezTo>
                  <a:pt x="789340" y="976055"/>
                  <a:pt x="789340" y="976055"/>
                  <a:pt x="789340" y="999886"/>
                </a:cubicBezTo>
                <a:cubicBezTo>
                  <a:pt x="789340" y="999886"/>
                  <a:pt x="789340" y="999886"/>
                  <a:pt x="863056" y="999886"/>
                </a:cubicBezTo>
                <a:cubicBezTo>
                  <a:pt x="863056" y="999886"/>
                  <a:pt x="863056" y="999886"/>
                  <a:pt x="863056" y="925747"/>
                </a:cubicBezTo>
                <a:cubicBezTo>
                  <a:pt x="810402" y="915156"/>
                  <a:pt x="770911" y="867495"/>
                  <a:pt x="770911" y="811891"/>
                </a:cubicBezTo>
                <a:cubicBezTo>
                  <a:pt x="770911" y="756287"/>
                  <a:pt x="810402" y="708626"/>
                  <a:pt x="863056" y="698035"/>
                </a:cubicBezTo>
                <a:cubicBezTo>
                  <a:pt x="863056" y="698035"/>
                  <a:pt x="863056" y="698035"/>
                  <a:pt x="863056" y="568293"/>
                </a:cubicBezTo>
                <a:cubicBezTo>
                  <a:pt x="863056" y="568293"/>
                  <a:pt x="863056" y="568293"/>
                  <a:pt x="910445" y="568293"/>
                </a:cubicBezTo>
                <a:cubicBezTo>
                  <a:pt x="910445" y="568293"/>
                  <a:pt x="910445" y="568293"/>
                  <a:pt x="910445" y="698035"/>
                </a:cubicBezTo>
                <a:cubicBezTo>
                  <a:pt x="963099" y="708626"/>
                  <a:pt x="1002590" y="756287"/>
                  <a:pt x="1002590" y="811891"/>
                </a:cubicBezTo>
                <a:cubicBezTo>
                  <a:pt x="1002590" y="870143"/>
                  <a:pt x="963099" y="915156"/>
                  <a:pt x="910445" y="925747"/>
                </a:cubicBezTo>
                <a:cubicBezTo>
                  <a:pt x="910445" y="925747"/>
                  <a:pt x="910445" y="925747"/>
                  <a:pt x="910445" y="999886"/>
                </a:cubicBezTo>
                <a:cubicBezTo>
                  <a:pt x="910445" y="999886"/>
                  <a:pt x="910445" y="999886"/>
                  <a:pt x="973630" y="999886"/>
                </a:cubicBezTo>
                <a:cubicBezTo>
                  <a:pt x="973630" y="999886"/>
                  <a:pt x="973630" y="999886"/>
                  <a:pt x="973630" y="923099"/>
                </a:cubicBezTo>
                <a:cubicBezTo>
                  <a:pt x="973630" y="923099"/>
                  <a:pt x="973630" y="923099"/>
                  <a:pt x="1052612" y="923099"/>
                </a:cubicBezTo>
                <a:cubicBezTo>
                  <a:pt x="1052612" y="923099"/>
                  <a:pt x="1052612" y="923099"/>
                  <a:pt x="1052612" y="822482"/>
                </a:cubicBezTo>
                <a:cubicBezTo>
                  <a:pt x="1052612" y="822482"/>
                  <a:pt x="1052612" y="822482"/>
                  <a:pt x="1223739" y="822482"/>
                </a:cubicBezTo>
                <a:cubicBezTo>
                  <a:pt x="1223739" y="822482"/>
                  <a:pt x="1223739" y="822482"/>
                  <a:pt x="1223739" y="533871"/>
                </a:cubicBezTo>
                <a:cubicBezTo>
                  <a:pt x="1223739" y="533871"/>
                  <a:pt x="1223739" y="533871"/>
                  <a:pt x="1452786" y="533871"/>
                </a:cubicBezTo>
                <a:cubicBezTo>
                  <a:pt x="1452786" y="533871"/>
                  <a:pt x="1452786" y="533871"/>
                  <a:pt x="1452786" y="827778"/>
                </a:cubicBezTo>
                <a:cubicBezTo>
                  <a:pt x="1452786" y="827778"/>
                  <a:pt x="1452786" y="827778"/>
                  <a:pt x="1687099" y="827778"/>
                </a:cubicBezTo>
                <a:cubicBezTo>
                  <a:pt x="1687099" y="827778"/>
                  <a:pt x="1687099" y="827778"/>
                  <a:pt x="1687099" y="645080"/>
                </a:cubicBezTo>
                <a:cubicBezTo>
                  <a:pt x="1687099" y="645080"/>
                  <a:pt x="1687099" y="645080"/>
                  <a:pt x="1795945" y="645080"/>
                </a:cubicBezTo>
                <a:lnTo>
                  <a:pt x="1814336" y="645080"/>
                </a:lnTo>
                <a:lnTo>
                  <a:pt x="1814055" y="568843"/>
                </a:lnTo>
                <a:lnTo>
                  <a:pt x="1896602" y="567286"/>
                </a:lnTo>
                <a:lnTo>
                  <a:pt x="1917630" y="135119"/>
                </a:lnTo>
                <a:lnTo>
                  <a:pt x="2020520" y="135119"/>
                </a:lnTo>
                <a:lnTo>
                  <a:pt x="2040929" y="567805"/>
                </a:lnTo>
                <a:lnTo>
                  <a:pt x="2085058" y="569362"/>
                </a:lnTo>
                <a:lnTo>
                  <a:pt x="2104692" y="247596"/>
                </a:lnTo>
                <a:lnTo>
                  <a:pt x="2211603" y="247596"/>
                </a:lnTo>
                <a:lnTo>
                  <a:pt x="2230423" y="571958"/>
                </a:lnTo>
                <a:lnTo>
                  <a:pt x="2293761" y="575073"/>
                </a:lnTo>
                <a:cubicBezTo>
                  <a:pt x="2293761" y="543923"/>
                  <a:pt x="2293761" y="512255"/>
                  <a:pt x="2293761" y="481105"/>
                </a:cubicBezTo>
                <a:cubicBezTo>
                  <a:pt x="2293761" y="456704"/>
                  <a:pt x="2303625" y="437495"/>
                  <a:pt x="2325430" y="425035"/>
                </a:cubicBezTo>
                <a:cubicBezTo>
                  <a:pt x="2329064" y="422959"/>
                  <a:pt x="2331660" y="420882"/>
                  <a:pt x="2333736" y="417248"/>
                </a:cubicBezTo>
                <a:cubicBezTo>
                  <a:pt x="2338409" y="408422"/>
                  <a:pt x="2365406" y="405307"/>
                  <a:pt x="2370078" y="413614"/>
                </a:cubicBezTo>
                <a:cubicBezTo>
                  <a:pt x="2374751" y="421920"/>
                  <a:pt x="2382019" y="425035"/>
                  <a:pt x="2388249" y="430227"/>
                </a:cubicBezTo>
                <a:cubicBezTo>
                  <a:pt x="2402785" y="441648"/>
                  <a:pt x="2411611" y="456185"/>
                  <a:pt x="2411611" y="474355"/>
                </a:cubicBezTo>
                <a:cubicBezTo>
                  <a:pt x="2411611" y="487335"/>
                  <a:pt x="2416802" y="490969"/>
                  <a:pt x="2428224" y="489411"/>
                </a:cubicBezTo>
                <a:cubicBezTo>
                  <a:pt x="2439646" y="487854"/>
                  <a:pt x="2444318" y="494084"/>
                  <a:pt x="2443799" y="504986"/>
                </a:cubicBezTo>
                <a:cubicBezTo>
                  <a:pt x="2443280" y="513293"/>
                  <a:pt x="2443799" y="521599"/>
                  <a:pt x="2443799" y="530425"/>
                </a:cubicBezTo>
                <a:cubicBezTo>
                  <a:pt x="2443799" y="534059"/>
                  <a:pt x="2443280" y="538213"/>
                  <a:pt x="2448472" y="538732"/>
                </a:cubicBezTo>
                <a:cubicBezTo>
                  <a:pt x="2454182" y="539251"/>
                  <a:pt x="2454182" y="534059"/>
                  <a:pt x="2454182" y="529906"/>
                </a:cubicBezTo>
                <a:cubicBezTo>
                  <a:pt x="2454702" y="516408"/>
                  <a:pt x="2455740" y="502390"/>
                  <a:pt x="2455740" y="488892"/>
                </a:cubicBezTo>
                <a:cubicBezTo>
                  <a:pt x="2456259" y="452551"/>
                  <a:pt x="2456259" y="416209"/>
                  <a:pt x="2455740" y="379868"/>
                </a:cubicBezTo>
                <a:cubicBezTo>
                  <a:pt x="2455740" y="368966"/>
                  <a:pt x="2459374" y="361697"/>
                  <a:pt x="2471834" y="361697"/>
                </a:cubicBezTo>
                <a:cubicBezTo>
                  <a:pt x="2511290" y="361697"/>
                  <a:pt x="2550746" y="361697"/>
                  <a:pt x="2590203" y="361697"/>
                </a:cubicBezTo>
                <a:cubicBezTo>
                  <a:pt x="2600067" y="361697"/>
                  <a:pt x="2604739" y="366889"/>
                  <a:pt x="2604220" y="376753"/>
                </a:cubicBezTo>
                <a:cubicBezTo>
                  <a:pt x="2604220" y="386098"/>
                  <a:pt x="2604739" y="395443"/>
                  <a:pt x="2603701" y="404788"/>
                </a:cubicBezTo>
                <a:cubicBezTo>
                  <a:pt x="2602662" y="415171"/>
                  <a:pt x="2606297" y="420882"/>
                  <a:pt x="2616161" y="425035"/>
                </a:cubicBezTo>
                <a:cubicBezTo>
                  <a:pt x="2637965" y="434899"/>
                  <a:pt x="2648349" y="453070"/>
                  <a:pt x="2648868" y="476951"/>
                </a:cubicBezTo>
                <a:cubicBezTo>
                  <a:pt x="2648868" y="493565"/>
                  <a:pt x="2648868" y="510697"/>
                  <a:pt x="2648868" y="527310"/>
                </a:cubicBezTo>
                <a:cubicBezTo>
                  <a:pt x="2648868" y="542106"/>
                  <a:pt x="2648090" y="548596"/>
                  <a:pt x="2651010" y="551386"/>
                </a:cubicBezTo>
                <a:lnTo>
                  <a:pt x="2661207" y="552175"/>
                </a:lnTo>
                <a:lnTo>
                  <a:pt x="2661207" y="497877"/>
                </a:lnTo>
                <a:cubicBezTo>
                  <a:pt x="2661207" y="443514"/>
                  <a:pt x="2661207" y="371030"/>
                  <a:pt x="2661207" y="274385"/>
                </a:cubicBezTo>
                <a:cubicBezTo>
                  <a:pt x="2661207" y="274385"/>
                  <a:pt x="2661207" y="274385"/>
                  <a:pt x="2916581" y="274385"/>
                </a:cubicBezTo>
                <a:cubicBezTo>
                  <a:pt x="2916581" y="274385"/>
                  <a:pt x="2916581" y="274385"/>
                  <a:pt x="2916581" y="623897"/>
                </a:cubicBezTo>
                <a:cubicBezTo>
                  <a:pt x="2916581" y="623897"/>
                  <a:pt x="2916581" y="623897"/>
                  <a:pt x="3103505" y="623897"/>
                </a:cubicBezTo>
                <a:cubicBezTo>
                  <a:pt x="3103505" y="623897"/>
                  <a:pt x="3103505" y="623897"/>
                  <a:pt x="3103505" y="938986"/>
                </a:cubicBezTo>
                <a:cubicBezTo>
                  <a:pt x="3103505" y="938986"/>
                  <a:pt x="3103505" y="938986"/>
                  <a:pt x="3253570" y="938986"/>
                </a:cubicBezTo>
                <a:cubicBezTo>
                  <a:pt x="3253570" y="938986"/>
                  <a:pt x="3253570" y="938986"/>
                  <a:pt x="3253570" y="833074"/>
                </a:cubicBezTo>
                <a:cubicBezTo>
                  <a:pt x="3253570" y="833074"/>
                  <a:pt x="3253570" y="833074"/>
                  <a:pt x="3458923" y="833074"/>
                </a:cubicBezTo>
                <a:cubicBezTo>
                  <a:pt x="3458923" y="833074"/>
                  <a:pt x="3458923" y="833074"/>
                  <a:pt x="3458923" y="449141"/>
                </a:cubicBezTo>
                <a:cubicBezTo>
                  <a:pt x="3458923" y="449141"/>
                  <a:pt x="3458923" y="449141"/>
                  <a:pt x="3619519" y="449141"/>
                </a:cubicBezTo>
                <a:cubicBezTo>
                  <a:pt x="3619519" y="449141"/>
                  <a:pt x="3619519" y="449141"/>
                  <a:pt x="3619519" y="822482"/>
                </a:cubicBezTo>
                <a:cubicBezTo>
                  <a:pt x="3619519" y="822482"/>
                  <a:pt x="3619519" y="822482"/>
                  <a:pt x="3716929" y="822482"/>
                </a:cubicBezTo>
                <a:cubicBezTo>
                  <a:pt x="3716929" y="822482"/>
                  <a:pt x="3716929" y="822482"/>
                  <a:pt x="3716929" y="533871"/>
                </a:cubicBezTo>
                <a:cubicBezTo>
                  <a:pt x="3716929" y="533871"/>
                  <a:pt x="3716929" y="533871"/>
                  <a:pt x="3948609" y="533871"/>
                </a:cubicBezTo>
                <a:cubicBezTo>
                  <a:pt x="3948609" y="533871"/>
                  <a:pt x="3948609" y="533871"/>
                  <a:pt x="3948609" y="827778"/>
                </a:cubicBezTo>
                <a:cubicBezTo>
                  <a:pt x="3948609" y="827778"/>
                  <a:pt x="3948609" y="827778"/>
                  <a:pt x="3952270" y="827778"/>
                </a:cubicBezTo>
                <a:lnTo>
                  <a:pt x="3956368" y="827778"/>
                </a:lnTo>
                <a:lnTo>
                  <a:pt x="3956368" y="761209"/>
                </a:lnTo>
                <a:lnTo>
                  <a:pt x="3956368" y="714516"/>
                </a:lnTo>
                <a:lnTo>
                  <a:pt x="4000985" y="714516"/>
                </a:lnTo>
                <a:lnTo>
                  <a:pt x="4000985" y="420341"/>
                </a:lnTo>
                <a:lnTo>
                  <a:pt x="4000984" y="420341"/>
                </a:lnTo>
                <a:lnTo>
                  <a:pt x="4000984" y="339659"/>
                </a:lnTo>
                <a:lnTo>
                  <a:pt x="4071715" y="339659"/>
                </a:lnTo>
                <a:lnTo>
                  <a:pt x="4142446" y="339659"/>
                </a:lnTo>
                <a:lnTo>
                  <a:pt x="4142446" y="413478"/>
                </a:lnTo>
                <a:lnTo>
                  <a:pt x="4142446" y="413480"/>
                </a:lnTo>
                <a:lnTo>
                  <a:pt x="4142446" y="713686"/>
                </a:lnTo>
                <a:lnTo>
                  <a:pt x="4182921" y="713686"/>
                </a:lnTo>
                <a:lnTo>
                  <a:pt x="4182921" y="705384"/>
                </a:lnTo>
                <a:cubicBezTo>
                  <a:pt x="4182921" y="687899"/>
                  <a:pt x="4182921" y="667917"/>
                  <a:pt x="4182921" y="645080"/>
                </a:cubicBezTo>
                <a:cubicBezTo>
                  <a:pt x="4182921" y="645080"/>
                  <a:pt x="4182921" y="645080"/>
                  <a:pt x="4214842" y="645080"/>
                </a:cubicBezTo>
                <a:lnTo>
                  <a:pt x="4243942" y="645080"/>
                </a:lnTo>
                <a:lnTo>
                  <a:pt x="4243942" y="339659"/>
                </a:lnTo>
                <a:lnTo>
                  <a:pt x="4243942" y="249509"/>
                </a:lnTo>
                <a:lnTo>
                  <a:pt x="4288534" y="249509"/>
                </a:lnTo>
                <a:lnTo>
                  <a:pt x="4337854" y="249509"/>
                </a:lnTo>
                <a:lnTo>
                  <a:pt x="4337854" y="322718"/>
                </a:lnTo>
                <a:lnTo>
                  <a:pt x="4337854" y="322720"/>
                </a:lnTo>
                <a:lnTo>
                  <a:pt x="4337854" y="380000"/>
                </a:lnTo>
                <a:lnTo>
                  <a:pt x="4654875" y="380000"/>
                </a:lnTo>
                <a:lnTo>
                  <a:pt x="4654875" y="379790"/>
                </a:lnTo>
                <a:lnTo>
                  <a:pt x="4675084" y="379790"/>
                </a:lnTo>
                <a:lnTo>
                  <a:pt x="4675084" y="474896"/>
                </a:lnTo>
                <a:lnTo>
                  <a:pt x="4676745" y="475064"/>
                </a:lnTo>
                <a:cubicBezTo>
                  <a:pt x="4708955" y="481655"/>
                  <a:pt x="4734183" y="507417"/>
                  <a:pt x="4739988" y="539907"/>
                </a:cubicBezTo>
                <a:lnTo>
                  <a:pt x="4740674" y="547701"/>
                </a:lnTo>
                <a:lnTo>
                  <a:pt x="4741248" y="547701"/>
                </a:lnTo>
                <a:lnTo>
                  <a:pt x="4741248" y="554205"/>
                </a:lnTo>
                <a:lnTo>
                  <a:pt x="4741248" y="554208"/>
                </a:lnTo>
                <a:lnTo>
                  <a:pt x="4741248" y="739927"/>
                </a:lnTo>
                <a:lnTo>
                  <a:pt x="4764753" y="740400"/>
                </a:lnTo>
                <a:cubicBezTo>
                  <a:pt x="4764753" y="740400"/>
                  <a:pt x="4764753" y="740400"/>
                  <a:pt x="4764753" y="666262"/>
                </a:cubicBezTo>
                <a:cubicBezTo>
                  <a:pt x="4764753" y="666262"/>
                  <a:pt x="4764753" y="666262"/>
                  <a:pt x="4899024" y="666262"/>
                </a:cubicBezTo>
                <a:cubicBezTo>
                  <a:pt x="4899024" y="666262"/>
                  <a:pt x="4899024" y="666262"/>
                  <a:pt x="4899024" y="735104"/>
                </a:cubicBezTo>
                <a:cubicBezTo>
                  <a:pt x="4899024" y="735104"/>
                  <a:pt x="4899024" y="735104"/>
                  <a:pt x="5028026" y="735104"/>
                </a:cubicBezTo>
                <a:cubicBezTo>
                  <a:pt x="5028026" y="735104"/>
                  <a:pt x="5028026" y="735104"/>
                  <a:pt x="5028026" y="658319"/>
                </a:cubicBezTo>
                <a:cubicBezTo>
                  <a:pt x="5028026" y="658319"/>
                  <a:pt x="5028026" y="658319"/>
                  <a:pt x="5154397" y="660966"/>
                </a:cubicBezTo>
                <a:cubicBezTo>
                  <a:pt x="5154397" y="660966"/>
                  <a:pt x="5154397" y="660966"/>
                  <a:pt x="5154397" y="369707"/>
                </a:cubicBezTo>
                <a:cubicBezTo>
                  <a:pt x="5154397" y="369707"/>
                  <a:pt x="5154397" y="369707"/>
                  <a:pt x="5409771" y="369707"/>
                </a:cubicBezTo>
                <a:cubicBezTo>
                  <a:pt x="5409771" y="369707"/>
                  <a:pt x="5409771" y="369707"/>
                  <a:pt x="5409771" y="623897"/>
                </a:cubicBezTo>
                <a:cubicBezTo>
                  <a:pt x="5409771" y="623897"/>
                  <a:pt x="5409771" y="623897"/>
                  <a:pt x="5599327" y="623897"/>
                </a:cubicBezTo>
                <a:cubicBezTo>
                  <a:pt x="5599327" y="623897"/>
                  <a:pt x="5599327" y="623897"/>
                  <a:pt x="5599327" y="681817"/>
                </a:cubicBezTo>
                <a:lnTo>
                  <a:pt x="5599327" y="692743"/>
                </a:lnTo>
                <a:lnTo>
                  <a:pt x="5628967" y="692743"/>
                </a:lnTo>
                <a:lnTo>
                  <a:pt x="5628967" y="672950"/>
                </a:lnTo>
                <a:lnTo>
                  <a:pt x="5794767" y="672950"/>
                </a:lnTo>
                <a:lnTo>
                  <a:pt x="5794803" y="672943"/>
                </a:lnTo>
                <a:lnTo>
                  <a:pt x="5792189" y="672943"/>
                </a:lnTo>
                <a:lnTo>
                  <a:pt x="5784518" y="672943"/>
                </a:lnTo>
                <a:lnTo>
                  <a:pt x="5628967" y="672943"/>
                </a:lnTo>
                <a:lnTo>
                  <a:pt x="5792189" y="576196"/>
                </a:lnTo>
                <a:lnTo>
                  <a:pt x="5792189" y="668395"/>
                </a:lnTo>
                <a:lnTo>
                  <a:pt x="5947738" y="576196"/>
                </a:lnTo>
                <a:lnTo>
                  <a:pt x="5947738" y="668395"/>
                </a:lnTo>
                <a:lnTo>
                  <a:pt x="6103287" y="576196"/>
                </a:lnTo>
                <a:lnTo>
                  <a:pt x="6103287" y="668395"/>
                </a:lnTo>
                <a:lnTo>
                  <a:pt x="6258836" y="576196"/>
                </a:lnTo>
                <a:lnTo>
                  <a:pt x="6258836" y="672943"/>
                </a:lnTo>
                <a:lnTo>
                  <a:pt x="6154820" y="672943"/>
                </a:lnTo>
                <a:lnTo>
                  <a:pt x="6154820" y="672950"/>
                </a:lnTo>
                <a:lnTo>
                  <a:pt x="6258836" y="672950"/>
                </a:lnTo>
                <a:lnTo>
                  <a:pt x="6258836" y="708560"/>
                </a:lnTo>
                <a:lnTo>
                  <a:pt x="6258836" y="726328"/>
                </a:lnTo>
                <a:lnTo>
                  <a:pt x="6349534" y="726328"/>
                </a:lnTo>
                <a:cubicBezTo>
                  <a:pt x="6354193" y="726328"/>
                  <a:pt x="6354387" y="726134"/>
                  <a:pt x="6354387" y="721669"/>
                </a:cubicBezTo>
                <a:cubicBezTo>
                  <a:pt x="6354387" y="698761"/>
                  <a:pt x="6354387" y="676048"/>
                  <a:pt x="6354387" y="653142"/>
                </a:cubicBezTo>
                <a:cubicBezTo>
                  <a:pt x="6354387" y="651200"/>
                  <a:pt x="6354193" y="649647"/>
                  <a:pt x="6351863" y="648482"/>
                </a:cubicBezTo>
                <a:cubicBezTo>
                  <a:pt x="6348369" y="646735"/>
                  <a:pt x="6348563" y="644018"/>
                  <a:pt x="6352251" y="641882"/>
                </a:cubicBezTo>
                <a:cubicBezTo>
                  <a:pt x="6353999" y="640911"/>
                  <a:pt x="6354581" y="639941"/>
                  <a:pt x="6354581" y="638194"/>
                </a:cubicBezTo>
                <a:cubicBezTo>
                  <a:pt x="6354581" y="622081"/>
                  <a:pt x="6354581" y="605967"/>
                  <a:pt x="6354581" y="589854"/>
                </a:cubicBezTo>
                <a:cubicBezTo>
                  <a:pt x="6354581" y="587719"/>
                  <a:pt x="6353610" y="586554"/>
                  <a:pt x="6351863" y="585584"/>
                </a:cubicBezTo>
                <a:cubicBezTo>
                  <a:pt x="6348757" y="583836"/>
                  <a:pt x="6348757" y="581507"/>
                  <a:pt x="6351863" y="579954"/>
                </a:cubicBezTo>
                <a:cubicBezTo>
                  <a:pt x="6354581" y="578595"/>
                  <a:pt x="6354581" y="576848"/>
                  <a:pt x="6354581" y="574712"/>
                </a:cubicBezTo>
                <a:cubicBezTo>
                  <a:pt x="6354581" y="559182"/>
                  <a:pt x="6354581" y="543651"/>
                  <a:pt x="6354581" y="528121"/>
                </a:cubicBezTo>
                <a:cubicBezTo>
                  <a:pt x="6354581" y="525792"/>
                  <a:pt x="6354387" y="524238"/>
                  <a:pt x="6351669" y="522879"/>
                </a:cubicBezTo>
                <a:cubicBezTo>
                  <a:pt x="6348369" y="521326"/>
                  <a:pt x="6348563" y="518026"/>
                  <a:pt x="6351863" y="516473"/>
                </a:cubicBezTo>
                <a:cubicBezTo>
                  <a:pt x="6354193" y="515308"/>
                  <a:pt x="6354387" y="513755"/>
                  <a:pt x="6354387" y="511814"/>
                </a:cubicBezTo>
                <a:cubicBezTo>
                  <a:pt x="6354387" y="496672"/>
                  <a:pt x="6354387" y="481335"/>
                  <a:pt x="6354387" y="465999"/>
                </a:cubicBezTo>
                <a:cubicBezTo>
                  <a:pt x="6354387" y="463864"/>
                  <a:pt x="6353999" y="462311"/>
                  <a:pt x="6351475" y="460952"/>
                </a:cubicBezTo>
                <a:cubicBezTo>
                  <a:pt x="6348369" y="459399"/>
                  <a:pt x="6348563" y="456293"/>
                  <a:pt x="6351863" y="454545"/>
                </a:cubicBezTo>
                <a:cubicBezTo>
                  <a:pt x="6353999" y="453575"/>
                  <a:pt x="6354387" y="452410"/>
                  <a:pt x="6354387" y="450469"/>
                </a:cubicBezTo>
                <a:cubicBezTo>
                  <a:pt x="6354387" y="434356"/>
                  <a:pt x="6354387" y="418243"/>
                  <a:pt x="6354387" y="402130"/>
                </a:cubicBezTo>
                <a:cubicBezTo>
                  <a:pt x="6354387" y="400189"/>
                  <a:pt x="6353805" y="399218"/>
                  <a:pt x="6351863" y="398054"/>
                </a:cubicBezTo>
                <a:cubicBezTo>
                  <a:pt x="6348369" y="396112"/>
                  <a:pt x="6348369" y="393394"/>
                  <a:pt x="6352057" y="391453"/>
                </a:cubicBezTo>
                <a:cubicBezTo>
                  <a:pt x="6354193" y="390288"/>
                  <a:pt x="6354387" y="388929"/>
                  <a:pt x="6354387" y="387182"/>
                </a:cubicBezTo>
                <a:cubicBezTo>
                  <a:pt x="6354387" y="371652"/>
                  <a:pt x="6354387" y="356121"/>
                  <a:pt x="6354387" y="340591"/>
                </a:cubicBezTo>
                <a:cubicBezTo>
                  <a:pt x="6354387" y="338650"/>
                  <a:pt x="6354193" y="337096"/>
                  <a:pt x="6351863" y="335932"/>
                </a:cubicBezTo>
                <a:cubicBezTo>
                  <a:pt x="6348369" y="334185"/>
                  <a:pt x="6348563" y="331467"/>
                  <a:pt x="6352251" y="329331"/>
                </a:cubicBezTo>
                <a:cubicBezTo>
                  <a:pt x="6353999" y="328361"/>
                  <a:pt x="6354581" y="327390"/>
                  <a:pt x="6354581" y="325643"/>
                </a:cubicBezTo>
                <a:cubicBezTo>
                  <a:pt x="6354581" y="309530"/>
                  <a:pt x="6354581" y="293417"/>
                  <a:pt x="6354581" y="277304"/>
                </a:cubicBezTo>
                <a:cubicBezTo>
                  <a:pt x="6354581" y="275363"/>
                  <a:pt x="6353999" y="273810"/>
                  <a:pt x="6351863" y="273227"/>
                </a:cubicBezTo>
                <a:cubicBezTo>
                  <a:pt x="6349922" y="272645"/>
                  <a:pt x="6349534" y="271286"/>
                  <a:pt x="6349922" y="269539"/>
                </a:cubicBezTo>
                <a:cubicBezTo>
                  <a:pt x="6350310" y="267792"/>
                  <a:pt x="6351863" y="267209"/>
                  <a:pt x="6353610" y="267209"/>
                </a:cubicBezTo>
                <a:cubicBezTo>
                  <a:pt x="6354775" y="267209"/>
                  <a:pt x="6356134" y="267209"/>
                  <a:pt x="6357299" y="267209"/>
                </a:cubicBezTo>
                <a:cubicBezTo>
                  <a:pt x="6380206" y="267209"/>
                  <a:pt x="6403308" y="267209"/>
                  <a:pt x="6426409" y="267209"/>
                </a:cubicBezTo>
                <a:cubicBezTo>
                  <a:pt x="6427768" y="267209"/>
                  <a:pt x="6429321" y="267015"/>
                  <a:pt x="6430680" y="267209"/>
                </a:cubicBezTo>
                <a:cubicBezTo>
                  <a:pt x="6433010" y="267404"/>
                  <a:pt x="6433980" y="268568"/>
                  <a:pt x="6433980" y="270704"/>
                </a:cubicBezTo>
                <a:cubicBezTo>
                  <a:pt x="6433786" y="272839"/>
                  <a:pt x="6432233" y="273033"/>
                  <a:pt x="6430486" y="273033"/>
                </a:cubicBezTo>
                <a:cubicBezTo>
                  <a:pt x="6429515" y="273033"/>
                  <a:pt x="6428739" y="273033"/>
                  <a:pt x="6427962" y="273033"/>
                </a:cubicBezTo>
                <a:cubicBezTo>
                  <a:pt x="6427962" y="273422"/>
                  <a:pt x="6427768" y="273810"/>
                  <a:pt x="6427768" y="274198"/>
                </a:cubicBezTo>
                <a:cubicBezTo>
                  <a:pt x="6427768" y="292641"/>
                  <a:pt x="6427768" y="310889"/>
                  <a:pt x="6427768" y="329137"/>
                </a:cubicBezTo>
                <a:cubicBezTo>
                  <a:pt x="6428933" y="329331"/>
                  <a:pt x="6429904" y="329137"/>
                  <a:pt x="6430874" y="329331"/>
                </a:cubicBezTo>
                <a:cubicBezTo>
                  <a:pt x="6432622" y="329525"/>
                  <a:pt x="6433786" y="330690"/>
                  <a:pt x="6433786" y="332438"/>
                </a:cubicBezTo>
                <a:cubicBezTo>
                  <a:pt x="6433980" y="334379"/>
                  <a:pt x="6433010" y="335737"/>
                  <a:pt x="6430874" y="336126"/>
                </a:cubicBezTo>
                <a:cubicBezTo>
                  <a:pt x="6429710" y="336320"/>
                  <a:pt x="6428739" y="336320"/>
                  <a:pt x="6427768" y="336320"/>
                </a:cubicBezTo>
                <a:cubicBezTo>
                  <a:pt x="6427768" y="354763"/>
                  <a:pt x="6427768" y="373011"/>
                  <a:pt x="6427768" y="391259"/>
                </a:cubicBezTo>
                <a:cubicBezTo>
                  <a:pt x="6428933" y="391259"/>
                  <a:pt x="6429904" y="391259"/>
                  <a:pt x="6430874" y="391453"/>
                </a:cubicBezTo>
                <a:cubicBezTo>
                  <a:pt x="6433010" y="391647"/>
                  <a:pt x="6433786" y="393006"/>
                  <a:pt x="6433786" y="395142"/>
                </a:cubicBezTo>
                <a:cubicBezTo>
                  <a:pt x="6433786" y="396889"/>
                  <a:pt x="6432816" y="398054"/>
                  <a:pt x="6430874" y="398248"/>
                </a:cubicBezTo>
                <a:cubicBezTo>
                  <a:pt x="6429710" y="398248"/>
                  <a:pt x="6428739" y="398248"/>
                  <a:pt x="6427768" y="398248"/>
                </a:cubicBezTo>
                <a:cubicBezTo>
                  <a:pt x="6427768" y="417078"/>
                  <a:pt x="6427768" y="435715"/>
                  <a:pt x="6427768" y="454351"/>
                </a:cubicBezTo>
                <a:cubicBezTo>
                  <a:pt x="6428933" y="454545"/>
                  <a:pt x="6429904" y="454351"/>
                  <a:pt x="6430874" y="454545"/>
                </a:cubicBezTo>
                <a:cubicBezTo>
                  <a:pt x="6432622" y="454740"/>
                  <a:pt x="6433786" y="455904"/>
                  <a:pt x="6433786" y="457652"/>
                </a:cubicBezTo>
                <a:cubicBezTo>
                  <a:pt x="6433980" y="459593"/>
                  <a:pt x="6433010" y="460952"/>
                  <a:pt x="6430874" y="461340"/>
                </a:cubicBezTo>
                <a:cubicBezTo>
                  <a:pt x="6429710" y="461534"/>
                  <a:pt x="6428739" y="461534"/>
                  <a:pt x="6427768" y="461534"/>
                </a:cubicBezTo>
                <a:cubicBezTo>
                  <a:pt x="6427574" y="461534"/>
                  <a:pt x="6427574" y="461534"/>
                  <a:pt x="6427574" y="461534"/>
                </a:cubicBezTo>
                <a:cubicBezTo>
                  <a:pt x="6427574" y="461728"/>
                  <a:pt x="6427574" y="461728"/>
                  <a:pt x="6427574" y="461728"/>
                </a:cubicBezTo>
                <a:lnTo>
                  <a:pt x="6427768" y="461728"/>
                </a:lnTo>
                <a:cubicBezTo>
                  <a:pt x="6427768" y="480171"/>
                  <a:pt x="6427768" y="498419"/>
                  <a:pt x="6427768" y="516667"/>
                </a:cubicBezTo>
                <a:cubicBezTo>
                  <a:pt x="6428933" y="516861"/>
                  <a:pt x="6429904" y="516667"/>
                  <a:pt x="6430874" y="516861"/>
                </a:cubicBezTo>
                <a:cubicBezTo>
                  <a:pt x="6433010" y="517055"/>
                  <a:pt x="6433980" y="518608"/>
                  <a:pt x="6433786" y="520550"/>
                </a:cubicBezTo>
                <a:cubicBezTo>
                  <a:pt x="6433786" y="522297"/>
                  <a:pt x="6432816" y="523462"/>
                  <a:pt x="6430874" y="523656"/>
                </a:cubicBezTo>
                <a:cubicBezTo>
                  <a:pt x="6429710" y="523850"/>
                  <a:pt x="6428739" y="523850"/>
                  <a:pt x="6427768" y="523850"/>
                </a:cubicBezTo>
                <a:cubicBezTo>
                  <a:pt x="6427768" y="542681"/>
                  <a:pt x="6427768" y="561317"/>
                  <a:pt x="6427768" y="579954"/>
                </a:cubicBezTo>
                <a:cubicBezTo>
                  <a:pt x="6429127" y="579954"/>
                  <a:pt x="6430292" y="579954"/>
                  <a:pt x="6431457" y="580148"/>
                </a:cubicBezTo>
                <a:cubicBezTo>
                  <a:pt x="6433010" y="580536"/>
                  <a:pt x="6433786" y="581701"/>
                  <a:pt x="6433786" y="583254"/>
                </a:cubicBezTo>
                <a:cubicBezTo>
                  <a:pt x="6433786" y="585001"/>
                  <a:pt x="6433010" y="585778"/>
                  <a:pt x="6431263" y="585972"/>
                </a:cubicBezTo>
                <a:cubicBezTo>
                  <a:pt x="6430098" y="586166"/>
                  <a:pt x="6428933" y="586749"/>
                  <a:pt x="6427768" y="587137"/>
                </a:cubicBezTo>
                <a:cubicBezTo>
                  <a:pt x="6427768" y="605580"/>
                  <a:pt x="6427768" y="623828"/>
                  <a:pt x="6427768" y="642076"/>
                </a:cubicBezTo>
                <a:cubicBezTo>
                  <a:pt x="6428933" y="642270"/>
                  <a:pt x="6429904" y="642076"/>
                  <a:pt x="6430874" y="642270"/>
                </a:cubicBezTo>
                <a:cubicBezTo>
                  <a:pt x="6433010" y="642465"/>
                  <a:pt x="6433980" y="643823"/>
                  <a:pt x="6433786" y="645959"/>
                </a:cubicBezTo>
                <a:cubicBezTo>
                  <a:pt x="6433786" y="647706"/>
                  <a:pt x="6432816" y="648871"/>
                  <a:pt x="6430874" y="649065"/>
                </a:cubicBezTo>
                <a:cubicBezTo>
                  <a:pt x="6429710" y="649259"/>
                  <a:pt x="6428739" y="649259"/>
                  <a:pt x="6427768" y="649259"/>
                </a:cubicBezTo>
                <a:cubicBezTo>
                  <a:pt x="6427768" y="675272"/>
                  <a:pt x="6427768" y="701479"/>
                  <a:pt x="6427768" y="727687"/>
                </a:cubicBezTo>
                <a:cubicBezTo>
                  <a:pt x="6435339" y="727687"/>
                  <a:pt x="6443105" y="727881"/>
                  <a:pt x="6450870" y="727881"/>
                </a:cubicBezTo>
                <a:cubicBezTo>
                  <a:pt x="6473583" y="727881"/>
                  <a:pt x="6496490" y="727687"/>
                  <a:pt x="6519204" y="727687"/>
                </a:cubicBezTo>
                <a:cubicBezTo>
                  <a:pt x="6519204" y="714680"/>
                  <a:pt x="6519398" y="701479"/>
                  <a:pt x="6519398" y="688473"/>
                </a:cubicBezTo>
                <a:cubicBezTo>
                  <a:pt x="6519398" y="675466"/>
                  <a:pt x="6519398" y="662266"/>
                  <a:pt x="6519398" y="649259"/>
                </a:cubicBezTo>
                <a:cubicBezTo>
                  <a:pt x="6518427" y="649259"/>
                  <a:pt x="6517651" y="649259"/>
                  <a:pt x="6516874" y="649259"/>
                </a:cubicBezTo>
                <a:cubicBezTo>
                  <a:pt x="6514545" y="649259"/>
                  <a:pt x="6513186" y="647900"/>
                  <a:pt x="6513186" y="645570"/>
                </a:cubicBezTo>
                <a:cubicBezTo>
                  <a:pt x="6513186" y="643435"/>
                  <a:pt x="6514545" y="642465"/>
                  <a:pt x="6516680" y="642270"/>
                </a:cubicBezTo>
                <a:cubicBezTo>
                  <a:pt x="6517651" y="642270"/>
                  <a:pt x="6518427" y="642270"/>
                  <a:pt x="6519204" y="642270"/>
                </a:cubicBezTo>
                <a:cubicBezTo>
                  <a:pt x="6519204" y="623440"/>
                  <a:pt x="6519204" y="604803"/>
                  <a:pt x="6519204" y="586166"/>
                </a:cubicBezTo>
                <a:cubicBezTo>
                  <a:pt x="6518815" y="586166"/>
                  <a:pt x="6518427" y="586166"/>
                  <a:pt x="6518039" y="586166"/>
                </a:cubicBezTo>
                <a:cubicBezTo>
                  <a:pt x="6515904" y="586166"/>
                  <a:pt x="6513768" y="585972"/>
                  <a:pt x="6513574" y="583448"/>
                </a:cubicBezTo>
                <a:cubicBezTo>
                  <a:pt x="6513186" y="580342"/>
                  <a:pt x="6515709" y="580148"/>
                  <a:pt x="6518039" y="580148"/>
                </a:cubicBezTo>
                <a:cubicBezTo>
                  <a:pt x="6518427" y="580148"/>
                  <a:pt x="6518815" y="580148"/>
                  <a:pt x="6519204" y="580148"/>
                </a:cubicBezTo>
                <a:cubicBezTo>
                  <a:pt x="6519204" y="561317"/>
                  <a:pt x="6519204" y="542681"/>
                  <a:pt x="6519204" y="524044"/>
                </a:cubicBezTo>
                <a:cubicBezTo>
                  <a:pt x="6518039" y="523850"/>
                  <a:pt x="6517068" y="524044"/>
                  <a:pt x="6516098" y="523850"/>
                </a:cubicBezTo>
                <a:cubicBezTo>
                  <a:pt x="6514156" y="523462"/>
                  <a:pt x="6513186" y="522297"/>
                  <a:pt x="6513186" y="520550"/>
                </a:cubicBezTo>
                <a:cubicBezTo>
                  <a:pt x="6513186" y="518415"/>
                  <a:pt x="6514156" y="517250"/>
                  <a:pt x="6516292" y="516861"/>
                </a:cubicBezTo>
                <a:cubicBezTo>
                  <a:pt x="6517457" y="516667"/>
                  <a:pt x="6518427" y="516667"/>
                  <a:pt x="6519398" y="516667"/>
                </a:cubicBezTo>
                <a:cubicBezTo>
                  <a:pt x="6519398" y="498225"/>
                  <a:pt x="6519398" y="479977"/>
                  <a:pt x="6519398" y="461728"/>
                </a:cubicBezTo>
                <a:cubicBezTo>
                  <a:pt x="6519204" y="461728"/>
                  <a:pt x="6519010" y="461728"/>
                  <a:pt x="6518815" y="461728"/>
                </a:cubicBezTo>
                <a:cubicBezTo>
                  <a:pt x="6515904" y="461534"/>
                  <a:pt x="6513380" y="460369"/>
                  <a:pt x="6513574" y="457263"/>
                </a:cubicBezTo>
                <a:cubicBezTo>
                  <a:pt x="6513768" y="453963"/>
                  <a:pt x="6517068" y="454740"/>
                  <a:pt x="6519398" y="454545"/>
                </a:cubicBezTo>
                <a:cubicBezTo>
                  <a:pt x="6519398" y="435715"/>
                  <a:pt x="6519398" y="417078"/>
                  <a:pt x="6519398" y="398442"/>
                </a:cubicBezTo>
                <a:cubicBezTo>
                  <a:pt x="6517068" y="398442"/>
                  <a:pt x="6514156" y="399024"/>
                  <a:pt x="6513574" y="395724"/>
                </a:cubicBezTo>
                <a:cubicBezTo>
                  <a:pt x="6513186" y="393589"/>
                  <a:pt x="6515321" y="392036"/>
                  <a:pt x="6519592" y="391259"/>
                </a:cubicBezTo>
                <a:cubicBezTo>
                  <a:pt x="6519592" y="372817"/>
                  <a:pt x="6519592" y="354568"/>
                  <a:pt x="6519592" y="336320"/>
                </a:cubicBezTo>
                <a:cubicBezTo>
                  <a:pt x="6519010" y="336320"/>
                  <a:pt x="6518427" y="336320"/>
                  <a:pt x="6517845" y="336320"/>
                </a:cubicBezTo>
                <a:cubicBezTo>
                  <a:pt x="6515515" y="336320"/>
                  <a:pt x="6513574" y="335543"/>
                  <a:pt x="6513574" y="332826"/>
                </a:cubicBezTo>
                <a:cubicBezTo>
                  <a:pt x="6513574" y="330108"/>
                  <a:pt x="6515321" y="329331"/>
                  <a:pt x="6517845" y="329331"/>
                </a:cubicBezTo>
                <a:cubicBezTo>
                  <a:pt x="6518427" y="329331"/>
                  <a:pt x="6519010" y="329331"/>
                  <a:pt x="6519592" y="329331"/>
                </a:cubicBezTo>
                <a:cubicBezTo>
                  <a:pt x="6519592" y="311083"/>
                  <a:pt x="6519592" y="292835"/>
                  <a:pt x="6519592" y="274586"/>
                </a:cubicBezTo>
                <a:cubicBezTo>
                  <a:pt x="6518621" y="273227"/>
                  <a:pt x="6517068" y="273422"/>
                  <a:pt x="6515709" y="273033"/>
                </a:cubicBezTo>
                <a:cubicBezTo>
                  <a:pt x="6514156" y="272645"/>
                  <a:pt x="6513380" y="271480"/>
                  <a:pt x="6513574" y="269927"/>
                </a:cubicBezTo>
                <a:cubicBezTo>
                  <a:pt x="6513768" y="268374"/>
                  <a:pt x="6514933" y="267598"/>
                  <a:pt x="6516486" y="267404"/>
                </a:cubicBezTo>
                <a:cubicBezTo>
                  <a:pt x="6517651" y="267209"/>
                  <a:pt x="6519010" y="267209"/>
                  <a:pt x="6520174" y="267209"/>
                </a:cubicBezTo>
                <a:cubicBezTo>
                  <a:pt x="6544052" y="267209"/>
                  <a:pt x="6567930" y="267209"/>
                  <a:pt x="6591809" y="267209"/>
                </a:cubicBezTo>
                <a:cubicBezTo>
                  <a:pt x="6592779" y="267209"/>
                  <a:pt x="6593556" y="267209"/>
                  <a:pt x="6594332" y="267209"/>
                </a:cubicBezTo>
                <a:cubicBezTo>
                  <a:pt x="6595885" y="267209"/>
                  <a:pt x="6597632" y="267404"/>
                  <a:pt x="6598409" y="269733"/>
                </a:cubicBezTo>
                <a:cubicBezTo>
                  <a:pt x="6598603" y="271286"/>
                  <a:pt x="6598409" y="273033"/>
                  <a:pt x="6596274" y="273227"/>
                </a:cubicBezTo>
                <a:cubicBezTo>
                  <a:pt x="6593750" y="273616"/>
                  <a:pt x="6593556" y="275169"/>
                  <a:pt x="6593556" y="277110"/>
                </a:cubicBezTo>
                <a:cubicBezTo>
                  <a:pt x="6593556" y="293223"/>
                  <a:pt x="6593556" y="309336"/>
                  <a:pt x="6593556" y="325449"/>
                </a:cubicBezTo>
                <a:cubicBezTo>
                  <a:pt x="6593556" y="327390"/>
                  <a:pt x="6594138" y="328361"/>
                  <a:pt x="6596079" y="329525"/>
                </a:cubicBezTo>
                <a:cubicBezTo>
                  <a:pt x="6599574" y="331467"/>
                  <a:pt x="6599574" y="334185"/>
                  <a:pt x="6595885" y="336126"/>
                </a:cubicBezTo>
                <a:cubicBezTo>
                  <a:pt x="6593750" y="337291"/>
                  <a:pt x="6593556" y="338650"/>
                  <a:pt x="6593556" y="340397"/>
                </a:cubicBezTo>
                <a:cubicBezTo>
                  <a:pt x="6593556" y="355927"/>
                  <a:pt x="6593556" y="371458"/>
                  <a:pt x="6593556" y="386988"/>
                </a:cubicBezTo>
                <a:cubicBezTo>
                  <a:pt x="6593556" y="388929"/>
                  <a:pt x="6593750" y="390482"/>
                  <a:pt x="6596079" y="391647"/>
                </a:cubicBezTo>
                <a:cubicBezTo>
                  <a:pt x="6599768" y="393589"/>
                  <a:pt x="6599574" y="396501"/>
                  <a:pt x="6595691" y="398442"/>
                </a:cubicBezTo>
                <a:cubicBezTo>
                  <a:pt x="6593750" y="399412"/>
                  <a:pt x="6593556" y="400771"/>
                  <a:pt x="6593556" y="402324"/>
                </a:cubicBezTo>
                <a:cubicBezTo>
                  <a:pt x="6593556" y="407954"/>
                  <a:pt x="6593556" y="413390"/>
                  <a:pt x="6593556" y="419020"/>
                </a:cubicBezTo>
                <a:cubicBezTo>
                  <a:pt x="6593556" y="429309"/>
                  <a:pt x="6593556" y="439403"/>
                  <a:pt x="6593556" y="449498"/>
                </a:cubicBezTo>
                <a:cubicBezTo>
                  <a:pt x="6593556" y="451828"/>
                  <a:pt x="6593167" y="453963"/>
                  <a:pt x="6596662" y="454934"/>
                </a:cubicBezTo>
                <a:cubicBezTo>
                  <a:pt x="6599186" y="455516"/>
                  <a:pt x="6599380" y="459981"/>
                  <a:pt x="6596662" y="460952"/>
                </a:cubicBezTo>
                <a:cubicBezTo>
                  <a:pt x="6592779" y="462505"/>
                  <a:pt x="6593362" y="465029"/>
                  <a:pt x="6593362" y="467746"/>
                </a:cubicBezTo>
                <a:cubicBezTo>
                  <a:pt x="6593362" y="482112"/>
                  <a:pt x="6593362" y="496283"/>
                  <a:pt x="6593362" y="510649"/>
                </a:cubicBezTo>
                <a:cubicBezTo>
                  <a:pt x="6593362" y="513367"/>
                  <a:pt x="6592973" y="515891"/>
                  <a:pt x="6596662" y="517444"/>
                </a:cubicBezTo>
                <a:cubicBezTo>
                  <a:pt x="6599380" y="518415"/>
                  <a:pt x="6599186" y="522685"/>
                  <a:pt x="6596468" y="523462"/>
                </a:cubicBezTo>
                <a:cubicBezTo>
                  <a:pt x="6593362" y="524238"/>
                  <a:pt x="6593362" y="525986"/>
                  <a:pt x="6593362" y="528315"/>
                </a:cubicBezTo>
                <a:cubicBezTo>
                  <a:pt x="6593362" y="539381"/>
                  <a:pt x="6593362" y="550640"/>
                  <a:pt x="6593362" y="561706"/>
                </a:cubicBezTo>
                <a:cubicBezTo>
                  <a:pt x="6593362" y="566365"/>
                  <a:pt x="6593362" y="570830"/>
                  <a:pt x="6593362" y="575489"/>
                </a:cubicBezTo>
                <a:cubicBezTo>
                  <a:pt x="6593362" y="577430"/>
                  <a:pt x="6593362" y="578983"/>
                  <a:pt x="6596079" y="579954"/>
                </a:cubicBezTo>
                <a:cubicBezTo>
                  <a:pt x="6598991" y="581119"/>
                  <a:pt x="6599186" y="584613"/>
                  <a:pt x="6596274" y="585584"/>
                </a:cubicBezTo>
                <a:cubicBezTo>
                  <a:pt x="6593167" y="586360"/>
                  <a:pt x="6593167" y="588107"/>
                  <a:pt x="6593167" y="590437"/>
                </a:cubicBezTo>
                <a:cubicBezTo>
                  <a:pt x="6593167" y="600920"/>
                  <a:pt x="6593167" y="611209"/>
                  <a:pt x="6593167" y="621498"/>
                </a:cubicBezTo>
                <a:cubicBezTo>
                  <a:pt x="6593167" y="626934"/>
                  <a:pt x="6593167" y="632175"/>
                  <a:pt x="6593167" y="637611"/>
                </a:cubicBezTo>
                <a:cubicBezTo>
                  <a:pt x="6593167" y="639747"/>
                  <a:pt x="6593556" y="641105"/>
                  <a:pt x="6595885" y="642270"/>
                </a:cubicBezTo>
                <a:cubicBezTo>
                  <a:pt x="6598991" y="644018"/>
                  <a:pt x="6599186" y="647124"/>
                  <a:pt x="6595885" y="648676"/>
                </a:cubicBezTo>
                <a:cubicBezTo>
                  <a:pt x="6593167" y="650036"/>
                  <a:pt x="6593167" y="651783"/>
                  <a:pt x="6593167" y="653918"/>
                </a:cubicBezTo>
                <a:cubicBezTo>
                  <a:pt x="6593167" y="676631"/>
                  <a:pt x="6593167" y="699150"/>
                  <a:pt x="6593167" y="721863"/>
                </a:cubicBezTo>
                <a:cubicBezTo>
                  <a:pt x="6593167" y="726522"/>
                  <a:pt x="6593362" y="726716"/>
                  <a:pt x="6598021" y="726716"/>
                </a:cubicBezTo>
                <a:cubicBezTo>
                  <a:pt x="6631412" y="726716"/>
                  <a:pt x="6664996" y="726716"/>
                  <a:pt x="6698387" y="726716"/>
                </a:cubicBezTo>
                <a:cubicBezTo>
                  <a:pt x="6703434" y="726716"/>
                  <a:pt x="6703434" y="726522"/>
                  <a:pt x="6703434" y="720892"/>
                </a:cubicBezTo>
                <a:cubicBezTo>
                  <a:pt x="6703434" y="682649"/>
                  <a:pt x="6703434" y="644600"/>
                  <a:pt x="6703434" y="606356"/>
                </a:cubicBezTo>
                <a:cubicBezTo>
                  <a:pt x="6703434" y="583836"/>
                  <a:pt x="6703434" y="561511"/>
                  <a:pt x="6703434" y="538992"/>
                </a:cubicBezTo>
                <a:cubicBezTo>
                  <a:pt x="6703434" y="536663"/>
                  <a:pt x="6702658" y="534139"/>
                  <a:pt x="6704405" y="532004"/>
                </a:cubicBezTo>
                <a:cubicBezTo>
                  <a:pt x="6704599" y="534721"/>
                  <a:pt x="6704599" y="537633"/>
                  <a:pt x="6704599" y="540351"/>
                </a:cubicBezTo>
                <a:cubicBezTo>
                  <a:pt x="6704599" y="599949"/>
                  <a:pt x="6704599" y="659548"/>
                  <a:pt x="6704599" y="719145"/>
                </a:cubicBezTo>
                <a:cubicBezTo>
                  <a:pt x="6704599" y="721863"/>
                  <a:pt x="6704405" y="724775"/>
                  <a:pt x="6704405" y="727493"/>
                </a:cubicBezTo>
                <a:cubicBezTo>
                  <a:pt x="6704599" y="727493"/>
                  <a:pt x="6704987" y="727493"/>
                  <a:pt x="6705181" y="727493"/>
                </a:cubicBezTo>
                <a:cubicBezTo>
                  <a:pt x="6705181" y="727493"/>
                  <a:pt x="6704987" y="727299"/>
                  <a:pt x="6704987" y="727299"/>
                </a:cubicBezTo>
                <a:cubicBezTo>
                  <a:pt x="6704987" y="663430"/>
                  <a:pt x="6704987" y="599367"/>
                  <a:pt x="6704987" y="535498"/>
                </a:cubicBezTo>
                <a:cubicBezTo>
                  <a:pt x="6704987" y="534333"/>
                  <a:pt x="6704793" y="533169"/>
                  <a:pt x="6705375" y="532004"/>
                </a:cubicBezTo>
                <a:cubicBezTo>
                  <a:pt x="6708482" y="504049"/>
                  <a:pt x="6734301" y="488518"/>
                  <a:pt x="6753132" y="490460"/>
                </a:cubicBezTo>
                <a:cubicBezTo>
                  <a:pt x="6777592" y="488907"/>
                  <a:pt x="6800111" y="511814"/>
                  <a:pt x="6799917" y="535304"/>
                </a:cubicBezTo>
                <a:cubicBezTo>
                  <a:pt x="6799723" y="583836"/>
                  <a:pt x="6799917" y="632564"/>
                  <a:pt x="6799917" y="681290"/>
                </a:cubicBezTo>
                <a:cubicBezTo>
                  <a:pt x="6799917" y="726522"/>
                  <a:pt x="6799917" y="771949"/>
                  <a:pt x="6799917" y="817181"/>
                </a:cubicBezTo>
                <a:cubicBezTo>
                  <a:pt x="6799917" y="819511"/>
                  <a:pt x="6798558" y="822423"/>
                  <a:pt x="6801858" y="823976"/>
                </a:cubicBezTo>
                <a:cubicBezTo>
                  <a:pt x="6804964" y="815046"/>
                  <a:pt x="6809429" y="806892"/>
                  <a:pt x="6814283" y="798933"/>
                </a:cubicBezTo>
                <a:cubicBezTo>
                  <a:pt x="6816612" y="795244"/>
                  <a:pt x="6817389" y="791750"/>
                  <a:pt x="6817389" y="787673"/>
                </a:cubicBezTo>
                <a:cubicBezTo>
                  <a:pt x="6817389" y="720698"/>
                  <a:pt x="6817389" y="653724"/>
                  <a:pt x="6817389" y="586749"/>
                </a:cubicBezTo>
                <a:cubicBezTo>
                  <a:pt x="6817389" y="570247"/>
                  <a:pt x="6817777" y="553746"/>
                  <a:pt x="6817389" y="537245"/>
                </a:cubicBezTo>
                <a:cubicBezTo>
                  <a:pt x="6816806" y="517055"/>
                  <a:pt x="6831366" y="495313"/>
                  <a:pt x="6856991" y="490460"/>
                </a:cubicBezTo>
                <a:cubicBezTo>
                  <a:pt x="6859709" y="489877"/>
                  <a:pt x="6862621" y="489877"/>
                  <a:pt x="6865339" y="490265"/>
                </a:cubicBezTo>
                <a:cubicBezTo>
                  <a:pt x="6890770" y="489101"/>
                  <a:pt x="6912125" y="512202"/>
                  <a:pt x="6912125" y="535110"/>
                </a:cubicBezTo>
                <a:cubicBezTo>
                  <a:pt x="6911930" y="594708"/>
                  <a:pt x="6912125" y="654306"/>
                  <a:pt x="6912125" y="713904"/>
                </a:cubicBezTo>
                <a:cubicBezTo>
                  <a:pt x="6912125" y="715845"/>
                  <a:pt x="6912125" y="717592"/>
                  <a:pt x="6912125" y="719339"/>
                </a:cubicBezTo>
                <a:cubicBezTo>
                  <a:pt x="6912125" y="721475"/>
                  <a:pt x="6913872" y="721669"/>
                  <a:pt x="6915425" y="721669"/>
                </a:cubicBezTo>
                <a:cubicBezTo>
                  <a:pt x="6936780" y="715068"/>
                  <a:pt x="6958910" y="713321"/>
                  <a:pt x="6980847" y="716039"/>
                </a:cubicBezTo>
                <a:cubicBezTo>
                  <a:pt x="7045687" y="724193"/>
                  <a:pt x="7092666" y="757971"/>
                  <a:pt x="7121398" y="816793"/>
                </a:cubicBezTo>
                <a:cubicBezTo>
                  <a:pt x="7125086" y="824558"/>
                  <a:pt x="7128386" y="832517"/>
                  <a:pt x="7130134" y="840865"/>
                </a:cubicBezTo>
                <a:cubicBezTo>
                  <a:pt x="7131298" y="841447"/>
                  <a:pt x="7132269" y="842030"/>
                  <a:pt x="7133434" y="842224"/>
                </a:cubicBezTo>
                <a:cubicBezTo>
                  <a:pt x="7140423" y="843777"/>
                  <a:pt x="7143140" y="846883"/>
                  <a:pt x="7143140" y="854066"/>
                </a:cubicBezTo>
                <a:lnTo>
                  <a:pt x="7143162" y="858635"/>
                </a:lnTo>
                <a:lnTo>
                  <a:pt x="7363499" y="801441"/>
                </a:lnTo>
                <a:cubicBezTo>
                  <a:pt x="7365074" y="800811"/>
                  <a:pt x="7366334" y="800181"/>
                  <a:pt x="7367909" y="799551"/>
                </a:cubicBezTo>
                <a:cubicBezTo>
                  <a:pt x="7367909" y="797346"/>
                  <a:pt x="7367909" y="795141"/>
                  <a:pt x="7367909" y="792936"/>
                </a:cubicBezTo>
                <a:cubicBezTo>
                  <a:pt x="7368224" y="788211"/>
                  <a:pt x="7367594" y="785061"/>
                  <a:pt x="7362239" y="782541"/>
                </a:cubicBezTo>
                <a:cubicBezTo>
                  <a:pt x="7355625" y="779392"/>
                  <a:pt x="7355625" y="775296"/>
                  <a:pt x="7360349" y="769312"/>
                </a:cubicBezTo>
                <a:cubicBezTo>
                  <a:pt x="7362239" y="767107"/>
                  <a:pt x="7364129" y="766792"/>
                  <a:pt x="7365389" y="769627"/>
                </a:cubicBezTo>
                <a:cubicBezTo>
                  <a:pt x="7366334" y="772462"/>
                  <a:pt x="7366649" y="772777"/>
                  <a:pt x="7368854" y="770257"/>
                </a:cubicBezTo>
                <a:cubicBezTo>
                  <a:pt x="7372319" y="766162"/>
                  <a:pt x="7372634" y="766477"/>
                  <a:pt x="7374839" y="772777"/>
                </a:cubicBezTo>
                <a:cubicBezTo>
                  <a:pt x="7377044" y="772462"/>
                  <a:pt x="7376729" y="769942"/>
                  <a:pt x="7378304" y="768682"/>
                </a:cubicBezTo>
                <a:cubicBezTo>
                  <a:pt x="7379564" y="768052"/>
                  <a:pt x="7381139" y="767107"/>
                  <a:pt x="7381769" y="768367"/>
                </a:cubicBezTo>
                <a:cubicBezTo>
                  <a:pt x="7383659" y="772462"/>
                  <a:pt x="7384289" y="771517"/>
                  <a:pt x="7387439" y="768682"/>
                </a:cubicBezTo>
                <a:cubicBezTo>
                  <a:pt x="7391534" y="764902"/>
                  <a:pt x="7391219" y="770257"/>
                  <a:pt x="7392164" y="772462"/>
                </a:cubicBezTo>
                <a:cubicBezTo>
                  <a:pt x="7395314" y="772147"/>
                  <a:pt x="7396259" y="763327"/>
                  <a:pt x="7401299" y="770257"/>
                </a:cubicBezTo>
                <a:cubicBezTo>
                  <a:pt x="7402244" y="771832"/>
                  <a:pt x="7402874" y="769627"/>
                  <a:pt x="7403819" y="768997"/>
                </a:cubicBezTo>
                <a:cubicBezTo>
                  <a:pt x="7408858" y="764587"/>
                  <a:pt x="7408544" y="769312"/>
                  <a:pt x="7409488" y="772462"/>
                </a:cubicBezTo>
                <a:cubicBezTo>
                  <a:pt x="7412008" y="771517"/>
                  <a:pt x="7412638" y="767737"/>
                  <a:pt x="7416103" y="767737"/>
                </a:cubicBezTo>
                <a:cubicBezTo>
                  <a:pt x="7416733" y="768367"/>
                  <a:pt x="7417678" y="768997"/>
                  <a:pt x="7417993" y="769627"/>
                </a:cubicBezTo>
                <a:cubicBezTo>
                  <a:pt x="7423978" y="780336"/>
                  <a:pt x="7422403" y="778762"/>
                  <a:pt x="7413268" y="784116"/>
                </a:cubicBezTo>
                <a:cubicBezTo>
                  <a:pt x="7410434" y="785691"/>
                  <a:pt x="7411694" y="786636"/>
                  <a:pt x="7413268" y="788211"/>
                </a:cubicBezTo>
                <a:cubicBezTo>
                  <a:pt x="7442563" y="780966"/>
                  <a:pt x="7471857" y="773406"/>
                  <a:pt x="7501152" y="765847"/>
                </a:cubicBezTo>
                <a:cubicBezTo>
                  <a:pt x="7550291" y="753247"/>
                  <a:pt x="7599745" y="740332"/>
                  <a:pt x="7648884" y="727417"/>
                </a:cubicBezTo>
                <a:cubicBezTo>
                  <a:pt x="7653609" y="726157"/>
                  <a:pt x="7657703" y="726157"/>
                  <a:pt x="7662113" y="727417"/>
                </a:cubicBezTo>
                <a:cubicBezTo>
                  <a:pt x="7670303" y="729307"/>
                  <a:pt x="7678493" y="732457"/>
                  <a:pt x="7687313" y="733402"/>
                </a:cubicBezTo>
                <a:cubicBezTo>
                  <a:pt x="7687313" y="667255"/>
                  <a:pt x="7687313" y="601421"/>
                  <a:pt x="7687313" y="535272"/>
                </a:cubicBezTo>
                <a:cubicBezTo>
                  <a:pt x="7687313" y="494323"/>
                  <a:pt x="7687313" y="453059"/>
                  <a:pt x="7687313" y="411795"/>
                </a:cubicBezTo>
                <a:cubicBezTo>
                  <a:pt x="7687313" y="402660"/>
                  <a:pt x="7687313" y="402660"/>
                  <a:pt x="7696133" y="402660"/>
                </a:cubicBezTo>
                <a:cubicBezTo>
                  <a:pt x="7700858" y="402660"/>
                  <a:pt x="7705898" y="402975"/>
                  <a:pt x="7710622" y="402975"/>
                </a:cubicBezTo>
                <a:cubicBezTo>
                  <a:pt x="7715977" y="402975"/>
                  <a:pt x="7721647" y="402660"/>
                  <a:pt x="7727002" y="402660"/>
                </a:cubicBezTo>
                <a:cubicBezTo>
                  <a:pt x="7730467" y="402660"/>
                  <a:pt x="7732042" y="404550"/>
                  <a:pt x="7732042" y="408015"/>
                </a:cubicBezTo>
                <a:cubicBezTo>
                  <a:pt x="7732042" y="409275"/>
                  <a:pt x="7732042" y="410535"/>
                  <a:pt x="7732042" y="411795"/>
                </a:cubicBezTo>
                <a:cubicBezTo>
                  <a:pt x="7732042" y="522673"/>
                  <a:pt x="7732042" y="633865"/>
                  <a:pt x="7732042" y="745057"/>
                </a:cubicBezTo>
                <a:cubicBezTo>
                  <a:pt x="7744012" y="749467"/>
                  <a:pt x="7756926" y="751987"/>
                  <a:pt x="7769211" y="755137"/>
                </a:cubicBezTo>
                <a:cubicBezTo>
                  <a:pt x="7773936" y="756397"/>
                  <a:pt x="7778346" y="760177"/>
                  <a:pt x="7783701" y="758602"/>
                </a:cubicBezTo>
                <a:cubicBezTo>
                  <a:pt x="7783701" y="644260"/>
                  <a:pt x="7783701" y="529917"/>
                  <a:pt x="7783701" y="415575"/>
                </a:cubicBezTo>
                <a:cubicBezTo>
                  <a:pt x="7783701" y="401085"/>
                  <a:pt x="7782126" y="402660"/>
                  <a:pt x="7796616" y="402660"/>
                </a:cubicBezTo>
                <a:cubicBezTo>
                  <a:pt x="7800396" y="402660"/>
                  <a:pt x="7803860" y="402975"/>
                  <a:pt x="7807325" y="402975"/>
                </a:cubicBezTo>
                <a:cubicBezTo>
                  <a:pt x="7812365" y="402975"/>
                  <a:pt x="7817720" y="402975"/>
                  <a:pt x="7822760" y="402660"/>
                </a:cubicBezTo>
                <a:cubicBezTo>
                  <a:pt x="7827485" y="402345"/>
                  <a:pt x="7829060" y="404550"/>
                  <a:pt x="7828745" y="408960"/>
                </a:cubicBezTo>
                <a:cubicBezTo>
                  <a:pt x="7828745" y="411795"/>
                  <a:pt x="7828745" y="414315"/>
                  <a:pt x="7828745" y="416835"/>
                </a:cubicBezTo>
                <a:cubicBezTo>
                  <a:pt x="7828745" y="534642"/>
                  <a:pt x="7828745" y="652765"/>
                  <a:pt x="7828745" y="770572"/>
                </a:cubicBezTo>
                <a:cubicBezTo>
                  <a:pt x="7841660" y="774036"/>
                  <a:pt x="7854260" y="777186"/>
                  <a:pt x="7867174" y="780652"/>
                </a:cubicBezTo>
                <a:cubicBezTo>
                  <a:pt x="7869064" y="780022"/>
                  <a:pt x="7870954" y="779706"/>
                  <a:pt x="7870954" y="777186"/>
                </a:cubicBezTo>
                <a:cubicBezTo>
                  <a:pt x="7870954" y="774036"/>
                  <a:pt x="7870954" y="771202"/>
                  <a:pt x="7870954" y="768367"/>
                </a:cubicBezTo>
                <a:cubicBezTo>
                  <a:pt x="7870954" y="696548"/>
                  <a:pt x="7870954" y="625046"/>
                  <a:pt x="7870954" y="553542"/>
                </a:cubicBezTo>
                <a:cubicBezTo>
                  <a:pt x="7870954" y="549762"/>
                  <a:pt x="7871269" y="545667"/>
                  <a:pt x="7871269" y="541887"/>
                </a:cubicBezTo>
                <a:cubicBezTo>
                  <a:pt x="7870954" y="534327"/>
                  <a:pt x="7870639" y="526452"/>
                  <a:pt x="7870639" y="518892"/>
                </a:cubicBezTo>
                <a:cubicBezTo>
                  <a:pt x="7870639" y="511018"/>
                  <a:pt x="7870954" y="511018"/>
                  <a:pt x="7878514" y="511018"/>
                </a:cubicBezTo>
                <a:cubicBezTo>
                  <a:pt x="7895524" y="511018"/>
                  <a:pt x="7912533" y="511018"/>
                  <a:pt x="7929543" y="511018"/>
                </a:cubicBezTo>
                <a:cubicBezTo>
                  <a:pt x="7942458" y="511018"/>
                  <a:pt x="7955058" y="511018"/>
                  <a:pt x="7967972" y="511018"/>
                </a:cubicBezTo>
                <a:cubicBezTo>
                  <a:pt x="7970807" y="511018"/>
                  <a:pt x="7974272" y="511963"/>
                  <a:pt x="7977107" y="509758"/>
                </a:cubicBezTo>
                <a:cubicBezTo>
                  <a:pt x="7976792" y="500308"/>
                  <a:pt x="7976792" y="490543"/>
                  <a:pt x="7976792" y="481093"/>
                </a:cubicBezTo>
                <a:cubicBezTo>
                  <a:pt x="7976792" y="479203"/>
                  <a:pt x="7976477" y="476683"/>
                  <a:pt x="7979627" y="476368"/>
                </a:cubicBezTo>
                <a:cubicBezTo>
                  <a:pt x="7983722" y="476054"/>
                  <a:pt x="7983407" y="478888"/>
                  <a:pt x="7983407" y="481409"/>
                </a:cubicBezTo>
                <a:cubicBezTo>
                  <a:pt x="7983722" y="491173"/>
                  <a:pt x="7983722" y="501253"/>
                  <a:pt x="7983722" y="511018"/>
                </a:cubicBezTo>
                <a:cubicBezTo>
                  <a:pt x="7986242" y="511018"/>
                  <a:pt x="7988447" y="511018"/>
                  <a:pt x="7990967" y="511018"/>
                </a:cubicBezTo>
                <a:cubicBezTo>
                  <a:pt x="7990967" y="502828"/>
                  <a:pt x="7991282" y="494323"/>
                  <a:pt x="7991282" y="486133"/>
                </a:cubicBezTo>
                <a:cubicBezTo>
                  <a:pt x="7991282" y="484243"/>
                  <a:pt x="7991282" y="482353"/>
                  <a:pt x="7991282" y="480463"/>
                </a:cubicBezTo>
                <a:cubicBezTo>
                  <a:pt x="7991282" y="477944"/>
                  <a:pt x="7992227" y="476054"/>
                  <a:pt x="7995062" y="476054"/>
                </a:cubicBezTo>
                <a:cubicBezTo>
                  <a:pt x="7998212" y="475739"/>
                  <a:pt x="7998842" y="477629"/>
                  <a:pt x="7998842" y="480149"/>
                </a:cubicBezTo>
                <a:cubicBezTo>
                  <a:pt x="7998842" y="488023"/>
                  <a:pt x="7998842" y="496213"/>
                  <a:pt x="7998842" y="504088"/>
                </a:cubicBezTo>
                <a:cubicBezTo>
                  <a:pt x="7998842" y="506293"/>
                  <a:pt x="7999157" y="508498"/>
                  <a:pt x="7999157" y="510703"/>
                </a:cubicBezTo>
                <a:cubicBezTo>
                  <a:pt x="8001676" y="510703"/>
                  <a:pt x="8003881" y="510703"/>
                  <a:pt x="8006401" y="510703"/>
                </a:cubicBezTo>
                <a:cubicBezTo>
                  <a:pt x="8006401" y="502513"/>
                  <a:pt x="8006716" y="494008"/>
                  <a:pt x="8006716" y="485818"/>
                </a:cubicBezTo>
                <a:cubicBezTo>
                  <a:pt x="8006716" y="483929"/>
                  <a:pt x="8006716" y="482039"/>
                  <a:pt x="8006716" y="480149"/>
                </a:cubicBezTo>
                <a:cubicBezTo>
                  <a:pt x="8006716" y="477313"/>
                  <a:pt x="8007661" y="475739"/>
                  <a:pt x="8010497" y="475739"/>
                </a:cubicBezTo>
                <a:cubicBezTo>
                  <a:pt x="8013646" y="475424"/>
                  <a:pt x="8014276" y="477313"/>
                  <a:pt x="8014276" y="479833"/>
                </a:cubicBezTo>
                <a:cubicBezTo>
                  <a:pt x="8014276" y="487709"/>
                  <a:pt x="8014276" y="495898"/>
                  <a:pt x="8014276" y="503773"/>
                </a:cubicBezTo>
                <a:cubicBezTo>
                  <a:pt x="8014276" y="505978"/>
                  <a:pt x="8014591" y="508183"/>
                  <a:pt x="8014591" y="510388"/>
                </a:cubicBezTo>
                <a:cubicBezTo>
                  <a:pt x="8044515" y="510388"/>
                  <a:pt x="8074755" y="510388"/>
                  <a:pt x="8104995" y="510388"/>
                </a:cubicBezTo>
                <a:cubicBezTo>
                  <a:pt x="8104679" y="504718"/>
                  <a:pt x="8107514" y="503143"/>
                  <a:pt x="8113184" y="503143"/>
                </a:cubicBezTo>
                <a:cubicBezTo>
                  <a:pt x="8138384" y="503458"/>
                  <a:pt x="8163898" y="503773"/>
                  <a:pt x="8189098" y="503143"/>
                </a:cubicBezTo>
                <a:cubicBezTo>
                  <a:pt x="8195398" y="502828"/>
                  <a:pt x="8198548" y="505033"/>
                  <a:pt x="8199807" y="510703"/>
                </a:cubicBezTo>
                <a:cubicBezTo>
                  <a:pt x="8213982" y="510703"/>
                  <a:pt x="8213982" y="510703"/>
                  <a:pt x="8213037" y="525192"/>
                </a:cubicBezTo>
                <a:cubicBezTo>
                  <a:pt x="8213037" y="530862"/>
                  <a:pt x="8213037" y="536532"/>
                  <a:pt x="8212722" y="542202"/>
                </a:cubicBezTo>
                <a:cubicBezTo>
                  <a:pt x="8212722" y="545982"/>
                  <a:pt x="8213037" y="549447"/>
                  <a:pt x="8213037" y="552912"/>
                </a:cubicBezTo>
                <a:lnTo>
                  <a:pt x="8213037" y="899839"/>
                </a:lnTo>
                <a:lnTo>
                  <a:pt x="8222585" y="899839"/>
                </a:lnTo>
                <a:lnTo>
                  <a:pt x="8222588" y="899188"/>
                </a:lnTo>
                <a:lnTo>
                  <a:pt x="8361723" y="819757"/>
                </a:lnTo>
                <a:lnTo>
                  <a:pt x="8400660" y="891401"/>
                </a:lnTo>
                <a:lnTo>
                  <a:pt x="8528374" y="819237"/>
                </a:lnTo>
                <a:lnTo>
                  <a:pt x="8564716" y="886728"/>
                </a:lnTo>
                <a:cubicBezTo>
                  <a:pt x="8564716" y="832735"/>
                  <a:pt x="8565754" y="778742"/>
                  <a:pt x="8566273" y="724750"/>
                </a:cubicBezTo>
                <a:cubicBezTo>
                  <a:pt x="8566273" y="702426"/>
                  <a:pt x="8567831" y="700868"/>
                  <a:pt x="8590674" y="700868"/>
                </a:cubicBezTo>
                <a:cubicBezTo>
                  <a:pt x="8620266" y="700868"/>
                  <a:pt x="8617151" y="704503"/>
                  <a:pt x="8617151" y="674910"/>
                </a:cubicBezTo>
                <a:cubicBezTo>
                  <a:pt x="8617151" y="658297"/>
                  <a:pt x="8617151" y="641165"/>
                  <a:pt x="8617151" y="624552"/>
                </a:cubicBezTo>
                <a:cubicBezTo>
                  <a:pt x="8617670" y="600671"/>
                  <a:pt x="8628053" y="582500"/>
                  <a:pt x="8649858" y="572636"/>
                </a:cubicBezTo>
                <a:cubicBezTo>
                  <a:pt x="8659722" y="568483"/>
                  <a:pt x="8663356" y="562771"/>
                  <a:pt x="8662318" y="552388"/>
                </a:cubicBezTo>
                <a:cubicBezTo>
                  <a:pt x="8661280" y="543043"/>
                  <a:pt x="8661799" y="533698"/>
                  <a:pt x="8661799" y="524353"/>
                </a:cubicBezTo>
                <a:cubicBezTo>
                  <a:pt x="8661280" y="514490"/>
                  <a:pt x="8665952" y="509298"/>
                  <a:pt x="8675816" y="509298"/>
                </a:cubicBezTo>
                <a:cubicBezTo>
                  <a:pt x="8715273" y="509298"/>
                  <a:pt x="8754729" y="509298"/>
                  <a:pt x="8794185" y="509298"/>
                </a:cubicBezTo>
                <a:cubicBezTo>
                  <a:pt x="8806645" y="509298"/>
                  <a:pt x="8810279" y="516566"/>
                  <a:pt x="8810279" y="527469"/>
                </a:cubicBezTo>
                <a:cubicBezTo>
                  <a:pt x="8809760" y="563810"/>
                  <a:pt x="8809760" y="600151"/>
                  <a:pt x="8810279" y="636493"/>
                </a:cubicBezTo>
                <a:cubicBezTo>
                  <a:pt x="8810279" y="649991"/>
                  <a:pt x="8811317" y="664008"/>
                  <a:pt x="8811837" y="677506"/>
                </a:cubicBezTo>
                <a:cubicBezTo>
                  <a:pt x="8811837" y="681659"/>
                  <a:pt x="8811837" y="686851"/>
                  <a:pt x="8817547" y="686332"/>
                </a:cubicBezTo>
                <a:cubicBezTo>
                  <a:pt x="8822739" y="685813"/>
                  <a:pt x="8822220" y="681659"/>
                  <a:pt x="8822220" y="678025"/>
                </a:cubicBezTo>
                <a:cubicBezTo>
                  <a:pt x="8822220" y="669200"/>
                  <a:pt x="8822739" y="660893"/>
                  <a:pt x="8822220" y="652587"/>
                </a:cubicBezTo>
                <a:cubicBezTo>
                  <a:pt x="8821701" y="641684"/>
                  <a:pt x="8826373" y="635454"/>
                  <a:pt x="8837795" y="637012"/>
                </a:cubicBezTo>
                <a:cubicBezTo>
                  <a:pt x="8849216" y="638569"/>
                  <a:pt x="8854408" y="634935"/>
                  <a:pt x="8854408" y="621956"/>
                </a:cubicBezTo>
                <a:cubicBezTo>
                  <a:pt x="8854408" y="603786"/>
                  <a:pt x="8863234" y="589249"/>
                  <a:pt x="8877770" y="577828"/>
                </a:cubicBezTo>
                <a:cubicBezTo>
                  <a:pt x="8884000" y="572636"/>
                  <a:pt x="8891268" y="569521"/>
                  <a:pt x="8895941" y="561214"/>
                </a:cubicBezTo>
                <a:cubicBezTo>
                  <a:pt x="8900613" y="552908"/>
                  <a:pt x="8927610" y="556023"/>
                  <a:pt x="8932282" y="564848"/>
                </a:cubicBezTo>
                <a:cubicBezTo>
                  <a:pt x="8934359" y="568483"/>
                  <a:pt x="8936955" y="570559"/>
                  <a:pt x="8940589" y="572636"/>
                </a:cubicBezTo>
                <a:cubicBezTo>
                  <a:pt x="8962394" y="585096"/>
                  <a:pt x="8972258" y="604305"/>
                  <a:pt x="8972258" y="628706"/>
                </a:cubicBezTo>
                <a:cubicBezTo>
                  <a:pt x="8972258" y="659855"/>
                  <a:pt x="8972258" y="691523"/>
                  <a:pt x="8972258" y="722673"/>
                </a:cubicBezTo>
                <a:lnTo>
                  <a:pt x="9035595" y="719558"/>
                </a:lnTo>
                <a:lnTo>
                  <a:pt x="9068822" y="146923"/>
                </a:lnTo>
                <a:lnTo>
                  <a:pt x="9146177" y="146923"/>
                </a:lnTo>
                <a:lnTo>
                  <a:pt x="9180961" y="716962"/>
                </a:lnTo>
                <a:lnTo>
                  <a:pt x="9225090" y="715405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D3D5F95E-A64B-4CF3-896F-F3B321903429}"/>
              </a:ext>
            </a:extLst>
          </p:cNvPr>
          <p:cNvGrpSpPr/>
          <p:nvPr userDrawn="1"/>
        </p:nvGrpSpPr>
        <p:grpSpPr>
          <a:xfrm>
            <a:off x="218787" y="2622975"/>
            <a:ext cx="11517590" cy="3946317"/>
            <a:chOff x="218787" y="2622975"/>
            <a:chExt cx="11517590" cy="3946317"/>
          </a:xfrm>
          <a:solidFill>
            <a:schemeClr val="bg1">
              <a:alpha val="5000"/>
            </a:schemeClr>
          </a:solidFill>
        </p:grpSpPr>
        <p:grpSp>
          <p:nvGrpSpPr>
            <p:cNvPr id="4" name="Group 3">
              <a:extLst>
                <a:ext uri="{FF2B5EF4-FFF2-40B4-BE49-F238E27FC236}">
                  <a16:creationId xmlns="" xmlns:a16="http://schemas.microsoft.com/office/drawing/2014/main" id="{AC598B69-F9FE-4154-B147-8335AB2E2E58}"/>
                </a:ext>
              </a:extLst>
            </p:cNvPr>
            <p:cNvGrpSpPr/>
            <p:nvPr/>
          </p:nvGrpSpPr>
          <p:grpSpPr>
            <a:xfrm rot="12366785">
              <a:off x="10129411" y="5122363"/>
              <a:ext cx="1606966" cy="1446929"/>
              <a:chOff x="6486650" y="2648852"/>
              <a:chExt cx="2745260" cy="2471860"/>
            </a:xfrm>
            <a:grpFill/>
          </p:grpSpPr>
          <p:sp>
            <p:nvSpPr>
              <p:cNvPr id="39" name="Freeform: Shape 38">
                <a:extLst>
                  <a:ext uri="{FF2B5EF4-FFF2-40B4-BE49-F238E27FC236}">
                    <a16:creationId xmlns="" xmlns:a16="http://schemas.microsoft.com/office/drawing/2014/main" id="{B2891B34-6F88-4D11-AD5C-410F7771AEA2}"/>
                  </a:ext>
                </a:extLst>
              </p:cNvPr>
              <p:cNvSpPr/>
              <p:nvPr/>
            </p:nvSpPr>
            <p:spPr>
              <a:xfrm>
                <a:off x="6486650" y="3806165"/>
                <a:ext cx="1318090" cy="1314547"/>
              </a:xfrm>
              <a:custGeom>
                <a:avLst/>
                <a:gdLst>
                  <a:gd name="connsiteX0" fmla="*/ 0 w 1919435"/>
                  <a:gd name="connsiteY0" fmla="*/ 987194 h 1914275"/>
                  <a:gd name="connsiteX1" fmla="*/ 37667 w 1919435"/>
                  <a:gd name="connsiteY1" fmla="*/ 959846 h 1914275"/>
                  <a:gd name="connsiteX2" fmla="*/ 169757 w 1919435"/>
                  <a:gd name="connsiteY2" fmla="*/ 922696 h 1914275"/>
                  <a:gd name="connsiteX3" fmla="*/ 215163 w 1919435"/>
                  <a:gd name="connsiteY3" fmla="*/ 872130 h 1914275"/>
                  <a:gd name="connsiteX4" fmla="*/ 217743 w 1919435"/>
                  <a:gd name="connsiteY4" fmla="*/ 850459 h 1914275"/>
                  <a:gd name="connsiteX5" fmla="*/ 189364 w 1919435"/>
                  <a:gd name="connsiteY5" fmla="*/ 797830 h 1914275"/>
                  <a:gd name="connsiteX6" fmla="*/ 69657 w 1919435"/>
                  <a:gd name="connsiteY6" fmla="*/ 727657 h 1914275"/>
                  <a:gd name="connsiteX7" fmla="*/ 43858 w 1919435"/>
                  <a:gd name="connsiteY7" fmla="*/ 664708 h 1914275"/>
                  <a:gd name="connsiteX8" fmla="*/ 46438 w 1919435"/>
                  <a:gd name="connsiteY8" fmla="*/ 655936 h 1914275"/>
                  <a:gd name="connsiteX9" fmla="*/ 114547 w 1919435"/>
                  <a:gd name="connsiteY9" fmla="*/ 608982 h 1914275"/>
                  <a:gd name="connsiteX10" fmla="*/ 241478 w 1919435"/>
                  <a:gd name="connsiteY10" fmla="*/ 623429 h 1914275"/>
                  <a:gd name="connsiteX11" fmla="*/ 306491 w 1919435"/>
                  <a:gd name="connsiteY11" fmla="*/ 593503 h 1914275"/>
                  <a:gd name="connsiteX12" fmla="*/ 301331 w 1919435"/>
                  <a:gd name="connsiteY12" fmla="*/ 505271 h 1914275"/>
                  <a:gd name="connsiteX13" fmla="*/ 222386 w 1919435"/>
                  <a:gd name="connsiteY13" fmla="*/ 400527 h 1914275"/>
                  <a:gd name="connsiteX14" fmla="*/ 222386 w 1919435"/>
                  <a:gd name="connsiteY14" fmla="*/ 342222 h 1914275"/>
                  <a:gd name="connsiteX15" fmla="*/ 248185 w 1919435"/>
                  <a:gd name="connsiteY15" fmla="*/ 313327 h 1914275"/>
                  <a:gd name="connsiteX16" fmla="*/ 303395 w 1919435"/>
                  <a:gd name="connsiteY16" fmla="*/ 307135 h 1914275"/>
                  <a:gd name="connsiteX17" fmla="*/ 420522 w 1919435"/>
                  <a:gd name="connsiteY17" fmla="*/ 373180 h 1914275"/>
                  <a:gd name="connsiteX18" fmla="*/ 525265 w 1919435"/>
                  <a:gd name="connsiteY18" fmla="*/ 343770 h 1914275"/>
                  <a:gd name="connsiteX19" fmla="*/ 527845 w 1919435"/>
                  <a:gd name="connsiteY19" fmla="*/ 298364 h 1914275"/>
                  <a:gd name="connsiteX20" fmla="*/ 493791 w 1919435"/>
                  <a:gd name="connsiteY20" fmla="*/ 166789 h 1914275"/>
                  <a:gd name="connsiteX21" fmla="*/ 518557 w 1919435"/>
                  <a:gd name="connsiteY21" fmla="*/ 105904 h 1914275"/>
                  <a:gd name="connsiteX22" fmla="*/ 537649 w 1919435"/>
                  <a:gd name="connsiteY22" fmla="*/ 95585 h 1914275"/>
                  <a:gd name="connsiteX23" fmla="*/ 608853 w 1919435"/>
                  <a:gd name="connsiteY23" fmla="*/ 113128 h 1914275"/>
                  <a:gd name="connsiteX24" fmla="*/ 690894 w 1919435"/>
                  <a:gd name="connsiteY24" fmla="*/ 217355 h 1914275"/>
                  <a:gd name="connsiteX25" fmla="*/ 802861 w 1919435"/>
                  <a:gd name="connsiteY25" fmla="*/ 216839 h 1914275"/>
                  <a:gd name="connsiteX26" fmla="*/ 816277 w 1919435"/>
                  <a:gd name="connsiteY26" fmla="*/ 169369 h 1914275"/>
                  <a:gd name="connsiteX27" fmla="*/ 832788 w 1919435"/>
                  <a:gd name="connsiteY27" fmla="*/ 48631 h 1914275"/>
                  <a:gd name="connsiteX28" fmla="*/ 877677 w 1919435"/>
                  <a:gd name="connsiteY28" fmla="*/ 2193 h 1914275"/>
                  <a:gd name="connsiteX29" fmla="*/ 917924 w 1919435"/>
                  <a:gd name="connsiteY29" fmla="*/ 645 h 1914275"/>
                  <a:gd name="connsiteX30" fmla="*/ 956106 w 1919435"/>
                  <a:gd name="connsiteY30" fmla="*/ 31603 h 1914275"/>
                  <a:gd name="connsiteX31" fmla="*/ 993772 w 1919435"/>
                  <a:gd name="connsiteY31" fmla="*/ 163693 h 1914275"/>
                  <a:gd name="connsiteX32" fmla="*/ 1089745 w 1919435"/>
                  <a:gd name="connsiteY32" fmla="*/ 217871 h 1914275"/>
                  <a:gd name="connsiteX33" fmla="*/ 1120703 w 1919435"/>
                  <a:gd name="connsiteY33" fmla="*/ 191040 h 1914275"/>
                  <a:gd name="connsiteX34" fmla="*/ 1192940 w 1919435"/>
                  <a:gd name="connsiteY34" fmla="*/ 68754 h 1914275"/>
                  <a:gd name="connsiteX35" fmla="*/ 1251245 w 1919435"/>
                  <a:gd name="connsiteY35" fmla="*/ 44503 h 1914275"/>
                  <a:gd name="connsiteX36" fmla="*/ 1309035 w 1919435"/>
                  <a:gd name="connsiteY36" fmla="*/ 137895 h 1914275"/>
                  <a:gd name="connsiteX37" fmla="*/ 1294587 w 1919435"/>
                  <a:gd name="connsiteY37" fmla="*/ 255538 h 1914275"/>
                  <a:gd name="connsiteX38" fmla="*/ 1294587 w 1919435"/>
                  <a:gd name="connsiteY38" fmla="*/ 267921 h 1914275"/>
                  <a:gd name="connsiteX39" fmla="*/ 1399331 w 1919435"/>
                  <a:gd name="connsiteY39" fmla="*/ 314359 h 1914275"/>
                  <a:gd name="connsiteX40" fmla="*/ 1514394 w 1919435"/>
                  <a:gd name="connsiteY40" fmla="*/ 228191 h 1914275"/>
                  <a:gd name="connsiteX41" fmla="*/ 1584050 w 1919435"/>
                  <a:gd name="connsiteY41" fmla="*/ 229223 h 1914275"/>
                  <a:gd name="connsiteX42" fmla="*/ 1594886 w 1919435"/>
                  <a:gd name="connsiteY42" fmla="*/ 238510 h 1914275"/>
                  <a:gd name="connsiteX43" fmla="*/ 1606754 w 1919435"/>
                  <a:gd name="connsiteY43" fmla="*/ 317971 h 1914275"/>
                  <a:gd name="connsiteX44" fmla="*/ 1543288 w 1919435"/>
                  <a:gd name="connsiteY44" fmla="*/ 430970 h 1914275"/>
                  <a:gd name="connsiteX45" fmla="*/ 1552060 w 1919435"/>
                  <a:gd name="connsiteY45" fmla="*/ 504239 h 1914275"/>
                  <a:gd name="connsiteX46" fmla="*/ 1619137 w 1919435"/>
                  <a:gd name="connsiteY46" fmla="*/ 531069 h 1914275"/>
                  <a:gd name="connsiteX47" fmla="*/ 1754839 w 1919435"/>
                  <a:gd name="connsiteY47" fmla="*/ 495467 h 1914275"/>
                  <a:gd name="connsiteX48" fmla="*/ 1812629 w 1919435"/>
                  <a:gd name="connsiteY48" fmla="*/ 517654 h 1914275"/>
                  <a:gd name="connsiteX49" fmla="*/ 1830172 w 1919435"/>
                  <a:gd name="connsiteY49" fmla="*/ 552225 h 1914275"/>
                  <a:gd name="connsiteX50" fmla="*/ 1815724 w 1919435"/>
                  <a:gd name="connsiteY50" fmla="*/ 603306 h 1914275"/>
                  <a:gd name="connsiteX51" fmla="*/ 1699630 w 1919435"/>
                  <a:gd name="connsiteY51" fmla="*/ 695666 h 1914275"/>
                  <a:gd name="connsiteX52" fmla="*/ 1678990 w 1919435"/>
                  <a:gd name="connsiteY52" fmla="*/ 751908 h 1914275"/>
                  <a:gd name="connsiteX53" fmla="*/ 1685182 w 1919435"/>
                  <a:gd name="connsiteY53" fmla="*/ 774611 h 1914275"/>
                  <a:gd name="connsiteX54" fmla="*/ 1732652 w 1919435"/>
                  <a:gd name="connsiteY54" fmla="*/ 815373 h 1914275"/>
                  <a:gd name="connsiteX55" fmla="*/ 1872998 w 1919435"/>
                  <a:gd name="connsiteY55" fmla="*/ 834464 h 1914275"/>
                  <a:gd name="connsiteX56" fmla="*/ 1918404 w 1919435"/>
                  <a:gd name="connsiteY56" fmla="*/ 879354 h 1914275"/>
                  <a:gd name="connsiteX57" fmla="*/ 1919952 w 1919435"/>
                  <a:gd name="connsiteY57" fmla="*/ 919600 h 1914275"/>
                  <a:gd name="connsiteX58" fmla="*/ 1886930 w 1919435"/>
                  <a:gd name="connsiteY58" fmla="*/ 958299 h 1914275"/>
                  <a:gd name="connsiteX59" fmla="*/ 1754839 w 1919435"/>
                  <a:gd name="connsiteY59" fmla="*/ 995965 h 1914275"/>
                  <a:gd name="connsiteX60" fmla="*/ 1701178 w 1919435"/>
                  <a:gd name="connsiteY60" fmla="*/ 1085229 h 1914275"/>
                  <a:gd name="connsiteX61" fmla="*/ 1728524 w 1919435"/>
                  <a:gd name="connsiteY61" fmla="*/ 1121348 h 1914275"/>
                  <a:gd name="connsiteX62" fmla="*/ 1849779 w 1919435"/>
                  <a:gd name="connsiteY62" fmla="*/ 1192552 h 1914275"/>
                  <a:gd name="connsiteX63" fmla="*/ 1876094 w 1919435"/>
                  <a:gd name="connsiteY63" fmla="*/ 1253954 h 1914275"/>
                  <a:gd name="connsiteX64" fmla="*/ 1875062 w 1919435"/>
                  <a:gd name="connsiteY64" fmla="*/ 1260145 h 1914275"/>
                  <a:gd name="connsiteX65" fmla="*/ 1802309 w 1919435"/>
                  <a:gd name="connsiteY65" fmla="*/ 1312259 h 1914275"/>
                  <a:gd name="connsiteX66" fmla="*/ 1675379 w 1919435"/>
                  <a:gd name="connsiteY66" fmla="*/ 1296264 h 1914275"/>
                  <a:gd name="connsiteX67" fmla="*/ 1611398 w 1919435"/>
                  <a:gd name="connsiteY67" fmla="*/ 1329286 h 1914275"/>
                  <a:gd name="connsiteX68" fmla="*/ 1610365 w 1919435"/>
                  <a:gd name="connsiteY68" fmla="*/ 1405651 h 1914275"/>
                  <a:gd name="connsiteX69" fmla="*/ 1692406 w 1919435"/>
                  <a:gd name="connsiteY69" fmla="*/ 1514006 h 1914275"/>
                  <a:gd name="connsiteX70" fmla="*/ 1692406 w 1919435"/>
                  <a:gd name="connsiteY70" fmla="*/ 1584695 h 1914275"/>
                  <a:gd name="connsiteX71" fmla="*/ 1689310 w 1919435"/>
                  <a:gd name="connsiteY71" fmla="*/ 1588307 h 1914275"/>
                  <a:gd name="connsiteX72" fmla="*/ 1600562 w 1919435"/>
                  <a:gd name="connsiteY72" fmla="*/ 1605850 h 1914275"/>
                  <a:gd name="connsiteX73" fmla="*/ 1490659 w 1919435"/>
                  <a:gd name="connsiteY73" fmla="*/ 1543933 h 1914275"/>
                  <a:gd name="connsiteX74" fmla="*/ 1415326 w 1919435"/>
                  <a:gd name="connsiteY74" fmla="*/ 1554769 h 1914275"/>
                  <a:gd name="connsiteX75" fmla="*/ 1391075 w 1919435"/>
                  <a:gd name="connsiteY75" fmla="*/ 1622877 h 1914275"/>
                  <a:gd name="connsiteX76" fmla="*/ 1426677 w 1919435"/>
                  <a:gd name="connsiteY76" fmla="*/ 1760128 h 1914275"/>
                  <a:gd name="connsiteX77" fmla="*/ 1406554 w 1919435"/>
                  <a:gd name="connsiteY77" fmla="*/ 1811725 h 1914275"/>
                  <a:gd name="connsiteX78" fmla="*/ 1370436 w 1919435"/>
                  <a:gd name="connsiteY78" fmla="*/ 1830300 h 1914275"/>
                  <a:gd name="connsiteX79" fmla="*/ 1316258 w 1919435"/>
                  <a:gd name="connsiteY79" fmla="*/ 1815337 h 1914275"/>
                  <a:gd name="connsiteX80" fmla="*/ 1231122 w 1919435"/>
                  <a:gd name="connsiteY80" fmla="*/ 1707498 h 1914275"/>
                  <a:gd name="connsiteX81" fmla="*/ 1121219 w 1919435"/>
                  <a:gd name="connsiteY81" fmla="*/ 1698210 h 1914275"/>
                  <a:gd name="connsiteX82" fmla="*/ 1106771 w 1919435"/>
                  <a:gd name="connsiteY82" fmla="*/ 1727105 h 1914275"/>
                  <a:gd name="connsiteX83" fmla="*/ 1087165 w 1919435"/>
                  <a:gd name="connsiteY83" fmla="*/ 1868999 h 1914275"/>
                  <a:gd name="connsiteX84" fmla="*/ 1050014 w 1919435"/>
                  <a:gd name="connsiteY84" fmla="*/ 1919049 h 1914275"/>
                  <a:gd name="connsiteX85" fmla="*/ 987581 w 1919435"/>
                  <a:gd name="connsiteY85" fmla="*/ 1919049 h 1914275"/>
                  <a:gd name="connsiteX86" fmla="*/ 960234 w 1919435"/>
                  <a:gd name="connsiteY86" fmla="*/ 1880866 h 1914275"/>
                  <a:gd name="connsiteX87" fmla="*/ 921535 w 1919435"/>
                  <a:gd name="connsiteY87" fmla="*/ 1744132 h 1914275"/>
                  <a:gd name="connsiteX88" fmla="*/ 875614 w 1919435"/>
                  <a:gd name="connsiteY88" fmla="*/ 1703886 h 1914275"/>
                  <a:gd name="connsiteX89" fmla="*/ 847751 w 1919435"/>
                  <a:gd name="connsiteY89" fmla="*/ 1700790 h 1914275"/>
                  <a:gd name="connsiteX90" fmla="*/ 800281 w 1919435"/>
                  <a:gd name="connsiteY90" fmla="*/ 1727105 h 1914275"/>
                  <a:gd name="connsiteX91" fmla="*/ 788414 w 1919435"/>
                  <a:gd name="connsiteY91" fmla="*/ 1747228 h 1914275"/>
                  <a:gd name="connsiteX92" fmla="*/ 723401 w 1919435"/>
                  <a:gd name="connsiteY92" fmla="*/ 1857131 h 1914275"/>
                  <a:gd name="connsiteX93" fmla="*/ 674383 w 1919435"/>
                  <a:gd name="connsiteY93" fmla="*/ 1877254 h 1914275"/>
                  <a:gd name="connsiteX94" fmla="*/ 634652 w 1919435"/>
                  <a:gd name="connsiteY94" fmla="*/ 1863839 h 1914275"/>
                  <a:gd name="connsiteX95" fmla="*/ 607822 w 1919435"/>
                  <a:gd name="connsiteY95" fmla="*/ 1813789 h 1914275"/>
                  <a:gd name="connsiteX96" fmla="*/ 624848 w 1919435"/>
                  <a:gd name="connsiteY96" fmla="*/ 1672927 h 1914275"/>
                  <a:gd name="connsiteX97" fmla="*/ 586150 w 1919435"/>
                  <a:gd name="connsiteY97" fmla="*/ 1607398 h 1914275"/>
                  <a:gd name="connsiteX98" fmla="*/ 514430 w 1919435"/>
                  <a:gd name="connsiteY98" fmla="*/ 1611010 h 1914275"/>
                  <a:gd name="connsiteX99" fmla="*/ 413814 w 1919435"/>
                  <a:gd name="connsiteY99" fmla="*/ 1687375 h 1914275"/>
                  <a:gd name="connsiteX100" fmla="*/ 324550 w 1919435"/>
                  <a:gd name="connsiteY100" fmla="*/ 1682215 h 1914275"/>
                  <a:gd name="connsiteX101" fmla="*/ 316810 w 1919435"/>
                  <a:gd name="connsiteY101" fmla="*/ 1674475 h 1914275"/>
                  <a:gd name="connsiteX102" fmla="*/ 309071 w 1919435"/>
                  <a:gd name="connsiteY102" fmla="*/ 1612558 h 1914275"/>
                  <a:gd name="connsiteX103" fmla="*/ 376148 w 1919435"/>
                  <a:gd name="connsiteY103" fmla="*/ 1492851 h 1914275"/>
                  <a:gd name="connsiteX104" fmla="*/ 387499 w 1919435"/>
                  <a:gd name="connsiteY104" fmla="*/ 1456217 h 1914275"/>
                  <a:gd name="connsiteX105" fmla="*/ 297203 w 1919435"/>
                  <a:gd name="connsiteY105" fmla="*/ 1391720 h 1914275"/>
                  <a:gd name="connsiteX106" fmla="*/ 158405 w 1919435"/>
                  <a:gd name="connsiteY106" fmla="*/ 1427838 h 1914275"/>
                  <a:gd name="connsiteX107" fmla="*/ 114031 w 1919435"/>
                  <a:gd name="connsiteY107" fmla="*/ 1412875 h 1914275"/>
                  <a:gd name="connsiteX108" fmla="*/ 91844 w 1919435"/>
                  <a:gd name="connsiteY108" fmla="*/ 1373660 h 1914275"/>
                  <a:gd name="connsiteX109" fmla="*/ 106808 w 1919435"/>
                  <a:gd name="connsiteY109" fmla="*/ 1315871 h 1914275"/>
                  <a:gd name="connsiteX110" fmla="*/ 209487 w 1919435"/>
                  <a:gd name="connsiteY110" fmla="*/ 1234347 h 1914275"/>
                  <a:gd name="connsiteX111" fmla="*/ 236834 w 1919435"/>
                  <a:gd name="connsiteY111" fmla="*/ 1151274 h 1914275"/>
                  <a:gd name="connsiteX112" fmla="*/ 181624 w 1919435"/>
                  <a:gd name="connsiteY112" fmla="*/ 1104836 h 1914275"/>
                  <a:gd name="connsiteX113" fmla="*/ 52114 w 1919435"/>
                  <a:gd name="connsiteY113" fmla="*/ 1087293 h 1914275"/>
                  <a:gd name="connsiteX114" fmla="*/ 1032 w 1919435"/>
                  <a:gd name="connsiteY114" fmla="*/ 1051175 h 1914275"/>
                  <a:gd name="connsiteX115" fmla="*/ 0 w 1919435"/>
                  <a:gd name="connsiteY115" fmla="*/ 987194 h 1914275"/>
                  <a:gd name="connsiteX116" fmla="*/ 1198616 w 1919435"/>
                  <a:gd name="connsiteY116" fmla="*/ 960879 h 1914275"/>
                  <a:gd name="connsiteX117" fmla="*/ 958686 w 1919435"/>
                  <a:gd name="connsiteY117" fmla="*/ 720949 h 1914275"/>
                  <a:gd name="connsiteX118" fmla="*/ 720304 w 1919435"/>
                  <a:gd name="connsiteY118" fmla="*/ 959331 h 1914275"/>
                  <a:gd name="connsiteX119" fmla="*/ 957654 w 1919435"/>
                  <a:gd name="connsiteY119" fmla="*/ 1198744 h 1914275"/>
                  <a:gd name="connsiteX120" fmla="*/ 1198616 w 1919435"/>
                  <a:gd name="connsiteY120" fmla="*/ 960879 h 1914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1919435" h="1914275">
                    <a:moveTo>
                      <a:pt x="0" y="987194"/>
                    </a:moveTo>
                    <a:cubicBezTo>
                      <a:pt x="8256" y="971714"/>
                      <a:pt x="21155" y="963975"/>
                      <a:pt x="37667" y="959846"/>
                    </a:cubicBezTo>
                    <a:cubicBezTo>
                      <a:pt x="82041" y="947979"/>
                      <a:pt x="125383" y="934564"/>
                      <a:pt x="169757" y="922696"/>
                    </a:cubicBezTo>
                    <a:cubicBezTo>
                      <a:pt x="196587" y="915473"/>
                      <a:pt x="212583" y="900509"/>
                      <a:pt x="215163" y="872130"/>
                    </a:cubicBezTo>
                    <a:cubicBezTo>
                      <a:pt x="215679" y="864907"/>
                      <a:pt x="216710" y="857683"/>
                      <a:pt x="217743" y="850459"/>
                    </a:cubicBezTo>
                    <a:cubicBezTo>
                      <a:pt x="220323" y="826209"/>
                      <a:pt x="209487" y="809697"/>
                      <a:pt x="189364" y="797830"/>
                    </a:cubicBezTo>
                    <a:cubicBezTo>
                      <a:pt x="149118" y="774611"/>
                      <a:pt x="109388" y="750876"/>
                      <a:pt x="69657" y="727657"/>
                    </a:cubicBezTo>
                    <a:cubicBezTo>
                      <a:pt x="40246" y="710629"/>
                      <a:pt x="35087" y="697730"/>
                      <a:pt x="43858" y="664708"/>
                    </a:cubicBezTo>
                    <a:cubicBezTo>
                      <a:pt x="44890" y="661612"/>
                      <a:pt x="45406" y="658516"/>
                      <a:pt x="46438" y="655936"/>
                    </a:cubicBezTo>
                    <a:cubicBezTo>
                      <a:pt x="59337" y="613110"/>
                      <a:pt x="70689" y="604854"/>
                      <a:pt x="114547" y="608982"/>
                    </a:cubicBezTo>
                    <a:cubicBezTo>
                      <a:pt x="156857" y="613110"/>
                      <a:pt x="199167" y="617754"/>
                      <a:pt x="241478" y="623429"/>
                    </a:cubicBezTo>
                    <a:cubicBezTo>
                      <a:pt x="275016" y="627557"/>
                      <a:pt x="289463" y="621881"/>
                      <a:pt x="306491" y="593503"/>
                    </a:cubicBezTo>
                    <a:cubicBezTo>
                      <a:pt x="330741" y="554288"/>
                      <a:pt x="329710" y="541905"/>
                      <a:pt x="301331" y="505271"/>
                    </a:cubicBezTo>
                    <a:cubicBezTo>
                      <a:pt x="274500" y="470700"/>
                      <a:pt x="248185" y="435614"/>
                      <a:pt x="222386" y="400527"/>
                    </a:cubicBezTo>
                    <a:cubicBezTo>
                      <a:pt x="206907" y="379888"/>
                      <a:pt x="206907" y="362861"/>
                      <a:pt x="222386" y="342222"/>
                    </a:cubicBezTo>
                    <a:cubicBezTo>
                      <a:pt x="230126" y="331902"/>
                      <a:pt x="238382" y="321583"/>
                      <a:pt x="248185" y="313327"/>
                    </a:cubicBezTo>
                    <a:cubicBezTo>
                      <a:pt x="267792" y="296816"/>
                      <a:pt x="281208" y="294752"/>
                      <a:pt x="303395" y="307135"/>
                    </a:cubicBezTo>
                    <a:cubicBezTo>
                      <a:pt x="342609" y="328806"/>
                      <a:pt x="382856" y="348929"/>
                      <a:pt x="420522" y="373180"/>
                    </a:cubicBezTo>
                    <a:cubicBezTo>
                      <a:pt x="463864" y="401043"/>
                      <a:pt x="493791" y="382468"/>
                      <a:pt x="525265" y="343770"/>
                    </a:cubicBezTo>
                    <a:cubicBezTo>
                      <a:pt x="535585" y="330870"/>
                      <a:pt x="531973" y="313843"/>
                      <a:pt x="527845" y="298364"/>
                    </a:cubicBezTo>
                    <a:cubicBezTo>
                      <a:pt x="516493" y="254506"/>
                      <a:pt x="505142" y="210647"/>
                      <a:pt x="493791" y="166789"/>
                    </a:cubicBezTo>
                    <a:cubicBezTo>
                      <a:pt x="485535" y="135315"/>
                      <a:pt x="490694" y="122415"/>
                      <a:pt x="518557" y="105904"/>
                    </a:cubicBezTo>
                    <a:cubicBezTo>
                      <a:pt x="524749" y="102292"/>
                      <a:pt x="530941" y="98680"/>
                      <a:pt x="537649" y="95585"/>
                    </a:cubicBezTo>
                    <a:cubicBezTo>
                      <a:pt x="571187" y="80105"/>
                      <a:pt x="586150" y="83717"/>
                      <a:pt x="608853" y="113128"/>
                    </a:cubicBezTo>
                    <a:cubicBezTo>
                      <a:pt x="636200" y="147698"/>
                      <a:pt x="663547" y="182785"/>
                      <a:pt x="690894" y="217355"/>
                    </a:cubicBezTo>
                    <a:cubicBezTo>
                      <a:pt x="716693" y="249346"/>
                      <a:pt x="777062" y="249346"/>
                      <a:pt x="802861" y="216839"/>
                    </a:cubicBezTo>
                    <a:cubicBezTo>
                      <a:pt x="813697" y="202908"/>
                      <a:pt x="813697" y="185365"/>
                      <a:pt x="816277" y="169369"/>
                    </a:cubicBezTo>
                    <a:cubicBezTo>
                      <a:pt x="822468" y="129123"/>
                      <a:pt x="827628" y="88877"/>
                      <a:pt x="832788" y="48631"/>
                    </a:cubicBezTo>
                    <a:cubicBezTo>
                      <a:pt x="836916" y="16640"/>
                      <a:pt x="845687" y="7868"/>
                      <a:pt x="877677" y="2193"/>
                    </a:cubicBezTo>
                    <a:cubicBezTo>
                      <a:pt x="891093" y="-387"/>
                      <a:pt x="904509" y="-387"/>
                      <a:pt x="917924" y="645"/>
                    </a:cubicBezTo>
                    <a:cubicBezTo>
                      <a:pt x="937531" y="1677"/>
                      <a:pt x="950947" y="11996"/>
                      <a:pt x="956106" y="31603"/>
                    </a:cubicBezTo>
                    <a:cubicBezTo>
                      <a:pt x="968490" y="75461"/>
                      <a:pt x="981389" y="119835"/>
                      <a:pt x="993772" y="163693"/>
                    </a:cubicBezTo>
                    <a:cubicBezTo>
                      <a:pt x="1006672" y="208584"/>
                      <a:pt x="1043822" y="229739"/>
                      <a:pt x="1089745" y="217871"/>
                    </a:cubicBezTo>
                    <a:cubicBezTo>
                      <a:pt x="1104707" y="214259"/>
                      <a:pt x="1113479" y="203424"/>
                      <a:pt x="1120703" y="191040"/>
                    </a:cubicBezTo>
                    <a:cubicBezTo>
                      <a:pt x="1144438" y="150278"/>
                      <a:pt x="1168689" y="109516"/>
                      <a:pt x="1192940" y="68754"/>
                    </a:cubicBezTo>
                    <a:cubicBezTo>
                      <a:pt x="1208419" y="42439"/>
                      <a:pt x="1221835" y="36763"/>
                      <a:pt x="1251245" y="44503"/>
                    </a:cubicBezTo>
                    <a:cubicBezTo>
                      <a:pt x="1310067" y="59466"/>
                      <a:pt x="1317806" y="72366"/>
                      <a:pt x="1309035" y="137895"/>
                    </a:cubicBezTo>
                    <a:cubicBezTo>
                      <a:pt x="1303875" y="177109"/>
                      <a:pt x="1299231" y="216323"/>
                      <a:pt x="1294587" y="255538"/>
                    </a:cubicBezTo>
                    <a:cubicBezTo>
                      <a:pt x="1294071" y="259665"/>
                      <a:pt x="1294071" y="263793"/>
                      <a:pt x="1294587" y="267921"/>
                    </a:cubicBezTo>
                    <a:cubicBezTo>
                      <a:pt x="1301295" y="309715"/>
                      <a:pt x="1364760" y="338610"/>
                      <a:pt x="1399331" y="314359"/>
                    </a:cubicBezTo>
                    <a:cubicBezTo>
                      <a:pt x="1438545" y="286496"/>
                      <a:pt x="1476211" y="257085"/>
                      <a:pt x="1514394" y="228191"/>
                    </a:cubicBezTo>
                    <a:cubicBezTo>
                      <a:pt x="1542256" y="207036"/>
                      <a:pt x="1556188" y="207552"/>
                      <a:pt x="1584050" y="229223"/>
                    </a:cubicBezTo>
                    <a:cubicBezTo>
                      <a:pt x="1587663" y="232319"/>
                      <a:pt x="1591274" y="234898"/>
                      <a:pt x="1594886" y="238510"/>
                    </a:cubicBezTo>
                    <a:cubicBezTo>
                      <a:pt x="1627393" y="269469"/>
                      <a:pt x="1628941" y="278757"/>
                      <a:pt x="1606754" y="317971"/>
                    </a:cubicBezTo>
                    <a:cubicBezTo>
                      <a:pt x="1585599" y="355637"/>
                      <a:pt x="1565475" y="393819"/>
                      <a:pt x="1543288" y="430970"/>
                    </a:cubicBezTo>
                    <a:cubicBezTo>
                      <a:pt x="1527293" y="458317"/>
                      <a:pt x="1534517" y="481020"/>
                      <a:pt x="1552060" y="504239"/>
                    </a:cubicBezTo>
                    <a:cubicBezTo>
                      <a:pt x="1569604" y="527458"/>
                      <a:pt x="1589726" y="538809"/>
                      <a:pt x="1619137" y="531069"/>
                    </a:cubicBezTo>
                    <a:cubicBezTo>
                      <a:pt x="1664543" y="519202"/>
                      <a:pt x="1709949" y="507850"/>
                      <a:pt x="1754839" y="495467"/>
                    </a:cubicBezTo>
                    <a:cubicBezTo>
                      <a:pt x="1783734" y="487727"/>
                      <a:pt x="1796634" y="492371"/>
                      <a:pt x="1812629" y="517654"/>
                    </a:cubicBezTo>
                    <a:cubicBezTo>
                      <a:pt x="1819853" y="528490"/>
                      <a:pt x="1826044" y="539841"/>
                      <a:pt x="1830172" y="552225"/>
                    </a:cubicBezTo>
                    <a:cubicBezTo>
                      <a:pt x="1837912" y="574412"/>
                      <a:pt x="1834299" y="588343"/>
                      <a:pt x="1815724" y="603306"/>
                    </a:cubicBezTo>
                    <a:cubicBezTo>
                      <a:pt x="1777026" y="634265"/>
                      <a:pt x="1738844" y="665224"/>
                      <a:pt x="1699630" y="695666"/>
                    </a:cubicBezTo>
                    <a:cubicBezTo>
                      <a:pt x="1680022" y="710629"/>
                      <a:pt x="1674862" y="729205"/>
                      <a:pt x="1678990" y="751908"/>
                    </a:cubicBezTo>
                    <a:cubicBezTo>
                      <a:pt x="1680539" y="759647"/>
                      <a:pt x="1683119" y="766871"/>
                      <a:pt x="1685182" y="774611"/>
                    </a:cubicBezTo>
                    <a:cubicBezTo>
                      <a:pt x="1691890" y="798862"/>
                      <a:pt x="1707885" y="812277"/>
                      <a:pt x="1732652" y="815373"/>
                    </a:cubicBezTo>
                    <a:cubicBezTo>
                      <a:pt x="1779606" y="821565"/>
                      <a:pt x="1826560" y="828272"/>
                      <a:pt x="1872998" y="834464"/>
                    </a:cubicBezTo>
                    <a:cubicBezTo>
                      <a:pt x="1900861" y="838076"/>
                      <a:pt x="1915308" y="851491"/>
                      <a:pt x="1918404" y="879354"/>
                    </a:cubicBezTo>
                    <a:cubicBezTo>
                      <a:pt x="1919952" y="892770"/>
                      <a:pt x="1921500" y="906185"/>
                      <a:pt x="1919952" y="919600"/>
                    </a:cubicBezTo>
                    <a:cubicBezTo>
                      <a:pt x="1917372" y="940755"/>
                      <a:pt x="1906536" y="952623"/>
                      <a:pt x="1886930" y="958299"/>
                    </a:cubicBezTo>
                    <a:cubicBezTo>
                      <a:pt x="1843071" y="970682"/>
                      <a:pt x="1798697" y="983065"/>
                      <a:pt x="1754839" y="995965"/>
                    </a:cubicBezTo>
                    <a:cubicBezTo>
                      <a:pt x="1712013" y="1008348"/>
                      <a:pt x="1692406" y="1040855"/>
                      <a:pt x="1701178" y="1085229"/>
                    </a:cubicBezTo>
                    <a:cubicBezTo>
                      <a:pt x="1704273" y="1102256"/>
                      <a:pt x="1714077" y="1113092"/>
                      <a:pt x="1728524" y="1121348"/>
                    </a:cubicBezTo>
                    <a:cubicBezTo>
                      <a:pt x="1768771" y="1145083"/>
                      <a:pt x="1809016" y="1168817"/>
                      <a:pt x="1849779" y="1192552"/>
                    </a:cubicBezTo>
                    <a:cubicBezTo>
                      <a:pt x="1879706" y="1210096"/>
                      <a:pt x="1884350" y="1220415"/>
                      <a:pt x="1876094" y="1253954"/>
                    </a:cubicBezTo>
                    <a:cubicBezTo>
                      <a:pt x="1875578" y="1256018"/>
                      <a:pt x="1875578" y="1258082"/>
                      <a:pt x="1875062" y="1260145"/>
                    </a:cubicBezTo>
                    <a:cubicBezTo>
                      <a:pt x="1862678" y="1300908"/>
                      <a:pt x="1848747" y="1321031"/>
                      <a:pt x="1802309" y="1312259"/>
                    </a:cubicBezTo>
                    <a:cubicBezTo>
                      <a:pt x="1760515" y="1304003"/>
                      <a:pt x="1717689" y="1302456"/>
                      <a:pt x="1675379" y="1296264"/>
                    </a:cubicBezTo>
                    <a:cubicBezTo>
                      <a:pt x="1645452" y="1292136"/>
                      <a:pt x="1625845" y="1304003"/>
                      <a:pt x="1611398" y="1329286"/>
                    </a:cubicBezTo>
                    <a:cubicBezTo>
                      <a:pt x="1596434" y="1355085"/>
                      <a:pt x="1589726" y="1379336"/>
                      <a:pt x="1610365" y="1405651"/>
                    </a:cubicBezTo>
                    <a:cubicBezTo>
                      <a:pt x="1638228" y="1441254"/>
                      <a:pt x="1665059" y="1477888"/>
                      <a:pt x="1692406" y="1514006"/>
                    </a:cubicBezTo>
                    <a:cubicBezTo>
                      <a:pt x="1715109" y="1543417"/>
                      <a:pt x="1715109" y="1555285"/>
                      <a:pt x="1692406" y="1584695"/>
                    </a:cubicBezTo>
                    <a:cubicBezTo>
                      <a:pt x="1691374" y="1585727"/>
                      <a:pt x="1690342" y="1587275"/>
                      <a:pt x="1689310" y="1588307"/>
                    </a:cubicBezTo>
                    <a:cubicBezTo>
                      <a:pt x="1659383" y="1620298"/>
                      <a:pt x="1647516" y="1634229"/>
                      <a:pt x="1600562" y="1605850"/>
                    </a:cubicBezTo>
                    <a:cubicBezTo>
                      <a:pt x="1564444" y="1584179"/>
                      <a:pt x="1526261" y="1565604"/>
                      <a:pt x="1490659" y="1543933"/>
                    </a:cubicBezTo>
                    <a:cubicBezTo>
                      <a:pt x="1461248" y="1526390"/>
                      <a:pt x="1438545" y="1536709"/>
                      <a:pt x="1415326" y="1554769"/>
                    </a:cubicBezTo>
                    <a:cubicBezTo>
                      <a:pt x="1392107" y="1572312"/>
                      <a:pt x="1382819" y="1593467"/>
                      <a:pt x="1391075" y="1622877"/>
                    </a:cubicBezTo>
                    <a:cubicBezTo>
                      <a:pt x="1403974" y="1668284"/>
                      <a:pt x="1415326" y="1714205"/>
                      <a:pt x="1426677" y="1760128"/>
                    </a:cubicBezTo>
                    <a:cubicBezTo>
                      <a:pt x="1432870" y="1784894"/>
                      <a:pt x="1427710" y="1798310"/>
                      <a:pt x="1406554" y="1811725"/>
                    </a:cubicBezTo>
                    <a:cubicBezTo>
                      <a:pt x="1395203" y="1818949"/>
                      <a:pt x="1383335" y="1825657"/>
                      <a:pt x="1370436" y="1830300"/>
                    </a:cubicBezTo>
                    <a:cubicBezTo>
                      <a:pt x="1347733" y="1838556"/>
                      <a:pt x="1331222" y="1834428"/>
                      <a:pt x="1316258" y="1815337"/>
                    </a:cubicBezTo>
                    <a:cubicBezTo>
                      <a:pt x="1287879" y="1779735"/>
                      <a:pt x="1259501" y="1743616"/>
                      <a:pt x="1231122" y="1707498"/>
                    </a:cubicBezTo>
                    <a:cubicBezTo>
                      <a:pt x="1203775" y="1673443"/>
                      <a:pt x="1154242" y="1668800"/>
                      <a:pt x="1121219" y="1698210"/>
                    </a:cubicBezTo>
                    <a:cubicBezTo>
                      <a:pt x="1112447" y="1705950"/>
                      <a:pt x="1108320" y="1715753"/>
                      <a:pt x="1106771" y="1727105"/>
                    </a:cubicBezTo>
                    <a:cubicBezTo>
                      <a:pt x="1100064" y="1774575"/>
                      <a:pt x="1092324" y="1821529"/>
                      <a:pt x="1087165" y="1868999"/>
                    </a:cubicBezTo>
                    <a:cubicBezTo>
                      <a:pt x="1084068" y="1893766"/>
                      <a:pt x="1074265" y="1911309"/>
                      <a:pt x="1050014" y="1919049"/>
                    </a:cubicBezTo>
                    <a:cubicBezTo>
                      <a:pt x="1029375" y="1919049"/>
                      <a:pt x="1008220" y="1919049"/>
                      <a:pt x="987581" y="1919049"/>
                    </a:cubicBezTo>
                    <a:cubicBezTo>
                      <a:pt x="973133" y="1910277"/>
                      <a:pt x="964878" y="1897377"/>
                      <a:pt x="960234" y="1880866"/>
                    </a:cubicBezTo>
                    <a:cubicBezTo>
                      <a:pt x="947851" y="1835460"/>
                      <a:pt x="933919" y="1790054"/>
                      <a:pt x="921535" y="1744132"/>
                    </a:cubicBezTo>
                    <a:cubicBezTo>
                      <a:pt x="914828" y="1719881"/>
                      <a:pt x="899865" y="1706982"/>
                      <a:pt x="875614" y="1703886"/>
                    </a:cubicBezTo>
                    <a:cubicBezTo>
                      <a:pt x="866326" y="1702854"/>
                      <a:pt x="857038" y="1701306"/>
                      <a:pt x="847751" y="1700790"/>
                    </a:cubicBezTo>
                    <a:cubicBezTo>
                      <a:pt x="826080" y="1699242"/>
                      <a:pt x="811117" y="1709046"/>
                      <a:pt x="800281" y="1727105"/>
                    </a:cubicBezTo>
                    <a:cubicBezTo>
                      <a:pt x="796153" y="1733813"/>
                      <a:pt x="792541" y="1740520"/>
                      <a:pt x="788414" y="1747228"/>
                    </a:cubicBezTo>
                    <a:cubicBezTo>
                      <a:pt x="766742" y="1783862"/>
                      <a:pt x="745587" y="1821013"/>
                      <a:pt x="723401" y="1857131"/>
                    </a:cubicBezTo>
                    <a:cubicBezTo>
                      <a:pt x="711533" y="1877254"/>
                      <a:pt x="697085" y="1882414"/>
                      <a:pt x="674383" y="1877254"/>
                    </a:cubicBezTo>
                    <a:cubicBezTo>
                      <a:pt x="660451" y="1874158"/>
                      <a:pt x="647552" y="1869515"/>
                      <a:pt x="634652" y="1863839"/>
                    </a:cubicBezTo>
                    <a:cubicBezTo>
                      <a:pt x="611949" y="1853003"/>
                      <a:pt x="604726" y="1839072"/>
                      <a:pt x="607822" y="1813789"/>
                    </a:cubicBezTo>
                    <a:cubicBezTo>
                      <a:pt x="613497" y="1766835"/>
                      <a:pt x="618141" y="1719881"/>
                      <a:pt x="624848" y="1672927"/>
                    </a:cubicBezTo>
                    <a:cubicBezTo>
                      <a:pt x="629492" y="1639905"/>
                      <a:pt x="611949" y="1621846"/>
                      <a:pt x="586150" y="1607398"/>
                    </a:cubicBezTo>
                    <a:cubicBezTo>
                      <a:pt x="560868" y="1593467"/>
                      <a:pt x="538165" y="1591403"/>
                      <a:pt x="514430" y="1611010"/>
                    </a:cubicBezTo>
                    <a:cubicBezTo>
                      <a:pt x="481407" y="1637325"/>
                      <a:pt x="446836" y="1661576"/>
                      <a:pt x="413814" y="1687375"/>
                    </a:cubicBezTo>
                    <a:cubicBezTo>
                      <a:pt x="380276" y="1713690"/>
                      <a:pt x="365828" y="1719365"/>
                      <a:pt x="324550" y="1682215"/>
                    </a:cubicBezTo>
                    <a:cubicBezTo>
                      <a:pt x="321970" y="1679635"/>
                      <a:pt x="319390" y="1677055"/>
                      <a:pt x="316810" y="1674475"/>
                    </a:cubicBezTo>
                    <a:cubicBezTo>
                      <a:pt x="296687" y="1653836"/>
                      <a:pt x="294623" y="1637841"/>
                      <a:pt x="309071" y="1612558"/>
                    </a:cubicBezTo>
                    <a:cubicBezTo>
                      <a:pt x="331258" y="1572828"/>
                      <a:pt x="353960" y="1532581"/>
                      <a:pt x="376148" y="1492851"/>
                    </a:cubicBezTo>
                    <a:cubicBezTo>
                      <a:pt x="382339" y="1481500"/>
                      <a:pt x="389047" y="1470148"/>
                      <a:pt x="387499" y="1456217"/>
                    </a:cubicBezTo>
                    <a:cubicBezTo>
                      <a:pt x="383887" y="1414423"/>
                      <a:pt x="337449" y="1381400"/>
                      <a:pt x="297203" y="1391720"/>
                    </a:cubicBezTo>
                    <a:cubicBezTo>
                      <a:pt x="250765" y="1403587"/>
                      <a:pt x="204327" y="1415455"/>
                      <a:pt x="158405" y="1427838"/>
                    </a:cubicBezTo>
                    <a:cubicBezTo>
                      <a:pt x="139830" y="1432998"/>
                      <a:pt x="125899" y="1427322"/>
                      <a:pt x="114031" y="1412875"/>
                    </a:cubicBezTo>
                    <a:cubicBezTo>
                      <a:pt x="104228" y="1401007"/>
                      <a:pt x="98036" y="1387592"/>
                      <a:pt x="91844" y="1373660"/>
                    </a:cubicBezTo>
                    <a:cubicBezTo>
                      <a:pt x="81525" y="1349409"/>
                      <a:pt x="86169" y="1331866"/>
                      <a:pt x="106808" y="1315871"/>
                    </a:cubicBezTo>
                    <a:cubicBezTo>
                      <a:pt x="140862" y="1288524"/>
                      <a:pt x="175432" y="1261693"/>
                      <a:pt x="209487" y="1234347"/>
                    </a:cubicBezTo>
                    <a:cubicBezTo>
                      <a:pt x="245605" y="1206484"/>
                      <a:pt x="248701" y="1194616"/>
                      <a:pt x="236834" y="1151274"/>
                    </a:cubicBezTo>
                    <a:cubicBezTo>
                      <a:pt x="228578" y="1122896"/>
                      <a:pt x="211551" y="1107932"/>
                      <a:pt x="181624" y="1104836"/>
                    </a:cubicBezTo>
                    <a:cubicBezTo>
                      <a:pt x="138282" y="1100192"/>
                      <a:pt x="95456" y="1091937"/>
                      <a:pt x="52114" y="1087293"/>
                    </a:cubicBezTo>
                    <a:cubicBezTo>
                      <a:pt x="27347" y="1084713"/>
                      <a:pt x="9804" y="1074910"/>
                      <a:pt x="1032" y="1051175"/>
                    </a:cubicBezTo>
                    <a:cubicBezTo>
                      <a:pt x="0" y="1028988"/>
                      <a:pt x="0" y="1008348"/>
                      <a:pt x="0" y="987194"/>
                    </a:cubicBezTo>
                    <a:close/>
                    <a:moveTo>
                      <a:pt x="1198616" y="960879"/>
                    </a:moveTo>
                    <a:cubicBezTo>
                      <a:pt x="1200163" y="838592"/>
                      <a:pt x="1104192" y="720433"/>
                      <a:pt x="958686" y="720949"/>
                    </a:cubicBezTo>
                    <a:cubicBezTo>
                      <a:pt x="824016" y="721465"/>
                      <a:pt x="720821" y="824145"/>
                      <a:pt x="720304" y="959331"/>
                    </a:cubicBezTo>
                    <a:cubicBezTo>
                      <a:pt x="719788" y="1096581"/>
                      <a:pt x="827628" y="1197712"/>
                      <a:pt x="957654" y="1198744"/>
                    </a:cubicBezTo>
                    <a:cubicBezTo>
                      <a:pt x="1090776" y="1199776"/>
                      <a:pt x="1198100" y="1092969"/>
                      <a:pt x="1198616" y="960879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="" xmlns:a16="http://schemas.microsoft.com/office/drawing/2014/main" id="{31D81169-CACA-4F00-B325-E9872F60ED27}"/>
                  </a:ext>
                </a:extLst>
              </p:cNvPr>
              <p:cNvGrpSpPr/>
              <p:nvPr/>
            </p:nvGrpSpPr>
            <p:grpSpPr>
              <a:xfrm>
                <a:off x="7392963" y="2648852"/>
                <a:ext cx="1838947" cy="1835405"/>
                <a:chOff x="7167947" y="1624190"/>
                <a:chExt cx="2677922" cy="2672763"/>
              </a:xfrm>
              <a:grpFill/>
            </p:grpSpPr>
            <p:sp>
              <p:nvSpPr>
                <p:cNvPr id="41" name="Freeform: Shape 40">
                  <a:extLst>
                    <a:ext uri="{FF2B5EF4-FFF2-40B4-BE49-F238E27FC236}">
                      <a16:creationId xmlns="" xmlns:a16="http://schemas.microsoft.com/office/drawing/2014/main" id="{F939FB8C-F4E6-45BF-BE92-A0D7E337E986}"/>
                    </a:ext>
                  </a:extLst>
                </p:cNvPr>
                <p:cNvSpPr/>
                <p:nvPr/>
              </p:nvSpPr>
              <p:spPr>
                <a:xfrm>
                  <a:off x="7167947" y="1624190"/>
                  <a:ext cx="2677922" cy="2672763"/>
                </a:xfrm>
                <a:custGeom>
                  <a:avLst/>
                  <a:gdLst>
                    <a:gd name="connsiteX0" fmla="*/ 2538684 w 2677922"/>
                    <a:gd name="connsiteY0" fmla="*/ 1897505 h 2672762"/>
                    <a:gd name="connsiteX1" fmla="*/ 2456643 w 2677922"/>
                    <a:gd name="connsiteY1" fmla="*/ 1879446 h 2672762"/>
                    <a:gd name="connsiteX2" fmla="*/ 2389566 w 2677922"/>
                    <a:gd name="connsiteY2" fmla="*/ 1863966 h 2672762"/>
                    <a:gd name="connsiteX3" fmla="*/ 2354479 w 2677922"/>
                    <a:gd name="connsiteY3" fmla="*/ 1874802 h 2672762"/>
                    <a:gd name="connsiteX4" fmla="*/ 2312170 w 2677922"/>
                    <a:gd name="connsiteY4" fmla="*/ 1950651 h 2672762"/>
                    <a:gd name="connsiteX5" fmla="*/ 2322489 w 2677922"/>
                    <a:gd name="connsiteY5" fmla="*/ 1983157 h 2672762"/>
                    <a:gd name="connsiteX6" fmla="*/ 2412785 w 2677922"/>
                    <a:gd name="connsiteY6" fmla="*/ 2080161 h 2672762"/>
                    <a:gd name="connsiteX7" fmla="*/ 2418461 w 2677922"/>
                    <a:gd name="connsiteY7" fmla="*/ 2146722 h 2672762"/>
                    <a:gd name="connsiteX8" fmla="*/ 2414849 w 2677922"/>
                    <a:gd name="connsiteY8" fmla="*/ 2151882 h 2672762"/>
                    <a:gd name="connsiteX9" fmla="*/ 2324037 w 2677922"/>
                    <a:gd name="connsiteY9" fmla="*/ 2174585 h 2672762"/>
                    <a:gd name="connsiteX10" fmla="*/ 2219294 w 2677922"/>
                    <a:gd name="connsiteY10" fmla="*/ 2118859 h 2672762"/>
                    <a:gd name="connsiteX11" fmla="*/ 2178531 w 2677922"/>
                    <a:gd name="connsiteY11" fmla="*/ 2120407 h 2672762"/>
                    <a:gd name="connsiteX12" fmla="*/ 2125386 w 2677922"/>
                    <a:gd name="connsiteY12" fmla="*/ 2172521 h 2672762"/>
                    <a:gd name="connsiteX13" fmla="*/ 2122806 w 2677922"/>
                    <a:gd name="connsiteY13" fmla="*/ 2217411 h 2672762"/>
                    <a:gd name="connsiteX14" fmla="*/ 2184723 w 2677922"/>
                    <a:gd name="connsiteY14" fmla="*/ 2334538 h 2672762"/>
                    <a:gd name="connsiteX15" fmla="*/ 2174404 w 2677922"/>
                    <a:gd name="connsiteY15" fmla="*/ 2395423 h 2672762"/>
                    <a:gd name="connsiteX16" fmla="*/ 2164084 w 2677922"/>
                    <a:gd name="connsiteY16" fmla="*/ 2404711 h 2672762"/>
                    <a:gd name="connsiteX17" fmla="*/ 2075336 w 2677922"/>
                    <a:gd name="connsiteY17" fmla="*/ 2401615 h 2672762"/>
                    <a:gd name="connsiteX18" fmla="*/ 1988652 w 2677922"/>
                    <a:gd name="connsiteY18" fmla="*/ 2320606 h 2672762"/>
                    <a:gd name="connsiteX19" fmla="*/ 1944277 w 2677922"/>
                    <a:gd name="connsiteY19" fmla="*/ 2311835 h 2672762"/>
                    <a:gd name="connsiteX20" fmla="*/ 1883392 w 2677922"/>
                    <a:gd name="connsiteY20" fmla="*/ 2346405 h 2672762"/>
                    <a:gd name="connsiteX21" fmla="*/ 1868429 w 2677922"/>
                    <a:gd name="connsiteY21" fmla="*/ 2391811 h 2672762"/>
                    <a:gd name="connsiteX22" fmla="*/ 1899388 w 2677922"/>
                    <a:gd name="connsiteY22" fmla="*/ 2526997 h 2672762"/>
                    <a:gd name="connsiteX23" fmla="*/ 1879264 w 2677922"/>
                    <a:gd name="connsiteY23" fmla="*/ 2571887 h 2672762"/>
                    <a:gd name="connsiteX24" fmla="*/ 1841082 w 2677922"/>
                    <a:gd name="connsiteY24" fmla="*/ 2588915 h 2672762"/>
                    <a:gd name="connsiteX25" fmla="*/ 1782777 w 2677922"/>
                    <a:gd name="connsiteY25" fmla="*/ 2568276 h 2672762"/>
                    <a:gd name="connsiteX26" fmla="*/ 1715184 w 2677922"/>
                    <a:gd name="connsiteY26" fmla="*/ 2459404 h 2672762"/>
                    <a:gd name="connsiteX27" fmla="*/ 1664618 w 2677922"/>
                    <a:gd name="connsiteY27" fmla="*/ 2435669 h 2672762"/>
                    <a:gd name="connsiteX28" fmla="*/ 1610440 w 2677922"/>
                    <a:gd name="connsiteY28" fmla="*/ 2450117 h 2672762"/>
                    <a:gd name="connsiteX29" fmla="*/ 1577418 w 2677922"/>
                    <a:gd name="connsiteY29" fmla="*/ 2495007 h 2672762"/>
                    <a:gd name="connsiteX30" fmla="*/ 1573806 w 2677922"/>
                    <a:gd name="connsiteY30" fmla="*/ 2616777 h 2672762"/>
                    <a:gd name="connsiteX31" fmla="*/ 1526852 w 2677922"/>
                    <a:gd name="connsiteY31" fmla="*/ 2672503 h 2672762"/>
                    <a:gd name="connsiteX32" fmla="*/ 1497441 w 2677922"/>
                    <a:gd name="connsiteY32" fmla="*/ 2676115 h 2672762"/>
                    <a:gd name="connsiteX33" fmla="*/ 1449972 w 2677922"/>
                    <a:gd name="connsiteY33" fmla="*/ 2644124 h 2672762"/>
                    <a:gd name="connsiteX34" fmla="*/ 1410241 w 2677922"/>
                    <a:gd name="connsiteY34" fmla="*/ 2514614 h 2672762"/>
                    <a:gd name="connsiteX35" fmla="*/ 1373091 w 2677922"/>
                    <a:gd name="connsiteY35" fmla="*/ 2482623 h 2672762"/>
                    <a:gd name="connsiteX36" fmla="*/ 1304982 w 2677922"/>
                    <a:gd name="connsiteY36" fmla="*/ 2483139 h 2672762"/>
                    <a:gd name="connsiteX37" fmla="*/ 1271959 w 2677922"/>
                    <a:gd name="connsiteY37" fmla="*/ 2511518 h 2672762"/>
                    <a:gd name="connsiteX38" fmla="*/ 1234293 w 2677922"/>
                    <a:gd name="connsiteY38" fmla="*/ 2633805 h 2672762"/>
                    <a:gd name="connsiteX39" fmla="*/ 1170828 w 2677922"/>
                    <a:gd name="connsiteY39" fmla="*/ 2674567 h 2672762"/>
                    <a:gd name="connsiteX40" fmla="*/ 1106847 w 2677922"/>
                    <a:gd name="connsiteY40" fmla="*/ 2602330 h 2672762"/>
                    <a:gd name="connsiteX41" fmla="*/ 1103751 w 2677922"/>
                    <a:gd name="connsiteY41" fmla="*/ 2491395 h 2672762"/>
                    <a:gd name="connsiteX42" fmla="*/ 1080532 w 2677922"/>
                    <a:gd name="connsiteY42" fmla="*/ 2454244 h 2672762"/>
                    <a:gd name="connsiteX43" fmla="*/ 1005199 w 2677922"/>
                    <a:gd name="connsiteY43" fmla="*/ 2435153 h 2672762"/>
                    <a:gd name="connsiteX44" fmla="*/ 969080 w 2677922"/>
                    <a:gd name="connsiteY44" fmla="*/ 2454244 h 2672762"/>
                    <a:gd name="connsiteX45" fmla="*/ 900456 w 2677922"/>
                    <a:gd name="connsiteY45" fmla="*/ 2564148 h 2672762"/>
                    <a:gd name="connsiteX46" fmla="*/ 836474 w 2677922"/>
                    <a:gd name="connsiteY46" fmla="*/ 2587367 h 2672762"/>
                    <a:gd name="connsiteX47" fmla="*/ 831830 w 2677922"/>
                    <a:gd name="connsiteY47" fmla="*/ 2585819 h 2672762"/>
                    <a:gd name="connsiteX48" fmla="*/ 785392 w 2677922"/>
                    <a:gd name="connsiteY48" fmla="*/ 2504810 h 2672762"/>
                    <a:gd name="connsiteX49" fmla="*/ 811707 w 2677922"/>
                    <a:gd name="connsiteY49" fmla="*/ 2390779 h 2672762"/>
                    <a:gd name="connsiteX50" fmla="*/ 794680 w 2677922"/>
                    <a:gd name="connsiteY50" fmla="*/ 2344341 h 2672762"/>
                    <a:gd name="connsiteX51" fmla="*/ 739470 w 2677922"/>
                    <a:gd name="connsiteY51" fmla="*/ 2312351 h 2672762"/>
                    <a:gd name="connsiteX52" fmla="*/ 689421 w 2677922"/>
                    <a:gd name="connsiteY52" fmla="*/ 2321638 h 2672762"/>
                    <a:gd name="connsiteX53" fmla="*/ 596029 w 2677922"/>
                    <a:gd name="connsiteY53" fmla="*/ 2408838 h 2672762"/>
                    <a:gd name="connsiteX54" fmla="*/ 530500 w 2677922"/>
                    <a:gd name="connsiteY54" fmla="*/ 2415030 h 2672762"/>
                    <a:gd name="connsiteX55" fmla="*/ 521212 w 2677922"/>
                    <a:gd name="connsiteY55" fmla="*/ 2408838 h 2672762"/>
                    <a:gd name="connsiteX56" fmla="*/ 500573 w 2677922"/>
                    <a:gd name="connsiteY56" fmla="*/ 2322670 h 2672762"/>
                    <a:gd name="connsiteX57" fmla="*/ 556298 w 2677922"/>
                    <a:gd name="connsiteY57" fmla="*/ 2217927 h 2672762"/>
                    <a:gd name="connsiteX58" fmla="*/ 552171 w 2677922"/>
                    <a:gd name="connsiteY58" fmla="*/ 2168909 h 2672762"/>
                    <a:gd name="connsiteX59" fmla="*/ 505733 w 2677922"/>
                    <a:gd name="connsiteY59" fmla="*/ 2122987 h 2672762"/>
                    <a:gd name="connsiteX60" fmla="*/ 457747 w 2677922"/>
                    <a:gd name="connsiteY60" fmla="*/ 2119375 h 2672762"/>
                    <a:gd name="connsiteX61" fmla="*/ 341652 w 2677922"/>
                    <a:gd name="connsiteY61" fmla="*/ 2180777 h 2672762"/>
                    <a:gd name="connsiteX62" fmla="*/ 278187 w 2677922"/>
                    <a:gd name="connsiteY62" fmla="*/ 2168909 h 2672762"/>
                    <a:gd name="connsiteX63" fmla="*/ 274059 w 2677922"/>
                    <a:gd name="connsiteY63" fmla="*/ 2164265 h 2672762"/>
                    <a:gd name="connsiteX64" fmla="*/ 276639 w 2677922"/>
                    <a:gd name="connsiteY64" fmla="*/ 2069325 h 2672762"/>
                    <a:gd name="connsiteX65" fmla="*/ 354551 w 2677922"/>
                    <a:gd name="connsiteY65" fmla="*/ 1986253 h 2672762"/>
                    <a:gd name="connsiteX66" fmla="*/ 363839 w 2677922"/>
                    <a:gd name="connsiteY66" fmla="*/ 1940847 h 2672762"/>
                    <a:gd name="connsiteX67" fmla="*/ 328237 w 2677922"/>
                    <a:gd name="connsiteY67" fmla="*/ 1878930 h 2672762"/>
                    <a:gd name="connsiteX68" fmla="*/ 283347 w 2677922"/>
                    <a:gd name="connsiteY68" fmla="*/ 1866030 h 2672762"/>
                    <a:gd name="connsiteX69" fmla="*/ 170864 w 2677922"/>
                    <a:gd name="connsiteY69" fmla="*/ 1891829 h 2672762"/>
                    <a:gd name="connsiteX70" fmla="*/ 155900 w 2677922"/>
                    <a:gd name="connsiteY70" fmla="*/ 1895441 h 2672762"/>
                    <a:gd name="connsiteX71" fmla="*/ 100175 w 2677922"/>
                    <a:gd name="connsiteY71" fmla="*/ 1868094 h 2672762"/>
                    <a:gd name="connsiteX72" fmla="*/ 87275 w 2677922"/>
                    <a:gd name="connsiteY72" fmla="*/ 1838168 h 2672762"/>
                    <a:gd name="connsiteX73" fmla="*/ 107915 w 2677922"/>
                    <a:gd name="connsiteY73" fmla="*/ 1779862 h 2672762"/>
                    <a:gd name="connsiteX74" fmla="*/ 213690 w 2677922"/>
                    <a:gd name="connsiteY74" fmla="*/ 1713817 h 2672762"/>
                    <a:gd name="connsiteX75" fmla="*/ 238972 w 2677922"/>
                    <a:gd name="connsiteY75" fmla="*/ 1654480 h 2672762"/>
                    <a:gd name="connsiteX76" fmla="*/ 222977 w 2677922"/>
                    <a:gd name="connsiteY76" fmla="*/ 1600818 h 2672762"/>
                    <a:gd name="connsiteX77" fmla="*/ 184279 w 2677922"/>
                    <a:gd name="connsiteY77" fmla="*/ 1575019 h 2672762"/>
                    <a:gd name="connsiteX78" fmla="*/ 59413 w 2677922"/>
                    <a:gd name="connsiteY78" fmla="*/ 1571407 h 2672762"/>
                    <a:gd name="connsiteX79" fmla="*/ 3687 w 2677922"/>
                    <a:gd name="connsiteY79" fmla="*/ 1524453 h 2672762"/>
                    <a:gd name="connsiteX80" fmla="*/ 1623 w 2677922"/>
                    <a:gd name="connsiteY80" fmla="*/ 1513618 h 2672762"/>
                    <a:gd name="connsiteX81" fmla="*/ 48577 w 2677922"/>
                    <a:gd name="connsiteY81" fmla="*/ 1442413 h 2672762"/>
                    <a:gd name="connsiteX82" fmla="*/ 160544 w 2677922"/>
                    <a:gd name="connsiteY82" fmla="*/ 1408358 h 2672762"/>
                    <a:gd name="connsiteX83" fmla="*/ 194083 w 2677922"/>
                    <a:gd name="connsiteY83" fmla="*/ 1370692 h 2672762"/>
                    <a:gd name="connsiteX84" fmla="*/ 192534 w 2677922"/>
                    <a:gd name="connsiteY84" fmla="*/ 1298971 h 2672762"/>
                    <a:gd name="connsiteX85" fmla="*/ 166220 w 2677922"/>
                    <a:gd name="connsiteY85" fmla="*/ 1269560 h 2672762"/>
                    <a:gd name="connsiteX86" fmla="*/ 47029 w 2677922"/>
                    <a:gd name="connsiteY86" fmla="*/ 1232926 h 2672762"/>
                    <a:gd name="connsiteX87" fmla="*/ 1623 w 2677922"/>
                    <a:gd name="connsiteY87" fmla="*/ 1166881 h 2672762"/>
                    <a:gd name="connsiteX88" fmla="*/ 6267 w 2677922"/>
                    <a:gd name="connsiteY88" fmla="*/ 1139534 h 2672762"/>
                    <a:gd name="connsiteX89" fmla="*/ 49093 w 2677922"/>
                    <a:gd name="connsiteY89" fmla="*/ 1105480 h 2672762"/>
                    <a:gd name="connsiteX90" fmla="*/ 164672 w 2677922"/>
                    <a:gd name="connsiteY90" fmla="*/ 1101868 h 2672762"/>
                    <a:gd name="connsiteX91" fmla="*/ 181699 w 2677922"/>
                    <a:gd name="connsiteY91" fmla="*/ 1101352 h 2672762"/>
                    <a:gd name="connsiteX92" fmla="*/ 227621 w 2677922"/>
                    <a:gd name="connsiteY92" fmla="*/ 1065233 h 2672762"/>
                    <a:gd name="connsiteX93" fmla="*/ 241036 w 2677922"/>
                    <a:gd name="connsiteY93" fmla="*/ 1014152 h 2672762"/>
                    <a:gd name="connsiteX94" fmla="*/ 219366 w 2677922"/>
                    <a:gd name="connsiteY94" fmla="*/ 965650 h 2672762"/>
                    <a:gd name="connsiteX95" fmla="*/ 113590 w 2677922"/>
                    <a:gd name="connsiteY95" fmla="*/ 899605 h 2672762"/>
                    <a:gd name="connsiteX96" fmla="*/ 89855 w 2677922"/>
                    <a:gd name="connsiteY96" fmla="*/ 832012 h 2672762"/>
                    <a:gd name="connsiteX97" fmla="*/ 104818 w 2677922"/>
                    <a:gd name="connsiteY97" fmla="*/ 799505 h 2672762"/>
                    <a:gd name="connsiteX98" fmla="*/ 151256 w 2677922"/>
                    <a:gd name="connsiteY98" fmla="*/ 779898 h 2672762"/>
                    <a:gd name="connsiteX99" fmla="*/ 283347 w 2677922"/>
                    <a:gd name="connsiteY99" fmla="*/ 810341 h 2672762"/>
                    <a:gd name="connsiteX100" fmla="*/ 331332 w 2677922"/>
                    <a:gd name="connsiteY100" fmla="*/ 794345 h 2672762"/>
                    <a:gd name="connsiteX101" fmla="*/ 363839 w 2677922"/>
                    <a:gd name="connsiteY101" fmla="*/ 737588 h 2672762"/>
                    <a:gd name="connsiteX102" fmla="*/ 354551 w 2677922"/>
                    <a:gd name="connsiteY102" fmla="*/ 689086 h 2672762"/>
                    <a:gd name="connsiteX103" fmla="*/ 266835 w 2677922"/>
                    <a:gd name="connsiteY103" fmla="*/ 595694 h 2672762"/>
                    <a:gd name="connsiteX104" fmla="*/ 261675 w 2677922"/>
                    <a:gd name="connsiteY104" fmla="*/ 529133 h 2672762"/>
                    <a:gd name="connsiteX105" fmla="*/ 270447 w 2677922"/>
                    <a:gd name="connsiteY105" fmla="*/ 516233 h 2672762"/>
                    <a:gd name="connsiteX106" fmla="*/ 349907 w 2677922"/>
                    <a:gd name="connsiteY106" fmla="*/ 498690 h 2672762"/>
                    <a:gd name="connsiteX107" fmla="*/ 457231 w 2677922"/>
                    <a:gd name="connsiteY107" fmla="*/ 555964 h 2672762"/>
                    <a:gd name="connsiteX108" fmla="*/ 507797 w 2677922"/>
                    <a:gd name="connsiteY108" fmla="*/ 551320 h 2672762"/>
                    <a:gd name="connsiteX109" fmla="*/ 551139 w 2677922"/>
                    <a:gd name="connsiteY109" fmla="*/ 508494 h 2672762"/>
                    <a:gd name="connsiteX110" fmla="*/ 556815 w 2677922"/>
                    <a:gd name="connsiteY110" fmla="*/ 456896 h 2672762"/>
                    <a:gd name="connsiteX111" fmla="*/ 494381 w 2677922"/>
                    <a:gd name="connsiteY111" fmla="*/ 339769 h 2672762"/>
                    <a:gd name="connsiteX112" fmla="*/ 505217 w 2677922"/>
                    <a:gd name="connsiteY112" fmla="*/ 280432 h 2672762"/>
                    <a:gd name="connsiteX113" fmla="*/ 537723 w 2677922"/>
                    <a:gd name="connsiteY113" fmla="*/ 256181 h 2672762"/>
                    <a:gd name="connsiteX114" fmla="*/ 590353 w 2677922"/>
                    <a:gd name="connsiteY114" fmla="*/ 261857 h 2672762"/>
                    <a:gd name="connsiteX115" fmla="*/ 679617 w 2677922"/>
                    <a:gd name="connsiteY115" fmla="*/ 344929 h 2672762"/>
                    <a:gd name="connsiteX116" fmla="*/ 754950 w 2677922"/>
                    <a:gd name="connsiteY116" fmla="*/ 355765 h 2672762"/>
                    <a:gd name="connsiteX117" fmla="*/ 797260 w 2677922"/>
                    <a:gd name="connsiteY117" fmla="*/ 329450 h 2672762"/>
                    <a:gd name="connsiteX118" fmla="*/ 811707 w 2677922"/>
                    <a:gd name="connsiteY118" fmla="*/ 285076 h 2672762"/>
                    <a:gd name="connsiteX119" fmla="*/ 781781 w 2677922"/>
                    <a:gd name="connsiteY119" fmla="*/ 156081 h 2672762"/>
                    <a:gd name="connsiteX120" fmla="*/ 807064 w 2677922"/>
                    <a:gd name="connsiteY120" fmla="*/ 100872 h 2672762"/>
                    <a:gd name="connsiteX121" fmla="*/ 841634 w 2677922"/>
                    <a:gd name="connsiteY121" fmla="*/ 86424 h 2672762"/>
                    <a:gd name="connsiteX122" fmla="*/ 896328 w 2677922"/>
                    <a:gd name="connsiteY122" fmla="*/ 106031 h 2672762"/>
                    <a:gd name="connsiteX123" fmla="*/ 965469 w 2677922"/>
                    <a:gd name="connsiteY123" fmla="*/ 217483 h 2672762"/>
                    <a:gd name="connsiteX124" fmla="*/ 1013455 w 2677922"/>
                    <a:gd name="connsiteY124" fmla="*/ 240702 h 2672762"/>
                    <a:gd name="connsiteX125" fmla="*/ 1077952 w 2677922"/>
                    <a:gd name="connsiteY125" fmla="*/ 222642 h 2672762"/>
                    <a:gd name="connsiteX126" fmla="*/ 1101687 w 2677922"/>
                    <a:gd name="connsiteY126" fmla="*/ 188072 h 2672762"/>
                    <a:gd name="connsiteX127" fmla="*/ 1106847 w 2677922"/>
                    <a:gd name="connsiteY127" fmla="*/ 53918 h 2672762"/>
                    <a:gd name="connsiteX128" fmla="*/ 1145029 w 2677922"/>
                    <a:gd name="connsiteY128" fmla="*/ 4900 h 2672762"/>
                    <a:gd name="connsiteX129" fmla="*/ 1158960 w 2677922"/>
                    <a:gd name="connsiteY129" fmla="*/ 1804 h 2672762"/>
                    <a:gd name="connsiteX130" fmla="*/ 1235841 w 2677922"/>
                    <a:gd name="connsiteY130" fmla="*/ 48758 h 2672762"/>
                    <a:gd name="connsiteX131" fmla="*/ 1269895 w 2677922"/>
                    <a:gd name="connsiteY131" fmla="*/ 162273 h 2672762"/>
                    <a:gd name="connsiteX132" fmla="*/ 1303434 w 2677922"/>
                    <a:gd name="connsiteY132" fmla="*/ 192716 h 2672762"/>
                    <a:gd name="connsiteX133" fmla="*/ 1376702 w 2677922"/>
                    <a:gd name="connsiteY133" fmla="*/ 192716 h 2672762"/>
                    <a:gd name="connsiteX134" fmla="*/ 1409209 w 2677922"/>
                    <a:gd name="connsiteY134" fmla="*/ 163305 h 2672762"/>
                    <a:gd name="connsiteX135" fmla="*/ 1447392 w 2677922"/>
                    <a:gd name="connsiteY135" fmla="*/ 37922 h 2672762"/>
                    <a:gd name="connsiteX136" fmla="*/ 1499505 w 2677922"/>
                    <a:gd name="connsiteY136" fmla="*/ 256 h 2672762"/>
                    <a:gd name="connsiteX137" fmla="*/ 1513436 w 2677922"/>
                    <a:gd name="connsiteY137" fmla="*/ 772 h 2672762"/>
                    <a:gd name="connsiteX138" fmla="*/ 1573290 w 2677922"/>
                    <a:gd name="connsiteY138" fmla="*/ 65269 h 2672762"/>
                    <a:gd name="connsiteX139" fmla="*/ 1576902 w 2677922"/>
                    <a:gd name="connsiteY139" fmla="*/ 185492 h 2672762"/>
                    <a:gd name="connsiteX140" fmla="*/ 1598057 w 2677922"/>
                    <a:gd name="connsiteY140" fmla="*/ 220578 h 2672762"/>
                    <a:gd name="connsiteX141" fmla="*/ 1674422 w 2677922"/>
                    <a:gd name="connsiteY141" fmla="*/ 240702 h 2672762"/>
                    <a:gd name="connsiteX142" fmla="*/ 1710540 w 2677922"/>
                    <a:gd name="connsiteY142" fmla="*/ 221610 h 2672762"/>
                    <a:gd name="connsiteX143" fmla="*/ 1779165 w 2677922"/>
                    <a:gd name="connsiteY143" fmla="*/ 111707 h 2672762"/>
                    <a:gd name="connsiteX144" fmla="*/ 1845726 w 2677922"/>
                    <a:gd name="connsiteY144" fmla="*/ 88488 h 2672762"/>
                    <a:gd name="connsiteX145" fmla="*/ 1857594 w 2677922"/>
                    <a:gd name="connsiteY145" fmla="*/ 92616 h 2672762"/>
                    <a:gd name="connsiteX146" fmla="*/ 1895260 w 2677922"/>
                    <a:gd name="connsiteY146" fmla="*/ 166401 h 2672762"/>
                    <a:gd name="connsiteX147" fmla="*/ 1868429 w 2677922"/>
                    <a:gd name="connsiteY147" fmla="*/ 281980 h 2672762"/>
                    <a:gd name="connsiteX148" fmla="*/ 1887004 w 2677922"/>
                    <a:gd name="connsiteY148" fmla="*/ 332030 h 2672762"/>
                    <a:gd name="connsiteX149" fmla="*/ 1946857 w 2677922"/>
                    <a:gd name="connsiteY149" fmla="*/ 365052 h 2672762"/>
                    <a:gd name="connsiteX150" fmla="*/ 1986588 w 2677922"/>
                    <a:gd name="connsiteY150" fmla="*/ 355765 h 2672762"/>
                    <a:gd name="connsiteX151" fmla="*/ 2081528 w 2677922"/>
                    <a:gd name="connsiteY151" fmla="*/ 267532 h 2672762"/>
                    <a:gd name="connsiteX152" fmla="*/ 2151701 w 2677922"/>
                    <a:gd name="connsiteY152" fmla="*/ 261857 h 2672762"/>
                    <a:gd name="connsiteX153" fmla="*/ 2155312 w 2677922"/>
                    <a:gd name="connsiteY153" fmla="*/ 264437 h 2672762"/>
                    <a:gd name="connsiteX154" fmla="*/ 2177500 w 2677922"/>
                    <a:gd name="connsiteY154" fmla="*/ 353701 h 2672762"/>
                    <a:gd name="connsiteX155" fmla="*/ 2122290 w 2677922"/>
                    <a:gd name="connsiteY155" fmla="*/ 456896 h 2672762"/>
                    <a:gd name="connsiteX156" fmla="*/ 2126934 w 2677922"/>
                    <a:gd name="connsiteY156" fmla="*/ 505914 h 2672762"/>
                    <a:gd name="connsiteX157" fmla="*/ 2173372 w 2677922"/>
                    <a:gd name="connsiteY157" fmla="*/ 551836 h 2672762"/>
                    <a:gd name="connsiteX158" fmla="*/ 2219810 w 2677922"/>
                    <a:gd name="connsiteY158" fmla="*/ 555964 h 2672762"/>
                    <a:gd name="connsiteX159" fmla="*/ 2336937 w 2677922"/>
                    <a:gd name="connsiteY159" fmla="*/ 494046 h 2672762"/>
                    <a:gd name="connsiteX160" fmla="*/ 2400917 w 2677922"/>
                    <a:gd name="connsiteY160" fmla="*/ 507462 h 2672762"/>
                    <a:gd name="connsiteX161" fmla="*/ 2420525 w 2677922"/>
                    <a:gd name="connsiteY161" fmla="*/ 533777 h 2672762"/>
                    <a:gd name="connsiteX162" fmla="*/ 2415365 w 2677922"/>
                    <a:gd name="connsiteY162" fmla="*/ 591566 h 2672762"/>
                    <a:gd name="connsiteX163" fmla="*/ 2321973 w 2677922"/>
                    <a:gd name="connsiteY163" fmla="*/ 692182 h 2672762"/>
                    <a:gd name="connsiteX164" fmla="*/ 2313718 w 2677922"/>
                    <a:gd name="connsiteY164" fmla="*/ 733460 h 2672762"/>
                    <a:gd name="connsiteX165" fmla="*/ 2349320 w 2677922"/>
                    <a:gd name="connsiteY165" fmla="*/ 795377 h 2672762"/>
                    <a:gd name="connsiteX166" fmla="*/ 2394726 w 2677922"/>
                    <a:gd name="connsiteY166" fmla="*/ 810341 h 2672762"/>
                    <a:gd name="connsiteX167" fmla="*/ 2526816 w 2677922"/>
                    <a:gd name="connsiteY167" fmla="*/ 780414 h 2672762"/>
                    <a:gd name="connsiteX168" fmla="*/ 2575834 w 2677922"/>
                    <a:gd name="connsiteY168" fmla="*/ 803117 h 2672762"/>
                    <a:gd name="connsiteX169" fmla="*/ 2591313 w 2677922"/>
                    <a:gd name="connsiteY169" fmla="*/ 838719 h 2672762"/>
                    <a:gd name="connsiteX170" fmla="*/ 2570158 w 2677922"/>
                    <a:gd name="connsiteY170" fmla="*/ 896509 h 2672762"/>
                    <a:gd name="connsiteX171" fmla="*/ 2461287 w 2677922"/>
                    <a:gd name="connsiteY171" fmla="*/ 964102 h 2672762"/>
                    <a:gd name="connsiteX172" fmla="*/ 2438068 w 2677922"/>
                    <a:gd name="connsiteY172" fmla="*/ 1014668 h 2672762"/>
                    <a:gd name="connsiteX173" fmla="*/ 2454063 w 2677922"/>
                    <a:gd name="connsiteY173" fmla="*/ 1073489 h 2672762"/>
                    <a:gd name="connsiteX174" fmla="*/ 2492762 w 2677922"/>
                    <a:gd name="connsiteY174" fmla="*/ 1100836 h 2672762"/>
                    <a:gd name="connsiteX175" fmla="*/ 2628464 w 2677922"/>
                    <a:gd name="connsiteY175" fmla="*/ 1105996 h 2672762"/>
                    <a:gd name="connsiteX176" fmla="*/ 2672322 w 2677922"/>
                    <a:gd name="connsiteY176" fmla="*/ 1140566 h 2672762"/>
                    <a:gd name="connsiteX177" fmla="*/ 2677998 w 2677922"/>
                    <a:gd name="connsiteY177" fmla="*/ 1182360 h 2672762"/>
                    <a:gd name="connsiteX178" fmla="*/ 2644459 w 2677922"/>
                    <a:gd name="connsiteY178" fmla="*/ 1229830 h 2672762"/>
                    <a:gd name="connsiteX179" fmla="*/ 2522172 w 2677922"/>
                    <a:gd name="connsiteY179" fmla="*/ 1267497 h 2672762"/>
                    <a:gd name="connsiteX180" fmla="*/ 2483990 w 2677922"/>
                    <a:gd name="connsiteY180" fmla="*/ 1315998 h 2672762"/>
                    <a:gd name="connsiteX181" fmla="*/ 2486570 w 2677922"/>
                    <a:gd name="connsiteY181" fmla="*/ 1379980 h 2672762"/>
                    <a:gd name="connsiteX182" fmla="*/ 2512885 w 2677922"/>
                    <a:gd name="connsiteY182" fmla="*/ 1407842 h 2672762"/>
                    <a:gd name="connsiteX183" fmla="*/ 2641363 w 2677922"/>
                    <a:gd name="connsiteY183" fmla="*/ 1447057 h 2672762"/>
                    <a:gd name="connsiteX184" fmla="*/ 2677998 w 2677922"/>
                    <a:gd name="connsiteY184" fmla="*/ 1498138 h 2672762"/>
                    <a:gd name="connsiteX185" fmla="*/ 2677998 w 2677922"/>
                    <a:gd name="connsiteY185" fmla="*/ 1507426 h 2672762"/>
                    <a:gd name="connsiteX186" fmla="*/ 2611952 w 2677922"/>
                    <a:gd name="connsiteY186" fmla="*/ 1572955 h 2672762"/>
                    <a:gd name="connsiteX187" fmla="*/ 2490182 w 2677922"/>
                    <a:gd name="connsiteY187" fmla="*/ 1576567 h 2672762"/>
                    <a:gd name="connsiteX188" fmla="*/ 2457675 w 2677922"/>
                    <a:gd name="connsiteY188" fmla="*/ 1596690 h 2672762"/>
                    <a:gd name="connsiteX189" fmla="*/ 2437036 w 2677922"/>
                    <a:gd name="connsiteY189" fmla="*/ 1673055 h 2672762"/>
                    <a:gd name="connsiteX190" fmla="*/ 2457159 w 2677922"/>
                    <a:gd name="connsiteY190" fmla="*/ 1710205 h 2672762"/>
                    <a:gd name="connsiteX191" fmla="*/ 2564483 w 2677922"/>
                    <a:gd name="connsiteY191" fmla="*/ 1777282 h 2672762"/>
                    <a:gd name="connsiteX192" fmla="*/ 2588733 w 2677922"/>
                    <a:gd name="connsiteY192" fmla="*/ 1845907 h 2672762"/>
                    <a:gd name="connsiteX193" fmla="*/ 2571706 w 2677922"/>
                    <a:gd name="connsiteY193" fmla="*/ 1880994 h 2672762"/>
                    <a:gd name="connsiteX194" fmla="*/ 2538684 w 2677922"/>
                    <a:gd name="connsiteY194" fmla="*/ 1897505 h 2672762"/>
                    <a:gd name="connsiteX195" fmla="*/ 1338521 w 2677922"/>
                    <a:gd name="connsiteY195" fmla="*/ 2312867 h 2672762"/>
                    <a:gd name="connsiteX196" fmla="*/ 2316814 w 2677922"/>
                    <a:gd name="connsiteY196" fmla="*/ 1335605 h 2672762"/>
                    <a:gd name="connsiteX197" fmla="*/ 1340068 w 2677922"/>
                    <a:gd name="connsiteY197" fmla="*/ 359376 h 2672762"/>
                    <a:gd name="connsiteX198" fmla="*/ 361775 w 2677922"/>
                    <a:gd name="connsiteY198" fmla="*/ 1331994 h 2672762"/>
                    <a:gd name="connsiteX199" fmla="*/ 1338521 w 2677922"/>
                    <a:gd name="connsiteY199" fmla="*/ 2312867 h 2672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</a:cxnLst>
                  <a:rect l="l" t="t" r="r" b="b"/>
                  <a:pathLst>
                    <a:path w="2677922" h="2672762">
                      <a:moveTo>
                        <a:pt x="2538684" y="1897505"/>
                      </a:moveTo>
                      <a:cubicBezTo>
                        <a:pt x="2511337" y="1891313"/>
                        <a:pt x="2483990" y="1885121"/>
                        <a:pt x="2456643" y="1879446"/>
                      </a:cubicBezTo>
                      <a:cubicBezTo>
                        <a:pt x="2434456" y="1874286"/>
                        <a:pt x="2411753" y="1869642"/>
                        <a:pt x="2389566" y="1863966"/>
                      </a:cubicBezTo>
                      <a:cubicBezTo>
                        <a:pt x="2375119" y="1860354"/>
                        <a:pt x="2363767" y="1864482"/>
                        <a:pt x="2354479" y="1874802"/>
                      </a:cubicBezTo>
                      <a:cubicBezTo>
                        <a:pt x="2335389" y="1896989"/>
                        <a:pt x="2320425" y="1922272"/>
                        <a:pt x="2312170" y="1950651"/>
                      </a:cubicBezTo>
                      <a:cubicBezTo>
                        <a:pt x="2308042" y="1964066"/>
                        <a:pt x="2314234" y="1973869"/>
                        <a:pt x="2322489" y="1983157"/>
                      </a:cubicBezTo>
                      <a:cubicBezTo>
                        <a:pt x="2352416" y="2015664"/>
                        <a:pt x="2382858" y="2048170"/>
                        <a:pt x="2412785" y="2080161"/>
                      </a:cubicBezTo>
                      <a:cubicBezTo>
                        <a:pt x="2435488" y="2104412"/>
                        <a:pt x="2436520" y="2118859"/>
                        <a:pt x="2418461" y="2146722"/>
                      </a:cubicBezTo>
                      <a:cubicBezTo>
                        <a:pt x="2417429" y="2148270"/>
                        <a:pt x="2416397" y="2150334"/>
                        <a:pt x="2414849" y="2151882"/>
                      </a:cubicBezTo>
                      <a:cubicBezTo>
                        <a:pt x="2380795" y="2197804"/>
                        <a:pt x="2365831" y="2198320"/>
                        <a:pt x="2324037" y="2174585"/>
                      </a:cubicBezTo>
                      <a:cubicBezTo>
                        <a:pt x="2289982" y="2154978"/>
                        <a:pt x="2253864" y="2137434"/>
                        <a:pt x="2219294" y="2118859"/>
                      </a:cubicBezTo>
                      <a:cubicBezTo>
                        <a:pt x="2204846" y="2111120"/>
                        <a:pt x="2191431" y="2111120"/>
                        <a:pt x="2178531" y="2120407"/>
                      </a:cubicBezTo>
                      <a:cubicBezTo>
                        <a:pt x="2157892" y="2134855"/>
                        <a:pt x="2140349" y="2152398"/>
                        <a:pt x="2125386" y="2172521"/>
                      </a:cubicBezTo>
                      <a:cubicBezTo>
                        <a:pt x="2114550" y="2186968"/>
                        <a:pt x="2114034" y="2201416"/>
                        <a:pt x="2122806" y="2217411"/>
                      </a:cubicBezTo>
                      <a:cubicBezTo>
                        <a:pt x="2143961" y="2256109"/>
                        <a:pt x="2164600" y="2295323"/>
                        <a:pt x="2184723" y="2334538"/>
                      </a:cubicBezTo>
                      <a:cubicBezTo>
                        <a:pt x="2198655" y="2361885"/>
                        <a:pt x="2196591" y="2374268"/>
                        <a:pt x="2174404" y="2395423"/>
                      </a:cubicBezTo>
                      <a:cubicBezTo>
                        <a:pt x="2170792" y="2398519"/>
                        <a:pt x="2167696" y="2402131"/>
                        <a:pt x="2164084" y="2404711"/>
                      </a:cubicBezTo>
                      <a:cubicBezTo>
                        <a:pt x="2131062" y="2428962"/>
                        <a:pt x="2114034" y="2440829"/>
                        <a:pt x="2075336" y="2401615"/>
                      </a:cubicBezTo>
                      <a:cubicBezTo>
                        <a:pt x="2047473" y="2373236"/>
                        <a:pt x="2017547" y="2347953"/>
                        <a:pt x="1988652" y="2320606"/>
                      </a:cubicBezTo>
                      <a:cubicBezTo>
                        <a:pt x="1975236" y="2307707"/>
                        <a:pt x="1960789" y="2305127"/>
                        <a:pt x="1944277" y="2311835"/>
                      </a:cubicBezTo>
                      <a:cubicBezTo>
                        <a:pt x="1922607" y="2320606"/>
                        <a:pt x="1901968" y="2331958"/>
                        <a:pt x="1883392" y="2346405"/>
                      </a:cubicBezTo>
                      <a:cubicBezTo>
                        <a:pt x="1867913" y="2358273"/>
                        <a:pt x="1863785" y="2373236"/>
                        <a:pt x="1868429" y="2391811"/>
                      </a:cubicBezTo>
                      <a:cubicBezTo>
                        <a:pt x="1879264" y="2436701"/>
                        <a:pt x="1889584" y="2482107"/>
                        <a:pt x="1899388" y="2526997"/>
                      </a:cubicBezTo>
                      <a:cubicBezTo>
                        <a:pt x="1903516" y="2546604"/>
                        <a:pt x="1896808" y="2561568"/>
                        <a:pt x="1879264" y="2571887"/>
                      </a:cubicBezTo>
                      <a:cubicBezTo>
                        <a:pt x="1867397" y="2579111"/>
                        <a:pt x="1854498" y="2584787"/>
                        <a:pt x="1841082" y="2588915"/>
                      </a:cubicBezTo>
                      <a:cubicBezTo>
                        <a:pt x="1813736" y="2597686"/>
                        <a:pt x="1798256" y="2592526"/>
                        <a:pt x="1782777" y="2568276"/>
                      </a:cubicBezTo>
                      <a:cubicBezTo>
                        <a:pt x="1760074" y="2532157"/>
                        <a:pt x="1736855" y="2496555"/>
                        <a:pt x="1715184" y="2459404"/>
                      </a:cubicBezTo>
                      <a:cubicBezTo>
                        <a:pt x="1703316" y="2439281"/>
                        <a:pt x="1687837" y="2431542"/>
                        <a:pt x="1664618" y="2435669"/>
                      </a:cubicBezTo>
                      <a:cubicBezTo>
                        <a:pt x="1646043" y="2439281"/>
                        <a:pt x="1627984" y="2443925"/>
                        <a:pt x="1610440" y="2450117"/>
                      </a:cubicBezTo>
                      <a:cubicBezTo>
                        <a:pt x="1586190" y="2458888"/>
                        <a:pt x="1578450" y="2469208"/>
                        <a:pt x="1577418" y="2495007"/>
                      </a:cubicBezTo>
                      <a:cubicBezTo>
                        <a:pt x="1575870" y="2535769"/>
                        <a:pt x="1574838" y="2576015"/>
                        <a:pt x="1573806" y="2616777"/>
                      </a:cubicBezTo>
                      <a:cubicBezTo>
                        <a:pt x="1572774" y="2653928"/>
                        <a:pt x="1563487" y="2665795"/>
                        <a:pt x="1526852" y="2672503"/>
                      </a:cubicBezTo>
                      <a:cubicBezTo>
                        <a:pt x="1517049" y="2674567"/>
                        <a:pt x="1507245" y="2675599"/>
                        <a:pt x="1497441" y="2676115"/>
                      </a:cubicBezTo>
                      <a:cubicBezTo>
                        <a:pt x="1473191" y="2677663"/>
                        <a:pt x="1457711" y="2667859"/>
                        <a:pt x="1449972" y="2644124"/>
                      </a:cubicBezTo>
                      <a:cubicBezTo>
                        <a:pt x="1436040" y="2600782"/>
                        <a:pt x="1422624" y="2557956"/>
                        <a:pt x="1410241" y="2514614"/>
                      </a:cubicBezTo>
                      <a:cubicBezTo>
                        <a:pt x="1404565" y="2495007"/>
                        <a:pt x="1392698" y="2485719"/>
                        <a:pt x="1373091" y="2482623"/>
                      </a:cubicBezTo>
                      <a:cubicBezTo>
                        <a:pt x="1350388" y="2479527"/>
                        <a:pt x="1327685" y="2479527"/>
                        <a:pt x="1304982" y="2483139"/>
                      </a:cubicBezTo>
                      <a:cubicBezTo>
                        <a:pt x="1287955" y="2485719"/>
                        <a:pt x="1277119" y="2494491"/>
                        <a:pt x="1271959" y="2511518"/>
                      </a:cubicBezTo>
                      <a:cubicBezTo>
                        <a:pt x="1260092" y="2552280"/>
                        <a:pt x="1247192" y="2593042"/>
                        <a:pt x="1234293" y="2633805"/>
                      </a:cubicBezTo>
                      <a:cubicBezTo>
                        <a:pt x="1222941" y="2670439"/>
                        <a:pt x="1208494" y="2679727"/>
                        <a:pt x="1170828" y="2674567"/>
                      </a:cubicBezTo>
                      <a:cubicBezTo>
                        <a:pt x="1114070" y="2666827"/>
                        <a:pt x="1107362" y="2659087"/>
                        <a:pt x="1106847" y="2602330"/>
                      </a:cubicBezTo>
                      <a:cubicBezTo>
                        <a:pt x="1106331" y="2565180"/>
                        <a:pt x="1104783" y="2528545"/>
                        <a:pt x="1103751" y="2491395"/>
                      </a:cubicBezTo>
                      <a:cubicBezTo>
                        <a:pt x="1103234" y="2474368"/>
                        <a:pt x="1096527" y="2460952"/>
                        <a:pt x="1080532" y="2454244"/>
                      </a:cubicBezTo>
                      <a:cubicBezTo>
                        <a:pt x="1056281" y="2443925"/>
                        <a:pt x="1031514" y="2436701"/>
                        <a:pt x="1005199" y="2435153"/>
                      </a:cubicBezTo>
                      <a:cubicBezTo>
                        <a:pt x="989203" y="2434121"/>
                        <a:pt x="977852" y="2440313"/>
                        <a:pt x="969080" y="2454244"/>
                      </a:cubicBezTo>
                      <a:cubicBezTo>
                        <a:pt x="946894" y="2491395"/>
                        <a:pt x="923159" y="2527513"/>
                        <a:pt x="900456" y="2564148"/>
                      </a:cubicBezTo>
                      <a:cubicBezTo>
                        <a:pt x="882396" y="2593042"/>
                        <a:pt x="868465" y="2598202"/>
                        <a:pt x="836474" y="2587367"/>
                      </a:cubicBezTo>
                      <a:cubicBezTo>
                        <a:pt x="834926" y="2586851"/>
                        <a:pt x="833379" y="2586335"/>
                        <a:pt x="831830" y="2585819"/>
                      </a:cubicBezTo>
                      <a:cubicBezTo>
                        <a:pt x="782297" y="2565696"/>
                        <a:pt x="772493" y="2554344"/>
                        <a:pt x="785392" y="2504810"/>
                      </a:cubicBezTo>
                      <a:cubicBezTo>
                        <a:pt x="795196" y="2467144"/>
                        <a:pt x="802420" y="2428962"/>
                        <a:pt x="811707" y="2390779"/>
                      </a:cubicBezTo>
                      <a:cubicBezTo>
                        <a:pt x="816351" y="2371172"/>
                        <a:pt x="811191" y="2356209"/>
                        <a:pt x="794680" y="2344341"/>
                      </a:cubicBezTo>
                      <a:cubicBezTo>
                        <a:pt x="777137" y="2331958"/>
                        <a:pt x="759078" y="2321122"/>
                        <a:pt x="739470" y="2312351"/>
                      </a:cubicBezTo>
                      <a:cubicBezTo>
                        <a:pt x="720895" y="2304095"/>
                        <a:pt x="704900" y="2307191"/>
                        <a:pt x="689421" y="2321638"/>
                      </a:cubicBezTo>
                      <a:cubicBezTo>
                        <a:pt x="658462" y="2351049"/>
                        <a:pt x="626988" y="2379944"/>
                        <a:pt x="596029" y="2408838"/>
                      </a:cubicBezTo>
                      <a:cubicBezTo>
                        <a:pt x="572810" y="2431026"/>
                        <a:pt x="557847" y="2432057"/>
                        <a:pt x="530500" y="2415030"/>
                      </a:cubicBezTo>
                      <a:cubicBezTo>
                        <a:pt x="527404" y="2412966"/>
                        <a:pt x="524308" y="2410902"/>
                        <a:pt x="521212" y="2408838"/>
                      </a:cubicBezTo>
                      <a:cubicBezTo>
                        <a:pt x="481482" y="2380460"/>
                        <a:pt x="477870" y="2365496"/>
                        <a:pt x="500573" y="2322670"/>
                      </a:cubicBezTo>
                      <a:cubicBezTo>
                        <a:pt x="519148" y="2287584"/>
                        <a:pt x="537207" y="2252497"/>
                        <a:pt x="556298" y="2217927"/>
                      </a:cubicBezTo>
                      <a:cubicBezTo>
                        <a:pt x="566102" y="2199868"/>
                        <a:pt x="564555" y="2184388"/>
                        <a:pt x="552171" y="2168909"/>
                      </a:cubicBezTo>
                      <a:cubicBezTo>
                        <a:pt x="538756" y="2151882"/>
                        <a:pt x="523276" y="2136402"/>
                        <a:pt x="505733" y="2122987"/>
                      </a:cubicBezTo>
                      <a:cubicBezTo>
                        <a:pt x="490254" y="2111120"/>
                        <a:pt x="474774" y="2110088"/>
                        <a:pt x="457747" y="2119375"/>
                      </a:cubicBezTo>
                      <a:cubicBezTo>
                        <a:pt x="419564" y="2140014"/>
                        <a:pt x="380866" y="2160653"/>
                        <a:pt x="341652" y="2180777"/>
                      </a:cubicBezTo>
                      <a:cubicBezTo>
                        <a:pt x="314305" y="2195224"/>
                        <a:pt x="298310" y="2191612"/>
                        <a:pt x="278187" y="2168909"/>
                      </a:cubicBezTo>
                      <a:cubicBezTo>
                        <a:pt x="276639" y="2167361"/>
                        <a:pt x="275607" y="2165813"/>
                        <a:pt x="274059" y="2164265"/>
                      </a:cubicBezTo>
                      <a:cubicBezTo>
                        <a:pt x="238456" y="2122987"/>
                        <a:pt x="238972" y="2108540"/>
                        <a:pt x="276639" y="2069325"/>
                      </a:cubicBezTo>
                      <a:cubicBezTo>
                        <a:pt x="302954" y="2041463"/>
                        <a:pt x="327721" y="2013084"/>
                        <a:pt x="354551" y="1986253"/>
                      </a:cubicBezTo>
                      <a:cubicBezTo>
                        <a:pt x="367967" y="1972322"/>
                        <a:pt x="370547" y="1957874"/>
                        <a:pt x="363839" y="1940847"/>
                      </a:cubicBezTo>
                      <a:cubicBezTo>
                        <a:pt x="355067" y="1918660"/>
                        <a:pt x="342684" y="1898021"/>
                        <a:pt x="328237" y="1878930"/>
                      </a:cubicBezTo>
                      <a:cubicBezTo>
                        <a:pt x="316369" y="1863450"/>
                        <a:pt x="300374" y="1861902"/>
                        <a:pt x="283347" y="1866030"/>
                      </a:cubicBezTo>
                      <a:cubicBezTo>
                        <a:pt x="245680" y="1874802"/>
                        <a:pt x="208530" y="1883573"/>
                        <a:pt x="170864" y="1891829"/>
                      </a:cubicBezTo>
                      <a:cubicBezTo>
                        <a:pt x="165704" y="1892861"/>
                        <a:pt x="160544" y="1894409"/>
                        <a:pt x="155900" y="1895441"/>
                      </a:cubicBezTo>
                      <a:cubicBezTo>
                        <a:pt x="127521" y="1900601"/>
                        <a:pt x="113074" y="1893893"/>
                        <a:pt x="100175" y="1868094"/>
                      </a:cubicBezTo>
                      <a:cubicBezTo>
                        <a:pt x="95531" y="1858291"/>
                        <a:pt x="90887" y="1848487"/>
                        <a:pt x="87275" y="1838168"/>
                      </a:cubicBezTo>
                      <a:cubicBezTo>
                        <a:pt x="77988" y="1810821"/>
                        <a:pt x="83147" y="1795341"/>
                        <a:pt x="107915" y="1779862"/>
                      </a:cubicBezTo>
                      <a:cubicBezTo>
                        <a:pt x="143001" y="1757675"/>
                        <a:pt x="178603" y="1735488"/>
                        <a:pt x="213690" y="1713817"/>
                      </a:cubicBezTo>
                      <a:cubicBezTo>
                        <a:pt x="241552" y="1696274"/>
                        <a:pt x="245680" y="1686470"/>
                        <a:pt x="238972" y="1654480"/>
                      </a:cubicBezTo>
                      <a:cubicBezTo>
                        <a:pt x="234845" y="1636420"/>
                        <a:pt x="230201" y="1617845"/>
                        <a:pt x="222977" y="1600818"/>
                      </a:cubicBezTo>
                      <a:cubicBezTo>
                        <a:pt x="215753" y="1583791"/>
                        <a:pt x="203370" y="1575535"/>
                        <a:pt x="184279" y="1575019"/>
                      </a:cubicBezTo>
                      <a:cubicBezTo>
                        <a:pt x="142485" y="1574503"/>
                        <a:pt x="101207" y="1572955"/>
                        <a:pt x="59413" y="1571407"/>
                      </a:cubicBezTo>
                      <a:cubicBezTo>
                        <a:pt x="21746" y="1570375"/>
                        <a:pt x="10395" y="1560572"/>
                        <a:pt x="3687" y="1524453"/>
                      </a:cubicBezTo>
                      <a:cubicBezTo>
                        <a:pt x="3171" y="1520841"/>
                        <a:pt x="2139" y="1517230"/>
                        <a:pt x="1623" y="1513618"/>
                      </a:cubicBezTo>
                      <a:cubicBezTo>
                        <a:pt x="-4053" y="1467696"/>
                        <a:pt x="3687" y="1455828"/>
                        <a:pt x="48577" y="1442413"/>
                      </a:cubicBezTo>
                      <a:cubicBezTo>
                        <a:pt x="85727" y="1431061"/>
                        <a:pt x="122877" y="1418678"/>
                        <a:pt x="160544" y="1408358"/>
                      </a:cubicBezTo>
                      <a:cubicBezTo>
                        <a:pt x="181183" y="1402683"/>
                        <a:pt x="192018" y="1390815"/>
                        <a:pt x="194083" y="1370692"/>
                      </a:cubicBezTo>
                      <a:cubicBezTo>
                        <a:pt x="196147" y="1346957"/>
                        <a:pt x="197178" y="1322706"/>
                        <a:pt x="192534" y="1298971"/>
                      </a:cubicBezTo>
                      <a:cubicBezTo>
                        <a:pt x="189954" y="1283492"/>
                        <a:pt x="181183" y="1274204"/>
                        <a:pt x="166220" y="1269560"/>
                      </a:cubicBezTo>
                      <a:cubicBezTo>
                        <a:pt x="126490" y="1257693"/>
                        <a:pt x="86759" y="1245310"/>
                        <a:pt x="47029" y="1232926"/>
                      </a:cubicBezTo>
                      <a:cubicBezTo>
                        <a:pt x="3687" y="1219511"/>
                        <a:pt x="-957" y="1212287"/>
                        <a:pt x="1623" y="1166881"/>
                      </a:cubicBezTo>
                      <a:cubicBezTo>
                        <a:pt x="2139" y="1157593"/>
                        <a:pt x="4203" y="1148306"/>
                        <a:pt x="6267" y="1139534"/>
                      </a:cubicBezTo>
                      <a:cubicBezTo>
                        <a:pt x="12459" y="1116831"/>
                        <a:pt x="25358" y="1106512"/>
                        <a:pt x="49093" y="1105480"/>
                      </a:cubicBezTo>
                      <a:cubicBezTo>
                        <a:pt x="87791" y="1103932"/>
                        <a:pt x="125974" y="1102900"/>
                        <a:pt x="164672" y="1101868"/>
                      </a:cubicBezTo>
                      <a:cubicBezTo>
                        <a:pt x="170348" y="1101868"/>
                        <a:pt x="176023" y="1101352"/>
                        <a:pt x="181699" y="1101352"/>
                      </a:cubicBezTo>
                      <a:cubicBezTo>
                        <a:pt x="207498" y="1102384"/>
                        <a:pt x="220913" y="1087936"/>
                        <a:pt x="227621" y="1065233"/>
                      </a:cubicBezTo>
                      <a:cubicBezTo>
                        <a:pt x="232781" y="1048206"/>
                        <a:pt x="237425" y="1031179"/>
                        <a:pt x="241036" y="1014152"/>
                      </a:cubicBezTo>
                      <a:cubicBezTo>
                        <a:pt x="245680" y="990417"/>
                        <a:pt x="240005" y="979065"/>
                        <a:pt x="219366" y="965650"/>
                      </a:cubicBezTo>
                      <a:cubicBezTo>
                        <a:pt x="184279" y="943463"/>
                        <a:pt x="148676" y="921276"/>
                        <a:pt x="113590" y="899605"/>
                      </a:cubicBezTo>
                      <a:cubicBezTo>
                        <a:pt x="82116" y="879997"/>
                        <a:pt x="77472" y="867614"/>
                        <a:pt x="89855" y="832012"/>
                      </a:cubicBezTo>
                      <a:cubicBezTo>
                        <a:pt x="93467" y="820660"/>
                        <a:pt x="98111" y="809309"/>
                        <a:pt x="104818" y="799505"/>
                      </a:cubicBezTo>
                      <a:cubicBezTo>
                        <a:pt x="115654" y="782994"/>
                        <a:pt x="130617" y="774738"/>
                        <a:pt x="151256" y="779898"/>
                      </a:cubicBezTo>
                      <a:cubicBezTo>
                        <a:pt x="195114" y="790217"/>
                        <a:pt x="239489" y="799505"/>
                        <a:pt x="283347" y="810341"/>
                      </a:cubicBezTo>
                      <a:cubicBezTo>
                        <a:pt x="303469" y="815500"/>
                        <a:pt x="318949" y="810857"/>
                        <a:pt x="331332" y="794345"/>
                      </a:cubicBezTo>
                      <a:cubicBezTo>
                        <a:pt x="344232" y="776802"/>
                        <a:pt x="355584" y="757711"/>
                        <a:pt x="363839" y="737588"/>
                      </a:cubicBezTo>
                      <a:cubicBezTo>
                        <a:pt x="371063" y="719529"/>
                        <a:pt x="368999" y="704049"/>
                        <a:pt x="354551" y="689086"/>
                      </a:cubicBezTo>
                      <a:cubicBezTo>
                        <a:pt x="324625" y="658643"/>
                        <a:pt x="296246" y="627169"/>
                        <a:pt x="266835" y="595694"/>
                      </a:cubicBezTo>
                      <a:cubicBezTo>
                        <a:pt x="244132" y="570927"/>
                        <a:pt x="243100" y="556996"/>
                        <a:pt x="261675" y="529133"/>
                      </a:cubicBezTo>
                      <a:cubicBezTo>
                        <a:pt x="264771" y="525005"/>
                        <a:pt x="267351" y="520361"/>
                        <a:pt x="270447" y="516233"/>
                      </a:cubicBezTo>
                      <a:cubicBezTo>
                        <a:pt x="296762" y="481663"/>
                        <a:pt x="311209" y="478567"/>
                        <a:pt x="349907" y="498690"/>
                      </a:cubicBezTo>
                      <a:cubicBezTo>
                        <a:pt x="386026" y="517781"/>
                        <a:pt x="422144" y="536357"/>
                        <a:pt x="457231" y="555964"/>
                      </a:cubicBezTo>
                      <a:cubicBezTo>
                        <a:pt x="475806" y="566283"/>
                        <a:pt x="492318" y="564219"/>
                        <a:pt x="507797" y="551320"/>
                      </a:cubicBezTo>
                      <a:cubicBezTo>
                        <a:pt x="523276" y="538421"/>
                        <a:pt x="537723" y="523973"/>
                        <a:pt x="551139" y="508494"/>
                      </a:cubicBezTo>
                      <a:cubicBezTo>
                        <a:pt x="564555" y="492499"/>
                        <a:pt x="567650" y="476503"/>
                        <a:pt x="556815" y="456896"/>
                      </a:cubicBezTo>
                      <a:cubicBezTo>
                        <a:pt x="535143" y="418198"/>
                        <a:pt x="515020" y="378983"/>
                        <a:pt x="494381" y="339769"/>
                      </a:cubicBezTo>
                      <a:cubicBezTo>
                        <a:pt x="480966" y="313970"/>
                        <a:pt x="484062" y="300039"/>
                        <a:pt x="505217" y="280432"/>
                      </a:cubicBezTo>
                      <a:cubicBezTo>
                        <a:pt x="515020" y="271144"/>
                        <a:pt x="525856" y="263405"/>
                        <a:pt x="537723" y="256181"/>
                      </a:cubicBezTo>
                      <a:cubicBezTo>
                        <a:pt x="558362" y="244313"/>
                        <a:pt x="572810" y="245861"/>
                        <a:pt x="590353" y="261857"/>
                      </a:cubicBezTo>
                      <a:cubicBezTo>
                        <a:pt x="620280" y="289203"/>
                        <a:pt x="650207" y="317066"/>
                        <a:pt x="679617" y="344929"/>
                      </a:cubicBezTo>
                      <a:cubicBezTo>
                        <a:pt x="710576" y="374340"/>
                        <a:pt x="717284" y="375372"/>
                        <a:pt x="754950" y="355765"/>
                      </a:cubicBezTo>
                      <a:cubicBezTo>
                        <a:pt x="769913" y="348025"/>
                        <a:pt x="783845" y="339769"/>
                        <a:pt x="797260" y="329450"/>
                      </a:cubicBezTo>
                      <a:cubicBezTo>
                        <a:pt x="811707" y="317582"/>
                        <a:pt x="816351" y="303651"/>
                        <a:pt x="811707" y="285076"/>
                      </a:cubicBezTo>
                      <a:cubicBezTo>
                        <a:pt x="800872" y="242249"/>
                        <a:pt x="791585" y="198907"/>
                        <a:pt x="781781" y="156081"/>
                      </a:cubicBezTo>
                      <a:cubicBezTo>
                        <a:pt x="775589" y="128218"/>
                        <a:pt x="782297" y="114287"/>
                        <a:pt x="807064" y="100872"/>
                      </a:cubicBezTo>
                      <a:cubicBezTo>
                        <a:pt x="818415" y="95196"/>
                        <a:pt x="829766" y="90552"/>
                        <a:pt x="841634" y="86424"/>
                      </a:cubicBezTo>
                      <a:cubicBezTo>
                        <a:pt x="866917" y="78685"/>
                        <a:pt x="881364" y="83328"/>
                        <a:pt x="896328" y="106031"/>
                      </a:cubicBezTo>
                      <a:cubicBezTo>
                        <a:pt x="920062" y="142666"/>
                        <a:pt x="943798" y="179300"/>
                        <a:pt x="965469" y="217483"/>
                      </a:cubicBezTo>
                      <a:cubicBezTo>
                        <a:pt x="976820" y="237090"/>
                        <a:pt x="992299" y="243797"/>
                        <a:pt x="1013455" y="240702"/>
                      </a:cubicBezTo>
                      <a:cubicBezTo>
                        <a:pt x="1035641" y="237090"/>
                        <a:pt x="1057313" y="231414"/>
                        <a:pt x="1077952" y="222642"/>
                      </a:cubicBezTo>
                      <a:cubicBezTo>
                        <a:pt x="1092915" y="215935"/>
                        <a:pt x="1101171" y="205615"/>
                        <a:pt x="1101687" y="188072"/>
                      </a:cubicBezTo>
                      <a:cubicBezTo>
                        <a:pt x="1102719" y="143182"/>
                        <a:pt x="1105298" y="98808"/>
                        <a:pt x="1106847" y="53918"/>
                      </a:cubicBezTo>
                      <a:cubicBezTo>
                        <a:pt x="1107878" y="25023"/>
                        <a:pt x="1117166" y="12640"/>
                        <a:pt x="1145029" y="4900"/>
                      </a:cubicBezTo>
                      <a:cubicBezTo>
                        <a:pt x="1149672" y="3868"/>
                        <a:pt x="1154316" y="2320"/>
                        <a:pt x="1158960" y="1804"/>
                      </a:cubicBezTo>
                      <a:cubicBezTo>
                        <a:pt x="1210042" y="-3872"/>
                        <a:pt x="1222426" y="1804"/>
                        <a:pt x="1235841" y="48758"/>
                      </a:cubicBezTo>
                      <a:cubicBezTo>
                        <a:pt x="1246676" y="86940"/>
                        <a:pt x="1259576" y="124091"/>
                        <a:pt x="1269895" y="162273"/>
                      </a:cubicBezTo>
                      <a:cubicBezTo>
                        <a:pt x="1275055" y="180332"/>
                        <a:pt x="1285890" y="190136"/>
                        <a:pt x="1303434" y="192716"/>
                      </a:cubicBezTo>
                      <a:cubicBezTo>
                        <a:pt x="1327685" y="195812"/>
                        <a:pt x="1352452" y="195812"/>
                        <a:pt x="1376702" y="192716"/>
                      </a:cubicBezTo>
                      <a:cubicBezTo>
                        <a:pt x="1393730" y="190652"/>
                        <a:pt x="1404049" y="180332"/>
                        <a:pt x="1409209" y="163305"/>
                      </a:cubicBezTo>
                      <a:cubicBezTo>
                        <a:pt x="1421593" y="121511"/>
                        <a:pt x="1434492" y="79717"/>
                        <a:pt x="1447392" y="37922"/>
                      </a:cubicBezTo>
                      <a:cubicBezTo>
                        <a:pt x="1457195" y="6964"/>
                        <a:pt x="1466998" y="-260"/>
                        <a:pt x="1499505" y="256"/>
                      </a:cubicBezTo>
                      <a:cubicBezTo>
                        <a:pt x="1504149" y="256"/>
                        <a:pt x="1508793" y="256"/>
                        <a:pt x="1513436" y="772"/>
                      </a:cubicBezTo>
                      <a:cubicBezTo>
                        <a:pt x="1559358" y="5416"/>
                        <a:pt x="1572258" y="19347"/>
                        <a:pt x="1573290" y="65269"/>
                      </a:cubicBezTo>
                      <a:cubicBezTo>
                        <a:pt x="1574322" y="105515"/>
                        <a:pt x="1575870" y="145246"/>
                        <a:pt x="1576902" y="185492"/>
                      </a:cubicBezTo>
                      <a:cubicBezTo>
                        <a:pt x="1577418" y="201487"/>
                        <a:pt x="1583093" y="213871"/>
                        <a:pt x="1598057" y="220578"/>
                      </a:cubicBezTo>
                      <a:cubicBezTo>
                        <a:pt x="1622308" y="231414"/>
                        <a:pt x="1647590" y="238638"/>
                        <a:pt x="1674422" y="240702"/>
                      </a:cubicBezTo>
                      <a:cubicBezTo>
                        <a:pt x="1690933" y="241733"/>
                        <a:pt x="1702285" y="235026"/>
                        <a:pt x="1710540" y="221610"/>
                      </a:cubicBezTo>
                      <a:cubicBezTo>
                        <a:pt x="1733243" y="184976"/>
                        <a:pt x="1756462" y="148342"/>
                        <a:pt x="1779165" y="111707"/>
                      </a:cubicBezTo>
                      <a:cubicBezTo>
                        <a:pt x="1798772" y="80749"/>
                        <a:pt x="1810640" y="76621"/>
                        <a:pt x="1845726" y="88488"/>
                      </a:cubicBezTo>
                      <a:cubicBezTo>
                        <a:pt x="1849854" y="90036"/>
                        <a:pt x="1853466" y="91068"/>
                        <a:pt x="1857594" y="92616"/>
                      </a:cubicBezTo>
                      <a:cubicBezTo>
                        <a:pt x="1898356" y="110159"/>
                        <a:pt x="1905063" y="123059"/>
                        <a:pt x="1895260" y="166401"/>
                      </a:cubicBezTo>
                      <a:cubicBezTo>
                        <a:pt x="1886488" y="205099"/>
                        <a:pt x="1877717" y="243281"/>
                        <a:pt x="1868429" y="281980"/>
                      </a:cubicBezTo>
                      <a:cubicBezTo>
                        <a:pt x="1863269" y="303135"/>
                        <a:pt x="1868429" y="319646"/>
                        <a:pt x="1887004" y="332030"/>
                      </a:cubicBezTo>
                      <a:cubicBezTo>
                        <a:pt x="1906096" y="344929"/>
                        <a:pt x="1925187" y="356796"/>
                        <a:pt x="1946857" y="365052"/>
                      </a:cubicBezTo>
                      <a:cubicBezTo>
                        <a:pt x="1962337" y="370728"/>
                        <a:pt x="1974720" y="367116"/>
                        <a:pt x="1986588" y="355765"/>
                      </a:cubicBezTo>
                      <a:cubicBezTo>
                        <a:pt x="2018062" y="325838"/>
                        <a:pt x="2049537" y="296943"/>
                        <a:pt x="2081528" y="267532"/>
                      </a:cubicBezTo>
                      <a:cubicBezTo>
                        <a:pt x="2107843" y="242765"/>
                        <a:pt x="2122290" y="241733"/>
                        <a:pt x="2151701" y="261857"/>
                      </a:cubicBezTo>
                      <a:cubicBezTo>
                        <a:pt x="2153248" y="262889"/>
                        <a:pt x="2154281" y="263405"/>
                        <a:pt x="2155312" y="264437"/>
                      </a:cubicBezTo>
                      <a:cubicBezTo>
                        <a:pt x="2205363" y="300555"/>
                        <a:pt x="2198139" y="316034"/>
                        <a:pt x="2177500" y="353701"/>
                      </a:cubicBezTo>
                      <a:cubicBezTo>
                        <a:pt x="2158925" y="387755"/>
                        <a:pt x="2141381" y="422842"/>
                        <a:pt x="2122290" y="456896"/>
                      </a:cubicBezTo>
                      <a:cubicBezTo>
                        <a:pt x="2112487" y="474955"/>
                        <a:pt x="2114550" y="490435"/>
                        <a:pt x="2126934" y="505914"/>
                      </a:cubicBezTo>
                      <a:cubicBezTo>
                        <a:pt x="2140865" y="522941"/>
                        <a:pt x="2156345" y="538421"/>
                        <a:pt x="2173372" y="551836"/>
                      </a:cubicBezTo>
                      <a:cubicBezTo>
                        <a:pt x="2187819" y="563187"/>
                        <a:pt x="2202783" y="564735"/>
                        <a:pt x="2219810" y="555964"/>
                      </a:cubicBezTo>
                      <a:cubicBezTo>
                        <a:pt x="2258508" y="534809"/>
                        <a:pt x="2297722" y="514170"/>
                        <a:pt x="2336937" y="494046"/>
                      </a:cubicBezTo>
                      <a:cubicBezTo>
                        <a:pt x="2364799" y="479599"/>
                        <a:pt x="2380795" y="482695"/>
                        <a:pt x="2400917" y="507462"/>
                      </a:cubicBezTo>
                      <a:cubicBezTo>
                        <a:pt x="2408141" y="515717"/>
                        <a:pt x="2414849" y="524489"/>
                        <a:pt x="2420525" y="533777"/>
                      </a:cubicBezTo>
                      <a:cubicBezTo>
                        <a:pt x="2434972" y="556480"/>
                        <a:pt x="2433424" y="571443"/>
                        <a:pt x="2415365" y="591566"/>
                      </a:cubicBezTo>
                      <a:cubicBezTo>
                        <a:pt x="2384406" y="625105"/>
                        <a:pt x="2353448" y="659159"/>
                        <a:pt x="2321973" y="692182"/>
                      </a:cubicBezTo>
                      <a:cubicBezTo>
                        <a:pt x="2310106" y="704565"/>
                        <a:pt x="2307526" y="717981"/>
                        <a:pt x="2313718" y="733460"/>
                      </a:cubicBezTo>
                      <a:cubicBezTo>
                        <a:pt x="2323005" y="755647"/>
                        <a:pt x="2334357" y="776286"/>
                        <a:pt x="2349320" y="795377"/>
                      </a:cubicBezTo>
                      <a:cubicBezTo>
                        <a:pt x="2361187" y="810857"/>
                        <a:pt x="2375635" y="814984"/>
                        <a:pt x="2394726" y="810341"/>
                      </a:cubicBezTo>
                      <a:cubicBezTo>
                        <a:pt x="2438584" y="799505"/>
                        <a:pt x="2482958" y="789701"/>
                        <a:pt x="2526816" y="780414"/>
                      </a:cubicBezTo>
                      <a:cubicBezTo>
                        <a:pt x="2550035" y="775254"/>
                        <a:pt x="2563967" y="781962"/>
                        <a:pt x="2575834" y="803117"/>
                      </a:cubicBezTo>
                      <a:cubicBezTo>
                        <a:pt x="2582026" y="814468"/>
                        <a:pt x="2587186" y="826336"/>
                        <a:pt x="2591313" y="838719"/>
                      </a:cubicBezTo>
                      <a:cubicBezTo>
                        <a:pt x="2600085" y="867098"/>
                        <a:pt x="2595441" y="880514"/>
                        <a:pt x="2570158" y="896509"/>
                      </a:cubicBezTo>
                      <a:cubicBezTo>
                        <a:pt x="2534040" y="919212"/>
                        <a:pt x="2498437" y="942947"/>
                        <a:pt x="2461287" y="964102"/>
                      </a:cubicBezTo>
                      <a:cubicBezTo>
                        <a:pt x="2440132" y="976485"/>
                        <a:pt x="2434456" y="992997"/>
                        <a:pt x="2438068" y="1014668"/>
                      </a:cubicBezTo>
                      <a:cubicBezTo>
                        <a:pt x="2441164" y="1034791"/>
                        <a:pt x="2446840" y="1054398"/>
                        <a:pt x="2454063" y="1073489"/>
                      </a:cubicBezTo>
                      <a:cubicBezTo>
                        <a:pt x="2460771" y="1091032"/>
                        <a:pt x="2472638" y="1100320"/>
                        <a:pt x="2492762" y="1100836"/>
                      </a:cubicBezTo>
                      <a:cubicBezTo>
                        <a:pt x="2538168" y="1101352"/>
                        <a:pt x="2583058" y="1104448"/>
                        <a:pt x="2628464" y="1105996"/>
                      </a:cubicBezTo>
                      <a:cubicBezTo>
                        <a:pt x="2653230" y="1107028"/>
                        <a:pt x="2665614" y="1116831"/>
                        <a:pt x="2672322" y="1140566"/>
                      </a:cubicBezTo>
                      <a:cubicBezTo>
                        <a:pt x="2676449" y="1153982"/>
                        <a:pt x="2677998" y="1167913"/>
                        <a:pt x="2677998" y="1182360"/>
                      </a:cubicBezTo>
                      <a:cubicBezTo>
                        <a:pt x="2677998" y="1210223"/>
                        <a:pt x="2670258" y="1221575"/>
                        <a:pt x="2644459" y="1229830"/>
                      </a:cubicBezTo>
                      <a:cubicBezTo>
                        <a:pt x="2603697" y="1242730"/>
                        <a:pt x="2562934" y="1255113"/>
                        <a:pt x="2522172" y="1267497"/>
                      </a:cubicBezTo>
                      <a:cubicBezTo>
                        <a:pt x="2492762" y="1276268"/>
                        <a:pt x="2485022" y="1285556"/>
                        <a:pt x="2483990" y="1315998"/>
                      </a:cubicBezTo>
                      <a:cubicBezTo>
                        <a:pt x="2483474" y="1337153"/>
                        <a:pt x="2481926" y="1358824"/>
                        <a:pt x="2486570" y="1379980"/>
                      </a:cubicBezTo>
                      <a:cubicBezTo>
                        <a:pt x="2489666" y="1394427"/>
                        <a:pt x="2498437" y="1403199"/>
                        <a:pt x="2512885" y="1407842"/>
                      </a:cubicBezTo>
                      <a:cubicBezTo>
                        <a:pt x="2555711" y="1420742"/>
                        <a:pt x="2598537" y="1433641"/>
                        <a:pt x="2641363" y="1447057"/>
                      </a:cubicBezTo>
                      <a:cubicBezTo>
                        <a:pt x="2671290" y="1456344"/>
                        <a:pt x="2678514" y="1466664"/>
                        <a:pt x="2677998" y="1498138"/>
                      </a:cubicBezTo>
                      <a:cubicBezTo>
                        <a:pt x="2677998" y="1501234"/>
                        <a:pt x="2677998" y="1504330"/>
                        <a:pt x="2677998" y="1507426"/>
                      </a:cubicBezTo>
                      <a:cubicBezTo>
                        <a:pt x="2675934" y="1555928"/>
                        <a:pt x="2660454" y="1571407"/>
                        <a:pt x="2611952" y="1572955"/>
                      </a:cubicBezTo>
                      <a:cubicBezTo>
                        <a:pt x="2571190" y="1573987"/>
                        <a:pt x="2530944" y="1576051"/>
                        <a:pt x="2490182" y="1576567"/>
                      </a:cubicBezTo>
                      <a:cubicBezTo>
                        <a:pt x="2474702" y="1577083"/>
                        <a:pt x="2463867" y="1583791"/>
                        <a:pt x="2457675" y="1596690"/>
                      </a:cubicBezTo>
                      <a:cubicBezTo>
                        <a:pt x="2446324" y="1620941"/>
                        <a:pt x="2439100" y="1646224"/>
                        <a:pt x="2437036" y="1673055"/>
                      </a:cubicBezTo>
                      <a:cubicBezTo>
                        <a:pt x="2435488" y="1690082"/>
                        <a:pt x="2442712" y="1701434"/>
                        <a:pt x="2457159" y="1710205"/>
                      </a:cubicBezTo>
                      <a:cubicBezTo>
                        <a:pt x="2493278" y="1732392"/>
                        <a:pt x="2528880" y="1754579"/>
                        <a:pt x="2564483" y="1777282"/>
                      </a:cubicBezTo>
                      <a:cubicBezTo>
                        <a:pt x="2596989" y="1797405"/>
                        <a:pt x="2601117" y="1809789"/>
                        <a:pt x="2588733" y="1845907"/>
                      </a:cubicBezTo>
                      <a:cubicBezTo>
                        <a:pt x="2584606" y="1858291"/>
                        <a:pt x="2578930" y="1870158"/>
                        <a:pt x="2571706" y="1880994"/>
                      </a:cubicBezTo>
                      <a:cubicBezTo>
                        <a:pt x="2564998" y="1890797"/>
                        <a:pt x="2554163" y="1897505"/>
                        <a:pt x="2538684" y="1897505"/>
                      </a:cubicBezTo>
                      <a:close/>
                      <a:moveTo>
                        <a:pt x="1338521" y="2312867"/>
                      </a:moveTo>
                      <a:cubicBezTo>
                        <a:pt x="1869461" y="2314931"/>
                        <a:pt x="2317329" y="1887701"/>
                        <a:pt x="2316814" y="1335605"/>
                      </a:cubicBezTo>
                      <a:cubicBezTo>
                        <a:pt x="2316298" y="792797"/>
                        <a:pt x="1880813" y="359892"/>
                        <a:pt x="1340068" y="359376"/>
                      </a:cubicBezTo>
                      <a:cubicBezTo>
                        <a:pt x="796228" y="358860"/>
                        <a:pt x="363839" y="794861"/>
                        <a:pt x="361775" y="1331994"/>
                      </a:cubicBezTo>
                      <a:cubicBezTo>
                        <a:pt x="359711" y="1882026"/>
                        <a:pt x="806032" y="2314415"/>
                        <a:pt x="1338521" y="2312867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="" xmlns:a16="http://schemas.microsoft.com/office/drawing/2014/main" id="{E7D2F5C8-112A-47AC-8EBA-CA3BCCFFD653}"/>
                    </a:ext>
                  </a:extLst>
                </p:cNvPr>
                <p:cNvSpPr/>
                <p:nvPr/>
              </p:nvSpPr>
              <p:spPr>
                <a:xfrm>
                  <a:off x="7558586" y="2011427"/>
                  <a:ext cx="1898797" cy="1893637"/>
                </a:xfrm>
                <a:custGeom>
                  <a:avLst/>
                  <a:gdLst>
                    <a:gd name="connsiteX0" fmla="*/ 30 w 1898796"/>
                    <a:gd name="connsiteY0" fmla="*/ 947852 h 1893636"/>
                    <a:gd name="connsiteX1" fmla="*/ 950461 w 1898796"/>
                    <a:gd name="connsiteY1" fmla="*/ 2 h 1893636"/>
                    <a:gd name="connsiteX2" fmla="*/ 1898827 w 1898796"/>
                    <a:gd name="connsiteY2" fmla="*/ 950948 h 1893636"/>
                    <a:gd name="connsiteX3" fmla="*/ 946849 w 1898796"/>
                    <a:gd name="connsiteY3" fmla="*/ 1898283 h 1893636"/>
                    <a:gd name="connsiteX4" fmla="*/ 30 w 1898796"/>
                    <a:gd name="connsiteY4" fmla="*/ 947852 h 1893636"/>
                    <a:gd name="connsiteX5" fmla="*/ 1187811 w 1898796"/>
                    <a:gd name="connsiteY5" fmla="*/ 949916 h 1893636"/>
                    <a:gd name="connsiteX6" fmla="*/ 949429 w 1898796"/>
                    <a:gd name="connsiteY6" fmla="*/ 710503 h 1893636"/>
                    <a:gd name="connsiteX7" fmla="*/ 710532 w 1898796"/>
                    <a:gd name="connsiteY7" fmla="*/ 948368 h 1893636"/>
                    <a:gd name="connsiteX8" fmla="*/ 948397 w 1898796"/>
                    <a:gd name="connsiteY8" fmla="*/ 1188298 h 1893636"/>
                    <a:gd name="connsiteX9" fmla="*/ 1187811 w 1898796"/>
                    <a:gd name="connsiteY9" fmla="*/ 949916 h 1893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98796" h="1893636">
                      <a:moveTo>
                        <a:pt x="30" y="947852"/>
                      </a:moveTo>
                      <a:cubicBezTo>
                        <a:pt x="-3065" y="428263"/>
                        <a:pt x="426228" y="-1030"/>
                        <a:pt x="950461" y="2"/>
                      </a:cubicBezTo>
                      <a:cubicBezTo>
                        <a:pt x="1472114" y="1034"/>
                        <a:pt x="1899859" y="427747"/>
                        <a:pt x="1898827" y="950948"/>
                      </a:cubicBezTo>
                      <a:cubicBezTo>
                        <a:pt x="1897795" y="1468473"/>
                        <a:pt x="1477790" y="1899315"/>
                        <a:pt x="946849" y="1898283"/>
                      </a:cubicBezTo>
                      <a:cubicBezTo>
                        <a:pt x="411781" y="1896735"/>
                        <a:pt x="-4097" y="1460218"/>
                        <a:pt x="30" y="947852"/>
                      </a:cubicBezTo>
                      <a:close/>
                      <a:moveTo>
                        <a:pt x="1187811" y="949916"/>
                      </a:moveTo>
                      <a:cubicBezTo>
                        <a:pt x="1188327" y="817310"/>
                        <a:pt x="1084099" y="710503"/>
                        <a:pt x="949429" y="710503"/>
                      </a:cubicBezTo>
                      <a:cubicBezTo>
                        <a:pt x="805987" y="710503"/>
                        <a:pt x="710015" y="828146"/>
                        <a:pt x="710532" y="948368"/>
                      </a:cubicBezTo>
                      <a:cubicBezTo>
                        <a:pt x="711048" y="1081490"/>
                        <a:pt x="815791" y="1188298"/>
                        <a:pt x="948397" y="1188298"/>
                      </a:cubicBezTo>
                      <a:cubicBezTo>
                        <a:pt x="1081003" y="1188298"/>
                        <a:pt x="1187294" y="1083038"/>
                        <a:pt x="1187811" y="949916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" name="Freeform: Shape 4">
              <a:extLst>
                <a:ext uri="{FF2B5EF4-FFF2-40B4-BE49-F238E27FC236}">
                  <a16:creationId xmlns="" xmlns:a16="http://schemas.microsoft.com/office/drawing/2014/main" id="{B07F2CD7-68E5-49F5-BBED-77DA2BFBE7AD}"/>
                </a:ext>
              </a:extLst>
            </p:cNvPr>
            <p:cNvSpPr/>
            <p:nvPr/>
          </p:nvSpPr>
          <p:spPr>
            <a:xfrm>
              <a:off x="10132589" y="4237994"/>
              <a:ext cx="577306" cy="577307"/>
            </a:xfrm>
            <a:custGeom>
              <a:avLst/>
              <a:gdLst>
                <a:gd name="connsiteX0" fmla="*/ 686157 w 1243505"/>
                <a:gd name="connsiteY0" fmla="*/ 1016068 h 1243505"/>
                <a:gd name="connsiteX1" fmla="*/ 560258 w 1243505"/>
                <a:gd name="connsiteY1" fmla="*/ 1016068 h 1243505"/>
                <a:gd name="connsiteX2" fmla="*/ 545811 w 1243505"/>
                <a:gd name="connsiteY2" fmla="*/ 1026903 h 1243505"/>
                <a:gd name="connsiteX3" fmla="*/ 533944 w 1243505"/>
                <a:gd name="connsiteY3" fmla="*/ 1088821 h 1243505"/>
                <a:gd name="connsiteX4" fmla="*/ 505565 w 1243505"/>
                <a:gd name="connsiteY4" fmla="*/ 1169829 h 1243505"/>
                <a:gd name="connsiteX5" fmla="*/ 469447 w 1243505"/>
                <a:gd name="connsiteY5" fmla="*/ 1240002 h 1243505"/>
                <a:gd name="connsiteX6" fmla="*/ 452935 w 1243505"/>
                <a:gd name="connsiteY6" fmla="*/ 1246710 h 1243505"/>
                <a:gd name="connsiteX7" fmla="*/ 305366 w 1243505"/>
                <a:gd name="connsiteY7" fmla="*/ 1185824 h 1243505"/>
                <a:gd name="connsiteX8" fmla="*/ 298142 w 1243505"/>
                <a:gd name="connsiteY8" fmla="*/ 1168281 h 1243505"/>
                <a:gd name="connsiteX9" fmla="*/ 333744 w 1243505"/>
                <a:gd name="connsiteY9" fmla="*/ 1059410 h 1243505"/>
                <a:gd name="connsiteX10" fmla="*/ 342000 w 1243505"/>
                <a:gd name="connsiteY10" fmla="*/ 1043415 h 1243505"/>
                <a:gd name="connsiteX11" fmla="*/ 395662 w 1243505"/>
                <a:gd name="connsiteY11" fmla="*/ 962922 h 1243505"/>
                <a:gd name="connsiteX12" fmla="*/ 393598 w 1243505"/>
                <a:gd name="connsiteY12" fmla="*/ 947959 h 1243505"/>
                <a:gd name="connsiteX13" fmla="*/ 299174 w 1243505"/>
                <a:gd name="connsiteY13" fmla="*/ 853535 h 1243505"/>
                <a:gd name="connsiteX14" fmla="*/ 285243 w 1243505"/>
                <a:gd name="connsiteY14" fmla="*/ 851471 h 1243505"/>
                <a:gd name="connsiteX15" fmla="*/ 230549 w 1243505"/>
                <a:gd name="connsiteY15" fmla="*/ 888106 h 1243505"/>
                <a:gd name="connsiteX16" fmla="*/ 148509 w 1243505"/>
                <a:gd name="connsiteY16" fmla="*/ 926804 h 1243505"/>
                <a:gd name="connsiteX17" fmla="*/ 78852 w 1243505"/>
                <a:gd name="connsiteY17" fmla="*/ 949507 h 1243505"/>
                <a:gd name="connsiteX18" fmla="*/ 62340 w 1243505"/>
                <a:gd name="connsiteY18" fmla="*/ 942799 h 1243505"/>
                <a:gd name="connsiteX19" fmla="*/ 939 w 1243505"/>
                <a:gd name="connsiteY19" fmla="*/ 794198 h 1243505"/>
                <a:gd name="connsiteX20" fmla="*/ 7131 w 1243505"/>
                <a:gd name="connsiteY20" fmla="*/ 778718 h 1243505"/>
                <a:gd name="connsiteX21" fmla="*/ 114454 w 1243505"/>
                <a:gd name="connsiteY21" fmla="*/ 725056 h 1243505"/>
                <a:gd name="connsiteX22" fmla="*/ 189787 w 1243505"/>
                <a:gd name="connsiteY22" fmla="*/ 708545 h 1243505"/>
                <a:gd name="connsiteX23" fmla="*/ 221261 w 1243505"/>
                <a:gd name="connsiteY23" fmla="*/ 702354 h 1243505"/>
                <a:gd name="connsiteX24" fmla="*/ 231581 w 1243505"/>
                <a:gd name="connsiteY24" fmla="*/ 688938 h 1243505"/>
                <a:gd name="connsiteX25" fmla="*/ 225905 w 1243505"/>
                <a:gd name="connsiteY25" fmla="*/ 631149 h 1243505"/>
                <a:gd name="connsiteX26" fmla="*/ 231581 w 1243505"/>
                <a:gd name="connsiteY26" fmla="*/ 559428 h 1243505"/>
                <a:gd name="connsiteX27" fmla="*/ 220745 w 1243505"/>
                <a:gd name="connsiteY27" fmla="*/ 544980 h 1243505"/>
                <a:gd name="connsiteX28" fmla="*/ 172760 w 1243505"/>
                <a:gd name="connsiteY28" fmla="*/ 535693 h 1243505"/>
                <a:gd name="connsiteX29" fmla="*/ 27770 w 1243505"/>
                <a:gd name="connsiteY29" fmla="*/ 478419 h 1243505"/>
                <a:gd name="connsiteX30" fmla="*/ 8163 w 1243505"/>
                <a:gd name="connsiteY30" fmla="*/ 431465 h 1243505"/>
                <a:gd name="connsiteX31" fmla="*/ 62340 w 1243505"/>
                <a:gd name="connsiteY31" fmla="*/ 305051 h 1243505"/>
                <a:gd name="connsiteX32" fmla="*/ 79884 w 1243505"/>
                <a:gd name="connsiteY32" fmla="*/ 297827 h 1243505"/>
                <a:gd name="connsiteX33" fmla="*/ 188755 w 1243505"/>
                <a:gd name="connsiteY33" fmla="*/ 333430 h 1243505"/>
                <a:gd name="connsiteX34" fmla="*/ 204750 w 1243505"/>
                <a:gd name="connsiteY34" fmla="*/ 341685 h 1243505"/>
                <a:gd name="connsiteX35" fmla="*/ 285243 w 1243505"/>
                <a:gd name="connsiteY35" fmla="*/ 395347 h 1243505"/>
                <a:gd name="connsiteX36" fmla="*/ 300206 w 1243505"/>
                <a:gd name="connsiteY36" fmla="*/ 393283 h 1243505"/>
                <a:gd name="connsiteX37" fmla="*/ 393598 w 1243505"/>
                <a:gd name="connsiteY37" fmla="*/ 299891 h 1243505"/>
                <a:gd name="connsiteX38" fmla="*/ 395662 w 1243505"/>
                <a:gd name="connsiteY38" fmla="*/ 283896 h 1243505"/>
                <a:gd name="connsiteX39" fmla="*/ 353352 w 1243505"/>
                <a:gd name="connsiteY39" fmla="*/ 220947 h 1243505"/>
                <a:gd name="connsiteX40" fmla="*/ 325489 w 1243505"/>
                <a:gd name="connsiteY40" fmla="*/ 162125 h 1243505"/>
                <a:gd name="connsiteX41" fmla="*/ 299690 w 1243505"/>
                <a:gd name="connsiteY41" fmla="*/ 82665 h 1243505"/>
                <a:gd name="connsiteX42" fmla="*/ 307946 w 1243505"/>
                <a:gd name="connsiteY42" fmla="*/ 61510 h 1243505"/>
                <a:gd name="connsiteX43" fmla="*/ 451903 w 1243505"/>
                <a:gd name="connsiteY43" fmla="*/ 2172 h 1243505"/>
                <a:gd name="connsiteX44" fmla="*/ 470478 w 1243505"/>
                <a:gd name="connsiteY44" fmla="*/ 9396 h 1243505"/>
                <a:gd name="connsiteX45" fmla="*/ 522076 w 1243505"/>
                <a:gd name="connsiteY45" fmla="*/ 111559 h 1243505"/>
                <a:gd name="connsiteX46" fmla="*/ 537555 w 1243505"/>
                <a:gd name="connsiteY46" fmla="*/ 177605 h 1243505"/>
                <a:gd name="connsiteX47" fmla="*/ 546843 w 1243505"/>
                <a:gd name="connsiteY47" fmla="*/ 223011 h 1243505"/>
                <a:gd name="connsiteX48" fmla="*/ 559227 w 1243505"/>
                <a:gd name="connsiteY48" fmla="*/ 231782 h 1243505"/>
                <a:gd name="connsiteX49" fmla="*/ 688737 w 1243505"/>
                <a:gd name="connsiteY49" fmla="*/ 231782 h 1243505"/>
                <a:gd name="connsiteX50" fmla="*/ 704216 w 1243505"/>
                <a:gd name="connsiteY50" fmla="*/ 220431 h 1243505"/>
                <a:gd name="connsiteX51" fmla="*/ 716600 w 1243505"/>
                <a:gd name="connsiteY51" fmla="*/ 156966 h 1243505"/>
                <a:gd name="connsiteX52" fmla="*/ 743430 w 1243505"/>
                <a:gd name="connsiteY52" fmla="*/ 79569 h 1243505"/>
                <a:gd name="connsiteX53" fmla="*/ 780065 w 1243505"/>
                <a:gd name="connsiteY53" fmla="*/ 8364 h 1243505"/>
                <a:gd name="connsiteX54" fmla="*/ 797092 w 1243505"/>
                <a:gd name="connsiteY54" fmla="*/ 1140 h 1243505"/>
                <a:gd name="connsiteX55" fmla="*/ 944146 w 1243505"/>
                <a:gd name="connsiteY55" fmla="*/ 62542 h 1243505"/>
                <a:gd name="connsiteX56" fmla="*/ 950853 w 1243505"/>
                <a:gd name="connsiteY56" fmla="*/ 79053 h 1243505"/>
                <a:gd name="connsiteX57" fmla="*/ 914735 w 1243505"/>
                <a:gd name="connsiteY57" fmla="*/ 189472 h 1243505"/>
                <a:gd name="connsiteX58" fmla="*/ 906479 w 1243505"/>
                <a:gd name="connsiteY58" fmla="*/ 205467 h 1243505"/>
                <a:gd name="connsiteX59" fmla="*/ 853334 w 1243505"/>
                <a:gd name="connsiteY59" fmla="*/ 284928 h 1243505"/>
                <a:gd name="connsiteX60" fmla="*/ 855398 w 1243505"/>
                <a:gd name="connsiteY60" fmla="*/ 300923 h 1243505"/>
                <a:gd name="connsiteX61" fmla="*/ 948789 w 1243505"/>
                <a:gd name="connsiteY61" fmla="*/ 394315 h 1243505"/>
                <a:gd name="connsiteX62" fmla="*/ 963753 w 1243505"/>
                <a:gd name="connsiteY62" fmla="*/ 396379 h 1243505"/>
                <a:gd name="connsiteX63" fmla="*/ 1015866 w 1243505"/>
                <a:gd name="connsiteY63" fmla="*/ 360777 h 1243505"/>
                <a:gd name="connsiteX64" fmla="*/ 1099971 w 1243505"/>
                <a:gd name="connsiteY64" fmla="*/ 320530 h 1243505"/>
                <a:gd name="connsiteX65" fmla="*/ 1168596 w 1243505"/>
                <a:gd name="connsiteY65" fmla="*/ 298343 h 1243505"/>
                <a:gd name="connsiteX66" fmla="*/ 1186139 w 1243505"/>
                <a:gd name="connsiteY66" fmla="*/ 305567 h 1243505"/>
                <a:gd name="connsiteX67" fmla="*/ 1247024 w 1243505"/>
                <a:gd name="connsiteY67" fmla="*/ 453136 h 1243505"/>
                <a:gd name="connsiteX68" fmla="*/ 1240317 w 1243505"/>
                <a:gd name="connsiteY68" fmla="*/ 469648 h 1243505"/>
                <a:gd name="connsiteX69" fmla="*/ 1135573 w 1243505"/>
                <a:gd name="connsiteY69" fmla="*/ 522277 h 1243505"/>
                <a:gd name="connsiteX70" fmla="*/ 1059209 w 1243505"/>
                <a:gd name="connsiteY70" fmla="*/ 539821 h 1243505"/>
                <a:gd name="connsiteX71" fmla="*/ 1040117 w 1243505"/>
                <a:gd name="connsiteY71" fmla="*/ 543433 h 1243505"/>
                <a:gd name="connsiteX72" fmla="*/ 1017930 w 1243505"/>
                <a:gd name="connsiteY72" fmla="*/ 572843 h 1243505"/>
                <a:gd name="connsiteX73" fmla="*/ 1016383 w 1243505"/>
                <a:gd name="connsiteY73" fmla="*/ 688422 h 1243505"/>
                <a:gd name="connsiteX74" fmla="*/ 1028250 w 1243505"/>
                <a:gd name="connsiteY74" fmla="*/ 703386 h 1243505"/>
                <a:gd name="connsiteX75" fmla="*/ 1118030 w 1243505"/>
                <a:gd name="connsiteY75" fmla="*/ 720929 h 1243505"/>
                <a:gd name="connsiteX76" fmla="*/ 1142281 w 1243505"/>
                <a:gd name="connsiteY76" fmla="*/ 729184 h 1243505"/>
                <a:gd name="connsiteX77" fmla="*/ 1237737 w 1243505"/>
                <a:gd name="connsiteY77" fmla="*/ 777686 h 1243505"/>
                <a:gd name="connsiteX78" fmla="*/ 1246508 w 1243505"/>
                <a:gd name="connsiteY78" fmla="*/ 797809 h 1243505"/>
                <a:gd name="connsiteX79" fmla="*/ 1186655 w 1243505"/>
                <a:gd name="connsiteY79" fmla="*/ 941767 h 1243505"/>
                <a:gd name="connsiteX80" fmla="*/ 1167564 w 1243505"/>
                <a:gd name="connsiteY80" fmla="*/ 950023 h 1243505"/>
                <a:gd name="connsiteX81" fmla="*/ 1062304 w 1243505"/>
                <a:gd name="connsiteY81" fmla="*/ 915452 h 1243505"/>
                <a:gd name="connsiteX82" fmla="*/ 1042697 w 1243505"/>
                <a:gd name="connsiteY82" fmla="*/ 905649 h 1243505"/>
                <a:gd name="connsiteX83" fmla="*/ 963237 w 1243505"/>
                <a:gd name="connsiteY83" fmla="*/ 852503 h 1243505"/>
                <a:gd name="connsiteX84" fmla="*/ 947241 w 1243505"/>
                <a:gd name="connsiteY84" fmla="*/ 855083 h 1243505"/>
                <a:gd name="connsiteX85" fmla="*/ 855914 w 1243505"/>
                <a:gd name="connsiteY85" fmla="*/ 946927 h 1243505"/>
                <a:gd name="connsiteX86" fmla="*/ 853850 w 1243505"/>
                <a:gd name="connsiteY86" fmla="*/ 966018 h 1243505"/>
                <a:gd name="connsiteX87" fmla="*/ 890484 w 1243505"/>
                <a:gd name="connsiteY87" fmla="*/ 1020711 h 1243505"/>
                <a:gd name="connsiteX88" fmla="*/ 925054 w 1243505"/>
                <a:gd name="connsiteY88" fmla="*/ 1093464 h 1243505"/>
                <a:gd name="connsiteX89" fmla="*/ 949821 w 1243505"/>
                <a:gd name="connsiteY89" fmla="*/ 1169313 h 1243505"/>
                <a:gd name="connsiteX90" fmla="*/ 943114 w 1243505"/>
                <a:gd name="connsiteY90" fmla="*/ 1185824 h 1243505"/>
                <a:gd name="connsiteX91" fmla="*/ 794512 w 1243505"/>
                <a:gd name="connsiteY91" fmla="*/ 1247226 h 1243505"/>
                <a:gd name="connsiteX92" fmla="*/ 779033 w 1243505"/>
                <a:gd name="connsiteY92" fmla="*/ 1241034 h 1243505"/>
                <a:gd name="connsiteX93" fmla="*/ 724855 w 1243505"/>
                <a:gd name="connsiteY93" fmla="*/ 1134226 h 1243505"/>
                <a:gd name="connsiteX94" fmla="*/ 718148 w 1243505"/>
                <a:gd name="connsiteY94" fmla="*/ 1105332 h 1243505"/>
                <a:gd name="connsiteX95" fmla="*/ 703184 w 1243505"/>
                <a:gd name="connsiteY95" fmla="*/ 1031031 h 1243505"/>
                <a:gd name="connsiteX96" fmla="*/ 686157 w 1243505"/>
                <a:gd name="connsiteY96" fmla="*/ 1016068 h 1243505"/>
                <a:gd name="connsiteX97" fmla="*/ 624240 w 1243505"/>
                <a:gd name="connsiteY97" fmla="*/ 791102 h 1243505"/>
                <a:gd name="connsiteX98" fmla="*/ 790900 w 1243505"/>
                <a:gd name="connsiteY98" fmla="*/ 623925 h 1243505"/>
                <a:gd name="connsiteX99" fmla="*/ 624240 w 1243505"/>
                <a:gd name="connsiteY99" fmla="*/ 458296 h 1243505"/>
                <a:gd name="connsiteX100" fmla="*/ 458095 w 1243505"/>
                <a:gd name="connsiteY100" fmla="*/ 624441 h 1243505"/>
                <a:gd name="connsiteX101" fmla="*/ 624240 w 1243505"/>
                <a:gd name="connsiteY101" fmla="*/ 791102 h 1243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43505" h="1243505">
                  <a:moveTo>
                    <a:pt x="686157" y="1016068"/>
                  </a:moveTo>
                  <a:cubicBezTo>
                    <a:pt x="644363" y="1024840"/>
                    <a:pt x="602053" y="1021743"/>
                    <a:pt x="560258" y="1016068"/>
                  </a:cubicBezTo>
                  <a:cubicBezTo>
                    <a:pt x="550455" y="1015036"/>
                    <a:pt x="547359" y="1018132"/>
                    <a:pt x="545811" y="1026903"/>
                  </a:cubicBezTo>
                  <a:cubicBezTo>
                    <a:pt x="542199" y="1047542"/>
                    <a:pt x="537039" y="1068181"/>
                    <a:pt x="533944" y="1088821"/>
                  </a:cubicBezTo>
                  <a:cubicBezTo>
                    <a:pt x="529816" y="1117715"/>
                    <a:pt x="519496" y="1144030"/>
                    <a:pt x="505565" y="1169829"/>
                  </a:cubicBezTo>
                  <a:cubicBezTo>
                    <a:pt x="492666" y="1192532"/>
                    <a:pt x="481314" y="1216267"/>
                    <a:pt x="469447" y="1240002"/>
                  </a:cubicBezTo>
                  <a:cubicBezTo>
                    <a:pt x="465835" y="1247741"/>
                    <a:pt x="461191" y="1249290"/>
                    <a:pt x="452935" y="1246710"/>
                  </a:cubicBezTo>
                  <a:cubicBezTo>
                    <a:pt x="401853" y="1231230"/>
                    <a:pt x="352836" y="1211107"/>
                    <a:pt x="305366" y="1185824"/>
                  </a:cubicBezTo>
                  <a:cubicBezTo>
                    <a:pt x="297110" y="1181696"/>
                    <a:pt x="295562" y="1177053"/>
                    <a:pt x="298142" y="1168281"/>
                  </a:cubicBezTo>
                  <a:cubicBezTo>
                    <a:pt x="310525" y="1132163"/>
                    <a:pt x="321877" y="1095528"/>
                    <a:pt x="333744" y="1059410"/>
                  </a:cubicBezTo>
                  <a:cubicBezTo>
                    <a:pt x="335808" y="1053734"/>
                    <a:pt x="338904" y="1048574"/>
                    <a:pt x="342000" y="1043415"/>
                  </a:cubicBezTo>
                  <a:cubicBezTo>
                    <a:pt x="360059" y="1016584"/>
                    <a:pt x="377602" y="989753"/>
                    <a:pt x="395662" y="962922"/>
                  </a:cubicBezTo>
                  <a:cubicBezTo>
                    <a:pt x="399790" y="956730"/>
                    <a:pt x="399790" y="952603"/>
                    <a:pt x="393598" y="947959"/>
                  </a:cubicBezTo>
                  <a:cubicBezTo>
                    <a:pt x="356963" y="921644"/>
                    <a:pt x="326005" y="889653"/>
                    <a:pt x="299174" y="853535"/>
                  </a:cubicBezTo>
                  <a:cubicBezTo>
                    <a:pt x="295046" y="847859"/>
                    <a:pt x="290918" y="847859"/>
                    <a:pt x="285243" y="851471"/>
                  </a:cubicBezTo>
                  <a:cubicBezTo>
                    <a:pt x="267183" y="863855"/>
                    <a:pt x="248092" y="875206"/>
                    <a:pt x="230549" y="888106"/>
                  </a:cubicBezTo>
                  <a:cubicBezTo>
                    <a:pt x="205782" y="906681"/>
                    <a:pt x="178435" y="918548"/>
                    <a:pt x="148509" y="926804"/>
                  </a:cubicBezTo>
                  <a:cubicBezTo>
                    <a:pt x="124774" y="933511"/>
                    <a:pt x="101555" y="941767"/>
                    <a:pt x="78852" y="949507"/>
                  </a:cubicBezTo>
                  <a:cubicBezTo>
                    <a:pt x="71112" y="952087"/>
                    <a:pt x="66468" y="950539"/>
                    <a:pt x="62340" y="942799"/>
                  </a:cubicBezTo>
                  <a:cubicBezTo>
                    <a:pt x="36541" y="895329"/>
                    <a:pt x="15902" y="845795"/>
                    <a:pt x="939" y="794198"/>
                  </a:cubicBezTo>
                  <a:cubicBezTo>
                    <a:pt x="-1125" y="786458"/>
                    <a:pt x="-93" y="782330"/>
                    <a:pt x="7131" y="778718"/>
                  </a:cubicBezTo>
                  <a:cubicBezTo>
                    <a:pt x="42733" y="760659"/>
                    <a:pt x="77820" y="741052"/>
                    <a:pt x="114454" y="725056"/>
                  </a:cubicBezTo>
                  <a:cubicBezTo>
                    <a:pt x="137673" y="714737"/>
                    <a:pt x="164504" y="714221"/>
                    <a:pt x="189787" y="708545"/>
                  </a:cubicBezTo>
                  <a:cubicBezTo>
                    <a:pt x="200106" y="705965"/>
                    <a:pt x="210942" y="704417"/>
                    <a:pt x="221261" y="702354"/>
                  </a:cubicBezTo>
                  <a:cubicBezTo>
                    <a:pt x="229001" y="700806"/>
                    <a:pt x="233129" y="698226"/>
                    <a:pt x="231581" y="688938"/>
                  </a:cubicBezTo>
                  <a:cubicBezTo>
                    <a:pt x="229001" y="669847"/>
                    <a:pt x="226937" y="650756"/>
                    <a:pt x="225905" y="631149"/>
                  </a:cubicBezTo>
                  <a:cubicBezTo>
                    <a:pt x="224873" y="606898"/>
                    <a:pt x="229517" y="583163"/>
                    <a:pt x="231581" y="559428"/>
                  </a:cubicBezTo>
                  <a:cubicBezTo>
                    <a:pt x="232613" y="549624"/>
                    <a:pt x="229001" y="546528"/>
                    <a:pt x="220745" y="544980"/>
                  </a:cubicBezTo>
                  <a:cubicBezTo>
                    <a:pt x="204750" y="542401"/>
                    <a:pt x="188755" y="537757"/>
                    <a:pt x="172760" y="535693"/>
                  </a:cubicBezTo>
                  <a:cubicBezTo>
                    <a:pt x="118582" y="530533"/>
                    <a:pt x="74208" y="502154"/>
                    <a:pt x="27770" y="478419"/>
                  </a:cubicBezTo>
                  <a:cubicBezTo>
                    <a:pt x="-2157" y="463456"/>
                    <a:pt x="-1125" y="463456"/>
                    <a:pt x="8163" y="431465"/>
                  </a:cubicBezTo>
                  <a:cubicBezTo>
                    <a:pt x="21062" y="387091"/>
                    <a:pt x="41701" y="345813"/>
                    <a:pt x="62340" y="305051"/>
                  </a:cubicBezTo>
                  <a:cubicBezTo>
                    <a:pt x="66468" y="296795"/>
                    <a:pt x="71112" y="295247"/>
                    <a:pt x="79884" y="297827"/>
                  </a:cubicBezTo>
                  <a:cubicBezTo>
                    <a:pt x="116002" y="310211"/>
                    <a:pt x="152636" y="321562"/>
                    <a:pt x="188755" y="333430"/>
                  </a:cubicBezTo>
                  <a:cubicBezTo>
                    <a:pt x="194430" y="335494"/>
                    <a:pt x="199590" y="338589"/>
                    <a:pt x="204750" y="341685"/>
                  </a:cubicBezTo>
                  <a:cubicBezTo>
                    <a:pt x="231581" y="359745"/>
                    <a:pt x="258412" y="377288"/>
                    <a:pt x="285243" y="395347"/>
                  </a:cubicBezTo>
                  <a:cubicBezTo>
                    <a:pt x="291434" y="399475"/>
                    <a:pt x="295562" y="399475"/>
                    <a:pt x="300206" y="393283"/>
                  </a:cubicBezTo>
                  <a:cubicBezTo>
                    <a:pt x="326521" y="357165"/>
                    <a:pt x="357479" y="326206"/>
                    <a:pt x="393598" y="299891"/>
                  </a:cubicBezTo>
                  <a:cubicBezTo>
                    <a:pt x="400305" y="294731"/>
                    <a:pt x="399790" y="290604"/>
                    <a:pt x="395662" y="283896"/>
                  </a:cubicBezTo>
                  <a:cubicBezTo>
                    <a:pt x="381214" y="263257"/>
                    <a:pt x="367799" y="241586"/>
                    <a:pt x="353352" y="220947"/>
                  </a:cubicBezTo>
                  <a:cubicBezTo>
                    <a:pt x="340452" y="202887"/>
                    <a:pt x="331681" y="183280"/>
                    <a:pt x="325489" y="162125"/>
                  </a:cubicBezTo>
                  <a:cubicBezTo>
                    <a:pt x="317749" y="135294"/>
                    <a:pt x="308978" y="108980"/>
                    <a:pt x="299690" y="82665"/>
                  </a:cubicBezTo>
                  <a:cubicBezTo>
                    <a:pt x="296078" y="72345"/>
                    <a:pt x="297626" y="66669"/>
                    <a:pt x="307946" y="61510"/>
                  </a:cubicBezTo>
                  <a:cubicBezTo>
                    <a:pt x="353867" y="37259"/>
                    <a:pt x="401853" y="17136"/>
                    <a:pt x="451903" y="2172"/>
                  </a:cubicBezTo>
                  <a:cubicBezTo>
                    <a:pt x="461191" y="-408"/>
                    <a:pt x="465835" y="624"/>
                    <a:pt x="470478" y="9396"/>
                  </a:cubicBezTo>
                  <a:cubicBezTo>
                    <a:pt x="487506" y="43451"/>
                    <a:pt x="505565" y="77505"/>
                    <a:pt x="522076" y="111559"/>
                  </a:cubicBezTo>
                  <a:cubicBezTo>
                    <a:pt x="531880" y="132199"/>
                    <a:pt x="532396" y="155934"/>
                    <a:pt x="537555" y="177605"/>
                  </a:cubicBezTo>
                  <a:cubicBezTo>
                    <a:pt x="541167" y="192568"/>
                    <a:pt x="543747" y="208047"/>
                    <a:pt x="546843" y="223011"/>
                  </a:cubicBezTo>
                  <a:cubicBezTo>
                    <a:pt x="548391" y="230234"/>
                    <a:pt x="550971" y="232814"/>
                    <a:pt x="559227" y="231782"/>
                  </a:cubicBezTo>
                  <a:cubicBezTo>
                    <a:pt x="602569" y="225590"/>
                    <a:pt x="645395" y="225074"/>
                    <a:pt x="688737" y="231782"/>
                  </a:cubicBezTo>
                  <a:cubicBezTo>
                    <a:pt x="699056" y="233330"/>
                    <a:pt x="702152" y="229718"/>
                    <a:pt x="704216" y="220431"/>
                  </a:cubicBezTo>
                  <a:cubicBezTo>
                    <a:pt x="707828" y="199276"/>
                    <a:pt x="713504" y="178636"/>
                    <a:pt x="716600" y="156966"/>
                  </a:cubicBezTo>
                  <a:cubicBezTo>
                    <a:pt x="720727" y="129103"/>
                    <a:pt x="730531" y="103820"/>
                    <a:pt x="743430" y="79569"/>
                  </a:cubicBezTo>
                  <a:cubicBezTo>
                    <a:pt x="756330" y="56350"/>
                    <a:pt x="768197" y="32099"/>
                    <a:pt x="780065" y="8364"/>
                  </a:cubicBezTo>
                  <a:cubicBezTo>
                    <a:pt x="784193" y="108"/>
                    <a:pt x="788320" y="-1440"/>
                    <a:pt x="797092" y="1140"/>
                  </a:cubicBezTo>
                  <a:cubicBezTo>
                    <a:pt x="848174" y="16620"/>
                    <a:pt x="897192" y="36743"/>
                    <a:pt x="944146" y="62542"/>
                  </a:cubicBezTo>
                  <a:cubicBezTo>
                    <a:pt x="951885" y="66669"/>
                    <a:pt x="953949" y="70797"/>
                    <a:pt x="950853" y="79053"/>
                  </a:cubicBezTo>
                  <a:cubicBezTo>
                    <a:pt x="938470" y="115687"/>
                    <a:pt x="927118" y="152838"/>
                    <a:pt x="914735" y="189472"/>
                  </a:cubicBezTo>
                  <a:cubicBezTo>
                    <a:pt x="912671" y="195148"/>
                    <a:pt x="909575" y="200308"/>
                    <a:pt x="906479" y="205467"/>
                  </a:cubicBezTo>
                  <a:cubicBezTo>
                    <a:pt x="888936" y="231782"/>
                    <a:pt x="871393" y="258613"/>
                    <a:pt x="853334" y="284928"/>
                  </a:cubicBezTo>
                  <a:cubicBezTo>
                    <a:pt x="848690" y="291635"/>
                    <a:pt x="849206" y="296279"/>
                    <a:pt x="855398" y="300923"/>
                  </a:cubicBezTo>
                  <a:cubicBezTo>
                    <a:pt x="891516" y="327238"/>
                    <a:pt x="922475" y="358713"/>
                    <a:pt x="948789" y="394315"/>
                  </a:cubicBezTo>
                  <a:cubicBezTo>
                    <a:pt x="953433" y="401023"/>
                    <a:pt x="957561" y="400507"/>
                    <a:pt x="963753" y="396379"/>
                  </a:cubicBezTo>
                  <a:cubicBezTo>
                    <a:pt x="981296" y="384511"/>
                    <a:pt x="999355" y="373676"/>
                    <a:pt x="1015866" y="360777"/>
                  </a:cubicBezTo>
                  <a:cubicBezTo>
                    <a:pt x="1041149" y="341685"/>
                    <a:pt x="1069528" y="329302"/>
                    <a:pt x="1099971" y="320530"/>
                  </a:cubicBezTo>
                  <a:cubicBezTo>
                    <a:pt x="1123190" y="314339"/>
                    <a:pt x="1145893" y="306083"/>
                    <a:pt x="1168596" y="298343"/>
                  </a:cubicBezTo>
                  <a:cubicBezTo>
                    <a:pt x="1177368" y="295247"/>
                    <a:pt x="1181495" y="297311"/>
                    <a:pt x="1186139" y="305567"/>
                  </a:cubicBezTo>
                  <a:cubicBezTo>
                    <a:pt x="1211422" y="352521"/>
                    <a:pt x="1232061" y="401539"/>
                    <a:pt x="1247024" y="453136"/>
                  </a:cubicBezTo>
                  <a:cubicBezTo>
                    <a:pt x="1249604" y="461392"/>
                    <a:pt x="1247540" y="465520"/>
                    <a:pt x="1240317" y="469648"/>
                  </a:cubicBezTo>
                  <a:cubicBezTo>
                    <a:pt x="1205230" y="487191"/>
                    <a:pt x="1171176" y="506282"/>
                    <a:pt x="1135573" y="522277"/>
                  </a:cubicBezTo>
                  <a:cubicBezTo>
                    <a:pt x="1111838" y="533113"/>
                    <a:pt x="1084492" y="533629"/>
                    <a:pt x="1059209" y="539821"/>
                  </a:cubicBezTo>
                  <a:cubicBezTo>
                    <a:pt x="1053017" y="541369"/>
                    <a:pt x="1046309" y="542401"/>
                    <a:pt x="1040117" y="543433"/>
                  </a:cubicBezTo>
                  <a:cubicBezTo>
                    <a:pt x="1015866" y="548592"/>
                    <a:pt x="1014318" y="548592"/>
                    <a:pt x="1017930" y="572843"/>
                  </a:cubicBezTo>
                  <a:cubicBezTo>
                    <a:pt x="1024122" y="611541"/>
                    <a:pt x="1021542" y="649724"/>
                    <a:pt x="1016383" y="688422"/>
                  </a:cubicBezTo>
                  <a:cubicBezTo>
                    <a:pt x="1014835" y="699258"/>
                    <a:pt x="1019478" y="701837"/>
                    <a:pt x="1028250" y="703386"/>
                  </a:cubicBezTo>
                  <a:cubicBezTo>
                    <a:pt x="1058177" y="709061"/>
                    <a:pt x="1088103" y="715253"/>
                    <a:pt x="1118030" y="720929"/>
                  </a:cubicBezTo>
                  <a:cubicBezTo>
                    <a:pt x="1126802" y="722477"/>
                    <a:pt x="1134541" y="725572"/>
                    <a:pt x="1142281" y="729184"/>
                  </a:cubicBezTo>
                  <a:cubicBezTo>
                    <a:pt x="1173756" y="745696"/>
                    <a:pt x="1205746" y="762207"/>
                    <a:pt x="1237737" y="777686"/>
                  </a:cubicBezTo>
                  <a:cubicBezTo>
                    <a:pt x="1247024" y="782330"/>
                    <a:pt x="1249604" y="786974"/>
                    <a:pt x="1246508" y="797809"/>
                  </a:cubicBezTo>
                  <a:cubicBezTo>
                    <a:pt x="1231545" y="847859"/>
                    <a:pt x="1211422" y="895329"/>
                    <a:pt x="1186655" y="941767"/>
                  </a:cubicBezTo>
                  <a:cubicBezTo>
                    <a:pt x="1182011" y="950539"/>
                    <a:pt x="1177368" y="953634"/>
                    <a:pt x="1167564" y="950023"/>
                  </a:cubicBezTo>
                  <a:cubicBezTo>
                    <a:pt x="1132477" y="938155"/>
                    <a:pt x="1097391" y="926804"/>
                    <a:pt x="1062304" y="915452"/>
                  </a:cubicBezTo>
                  <a:cubicBezTo>
                    <a:pt x="1055081" y="913388"/>
                    <a:pt x="1048889" y="909776"/>
                    <a:pt x="1042697" y="905649"/>
                  </a:cubicBezTo>
                  <a:cubicBezTo>
                    <a:pt x="1016383" y="888106"/>
                    <a:pt x="989552" y="870562"/>
                    <a:pt x="963237" y="852503"/>
                  </a:cubicBezTo>
                  <a:cubicBezTo>
                    <a:pt x="956529" y="847859"/>
                    <a:pt x="952401" y="848375"/>
                    <a:pt x="947241" y="855083"/>
                  </a:cubicBezTo>
                  <a:cubicBezTo>
                    <a:pt x="921443" y="890169"/>
                    <a:pt x="891000" y="921128"/>
                    <a:pt x="855914" y="946927"/>
                  </a:cubicBezTo>
                  <a:cubicBezTo>
                    <a:pt x="847658" y="953119"/>
                    <a:pt x="848174" y="958278"/>
                    <a:pt x="853850" y="966018"/>
                  </a:cubicBezTo>
                  <a:cubicBezTo>
                    <a:pt x="866749" y="984077"/>
                    <a:pt x="877584" y="1002652"/>
                    <a:pt x="890484" y="1020711"/>
                  </a:cubicBezTo>
                  <a:cubicBezTo>
                    <a:pt x="906479" y="1042899"/>
                    <a:pt x="917831" y="1067149"/>
                    <a:pt x="925054" y="1093464"/>
                  </a:cubicBezTo>
                  <a:cubicBezTo>
                    <a:pt x="932278" y="1119263"/>
                    <a:pt x="941050" y="1144030"/>
                    <a:pt x="949821" y="1169313"/>
                  </a:cubicBezTo>
                  <a:cubicBezTo>
                    <a:pt x="952401" y="1177053"/>
                    <a:pt x="950853" y="1181696"/>
                    <a:pt x="943114" y="1185824"/>
                  </a:cubicBezTo>
                  <a:cubicBezTo>
                    <a:pt x="895644" y="1211623"/>
                    <a:pt x="846110" y="1232262"/>
                    <a:pt x="794512" y="1247226"/>
                  </a:cubicBezTo>
                  <a:cubicBezTo>
                    <a:pt x="786773" y="1249290"/>
                    <a:pt x="782645" y="1248258"/>
                    <a:pt x="779033" y="1241034"/>
                  </a:cubicBezTo>
                  <a:cubicBezTo>
                    <a:pt x="760974" y="1205432"/>
                    <a:pt x="742399" y="1169829"/>
                    <a:pt x="724855" y="1134226"/>
                  </a:cubicBezTo>
                  <a:cubicBezTo>
                    <a:pt x="720211" y="1125455"/>
                    <a:pt x="720211" y="1115136"/>
                    <a:pt x="718148" y="1105332"/>
                  </a:cubicBezTo>
                  <a:cubicBezTo>
                    <a:pt x="712988" y="1080565"/>
                    <a:pt x="708344" y="1055798"/>
                    <a:pt x="703184" y="1031031"/>
                  </a:cubicBezTo>
                  <a:cubicBezTo>
                    <a:pt x="700604" y="1015552"/>
                    <a:pt x="701120" y="1015552"/>
                    <a:pt x="686157" y="1016068"/>
                  </a:cubicBezTo>
                  <a:close/>
                  <a:moveTo>
                    <a:pt x="624240" y="791102"/>
                  </a:moveTo>
                  <a:cubicBezTo>
                    <a:pt x="720211" y="788522"/>
                    <a:pt x="791416" y="716801"/>
                    <a:pt x="790900" y="623925"/>
                  </a:cubicBezTo>
                  <a:cubicBezTo>
                    <a:pt x="790384" y="528985"/>
                    <a:pt x="717632" y="457780"/>
                    <a:pt x="624240" y="458296"/>
                  </a:cubicBezTo>
                  <a:cubicBezTo>
                    <a:pt x="530332" y="458296"/>
                    <a:pt x="458095" y="530533"/>
                    <a:pt x="458095" y="624441"/>
                  </a:cubicBezTo>
                  <a:cubicBezTo>
                    <a:pt x="458095" y="718349"/>
                    <a:pt x="530848" y="788522"/>
                    <a:pt x="624240" y="791102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="" xmlns:a16="http://schemas.microsoft.com/office/drawing/2014/main" id="{FCD81010-EBF6-414C-927A-9FFCBAFAE158}"/>
                </a:ext>
              </a:extLst>
            </p:cNvPr>
            <p:cNvGrpSpPr/>
            <p:nvPr/>
          </p:nvGrpSpPr>
          <p:grpSpPr>
            <a:xfrm rot="2159485">
              <a:off x="10055501" y="2964359"/>
              <a:ext cx="1639387" cy="985059"/>
              <a:chOff x="2753518" y="3556278"/>
              <a:chExt cx="2028524" cy="1218879"/>
            </a:xfrm>
            <a:grpFill/>
          </p:grpSpPr>
          <p:sp>
            <p:nvSpPr>
              <p:cNvPr id="35" name="Freeform: Shape 34">
                <a:extLst>
                  <a:ext uri="{FF2B5EF4-FFF2-40B4-BE49-F238E27FC236}">
                    <a16:creationId xmlns="" xmlns:a16="http://schemas.microsoft.com/office/drawing/2014/main" id="{C935FFD8-C758-4E69-865F-0D3F0FF08A12}"/>
                  </a:ext>
                </a:extLst>
              </p:cNvPr>
              <p:cNvSpPr/>
              <p:nvPr/>
            </p:nvSpPr>
            <p:spPr>
              <a:xfrm>
                <a:off x="2753518" y="3683131"/>
                <a:ext cx="796648" cy="799367"/>
              </a:xfrm>
              <a:custGeom>
                <a:avLst/>
                <a:gdLst>
                  <a:gd name="connsiteX0" fmla="*/ 817500 w 1511813"/>
                  <a:gd name="connsiteY0" fmla="*/ 1518710 h 1516973"/>
                  <a:gd name="connsiteX1" fmla="*/ 802537 w 1511813"/>
                  <a:gd name="connsiteY1" fmla="*/ 1507875 h 1516973"/>
                  <a:gd name="connsiteX2" fmla="*/ 780866 w 1511813"/>
                  <a:gd name="connsiteY2" fmla="*/ 1442862 h 1516973"/>
                  <a:gd name="connsiteX3" fmla="*/ 776738 w 1511813"/>
                  <a:gd name="connsiteY3" fmla="*/ 1385072 h 1516973"/>
                  <a:gd name="connsiteX4" fmla="*/ 760227 w 1511813"/>
                  <a:gd name="connsiteY4" fmla="*/ 1369593 h 1516973"/>
                  <a:gd name="connsiteX5" fmla="*/ 694698 w 1511813"/>
                  <a:gd name="connsiteY5" fmla="*/ 1366497 h 1516973"/>
                  <a:gd name="connsiteX6" fmla="*/ 676638 w 1511813"/>
                  <a:gd name="connsiteY6" fmla="*/ 1379912 h 1516973"/>
                  <a:gd name="connsiteX7" fmla="*/ 637940 w 1511813"/>
                  <a:gd name="connsiteY7" fmla="*/ 1501683 h 1516973"/>
                  <a:gd name="connsiteX8" fmla="*/ 622977 w 1511813"/>
                  <a:gd name="connsiteY8" fmla="*/ 1508907 h 1516973"/>
                  <a:gd name="connsiteX9" fmla="*/ 430517 w 1511813"/>
                  <a:gd name="connsiteY9" fmla="*/ 1447505 h 1516973"/>
                  <a:gd name="connsiteX10" fmla="*/ 422262 w 1511813"/>
                  <a:gd name="connsiteY10" fmla="*/ 1431510 h 1516973"/>
                  <a:gd name="connsiteX11" fmla="*/ 435677 w 1511813"/>
                  <a:gd name="connsiteY11" fmla="*/ 1364433 h 1516973"/>
                  <a:gd name="connsiteX12" fmla="*/ 461992 w 1511813"/>
                  <a:gd name="connsiteY12" fmla="*/ 1310255 h 1516973"/>
                  <a:gd name="connsiteX13" fmla="*/ 456316 w 1511813"/>
                  <a:gd name="connsiteY13" fmla="*/ 1290132 h 1516973"/>
                  <a:gd name="connsiteX14" fmla="*/ 395431 w 1511813"/>
                  <a:gd name="connsiteY14" fmla="*/ 1251434 h 1516973"/>
                  <a:gd name="connsiteX15" fmla="*/ 378919 w 1511813"/>
                  <a:gd name="connsiteY15" fmla="*/ 1254014 h 1516973"/>
                  <a:gd name="connsiteX16" fmla="*/ 283464 w 1511813"/>
                  <a:gd name="connsiteY16" fmla="*/ 1342246 h 1516973"/>
                  <a:gd name="connsiteX17" fmla="*/ 265920 w 1511813"/>
                  <a:gd name="connsiteY17" fmla="*/ 1341214 h 1516973"/>
                  <a:gd name="connsiteX18" fmla="*/ 130218 w 1511813"/>
                  <a:gd name="connsiteY18" fmla="*/ 1191580 h 1516973"/>
                  <a:gd name="connsiteX19" fmla="*/ 130734 w 1511813"/>
                  <a:gd name="connsiteY19" fmla="*/ 1174553 h 1516973"/>
                  <a:gd name="connsiteX20" fmla="*/ 177688 w 1511813"/>
                  <a:gd name="connsiteY20" fmla="*/ 1121408 h 1516973"/>
                  <a:gd name="connsiteX21" fmla="*/ 225674 w 1511813"/>
                  <a:gd name="connsiteY21" fmla="*/ 1089417 h 1516973"/>
                  <a:gd name="connsiteX22" fmla="*/ 230834 w 1511813"/>
                  <a:gd name="connsiteY22" fmla="*/ 1067230 h 1516973"/>
                  <a:gd name="connsiteX23" fmla="*/ 198327 w 1511813"/>
                  <a:gd name="connsiteY23" fmla="*/ 1004281 h 1516973"/>
                  <a:gd name="connsiteX24" fmla="*/ 183880 w 1511813"/>
                  <a:gd name="connsiteY24" fmla="*/ 998089 h 1516973"/>
                  <a:gd name="connsiteX25" fmla="*/ 67269 w 1511813"/>
                  <a:gd name="connsiteY25" fmla="*/ 1025952 h 1516973"/>
                  <a:gd name="connsiteX26" fmla="*/ 55918 w 1511813"/>
                  <a:gd name="connsiteY26" fmla="*/ 1027500 h 1516973"/>
                  <a:gd name="connsiteX27" fmla="*/ 41470 w 1511813"/>
                  <a:gd name="connsiteY27" fmla="*/ 1018212 h 1516973"/>
                  <a:gd name="connsiteX28" fmla="*/ 1224 w 1511813"/>
                  <a:gd name="connsiteY28" fmla="*/ 841748 h 1516973"/>
                  <a:gd name="connsiteX29" fmla="*/ 30635 w 1511813"/>
                  <a:gd name="connsiteY29" fmla="*/ 797374 h 1516973"/>
                  <a:gd name="connsiteX30" fmla="*/ 134862 w 1511813"/>
                  <a:gd name="connsiteY30" fmla="*/ 778799 h 1516973"/>
                  <a:gd name="connsiteX31" fmla="*/ 147246 w 1511813"/>
                  <a:gd name="connsiteY31" fmla="*/ 765899 h 1516973"/>
                  <a:gd name="connsiteX32" fmla="*/ 150342 w 1511813"/>
                  <a:gd name="connsiteY32" fmla="*/ 696242 h 1516973"/>
                  <a:gd name="connsiteX33" fmla="*/ 137442 w 1511813"/>
                  <a:gd name="connsiteY33" fmla="*/ 678699 h 1516973"/>
                  <a:gd name="connsiteX34" fmla="*/ 14639 w 1511813"/>
                  <a:gd name="connsiteY34" fmla="*/ 639485 h 1516973"/>
                  <a:gd name="connsiteX35" fmla="*/ 7932 w 1511813"/>
                  <a:gd name="connsiteY35" fmla="*/ 625037 h 1516973"/>
                  <a:gd name="connsiteX36" fmla="*/ 69333 w 1511813"/>
                  <a:gd name="connsiteY36" fmla="*/ 432578 h 1516973"/>
                  <a:gd name="connsiteX37" fmla="*/ 86360 w 1511813"/>
                  <a:gd name="connsiteY37" fmla="*/ 423806 h 1516973"/>
                  <a:gd name="connsiteX38" fmla="*/ 150858 w 1511813"/>
                  <a:gd name="connsiteY38" fmla="*/ 436706 h 1516973"/>
                  <a:gd name="connsiteX39" fmla="*/ 206583 w 1511813"/>
                  <a:gd name="connsiteY39" fmla="*/ 463536 h 1516973"/>
                  <a:gd name="connsiteX40" fmla="*/ 227738 w 1511813"/>
                  <a:gd name="connsiteY40" fmla="*/ 457345 h 1516973"/>
                  <a:gd name="connsiteX41" fmla="*/ 266952 w 1511813"/>
                  <a:gd name="connsiteY41" fmla="*/ 396459 h 1516973"/>
                  <a:gd name="connsiteX42" fmla="*/ 264373 w 1511813"/>
                  <a:gd name="connsiteY42" fmla="*/ 380980 h 1516973"/>
                  <a:gd name="connsiteX43" fmla="*/ 175108 w 1511813"/>
                  <a:gd name="connsiteY43" fmla="*/ 284492 h 1516973"/>
                  <a:gd name="connsiteX44" fmla="*/ 176140 w 1511813"/>
                  <a:gd name="connsiteY44" fmla="*/ 267981 h 1516973"/>
                  <a:gd name="connsiteX45" fmla="*/ 325258 w 1511813"/>
                  <a:gd name="connsiteY45" fmla="*/ 132279 h 1516973"/>
                  <a:gd name="connsiteX46" fmla="*/ 343317 w 1511813"/>
                  <a:gd name="connsiteY46" fmla="*/ 132795 h 1516973"/>
                  <a:gd name="connsiteX47" fmla="*/ 395431 w 1511813"/>
                  <a:gd name="connsiteY47" fmla="*/ 178717 h 1516973"/>
                  <a:gd name="connsiteX48" fmla="*/ 426389 w 1511813"/>
                  <a:gd name="connsiteY48" fmla="*/ 224639 h 1516973"/>
                  <a:gd name="connsiteX49" fmla="*/ 451156 w 1511813"/>
                  <a:gd name="connsiteY49" fmla="*/ 231347 h 1516973"/>
                  <a:gd name="connsiteX50" fmla="*/ 512042 w 1511813"/>
                  <a:gd name="connsiteY50" fmla="*/ 200388 h 1516973"/>
                  <a:gd name="connsiteX51" fmla="*/ 518233 w 1511813"/>
                  <a:gd name="connsiteY51" fmla="*/ 183877 h 1516973"/>
                  <a:gd name="connsiteX52" fmla="*/ 491403 w 1511813"/>
                  <a:gd name="connsiteY52" fmla="*/ 69846 h 1516973"/>
                  <a:gd name="connsiteX53" fmla="*/ 489855 w 1511813"/>
                  <a:gd name="connsiteY53" fmla="*/ 58494 h 1516973"/>
                  <a:gd name="connsiteX54" fmla="*/ 499658 w 1511813"/>
                  <a:gd name="connsiteY54" fmla="*/ 43015 h 1516973"/>
                  <a:gd name="connsiteX55" fmla="*/ 695730 w 1511813"/>
                  <a:gd name="connsiteY55" fmla="*/ 189 h 1516973"/>
                  <a:gd name="connsiteX56" fmla="*/ 713273 w 1511813"/>
                  <a:gd name="connsiteY56" fmla="*/ 12056 h 1516973"/>
                  <a:gd name="connsiteX57" fmla="*/ 721012 w 1511813"/>
                  <a:gd name="connsiteY57" fmla="*/ 35275 h 1516973"/>
                  <a:gd name="connsiteX58" fmla="*/ 738556 w 1511813"/>
                  <a:gd name="connsiteY58" fmla="*/ 134343 h 1516973"/>
                  <a:gd name="connsiteX59" fmla="*/ 753519 w 1511813"/>
                  <a:gd name="connsiteY59" fmla="*/ 148790 h 1516973"/>
                  <a:gd name="connsiteX60" fmla="*/ 820596 w 1511813"/>
                  <a:gd name="connsiteY60" fmla="*/ 151886 h 1516973"/>
                  <a:gd name="connsiteX61" fmla="*/ 838655 w 1511813"/>
                  <a:gd name="connsiteY61" fmla="*/ 138471 h 1516973"/>
                  <a:gd name="connsiteX62" fmla="*/ 877354 w 1511813"/>
                  <a:gd name="connsiteY62" fmla="*/ 16700 h 1516973"/>
                  <a:gd name="connsiteX63" fmla="*/ 892317 w 1511813"/>
                  <a:gd name="connsiteY63" fmla="*/ 9476 h 1516973"/>
                  <a:gd name="connsiteX64" fmla="*/ 1084777 w 1511813"/>
                  <a:gd name="connsiteY64" fmla="*/ 70878 h 1516973"/>
                  <a:gd name="connsiteX65" fmla="*/ 1093032 w 1511813"/>
                  <a:gd name="connsiteY65" fmla="*/ 86873 h 1516973"/>
                  <a:gd name="connsiteX66" fmla="*/ 1079617 w 1511813"/>
                  <a:gd name="connsiteY66" fmla="*/ 152402 h 1516973"/>
                  <a:gd name="connsiteX67" fmla="*/ 1053302 w 1511813"/>
                  <a:gd name="connsiteY67" fmla="*/ 206580 h 1516973"/>
                  <a:gd name="connsiteX68" fmla="*/ 1060010 w 1511813"/>
                  <a:gd name="connsiteY68" fmla="*/ 228251 h 1516973"/>
                  <a:gd name="connsiteX69" fmla="*/ 1118315 w 1511813"/>
                  <a:gd name="connsiteY69" fmla="*/ 265917 h 1516973"/>
                  <a:gd name="connsiteX70" fmla="*/ 1136374 w 1511813"/>
                  <a:gd name="connsiteY70" fmla="*/ 262821 h 1516973"/>
                  <a:gd name="connsiteX71" fmla="*/ 1232346 w 1511813"/>
                  <a:gd name="connsiteY71" fmla="*/ 174589 h 1516973"/>
                  <a:gd name="connsiteX72" fmla="*/ 1247825 w 1511813"/>
                  <a:gd name="connsiteY72" fmla="*/ 175621 h 1516973"/>
                  <a:gd name="connsiteX73" fmla="*/ 1384559 w 1511813"/>
                  <a:gd name="connsiteY73" fmla="*/ 325770 h 1516973"/>
                  <a:gd name="connsiteX74" fmla="*/ 1384043 w 1511813"/>
                  <a:gd name="connsiteY74" fmla="*/ 342798 h 1516973"/>
                  <a:gd name="connsiteX75" fmla="*/ 1336057 w 1511813"/>
                  <a:gd name="connsiteY75" fmla="*/ 396975 h 1516973"/>
                  <a:gd name="connsiteX76" fmla="*/ 1291167 w 1511813"/>
                  <a:gd name="connsiteY76" fmla="*/ 426902 h 1516973"/>
                  <a:gd name="connsiteX77" fmla="*/ 1284976 w 1511813"/>
                  <a:gd name="connsiteY77" fmla="*/ 451153 h 1516973"/>
                  <a:gd name="connsiteX78" fmla="*/ 1316450 w 1511813"/>
                  <a:gd name="connsiteY78" fmla="*/ 513070 h 1516973"/>
                  <a:gd name="connsiteX79" fmla="*/ 1330898 w 1511813"/>
                  <a:gd name="connsiteY79" fmla="*/ 519262 h 1516973"/>
                  <a:gd name="connsiteX80" fmla="*/ 1447509 w 1511813"/>
                  <a:gd name="connsiteY80" fmla="*/ 491399 h 1516973"/>
                  <a:gd name="connsiteX81" fmla="*/ 1458860 w 1511813"/>
                  <a:gd name="connsiteY81" fmla="*/ 489851 h 1516973"/>
                  <a:gd name="connsiteX82" fmla="*/ 1473307 w 1511813"/>
                  <a:gd name="connsiteY82" fmla="*/ 499139 h 1516973"/>
                  <a:gd name="connsiteX83" fmla="*/ 1513554 w 1511813"/>
                  <a:gd name="connsiteY83" fmla="*/ 675603 h 1516973"/>
                  <a:gd name="connsiteX84" fmla="*/ 1514070 w 1511813"/>
                  <a:gd name="connsiteY84" fmla="*/ 679215 h 1516973"/>
                  <a:gd name="connsiteX85" fmla="*/ 1490335 w 1511813"/>
                  <a:gd name="connsiteY85" fmla="*/ 717397 h 1516973"/>
                  <a:gd name="connsiteX86" fmla="*/ 1379916 w 1511813"/>
                  <a:gd name="connsiteY86" fmla="*/ 738036 h 1516973"/>
                  <a:gd name="connsiteX87" fmla="*/ 1367532 w 1511813"/>
                  <a:gd name="connsiteY87" fmla="*/ 749904 h 1516973"/>
                  <a:gd name="connsiteX88" fmla="*/ 1363920 w 1511813"/>
                  <a:gd name="connsiteY88" fmla="*/ 822141 h 1516973"/>
                  <a:gd name="connsiteX89" fmla="*/ 1375788 w 1511813"/>
                  <a:gd name="connsiteY89" fmla="*/ 838136 h 1516973"/>
                  <a:gd name="connsiteX90" fmla="*/ 1498590 w 1511813"/>
                  <a:gd name="connsiteY90" fmla="*/ 876834 h 1516973"/>
                  <a:gd name="connsiteX91" fmla="*/ 1506330 w 1511813"/>
                  <a:gd name="connsiteY91" fmla="*/ 891798 h 1516973"/>
                  <a:gd name="connsiteX92" fmla="*/ 1444413 w 1511813"/>
                  <a:gd name="connsiteY92" fmla="*/ 1085289 h 1516973"/>
                  <a:gd name="connsiteX93" fmla="*/ 1429449 w 1511813"/>
                  <a:gd name="connsiteY93" fmla="*/ 1093029 h 1516973"/>
                  <a:gd name="connsiteX94" fmla="*/ 1306647 w 1511813"/>
                  <a:gd name="connsiteY94" fmla="*/ 1052783 h 1516973"/>
                  <a:gd name="connsiteX95" fmla="*/ 1287556 w 1511813"/>
                  <a:gd name="connsiteY95" fmla="*/ 1057942 h 1516973"/>
                  <a:gd name="connsiteX96" fmla="*/ 1248857 w 1511813"/>
                  <a:gd name="connsiteY96" fmla="*/ 1118828 h 1516973"/>
                  <a:gd name="connsiteX97" fmla="*/ 1250405 w 1511813"/>
                  <a:gd name="connsiteY97" fmla="*/ 1135339 h 1516973"/>
                  <a:gd name="connsiteX98" fmla="*/ 1339153 w 1511813"/>
                  <a:gd name="connsiteY98" fmla="*/ 1230795 h 1516973"/>
                  <a:gd name="connsiteX99" fmla="*/ 1337605 w 1511813"/>
                  <a:gd name="connsiteY99" fmla="*/ 1249370 h 1516973"/>
                  <a:gd name="connsiteX100" fmla="*/ 1189004 w 1511813"/>
                  <a:gd name="connsiteY100" fmla="*/ 1384040 h 1516973"/>
                  <a:gd name="connsiteX101" fmla="*/ 1170945 w 1511813"/>
                  <a:gd name="connsiteY101" fmla="*/ 1383524 h 1516973"/>
                  <a:gd name="connsiteX102" fmla="*/ 1118831 w 1511813"/>
                  <a:gd name="connsiteY102" fmla="*/ 1337602 h 1516973"/>
                  <a:gd name="connsiteX103" fmla="*/ 1086840 w 1511813"/>
                  <a:gd name="connsiteY103" fmla="*/ 1289616 h 1516973"/>
                  <a:gd name="connsiteX104" fmla="*/ 1064137 w 1511813"/>
                  <a:gd name="connsiteY104" fmla="*/ 1284456 h 1516973"/>
                  <a:gd name="connsiteX105" fmla="*/ 1002220 w 1511813"/>
                  <a:gd name="connsiteY105" fmla="*/ 1316447 h 1516973"/>
                  <a:gd name="connsiteX106" fmla="*/ 996028 w 1511813"/>
                  <a:gd name="connsiteY106" fmla="*/ 1332958 h 1516973"/>
                  <a:gd name="connsiteX107" fmla="*/ 1022859 w 1511813"/>
                  <a:gd name="connsiteY107" fmla="*/ 1446989 h 1516973"/>
                  <a:gd name="connsiteX108" fmla="*/ 1024407 w 1511813"/>
                  <a:gd name="connsiteY108" fmla="*/ 1459889 h 1516973"/>
                  <a:gd name="connsiteX109" fmla="*/ 1015636 w 1511813"/>
                  <a:gd name="connsiteY109" fmla="*/ 1473304 h 1516973"/>
                  <a:gd name="connsiteX110" fmla="*/ 817500 w 1511813"/>
                  <a:gd name="connsiteY110" fmla="*/ 1518710 h 1516973"/>
                  <a:gd name="connsiteX111" fmla="*/ 758163 w 1511813"/>
                  <a:gd name="connsiteY111" fmla="*/ 1148238 h 1516973"/>
                  <a:gd name="connsiteX112" fmla="*/ 1145146 w 1511813"/>
                  <a:gd name="connsiteY112" fmla="*/ 758675 h 1516973"/>
                  <a:gd name="connsiteX113" fmla="*/ 757131 w 1511813"/>
                  <a:gd name="connsiteY113" fmla="*/ 371176 h 1516973"/>
                  <a:gd name="connsiteX114" fmla="*/ 368600 w 1511813"/>
                  <a:gd name="connsiteY114" fmla="*/ 759707 h 1516973"/>
                  <a:gd name="connsiteX115" fmla="*/ 758163 w 1511813"/>
                  <a:gd name="connsiteY115" fmla="*/ 1148238 h 1516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511813" h="1516973">
                    <a:moveTo>
                      <a:pt x="817500" y="1518710"/>
                    </a:moveTo>
                    <a:cubicBezTo>
                      <a:pt x="809245" y="1520774"/>
                      <a:pt x="805633" y="1516130"/>
                      <a:pt x="802537" y="1507875"/>
                    </a:cubicBezTo>
                    <a:cubicBezTo>
                      <a:pt x="795829" y="1486204"/>
                      <a:pt x="788090" y="1464532"/>
                      <a:pt x="780866" y="1442862"/>
                    </a:cubicBezTo>
                    <a:cubicBezTo>
                      <a:pt x="774674" y="1424286"/>
                      <a:pt x="777770" y="1404679"/>
                      <a:pt x="776738" y="1385072"/>
                    </a:cubicBezTo>
                    <a:cubicBezTo>
                      <a:pt x="776222" y="1369593"/>
                      <a:pt x="775706" y="1370109"/>
                      <a:pt x="760227" y="1369593"/>
                    </a:cubicBezTo>
                    <a:cubicBezTo>
                      <a:pt x="738556" y="1369593"/>
                      <a:pt x="716369" y="1368045"/>
                      <a:pt x="694698" y="1366497"/>
                    </a:cubicBezTo>
                    <a:cubicBezTo>
                      <a:pt x="683346" y="1365465"/>
                      <a:pt x="676638" y="1365981"/>
                      <a:pt x="676638" y="1379912"/>
                    </a:cubicBezTo>
                    <a:cubicBezTo>
                      <a:pt x="676638" y="1424286"/>
                      <a:pt x="655483" y="1462469"/>
                      <a:pt x="637940" y="1501683"/>
                    </a:cubicBezTo>
                    <a:cubicBezTo>
                      <a:pt x="634844" y="1508907"/>
                      <a:pt x="630716" y="1510454"/>
                      <a:pt x="622977" y="1508907"/>
                    </a:cubicBezTo>
                    <a:cubicBezTo>
                      <a:pt x="556416" y="1496523"/>
                      <a:pt x="492434" y="1475368"/>
                      <a:pt x="430517" y="1447505"/>
                    </a:cubicBezTo>
                    <a:cubicBezTo>
                      <a:pt x="423294" y="1443893"/>
                      <a:pt x="420198" y="1440282"/>
                      <a:pt x="422262" y="1431510"/>
                    </a:cubicBezTo>
                    <a:cubicBezTo>
                      <a:pt x="427421" y="1409323"/>
                      <a:pt x="431033" y="1386620"/>
                      <a:pt x="435677" y="1364433"/>
                    </a:cubicBezTo>
                    <a:cubicBezTo>
                      <a:pt x="439805" y="1344310"/>
                      <a:pt x="452704" y="1327798"/>
                      <a:pt x="461992" y="1310255"/>
                    </a:cubicBezTo>
                    <a:cubicBezTo>
                      <a:pt x="467152" y="1300452"/>
                      <a:pt x="466120" y="1295808"/>
                      <a:pt x="456316" y="1290132"/>
                    </a:cubicBezTo>
                    <a:cubicBezTo>
                      <a:pt x="435677" y="1278265"/>
                      <a:pt x="415554" y="1264849"/>
                      <a:pt x="395431" y="1251434"/>
                    </a:cubicBezTo>
                    <a:cubicBezTo>
                      <a:pt x="388207" y="1246274"/>
                      <a:pt x="383563" y="1246274"/>
                      <a:pt x="378919" y="1254014"/>
                    </a:cubicBezTo>
                    <a:cubicBezTo>
                      <a:pt x="356216" y="1293228"/>
                      <a:pt x="319066" y="1317479"/>
                      <a:pt x="283464" y="1342246"/>
                    </a:cubicBezTo>
                    <a:cubicBezTo>
                      <a:pt x="276240" y="1346890"/>
                      <a:pt x="272112" y="1346374"/>
                      <a:pt x="265920" y="1341214"/>
                    </a:cubicBezTo>
                    <a:cubicBezTo>
                      <a:pt x="214323" y="1297356"/>
                      <a:pt x="169433" y="1246790"/>
                      <a:pt x="130218" y="1191580"/>
                    </a:cubicBezTo>
                    <a:cubicBezTo>
                      <a:pt x="125575" y="1185389"/>
                      <a:pt x="125059" y="1180745"/>
                      <a:pt x="130734" y="1174553"/>
                    </a:cubicBezTo>
                    <a:cubicBezTo>
                      <a:pt x="146730" y="1157010"/>
                      <a:pt x="161177" y="1138435"/>
                      <a:pt x="177688" y="1121408"/>
                    </a:cubicBezTo>
                    <a:cubicBezTo>
                      <a:pt x="191104" y="1107476"/>
                      <a:pt x="209163" y="1099221"/>
                      <a:pt x="225674" y="1089417"/>
                    </a:cubicBezTo>
                    <a:cubicBezTo>
                      <a:pt x="236510" y="1083225"/>
                      <a:pt x="237026" y="1078065"/>
                      <a:pt x="230834" y="1067230"/>
                    </a:cubicBezTo>
                    <a:cubicBezTo>
                      <a:pt x="218967" y="1047107"/>
                      <a:pt x="208647" y="1025436"/>
                      <a:pt x="198327" y="1004281"/>
                    </a:cubicBezTo>
                    <a:cubicBezTo>
                      <a:pt x="194716" y="997057"/>
                      <a:pt x="192136" y="993445"/>
                      <a:pt x="183880" y="998089"/>
                    </a:cubicBezTo>
                    <a:cubicBezTo>
                      <a:pt x="147246" y="1017180"/>
                      <a:pt x="108031" y="1024920"/>
                      <a:pt x="67269" y="1025952"/>
                    </a:cubicBezTo>
                    <a:cubicBezTo>
                      <a:pt x="63657" y="1025952"/>
                      <a:pt x="59529" y="1026984"/>
                      <a:pt x="55918" y="1027500"/>
                    </a:cubicBezTo>
                    <a:cubicBezTo>
                      <a:pt x="48694" y="1028532"/>
                      <a:pt x="44050" y="1025952"/>
                      <a:pt x="41470" y="1018212"/>
                    </a:cubicBezTo>
                    <a:cubicBezTo>
                      <a:pt x="21347" y="960939"/>
                      <a:pt x="6384" y="902117"/>
                      <a:pt x="1224" y="841748"/>
                    </a:cubicBezTo>
                    <a:cubicBezTo>
                      <a:pt x="-1872" y="808725"/>
                      <a:pt x="-1356" y="809241"/>
                      <a:pt x="30635" y="797374"/>
                    </a:cubicBezTo>
                    <a:cubicBezTo>
                      <a:pt x="64173" y="784474"/>
                      <a:pt x="98744" y="775703"/>
                      <a:pt x="134862" y="778799"/>
                    </a:cubicBezTo>
                    <a:cubicBezTo>
                      <a:pt x="144150" y="779315"/>
                      <a:pt x="147246" y="775187"/>
                      <a:pt x="147246" y="765899"/>
                    </a:cubicBezTo>
                    <a:cubicBezTo>
                      <a:pt x="147246" y="742680"/>
                      <a:pt x="148278" y="719461"/>
                      <a:pt x="150342" y="696242"/>
                    </a:cubicBezTo>
                    <a:cubicBezTo>
                      <a:pt x="151373" y="685923"/>
                      <a:pt x="150858" y="678699"/>
                      <a:pt x="137442" y="678699"/>
                    </a:cubicBezTo>
                    <a:cubicBezTo>
                      <a:pt x="92552" y="678699"/>
                      <a:pt x="53854" y="657544"/>
                      <a:pt x="14639" y="639485"/>
                    </a:cubicBezTo>
                    <a:cubicBezTo>
                      <a:pt x="7932" y="636389"/>
                      <a:pt x="6384" y="632261"/>
                      <a:pt x="7932" y="625037"/>
                    </a:cubicBezTo>
                    <a:cubicBezTo>
                      <a:pt x="20315" y="558476"/>
                      <a:pt x="40954" y="494495"/>
                      <a:pt x="69333" y="432578"/>
                    </a:cubicBezTo>
                    <a:cubicBezTo>
                      <a:pt x="72945" y="424838"/>
                      <a:pt x="77073" y="421742"/>
                      <a:pt x="86360" y="423806"/>
                    </a:cubicBezTo>
                    <a:cubicBezTo>
                      <a:pt x="107515" y="428450"/>
                      <a:pt x="129186" y="432578"/>
                      <a:pt x="150858" y="436706"/>
                    </a:cubicBezTo>
                    <a:cubicBezTo>
                      <a:pt x="171497" y="440833"/>
                      <a:pt x="188008" y="453733"/>
                      <a:pt x="206583" y="463536"/>
                    </a:cubicBezTo>
                    <a:cubicBezTo>
                      <a:pt x="216903" y="468696"/>
                      <a:pt x="221546" y="467664"/>
                      <a:pt x="227738" y="457345"/>
                    </a:cubicBezTo>
                    <a:cubicBezTo>
                      <a:pt x="239606" y="436706"/>
                      <a:pt x="253021" y="416582"/>
                      <a:pt x="266952" y="396459"/>
                    </a:cubicBezTo>
                    <a:cubicBezTo>
                      <a:pt x="271596" y="389752"/>
                      <a:pt x="271596" y="385108"/>
                      <a:pt x="264373" y="380980"/>
                    </a:cubicBezTo>
                    <a:cubicBezTo>
                      <a:pt x="225158" y="357761"/>
                      <a:pt x="200391" y="320611"/>
                      <a:pt x="175108" y="284492"/>
                    </a:cubicBezTo>
                    <a:cubicBezTo>
                      <a:pt x="170465" y="277785"/>
                      <a:pt x="170981" y="273657"/>
                      <a:pt x="176140" y="267981"/>
                    </a:cubicBezTo>
                    <a:cubicBezTo>
                      <a:pt x="219998" y="216383"/>
                      <a:pt x="270048" y="171493"/>
                      <a:pt x="325258" y="132279"/>
                    </a:cubicBezTo>
                    <a:cubicBezTo>
                      <a:pt x="331966" y="127635"/>
                      <a:pt x="336609" y="126603"/>
                      <a:pt x="343317" y="132795"/>
                    </a:cubicBezTo>
                    <a:cubicBezTo>
                      <a:pt x="360344" y="148274"/>
                      <a:pt x="378404" y="162722"/>
                      <a:pt x="395431" y="178717"/>
                    </a:cubicBezTo>
                    <a:cubicBezTo>
                      <a:pt x="409362" y="191616"/>
                      <a:pt x="416070" y="209160"/>
                      <a:pt x="426389" y="224639"/>
                    </a:cubicBezTo>
                    <a:cubicBezTo>
                      <a:pt x="437741" y="241666"/>
                      <a:pt x="435161" y="240634"/>
                      <a:pt x="451156" y="231347"/>
                    </a:cubicBezTo>
                    <a:cubicBezTo>
                      <a:pt x="470763" y="219995"/>
                      <a:pt x="491403" y="209676"/>
                      <a:pt x="512042" y="200388"/>
                    </a:cubicBezTo>
                    <a:cubicBezTo>
                      <a:pt x="521329" y="196260"/>
                      <a:pt x="522361" y="192132"/>
                      <a:pt x="518233" y="183877"/>
                    </a:cubicBezTo>
                    <a:cubicBezTo>
                      <a:pt x="499142" y="148274"/>
                      <a:pt x="492434" y="109576"/>
                      <a:pt x="491403" y="69846"/>
                    </a:cubicBezTo>
                    <a:cubicBezTo>
                      <a:pt x="491403" y="66234"/>
                      <a:pt x="490371" y="62106"/>
                      <a:pt x="489855" y="58494"/>
                    </a:cubicBezTo>
                    <a:cubicBezTo>
                      <a:pt x="488307" y="50239"/>
                      <a:pt x="491403" y="46111"/>
                      <a:pt x="499658" y="43015"/>
                    </a:cubicBezTo>
                    <a:cubicBezTo>
                      <a:pt x="563123" y="20312"/>
                      <a:pt x="628653" y="6380"/>
                      <a:pt x="695730" y="189"/>
                    </a:cubicBezTo>
                    <a:cubicBezTo>
                      <a:pt x="706049" y="-843"/>
                      <a:pt x="710693" y="2253"/>
                      <a:pt x="713273" y="12056"/>
                    </a:cubicBezTo>
                    <a:cubicBezTo>
                      <a:pt x="715337" y="19796"/>
                      <a:pt x="717917" y="27536"/>
                      <a:pt x="721012" y="35275"/>
                    </a:cubicBezTo>
                    <a:cubicBezTo>
                      <a:pt x="734428" y="67266"/>
                      <a:pt x="741136" y="99772"/>
                      <a:pt x="738556" y="134343"/>
                    </a:cubicBezTo>
                    <a:cubicBezTo>
                      <a:pt x="737524" y="145694"/>
                      <a:pt x="742168" y="148790"/>
                      <a:pt x="753519" y="148790"/>
                    </a:cubicBezTo>
                    <a:cubicBezTo>
                      <a:pt x="775706" y="148274"/>
                      <a:pt x="797893" y="149822"/>
                      <a:pt x="820596" y="151886"/>
                    </a:cubicBezTo>
                    <a:cubicBezTo>
                      <a:pt x="831948" y="152918"/>
                      <a:pt x="838655" y="152402"/>
                      <a:pt x="838655" y="138471"/>
                    </a:cubicBezTo>
                    <a:cubicBezTo>
                      <a:pt x="838655" y="94097"/>
                      <a:pt x="859810" y="55914"/>
                      <a:pt x="877354" y="16700"/>
                    </a:cubicBezTo>
                    <a:cubicBezTo>
                      <a:pt x="880449" y="9476"/>
                      <a:pt x="885093" y="7928"/>
                      <a:pt x="892317" y="9476"/>
                    </a:cubicBezTo>
                    <a:cubicBezTo>
                      <a:pt x="958878" y="21860"/>
                      <a:pt x="1022859" y="42499"/>
                      <a:pt x="1084777" y="70878"/>
                    </a:cubicBezTo>
                    <a:cubicBezTo>
                      <a:pt x="1092000" y="74489"/>
                      <a:pt x="1095096" y="78617"/>
                      <a:pt x="1093032" y="86873"/>
                    </a:cubicBezTo>
                    <a:cubicBezTo>
                      <a:pt x="1088388" y="108544"/>
                      <a:pt x="1084261" y="130731"/>
                      <a:pt x="1079617" y="152402"/>
                    </a:cubicBezTo>
                    <a:cubicBezTo>
                      <a:pt x="1075489" y="172525"/>
                      <a:pt x="1062590" y="189036"/>
                      <a:pt x="1053302" y="206580"/>
                    </a:cubicBezTo>
                    <a:cubicBezTo>
                      <a:pt x="1047626" y="217415"/>
                      <a:pt x="1048658" y="222575"/>
                      <a:pt x="1060010" y="228251"/>
                    </a:cubicBezTo>
                    <a:cubicBezTo>
                      <a:pt x="1080133" y="239602"/>
                      <a:pt x="1099740" y="252502"/>
                      <a:pt x="1118315" y="265917"/>
                    </a:cubicBezTo>
                    <a:cubicBezTo>
                      <a:pt x="1126571" y="272109"/>
                      <a:pt x="1131214" y="271593"/>
                      <a:pt x="1136374" y="262821"/>
                    </a:cubicBezTo>
                    <a:cubicBezTo>
                      <a:pt x="1159077" y="223607"/>
                      <a:pt x="1196744" y="199872"/>
                      <a:pt x="1232346" y="174589"/>
                    </a:cubicBezTo>
                    <a:cubicBezTo>
                      <a:pt x="1238538" y="170461"/>
                      <a:pt x="1242666" y="170977"/>
                      <a:pt x="1247825" y="175621"/>
                    </a:cubicBezTo>
                    <a:cubicBezTo>
                      <a:pt x="1299939" y="219995"/>
                      <a:pt x="1345345" y="270045"/>
                      <a:pt x="1384559" y="325770"/>
                    </a:cubicBezTo>
                    <a:cubicBezTo>
                      <a:pt x="1389203" y="331962"/>
                      <a:pt x="1389719" y="336606"/>
                      <a:pt x="1384043" y="342798"/>
                    </a:cubicBezTo>
                    <a:cubicBezTo>
                      <a:pt x="1368048" y="360857"/>
                      <a:pt x="1352569" y="379432"/>
                      <a:pt x="1336057" y="396975"/>
                    </a:cubicBezTo>
                    <a:cubicBezTo>
                      <a:pt x="1323674" y="409875"/>
                      <a:pt x="1306131" y="417098"/>
                      <a:pt x="1291167" y="426902"/>
                    </a:cubicBezTo>
                    <a:cubicBezTo>
                      <a:pt x="1276720" y="436706"/>
                      <a:pt x="1276720" y="436190"/>
                      <a:pt x="1284976" y="451153"/>
                    </a:cubicBezTo>
                    <a:cubicBezTo>
                      <a:pt x="1295811" y="471792"/>
                      <a:pt x="1306647" y="492431"/>
                      <a:pt x="1316450" y="513070"/>
                    </a:cubicBezTo>
                    <a:cubicBezTo>
                      <a:pt x="1320062" y="520294"/>
                      <a:pt x="1323158" y="523390"/>
                      <a:pt x="1330898" y="519262"/>
                    </a:cubicBezTo>
                    <a:cubicBezTo>
                      <a:pt x="1367532" y="500171"/>
                      <a:pt x="1406746" y="492431"/>
                      <a:pt x="1447509" y="491399"/>
                    </a:cubicBezTo>
                    <a:cubicBezTo>
                      <a:pt x="1451120" y="491399"/>
                      <a:pt x="1455248" y="490367"/>
                      <a:pt x="1458860" y="489851"/>
                    </a:cubicBezTo>
                    <a:cubicBezTo>
                      <a:pt x="1466600" y="488819"/>
                      <a:pt x="1470728" y="491399"/>
                      <a:pt x="1473307" y="499139"/>
                    </a:cubicBezTo>
                    <a:cubicBezTo>
                      <a:pt x="1493431" y="556412"/>
                      <a:pt x="1508394" y="615234"/>
                      <a:pt x="1513554" y="675603"/>
                    </a:cubicBezTo>
                    <a:cubicBezTo>
                      <a:pt x="1513554" y="676635"/>
                      <a:pt x="1513554" y="678183"/>
                      <a:pt x="1514070" y="679215"/>
                    </a:cubicBezTo>
                    <a:cubicBezTo>
                      <a:pt x="1518713" y="714301"/>
                      <a:pt x="1519745" y="706046"/>
                      <a:pt x="1490335" y="717397"/>
                    </a:cubicBezTo>
                    <a:cubicBezTo>
                      <a:pt x="1454732" y="730813"/>
                      <a:pt x="1418614" y="741648"/>
                      <a:pt x="1379916" y="738036"/>
                    </a:cubicBezTo>
                    <a:cubicBezTo>
                      <a:pt x="1371144" y="737004"/>
                      <a:pt x="1368048" y="740616"/>
                      <a:pt x="1367532" y="749904"/>
                    </a:cubicBezTo>
                    <a:cubicBezTo>
                      <a:pt x="1367016" y="774155"/>
                      <a:pt x="1365984" y="797890"/>
                      <a:pt x="1363920" y="822141"/>
                    </a:cubicBezTo>
                    <a:cubicBezTo>
                      <a:pt x="1363404" y="831944"/>
                      <a:pt x="1363920" y="838136"/>
                      <a:pt x="1375788" y="838136"/>
                    </a:cubicBezTo>
                    <a:cubicBezTo>
                      <a:pt x="1420678" y="838136"/>
                      <a:pt x="1459376" y="858775"/>
                      <a:pt x="1498590" y="876834"/>
                    </a:cubicBezTo>
                    <a:cubicBezTo>
                      <a:pt x="1505298" y="879930"/>
                      <a:pt x="1507878" y="883542"/>
                      <a:pt x="1506330" y="891798"/>
                    </a:cubicBezTo>
                    <a:cubicBezTo>
                      <a:pt x="1493947" y="958875"/>
                      <a:pt x="1472791" y="1023372"/>
                      <a:pt x="1444413" y="1085289"/>
                    </a:cubicBezTo>
                    <a:cubicBezTo>
                      <a:pt x="1441317" y="1092513"/>
                      <a:pt x="1437189" y="1094577"/>
                      <a:pt x="1429449" y="1093029"/>
                    </a:cubicBezTo>
                    <a:cubicBezTo>
                      <a:pt x="1386623" y="1085289"/>
                      <a:pt x="1343797" y="1078581"/>
                      <a:pt x="1306647" y="1052783"/>
                    </a:cubicBezTo>
                    <a:cubicBezTo>
                      <a:pt x="1297875" y="1046591"/>
                      <a:pt x="1293231" y="1048655"/>
                      <a:pt x="1287556" y="1057942"/>
                    </a:cubicBezTo>
                    <a:cubicBezTo>
                      <a:pt x="1275688" y="1078581"/>
                      <a:pt x="1262273" y="1098705"/>
                      <a:pt x="1248857" y="1118828"/>
                    </a:cubicBezTo>
                    <a:cubicBezTo>
                      <a:pt x="1244214" y="1125535"/>
                      <a:pt x="1242150" y="1130179"/>
                      <a:pt x="1250405" y="1135339"/>
                    </a:cubicBezTo>
                    <a:cubicBezTo>
                      <a:pt x="1289620" y="1158558"/>
                      <a:pt x="1313871" y="1194676"/>
                      <a:pt x="1339153" y="1230795"/>
                    </a:cubicBezTo>
                    <a:cubicBezTo>
                      <a:pt x="1344313" y="1238018"/>
                      <a:pt x="1343797" y="1242662"/>
                      <a:pt x="1337605" y="1249370"/>
                    </a:cubicBezTo>
                    <a:cubicBezTo>
                      <a:pt x="1293747" y="1300968"/>
                      <a:pt x="1244214" y="1345342"/>
                      <a:pt x="1189004" y="1384040"/>
                    </a:cubicBezTo>
                    <a:cubicBezTo>
                      <a:pt x="1182296" y="1388684"/>
                      <a:pt x="1177652" y="1389716"/>
                      <a:pt x="1170945" y="1383524"/>
                    </a:cubicBezTo>
                    <a:cubicBezTo>
                      <a:pt x="1153918" y="1368045"/>
                      <a:pt x="1135858" y="1353597"/>
                      <a:pt x="1118831" y="1337602"/>
                    </a:cubicBezTo>
                    <a:cubicBezTo>
                      <a:pt x="1104384" y="1324187"/>
                      <a:pt x="1096644" y="1306128"/>
                      <a:pt x="1086840" y="1289616"/>
                    </a:cubicBezTo>
                    <a:cubicBezTo>
                      <a:pt x="1080133" y="1278265"/>
                      <a:pt x="1074973" y="1277749"/>
                      <a:pt x="1064137" y="1284456"/>
                    </a:cubicBezTo>
                    <a:cubicBezTo>
                      <a:pt x="1044530" y="1296324"/>
                      <a:pt x="1023375" y="1306643"/>
                      <a:pt x="1002220" y="1316447"/>
                    </a:cubicBezTo>
                    <a:cubicBezTo>
                      <a:pt x="993449" y="1320575"/>
                      <a:pt x="991385" y="1324703"/>
                      <a:pt x="996028" y="1332958"/>
                    </a:cubicBezTo>
                    <a:cubicBezTo>
                      <a:pt x="1015120" y="1368561"/>
                      <a:pt x="1021827" y="1407259"/>
                      <a:pt x="1022859" y="1446989"/>
                    </a:cubicBezTo>
                    <a:cubicBezTo>
                      <a:pt x="1022859" y="1451117"/>
                      <a:pt x="1023891" y="1455245"/>
                      <a:pt x="1024407" y="1459889"/>
                    </a:cubicBezTo>
                    <a:cubicBezTo>
                      <a:pt x="1025439" y="1466596"/>
                      <a:pt x="1022859" y="1470724"/>
                      <a:pt x="1015636" y="1473304"/>
                    </a:cubicBezTo>
                    <a:cubicBezTo>
                      <a:pt x="970745" y="1493943"/>
                      <a:pt x="870646" y="1516130"/>
                      <a:pt x="817500" y="1518710"/>
                    </a:cubicBezTo>
                    <a:close/>
                    <a:moveTo>
                      <a:pt x="758163" y="1148238"/>
                    </a:moveTo>
                    <a:cubicBezTo>
                      <a:pt x="974357" y="1144627"/>
                      <a:pt x="1145146" y="976418"/>
                      <a:pt x="1145146" y="758675"/>
                    </a:cubicBezTo>
                    <a:cubicBezTo>
                      <a:pt x="1145146" y="542481"/>
                      <a:pt x="974357" y="371176"/>
                      <a:pt x="757131" y="371176"/>
                    </a:cubicBezTo>
                    <a:cubicBezTo>
                      <a:pt x="539904" y="371176"/>
                      <a:pt x="368600" y="542481"/>
                      <a:pt x="368600" y="759707"/>
                    </a:cubicBezTo>
                    <a:cubicBezTo>
                      <a:pt x="369116" y="977966"/>
                      <a:pt x="541452" y="1145659"/>
                      <a:pt x="758163" y="114823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="" xmlns:a16="http://schemas.microsoft.com/office/drawing/2014/main" id="{5B2E929D-2A5A-4E4D-8AFF-089163D7F028}"/>
                  </a:ext>
                </a:extLst>
              </p:cNvPr>
              <p:cNvGrpSpPr/>
              <p:nvPr/>
            </p:nvGrpSpPr>
            <p:grpSpPr>
              <a:xfrm>
                <a:off x="3563163" y="3556278"/>
                <a:ext cx="1218879" cy="1218879"/>
                <a:chOff x="3264582" y="1870309"/>
                <a:chExt cx="1774962" cy="1774962"/>
              </a:xfrm>
              <a:grpFill/>
            </p:grpSpPr>
            <p:sp>
              <p:nvSpPr>
                <p:cNvPr id="37" name="Freeform: Shape 36">
                  <a:extLst>
                    <a:ext uri="{FF2B5EF4-FFF2-40B4-BE49-F238E27FC236}">
                      <a16:creationId xmlns="" xmlns:a16="http://schemas.microsoft.com/office/drawing/2014/main" id="{8A8A0495-30E8-45A0-B48A-6EFDF9C8B696}"/>
                    </a:ext>
                  </a:extLst>
                </p:cNvPr>
                <p:cNvSpPr/>
                <p:nvPr/>
              </p:nvSpPr>
              <p:spPr>
                <a:xfrm>
                  <a:off x="3264582" y="1870309"/>
                  <a:ext cx="1774962" cy="1774962"/>
                </a:xfrm>
                <a:custGeom>
                  <a:avLst/>
                  <a:gdLst>
                    <a:gd name="connsiteX0" fmla="*/ 894776 w 1774962"/>
                    <a:gd name="connsiteY0" fmla="*/ 1775736 h 1774962"/>
                    <a:gd name="connsiteX1" fmla="*/ 852466 w 1774962"/>
                    <a:gd name="connsiteY1" fmla="*/ 1775736 h 1774962"/>
                    <a:gd name="connsiteX2" fmla="*/ 839567 w 1774962"/>
                    <a:gd name="connsiteY2" fmla="*/ 1764901 h 1774962"/>
                    <a:gd name="connsiteX3" fmla="*/ 819960 w 1774962"/>
                    <a:gd name="connsiteY3" fmla="*/ 1666349 h 1774962"/>
                    <a:gd name="connsiteX4" fmla="*/ 822024 w 1774962"/>
                    <a:gd name="connsiteY4" fmla="*/ 1636938 h 1774962"/>
                    <a:gd name="connsiteX5" fmla="*/ 811704 w 1774962"/>
                    <a:gd name="connsiteY5" fmla="*/ 1623523 h 1774962"/>
                    <a:gd name="connsiteX6" fmla="*/ 695093 w 1774962"/>
                    <a:gd name="connsiteY6" fmla="*/ 1601852 h 1774962"/>
                    <a:gd name="connsiteX7" fmla="*/ 680130 w 1774962"/>
                    <a:gd name="connsiteY7" fmla="*/ 1610623 h 1774962"/>
                    <a:gd name="connsiteX8" fmla="*/ 615116 w 1774962"/>
                    <a:gd name="connsiteY8" fmla="*/ 1727234 h 1774962"/>
                    <a:gd name="connsiteX9" fmla="*/ 603765 w 1774962"/>
                    <a:gd name="connsiteY9" fmla="*/ 1730330 h 1774962"/>
                    <a:gd name="connsiteX10" fmla="*/ 512953 w 1774962"/>
                    <a:gd name="connsiteY10" fmla="*/ 1694212 h 1774962"/>
                    <a:gd name="connsiteX11" fmla="*/ 507277 w 1774962"/>
                    <a:gd name="connsiteY11" fmla="*/ 1681828 h 1774962"/>
                    <a:gd name="connsiteX12" fmla="*/ 527400 w 1774962"/>
                    <a:gd name="connsiteY12" fmla="*/ 1583277 h 1774962"/>
                    <a:gd name="connsiteX13" fmla="*/ 541848 w 1774962"/>
                    <a:gd name="connsiteY13" fmla="*/ 1552834 h 1774962"/>
                    <a:gd name="connsiteX14" fmla="*/ 537720 w 1774962"/>
                    <a:gd name="connsiteY14" fmla="*/ 1539418 h 1774962"/>
                    <a:gd name="connsiteX15" fmla="*/ 435041 w 1774962"/>
                    <a:gd name="connsiteY15" fmla="*/ 1472857 h 1774962"/>
                    <a:gd name="connsiteX16" fmla="*/ 420593 w 1774962"/>
                    <a:gd name="connsiteY16" fmla="*/ 1474921 h 1774962"/>
                    <a:gd name="connsiteX17" fmla="*/ 315334 w 1774962"/>
                    <a:gd name="connsiteY17" fmla="*/ 1559026 h 1774962"/>
                    <a:gd name="connsiteX18" fmla="*/ 302950 w 1774962"/>
                    <a:gd name="connsiteY18" fmla="*/ 1557478 h 1774962"/>
                    <a:gd name="connsiteX19" fmla="*/ 233809 w 1774962"/>
                    <a:gd name="connsiteY19" fmla="*/ 1490401 h 1774962"/>
                    <a:gd name="connsiteX20" fmla="*/ 232777 w 1774962"/>
                    <a:gd name="connsiteY20" fmla="*/ 1476985 h 1774962"/>
                    <a:gd name="connsiteX21" fmla="*/ 289019 w 1774962"/>
                    <a:gd name="connsiteY21" fmla="*/ 1393397 h 1774962"/>
                    <a:gd name="connsiteX22" fmla="*/ 312754 w 1774962"/>
                    <a:gd name="connsiteY22" fmla="*/ 1371726 h 1774962"/>
                    <a:gd name="connsiteX23" fmla="*/ 314818 w 1774962"/>
                    <a:gd name="connsiteY23" fmla="*/ 1355731 h 1774962"/>
                    <a:gd name="connsiteX24" fmla="*/ 246193 w 1774962"/>
                    <a:gd name="connsiteY24" fmla="*/ 1255631 h 1774962"/>
                    <a:gd name="connsiteX25" fmla="*/ 230713 w 1774962"/>
                    <a:gd name="connsiteY25" fmla="*/ 1253051 h 1774962"/>
                    <a:gd name="connsiteX26" fmla="*/ 102751 w 1774962"/>
                    <a:gd name="connsiteY26" fmla="*/ 1289685 h 1774962"/>
                    <a:gd name="connsiteX27" fmla="*/ 91916 w 1774962"/>
                    <a:gd name="connsiteY27" fmla="*/ 1282978 h 1774962"/>
                    <a:gd name="connsiteX28" fmla="*/ 53733 w 1774962"/>
                    <a:gd name="connsiteY28" fmla="*/ 1194230 h 1774962"/>
                    <a:gd name="connsiteX29" fmla="*/ 58377 w 1774962"/>
                    <a:gd name="connsiteY29" fmla="*/ 1181330 h 1774962"/>
                    <a:gd name="connsiteX30" fmla="*/ 142481 w 1774962"/>
                    <a:gd name="connsiteY30" fmla="*/ 1125605 h 1774962"/>
                    <a:gd name="connsiteX31" fmla="*/ 173956 w 1774962"/>
                    <a:gd name="connsiteY31" fmla="*/ 1114253 h 1774962"/>
                    <a:gd name="connsiteX32" fmla="*/ 180664 w 1774962"/>
                    <a:gd name="connsiteY32" fmla="*/ 1101870 h 1774962"/>
                    <a:gd name="connsiteX33" fmla="*/ 154865 w 1774962"/>
                    <a:gd name="connsiteY33" fmla="*/ 981131 h 1774962"/>
                    <a:gd name="connsiteX34" fmla="*/ 144029 w 1774962"/>
                    <a:gd name="connsiteY34" fmla="*/ 973391 h 1774962"/>
                    <a:gd name="connsiteX35" fmla="*/ 10391 w 1774962"/>
                    <a:gd name="connsiteY35" fmla="*/ 958428 h 1774962"/>
                    <a:gd name="connsiteX36" fmla="*/ 2135 w 1774962"/>
                    <a:gd name="connsiteY36" fmla="*/ 948624 h 1774962"/>
                    <a:gd name="connsiteX37" fmla="*/ 588 w 1774962"/>
                    <a:gd name="connsiteY37" fmla="*/ 850589 h 1774962"/>
                    <a:gd name="connsiteX38" fmla="*/ 10391 w 1774962"/>
                    <a:gd name="connsiteY38" fmla="*/ 840785 h 1774962"/>
                    <a:gd name="connsiteX39" fmla="*/ 110491 w 1774962"/>
                    <a:gd name="connsiteY39" fmla="*/ 820662 h 1774962"/>
                    <a:gd name="connsiteX40" fmla="*/ 139901 w 1774962"/>
                    <a:gd name="connsiteY40" fmla="*/ 822726 h 1774962"/>
                    <a:gd name="connsiteX41" fmla="*/ 153317 w 1774962"/>
                    <a:gd name="connsiteY41" fmla="*/ 811890 h 1774962"/>
                    <a:gd name="connsiteX42" fmla="*/ 174472 w 1774962"/>
                    <a:gd name="connsiteY42" fmla="*/ 696827 h 1774962"/>
                    <a:gd name="connsiteX43" fmla="*/ 164152 w 1774962"/>
                    <a:gd name="connsiteY43" fmla="*/ 680316 h 1774962"/>
                    <a:gd name="connsiteX44" fmla="*/ 49090 w 1774962"/>
                    <a:gd name="connsiteY44" fmla="*/ 615819 h 1774962"/>
                    <a:gd name="connsiteX45" fmla="*/ 45993 w 1774962"/>
                    <a:gd name="connsiteY45" fmla="*/ 606015 h 1774962"/>
                    <a:gd name="connsiteX46" fmla="*/ 82628 w 1774962"/>
                    <a:gd name="connsiteY46" fmla="*/ 513655 h 1774962"/>
                    <a:gd name="connsiteX47" fmla="*/ 93979 w 1774962"/>
                    <a:gd name="connsiteY47" fmla="*/ 508496 h 1774962"/>
                    <a:gd name="connsiteX48" fmla="*/ 224006 w 1774962"/>
                    <a:gd name="connsiteY48" fmla="*/ 543066 h 1774962"/>
                    <a:gd name="connsiteX49" fmla="*/ 236905 w 1774962"/>
                    <a:gd name="connsiteY49" fmla="*/ 538938 h 1774962"/>
                    <a:gd name="connsiteX50" fmla="*/ 302434 w 1774962"/>
                    <a:gd name="connsiteY50" fmla="*/ 437291 h 1774962"/>
                    <a:gd name="connsiteX51" fmla="*/ 302950 w 1774962"/>
                    <a:gd name="connsiteY51" fmla="*/ 423359 h 1774962"/>
                    <a:gd name="connsiteX52" fmla="*/ 238453 w 1774962"/>
                    <a:gd name="connsiteY52" fmla="*/ 346995 h 1774962"/>
                    <a:gd name="connsiteX53" fmla="*/ 228650 w 1774962"/>
                    <a:gd name="connsiteY53" fmla="*/ 333063 h 1774962"/>
                    <a:gd name="connsiteX54" fmla="*/ 230713 w 1774962"/>
                    <a:gd name="connsiteY54" fmla="*/ 290237 h 1774962"/>
                    <a:gd name="connsiteX55" fmla="*/ 283859 w 1774962"/>
                    <a:gd name="connsiteY55" fmla="*/ 236060 h 1774962"/>
                    <a:gd name="connsiteX56" fmla="*/ 300370 w 1774962"/>
                    <a:gd name="connsiteY56" fmla="*/ 234512 h 1774962"/>
                    <a:gd name="connsiteX57" fmla="*/ 380863 w 1774962"/>
                    <a:gd name="connsiteY57" fmla="*/ 288173 h 1774962"/>
                    <a:gd name="connsiteX58" fmla="*/ 403050 w 1774962"/>
                    <a:gd name="connsiteY58" fmla="*/ 311392 h 1774962"/>
                    <a:gd name="connsiteX59" fmla="*/ 422141 w 1774962"/>
                    <a:gd name="connsiteY59" fmla="*/ 313972 h 1774962"/>
                    <a:gd name="connsiteX60" fmla="*/ 519661 w 1774962"/>
                    <a:gd name="connsiteY60" fmla="*/ 246895 h 1774962"/>
                    <a:gd name="connsiteX61" fmla="*/ 524820 w 1774962"/>
                    <a:gd name="connsiteY61" fmla="*/ 233996 h 1774962"/>
                    <a:gd name="connsiteX62" fmla="*/ 492314 w 1774962"/>
                    <a:gd name="connsiteY62" fmla="*/ 127704 h 1774962"/>
                    <a:gd name="connsiteX63" fmla="*/ 514501 w 1774962"/>
                    <a:gd name="connsiteY63" fmla="*/ 82298 h 1774962"/>
                    <a:gd name="connsiteX64" fmla="*/ 578482 w 1774962"/>
                    <a:gd name="connsiteY64" fmla="*/ 55468 h 1774962"/>
                    <a:gd name="connsiteX65" fmla="*/ 595509 w 1774962"/>
                    <a:gd name="connsiteY65" fmla="*/ 60111 h 1774962"/>
                    <a:gd name="connsiteX66" fmla="*/ 648655 w 1774962"/>
                    <a:gd name="connsiteY66" fmla="*/ 139572 h 1774962"/>
                    <a:gd name="connsiteX67" fmla="*/ 661039 w 1774962"/>
                    <a:gd name="connsiteY67" fmla="*/ 172078 h 1774962"/>
                    <a:gd name="connsiteX68" fmla="*/ 675486 w 1774962"/>
                    <a:gd name="connsiteY68" fmla="*/ 180334 h 1774962"/>
                    <a:gd name="connsiteX69" fmla="*/ 792613 w 1774962"/>
                    <a:gd name="connsiteY69" fmla="*/ 155567 h 1774962"/>
                    <a:gd name="connsiteX70" fmla="*/ 801900 w 1774962"/>
                    <a:gd name="connsiteY70" fmla="*/ 143700 h 1774962"/>
                    <a:gd name="connsiteX71" fmla="*/ 816864 w 1774962"/>
                    <a:gd name="connsiteY71" fmla="*/ 11094 h 1774962"/>
                    <a:gd name="connsiteX72" fmla="*/ 826151 w 1774962"/>
                    <a:gd name="connsiteY72" fmla="*/ 2322 h 1774962"/>
                    <a:gd name="connsiteX73" fmla="*/ 925219 w 1774962"/>
                    <a:gd name="connsiteY73" fmla="*/ 774 h 1774962"/>
                    <a:gd name="connsiteX74" fmla="*/ 934507 w 1774962"/>
                    <a:gd name="connsiteY74" fmla="*/ 10062 h 1774962"/>
                    <a:gd name="connsiteX75" fmla="*/ 954114 w 1774962"/>
                    <a:gd name="connsiteY75" fmla="*/ 111193 h 1774962"/>
                    <a:gd name="connsiteX76" fmla="*/ 952050 w 1774962"/>
                    <a:gd name="connsiteY76" fmla="*/ 140604 h 1774962"/>
                    <a:gd name="connsiteX77" fmla="*/ 962369 w 1774962"/>
                    <a:gd name="connsiteY77" fmla="*/ 152987 h 1774962"/>
                    <a:gd name="connsiteX78" fmla="*/ 1078980 w 1774962"/>
                    <a:gd name="connsiteY78" fmla="*/ 174658 h 1774962"/>
                    <a:gd name="connsiteX79" fmla="*/ 1093428 w 1774962"/>
                    <a:gd name="connsiteY79" fmla="*/ 168467 h 1774962"/>
                    <a:gd name="connsiteX80" fmla="*/ 1147089 w 1774962"/>
                    <a:gd name="connsiteY80" fmla="*/ 69399 h 1774962"/>
                    <a:gd name="connsiteX81" fmla="*/ 1192495 w 1774962"/>
                    <a:gd name="connsiteY81" fmla="*/ 54436 h 1774962"/>
                    <a:gd name="connsiteX82" fmla="*/ 1258024 w 1774962"/>
                    <a:gd name="connsiteY82" fmla="*/ 81266 h 1774962"/>
                    <a:gd name="connsiteX83" fmla="*/ 1267312 w 1774962"/>
                    <a:gd name="connsiteY83" fmla="*/ 96746 h 1774962"/>
                    <a:gd name="connsiteX84" fmla="*/ 1247705 w 1774962"/>
                    <a:gd name="connsiteY84" fmla="*/ 192718 h 1774962"/>
                    <a:gd name="connsiteX85" fmla="*/ 1233258 w 1774962"/>
                    <a:gd name="connsiteY85" fmla="*/ 224192 h 1774962"/>
                    <a:gd name="connsiteX86" fmla="*/ 1237385 w 1774962"/>
                    <a:gd name="connsiteY86" fmla="*/ 237608 h 1774962"/>
                    <a:gd name="connsiteX87" fmla="*/ 1340065 w 1774962"/>
                    <a:gd name="connsiteY87" fmla="*/ 304169 h 1774962"/>
                    <a:gd name="connsiteX88" fmla="*/ 1354512 w 1774962"/>
                    <a:gd name="connsiteY88" fmla="*/ 302621 h 1774962"/>
                    <a:gd name="connsiteX89" fmla="*/ 1459771 w 1774962"/>
                    <a:gd name="connsiteY89" fmla="*/ 218516 h 1774962"/>
                    <a:gd name="connsiteX90" fmla="*/ 1472155 w 1774962"/>
                    <a:gd name="connsiteY90" fmla="*/ 220064 h 1774962"/>
                    <a:gd name="connsiteX91" fmla="*/ 1541296 w 1774962"/>
                    <a:gd name="connsiteY91" fmla="*/ 287657 h 1774962"/>
                    <a:gd name="connsiteX92" fmla="*/ 1542328 w 1774962"/>
                    <a:gd name="connsiteY92" fmla="*/ 301073 h 1774962"/>
                    <a:gd name="connsiteX93" fmla="*/ 1485570 w 1774962"/>
                    <a:gd name="connsiteY93" fmla="*/ 385693 h 1774962"/>
                    <a:gd name="connsiteX94" fmla="*/ 1462868 w 1774962"/>
                    <a:gd name="connsiteY94" fmla="*/ 406332 h 1774962"/>
                    <a:gd name="connsiteX95" fmla="*/ 1460803 w 1774962"/>
                    <a:gd name="connsiteY95" fmla="*/ 422327 h 1774962"/>
                    <a:gd name="connsiteX96" fmla="*/ 1529428 w 1774962"/>
                    <a:gd name="connsiteY96" fmla="*/ 522427 h 1774962"/>
                    <a:gd name="connsiteX97" fmla="*/ 1544908 w 1774962"/>
                    <a:gd name="connsiteY97" fmla="*/ 525007 h 1774962"/>
                    <a:gd name="connsiteX98" fmla="*/ 1672870 w 1774962"/>
                    <a:gd name="connsiteY98" fmla="*/ 488373 h 1774962"/>
                    <a:gd name="connsiteX99" fmla="*/ 1683706 w 1774962"/>
                    <a:gd name="connsiteY99" fmla="*/ 495080 h 1774962"/>
                    <a:gd name="connsiteX100" fmla="*/ 1721888 w 1774962"/>
                    <a:gd name="connsiteY100" fmla="*/ 583828 h 1774962"/>
                    <a:gd name="connsiteX101" fmla="*/ 1717244 w 1774962"/>
                    <a:gd name="connsiteY101" fmla="*/ 596728 h 1774962"/>
                    <a:gd name="connsiteX102" fmla="*/ 1633140 w 1774962"/>
                    <a:gd name="connsiteY102" fmla="*/ 652453 h 1774962"/>
                    <a:gd name="connsiteX103" fmla="*/ 1601665 w 1774962"/>
                    <a:gd name="connsiteY103" fmla="*/ 663805 h 1774962"/>
                    <a:gd name="connsiteX104" fmla="*/ 1594958 w 1774962"/>
                    <a:gd name="connsiteY104" fmla="*/ 676188 h 1774962"/>
                    <a:gd name="connsiteX105" fmla="*/ 1620241 w 1774962"/>
                    <a:gd name="connsiteY105" fmla="*/ 795895 h 1774962"/>
                    <a:gd name="connsiteX106" fmla="*/ 1631076 w 1774962"/>
                    <a:gd name="connsiteY106" fmla="*/ 804667 h 1774962"/>
                    <a:gd name="connsiteX107" fmla="*/ 1763682 w 1774962"/>
                    <a:gd name="connsiteY107" fmla="*/ 819630 h 1774962"/>
                    <a:gd name="connsiteX108" fmla="*/ 1773486 w 1774962"/>
                    <a:gd name="connsiteY108" fmla="*/ 829950 h 1774962"/>
                    <a:gd name="connsiteX109" fmla="*/ 1775034 w 1774962"/>
                    <a:gd name="connsiteY109" fmla="*/ 927985 h 1774962"/>
                    <a:gd name="connsiteX110" fmla="*/ 1766262 w 1774962"/>
                    <a:gd name="connsiteY110" fmla="*/ 937273 h 1774962"/>
                    <a:gd name="connsiteX111" fmla="*/ 1663583 w 1774962"/>
                    <a:gd name="connsiteY111" fmla="*/ 957396 h 1774962"/>
                    <a:gd name="connsiteX112" fmla="*/ 1636752 w 1774962"/>
                    <a:gd name="connsiteY112" fmla="*/ 955332 h 1774962"/>
                    <a:gd name="connsiteX113" fmla="*/ 1622304 w 1774962"/>
                    <a:gd name="connsiteY113" fmla="*/ 966684 h 1774962"/>
                    <a:gd name="connsiteX114" fmla="*/ 1601149 w 1774962"/>
                    <a:gd name="connsiteY114" fmla="*/ 1081746 h 1774962"/>
                    <a:gd name="connsiteX115" fmla="*/ 1610437 w 1774962"/>
                    <a:gd name="connsiteY115" fmla="*/ 1097742 h 1774962"/>
                    <a:gd name="connsiteX116" fmla="*/ 1726016 w 1774962"/>
                    <a:gd name="connsiteY116" fmla="*/ 1161723 h 1774962"/>
                    <a:gd name="connsiteX117" fmla="*/ 1729112 w 1774962"/>
                    <a:gd name="connsiteY117" fmla="*/ 1174107 h 1774962"/>
                    <a:gd name="connsiteX118" fmla="*/ 1693509 w 1774962"/>
                    <a:gd name="connsiteY118" fmla="*/ 1263887 h 1774962"/>
                    <a:gd name="connsiteX119" fmla="*/ 1681126 w 1774962"/>
                    <a:gd name="connsiteY119" fmla="*/ 1270078 h 1774962"/>
                    <a:gd name="connsiteX120" fmla="*/ 1581542 w 1774962"/>
                    <a:gd name="connsiteY120" fmla="*/ 1249955 h 1774962"/>
                    <a:gd name="connsiteX121" fmla="*/ 1552647 w 1774962"/>
                    <a:gd name="connsiteY121" fmla="*/ 1236024 h 1774962"/>
                    <a:gd name="connsiteX122" fmla="*/ 1538200 w 1774962"/>
                    <a:gd name="connsiteY122" fmla="*/ 1240152 h 1774962"/>
                    <a:gd name="connsiteX123" fmla="*/ 1473187 w 1774962"/>
                    <a:gd name="connsiteY123" fmla="*/ 1340767 h 1774962"/>
                    <a:gd name="connsiteX124" fmla="*/ 1475251 w 1774962"/>
                    <a:gd name="connsiteY124" fmla="*/ 1358310 h 1774962"/>
                    <a:gd name="connsiteX125" fmla="*/ 1535104 w 1774962"/>
                    <a:gd name="connsiteY125" fmla="*/ 1430031 h 1774962"/>
                    <a:gd name="connsiteX126" fmla="*/ 1545424 w 1774962"/>
                    <a:gd name="connsiteY126" fmla="*/ 1444995 h 1774962"/>
                    <a:gd name="connsiteX127" fmla="*/ 1542844 w 1774962"/>
                    <a:gd name="connsiteY127" fmla="*/ 1489885 h 1774962"/>
                    <a:gd name="connsiteX128" fmla="*/ 1491246 w 1774962"/>
                    <a:gd name="connsiteY128" fmla="*/ 1542514 h 1774962"/>
                    <a:gd name="connsiteX129" fmla="*/ 1472155 w 1774962"/>
                    <a:gd name="connsiteY129" fmla="*/ 1544062 h 1774962"/>
                    <a:gd name="connsiteX130" fmla="*/ 1393726 w 1774962"/>
                    <a:gd name="connsiteY130" fmla="*/ 1491948 h 1774962"/>
                    <a:gd name="connsiteX131" fmla="*/ 1369992 w 1774962"/>
                    <a:gd name="connsiteY131" fmla="*/ 1466666 h 1774962"/>
                    <a:gd name="connsiteX132" fmla="*/ 1352964 w 1774962"/>
                    <a:gd name="connsiteY132" fmla="*/ 1464602 h 1774962"/>
                    <a:gd name="connsiteX133" fmla="*/ 1254413 w 1774962"/>
                    <a:gd name="connsiteY133" fmla="*/ 1532711 h 1774962"/>
                    <a:gd name="connsiteX134" fmla="*/ 1248737 w 1774962"/>
                    <a:gd name="connsiteY134" fmla="*/ 1544578 h 1774962"/>
                    <a:gd name="connsiteX135" fmla="*/ 1284339 w 1774962"/>
                    <a:gd name="connsiteY135" fmla="*/ 1662221 h 1774962"/>
                    <a:gd name="connsiteX136" fmla="*/ 1268860 w 1774962"/>
                    <a:gd name="connsiteY136" fmla="*/ 1693180 h 1774962"/>
                    <a:gd name="connsiteX137" fmla="*/ 1195591 w 1774962"/>
                    <a:gd name="connsiteY137" fmla="*/ 1724654 h 1774962"/>
                    <a:gd name="connsiteX138" fmla="*/ 1178564 w 1774962"/>
                    <a:gd name="connsiteY138" fmla="*/ 1719495 h 1774962"/>
                    <a:gd name="connsiteX139" fmla="*/ 1125418 w 1774962"/>
                    <a:gd name="connsiteY139" fmla="*/ 1640034 h 1774962"/>
                    <a:gd name="connsiteX140" fmla="*/ 1113035 w 1774962"/>
                    <a:gd name="connsiteY140" fmla="*/ 1606496 h 1774962"/>
                    <a:gd name="connsiteX141" fmla="*/ 1099619 w 1774962"/>
                    <a:gd name="connsiteY141" fmla="*/ 1599272 h 1774962"/>
                    <a:gd name="connsiteX142" fmla="*/ 979913 w 1774962"/>
                    <a:gd name="connsiteY142" fmla="*/ 1624555 h 1774962"/>
                    <a:gd name="connsiteX143" fmla="*/ 972173 w 1774962"/>
                    <a:gd name="connsiteY143" fmla="*/ 1634874 h 1774962"/>
                    <a:gd name="connsiteX144" fmla="*/ 957726 w 1774962"/>
                    <a:gd name="connsiteY144" fmla="*/ 1767481 h 1774962"/>
                    <a:gd name="connsiteX145" fmla="*/ 945858 w 1774962"/>
                    <a:gd name="connsiteY145" fmla="*/ 1777800 h 1774962"/>
                    <a:gd name="connsiteX146" fmla="*/ 895808 w 1774962"/>
                    <a:gd name="connsiteY146" fmla="*/ 1779864 h 1774962"/>
                    <a:gd name="connsiteX147" fmla="*/ 894776 w 1774962"/>
                    <a:gd name="connsiteY147" fmla="*/ 1775736 h 1774962"/>
                    <a:gd name="connsiteX148" fmla="*/ 890648 w 1774962"/>
                    <a:gd name="connsiteY148" fmla="*/ 1454798 h 1774962"/>
                    <a:gd name="connsiteX149" fmla="*/ 1452548 w 1774962"/>
                    <a:gd name="connsiteY149" fmla="*/ 884127 h 1774962"/>
                    <a:gd name="connsiteX150" fmla="*/ 881361 w 1774962"/>
                    <a:gd name="connsiteY150" fmla="*/ 322228 h 1774962"/>
                    <a:gd name="connsiteX151" fmla="*/ 320494 w 1774962"/>
                    <a:gd name="connsiteY151" fmla="*/ 893415 h 1774962"/>
                    <a:gd name="connsiteX152" fmla="*/ 890648 w 1774962"/>
                    <a:gd name="connsiteY152" fmla="*/ 1454798 h 1774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</a:cxnLst>
                  <a:rect l="l" t="t" r="r" b="b"/>
                  <a:pathLst>
                    <a:path w="1774962" h="1774962">
                      <a:moveTo>
                        <a:pt x="894776" y="1775736"/>
                      </a:moveTo>
                      <a:cubicBezTo>
                        <a:pt x="880845" y="1775736"/>
                        <a:pt x="866397" y="1775736"/>
                        <a:pt x="852466" y="1775736"/>
                      </a:cubicBezTo>
                      <a:cubicBezTo>
                        <a:pt x="844726" y="1775736"/>
                        <a:pt x="840599" y="1772640"/>
                        <a:pt x="839567" y="1764901"/>
                      </a:cubicBezTo>
                      <a:cubicBezTo>
                        <a:pt x="833375" y="1731878"/>
                        <a:pt x="826151" y="1699371"/>
                        <a:pt x="819960" y="1666349"/>
                      </a:cubicBezTo>
                      <a:cubicBezTo>
                        <a:pt x="817896" y="1656545"/>
                        <a:pt x="820992" y="1646742"/>
                        <a:pt x="822024" y="1636938"/>
                      </a:cubicBezTo>
                      <a:cubicBezTo>
                        <a:pt x="823056" y="1628682"/>
                        <a:pt x="820992" y="1624555"/>
                        <a:pt x="811704" y="1623523"/>
                      </a:cubicBezTo>
                      <a:cubicBezTo>
                        <a:pt x="772490" y="1619395"/>
                        <a:pt x="733275" y="1612171"/>
                        <a:pt x="695093" y="1601852"/>
                      </a:cubicBezTo>
                      <a:cubicBezTo>
                        <a:pt x="686837" y="1599788"/>
                        <a:pt x="682194" y="1602368"/>
                        <a:pt x="680130" y="1610623"/>
                      </a:cubicBezTo>
                      <a:cubicBezTo>
                        <a:pt x="669294" y="1655513"/>
                        <a:pt x="636788" y="1688020"/>
                        <a:pt x="615116" y="1727234"/>
                      </a:cubicBezTo>
                      <a:cubicBezTo>
                        <a:pt x="612537" y="1731878"/>
                        <a:pt x="608409" y="1731878"/>
                        <a:pt x="603765" y="1730330"/>
                      </a:cubicBezTo>
                      <a:cubicBezTo>
                        <a:pt x="572807" y="1720011"/>
                        <a:pt x="542364" y="1707627"/>
                        <a:pt x="512953" y="1694212"/>
                      </a:cubicBezTo>
                      <a:cubicBezTo>
                        <a:pt x="506761" y="1691632"/>
                        <a:pt x="506245" y="1686988"/>
                        <a:pt x="507277" y="1681828"/>
                      </a:cubicBezTo>
                      <a:cubicBezTo>
                        <a:pt x="513985" y="1648806"/>
                        <a:pt x="519661" y="1615783"/>
                        <a:pt x="527400" y="1583277"/>
                      </a:cubicBezTo>
                      <a:cubicBezTo>
                        <a:pt x="529980" y="1572441"/>
                        <a:pt x="536172" y="1562637"/>
                        <a:pt x="541848" y="1552834"/>
                      </a:cubicBezTo>
                      <a:cubicBezTo>
                        <a:pt x="545460" y="1546642"/>
                        <a:pt x="544428" y="1543030"/>
                        <a:pt x="537720" y="1539418"/>
                      </a:cubicBezTo>
                      <a:cubicBezTo>
                        <a:pt x="501601" y="1520327"/>
                        <a:pt x="467547" y="1497624"/>
                        <a:pt x="435041" y="1472857"/>
                      </a:cubicBezTo>
                      <a:cubicBezTo>
                        <a:pt x="429365" y="1468214"/>
                        <a:pt x="425237" y="1468214"/>
                        <a:pt x="420593" y="1474921"/>
                      </a:cubicBezTo>
                      <a:cubicBezTo>
                        <a:pt x="393762" y="1512588"/>
                        <a:pt x="350936" y="1531163"/>
                        <a:pt x="315334" y="1559026"/>
                      </a:cubicBezTo>
                      <a:cubicBezTo>
                        <a:pt x="310690" y="1562637"/>
                        <a:pt x="307078" y="1561090"/>
                        <a:pt x="302950" y="1557478"/>
                      </a:cubicBezTo>
                      <a:cubicBezTo>
                        <a:pt x="278699" y="1536323"/>
                        <a:pt x="255996" y="1513104"/>
                        <a:pt x="233809" y="1490401"/>
                      </a:cubicBezTo>
                      <a:cubicBezTo>
                        <a:pt x="229682" y="1485757"/>
                        <a:pt x="229165" y="1482145"/>
                        <a:pt x="232777" y="1476985"/>
                      </a:cubicBezTo>
                      <a:cubicBezTo>
                        <a:pt x="251352" y="1449122"/>
                        <a:pt x="269928" y="1421260"/>
                        <a:pt x="289019" y="1393397"/>
                      </a:cubicBezTo>
                      <a:cubicBezTo>
                        <a:pt x="295210" y="1384625"/>
                        <a:pt x="304498" y="1378949"/>
                        <a:pt x="312754" y="1371726"/>
                      </a:cubicBezTo>
                      <a:cubicBezTo>
                        <a:pt x="318946" y="1366566"/>
                        <a:pt x="319978" y="1361922"/>
                        <a:pt x="314818" y="1355731"/>
                      </a:cubicBezTo>
                      <a:cubicBezTo>
                        <a:pt x="289535" y="1324256"/>
                        <a:pt x="266316" y="1291233"/>
                        <a:pt x="246193" y="1255631"/>
                      </a:cubicBezTo>
                      <a:cubicBezTo>
                        <a:pt x="241549" y="1247375"/>
                        <a:pt x="236905" y="1248923"/>
                        <a:pt x="230713" y="1253051"/>
                      </a:cubicBezTo>
                      <a:cubicBezTo>
                        <a:pt x="191499" y="1277302"/>
                        <a:pt x="145577" y="1277818"/>
                        <a:pt x="102751" y="1289685"/>
                      </a:cubicBezTo>
                      <a:cubicBezTo>
                        <a:pt x="97075" y="1291233"/>
                        <a:pt x="93979" y="1288137"/>
                        <a:pt x="91916" y="1282978"/>
                      </a:cubicBezTo>
                      <a:cubicBezTo>
                        <a:pt x="77984" y="1254083"/>
                        <a:pt x="65085" y="1224156"/>
                        <a:pt x="53733" y="1194230"/>
                      </a:cubicBezTo>
                      <a:cubicBezTo>
                        <a:pt x="51669" y="1188038"/>
                        <a:pt x="53217" y="1184426"/>
                        <a:pt x="58377" y="1181330"/>
                      </a:cubicBezTo>
                      <a:cubicBezTo>
                        <a:pt x="86240" y="1162755"/>
                        <a:pt x="113587" y="1143664"/>
                        <a:pt x="142481" y="1125605"/>
                      </a:cubicBezTo>
                      <a:cubicBezTo>
                        <a:pt x="151769" y="1119929"/>
                        <a:pt x="163120" y="1117349"/>
                        <a:pt x="173956" y="1114253"/>
                      </a:cubicBezTo>
                      <a:cubicBezTo>
                        <a:pt x="180664" y="1112189"/>
                        <a:pt x="182727" y="1109093"/>
                        <a:pt x="180664" y="1101870"/>
                      </a:cubicBezTo>
                      <a:cubicBezTo>
                        <a:pt x="168796" y="1062139"/>
                        <a:pt x="160541" y="1021893"/>
                        <a:pt x="154865" y="981131"/>
                      </a:cubicBezTo>
                      <a:cubicBezTo>
                        <a:pt x="153833" y="974423"/>
                        <a:pt x="150737" y="972359"/>
                        <a:pt x="144029" y="973391"/>
                      </a:cubicBezTo>
                      <a:cubicBezTo>
                        <a:pt x="98107" y="981131"/>
                        <a:pt x="54765" y="963588"/>
                        <a:pt x="10391" y="958428"/>
                      </a:cubicBezTo>
                      <a:cubicBezTo>
                        <a:pt x="4715" y="957912"/>
                        <a:pt x="2652" y="954300"/>
                        <a:pt x="2135" y="948624"/>
                      </a:cubicBezTo>
                      <a:cubicBezTo>
                        <a:pt x="-960" y="916118"/>
                        <a:pt x="72" y="883611"/>
                        <a:pt x="588" y="850589"/>
                      </a:cubicBezTo>
                      <a:cubicBezTo>
                        <a:pt x="588" y="844397"/>
                        <a:pt x="4715" y="841817"/>
                        <a:pt x="10391" y="840785"/>
                      </a:cubicBezTo>
                      <a:cubicBezTo>
                        <a:pt x="43930" y="834077"/>
                        <a:pt x="76952" y="827370"/>
                        <a:pt x="110491" y="820662"/>
                      </a:cubicBezTo>
                      <a:cubicBezTo>
                        <a:pt x="120294" y="818598"/>
                        <a:pt x="130098" y="821694"/>
                        <a:pt x="139901" y="822726"/>
                      </a:cubicBezTo>
                      <a:cubicBezTo>
                        <a:pt x="148157" y="823758"/>
                        <a:pt x="152285" y="820662"/>
                        <a:pt x="153317" y="811890"/>
                      </a:cubicBezTo>
                      <a:cubicBezTo>
                        <a:pt x="157445" y="773192"/>
                        <a:pt x="164668" y="734494"/>
                        <a:pt x="174472" y="696827"/>
                      </a:cubicBezTo>
                      <a:cubicBezTo>
                        <a:pt x="177052" y="687024"/>
                        <a:pt x="173440" y="682380"/>
                        <a:pt x="164152" y="680316"/>
                      </a:cubicBezTo>
                      <a:cubicBezTo>
                        <a:pt x="120294" y="668965"/>
                        <a:pt x="87272" y="636974"/>
                        <a:pt x="49090" y="615819"/>
                      </a:cubicBezTo>
                      <a:cubicBezTo>
                        <a:pt x="44961" y="613755"/>
                        <a:pt x="44961" y="610143"/>
                        <a:pt x="45993" y="606015"/>
                      </a:cubicBezTo>
                      <a:cubicBezTo>
                        <a:pt x="56313" y="574541"/>
                        <a:pt x="69212" y="544098"/>
                        <a:pt x="82628" y="513655"/>
                      </a:cubicBezTo>
                      <a:cubicBezTo>
                        <a:pt x="85208" y="507980"/>
                        <a:pt x="89336" y="506948"/>
                        <a:pt x="93979" y="508496"/>
                      </a:cubicBezTo>
                      <a:cubicBezTo>
                        <a:pt x="137322" y="519847"/>
                        <a:pt x="183760" y="518815"/>
                        <a:pt x="224006" y="543066"/>
                      </a:cubicBezTo>
                      <a:cubicBezTo>
                        <a:pt x="230713" y="547194"/>
                        <a:pt x="233809" y="544614"/>
                        <a:pt x="236905" y="538938"/>
                      </a:cubicBezTo>
                      <a:cubicBezTo>
                        <a:pt x="255996" y="503336"/>
                        <a:pt x="278183" y="469281"/>
                        <a:pt x="302434" y="437291"/>
                      </a:cubicBezTo>
                      <a:cubicBezTo>
                        <a:pt x="305530" y="433163"/>
                        <a:pt x="310690" y="428519"/>
                        <a:pt x="302950" y="423359"/>
                      </a:cubicBezTo>
                      <a:cubicBezTo>
                        <a:pt x="273540" y="404268"/>
                        <a:pt x="258576" y="373826"/>
                        <a:pt x="238453" y="346995"/>
                      </a:cubicBezTo>
                      <a:cubicBezTo>
                        <a:pt x="234841" y="342351"/>
                        <a:pt x="232262" y="337707"/>
                        <a:pt x="228650" y="333063"/>
                      </a:cubicBezTo>
                      <a:cubicBezTo>
                        <a:pt x="212654" y="310360"/>
                        <a:pt x="212138" y="309844"/>
                        <a:pt x="230713" y="290237"/>
                      </a:cubicBezTo>
                      <a:cubicBezTo>
                        <a:pt x="248257" y="271662"/>
                        <a:pt x="266316" y="254119"/>
                        <a:pt x="283859" y="236060"/>
                      </a:cubicBezTo>
                      <a:cubicBezTo>
                        <a:pt x="289535" y="230384"/>
                        <a:pt x="294179" y="229868"/>
                        <a:pt x="300370" y="234512"/>
                      </a:cubicBezTo>
                      <a:cubicBezTo>
                        <a:pt x="327201" y="252571"/>
                        <a:pt x="354032" y="270114"/>
                        <a:pt x="380863" y="288173"/>
                      </a:cubicBezTo>
                      <a:cubicBezTo>
                        <a:pt x="390150" y="294365"/>
                        <a:pt x="396342" y="303137"/>
                        <a:pt x="403050" y="311392"/>
                      </a:cubicBezTo>
                      <a:cubicBezTo>
                        <a:pt x="408726" y="319132"/>
                        <a:pt x="413885" y="320680"/>
                        <a:pt x="422141" y="313972"/>
                      </a:cubicBezTo>
                      <a:cubicBezTo>
                        <a:pt x="452584" y="288689"/>
                        <a:pt x="485606" y="266502"/>
                        <a:pt x="519661" y="246895"/>
                      </a:cubicBezTo>
                      <a:cubicBezTo>
                        <a:pt x="524820" y="243799"/>
                        <a:pt x="529464" y="240703"/>
                        <a:pt x="524820" y="233996"/>
                      </a:cubicBezTo>
                      <a:cubicBezTo>
                        <a:pt x="502633" y="202005"/>
                        <a:pt x="501086" y="163823"/>
                        <a:pt x="492314" y="127704"/>
                      </a:cubicBezTo>
                      <a:cubicBezTo>
                        <a:pt x="484574" y="96230"/>
                        <a:pt x="485606" y="96746"/>
                        <a:pt x="514501" y="82298"/>
                      </a:cubicBezTo>
                      <a:cubicBezTo>
                        <a:pt x="535140" y="71979"/>
                        <a:pt x="557327" y="64239"/>
                        <a:pt x="578482" y="55468"/>
                      </a:cubicBezTo>
                      <a:cubicBezTo>
                        <a:pt x="586222" y="52372"/>
                        <a:pt x="590866" y="52888"/>
                        <a:pt x="595509" y="60111"/>
                      </a:cubicBezTo>
                      <a:cubicBezTo>
                        <a:pt x="613053" y="86942"/>
                        <a:pt x="630596" y="113257"/>
                        <a:pt x="648655" y="139572"/>
                      </a:cubicBezTo>
                      <a:cubicBezTo>
                        <a:pt x="655363" y="149375"/>
                        <a:pt x="657427" y="160727"/>
                        <a:pt x="661039" y="172078"/>
                      </a:cubicBezTo>
                      <a:cubicBezTo>
                        <a:pt x="663618" y="180334"/>
                        <a:pt x="667230" y="182914"/>
                        <a:pt x="675486" y="180334"/>
                      </a:cubicBezTo>
                      <a:cubicBezTo>
                        <a:pt x="713668" y="168983"/>
                        <a:pt x="752882" y="160727"/>
                        <a:pt x="792613" y="155567"/>
                      </a:cubicBezTo>
                      <a:cubicBezTo>
                        <a:pt x="800352" y="154535"/>
                        <a:pt x="802932" y="151439"/>
                        <a:pt x="801900" y="143700"/>
                      </a:cubicBezTo>
                      <a:cubicBezTo>
                        <a:pt x="795193" y="98294"/>
                        <a:pt x="811704" y="55468"/>
                        <a:pt x="816864" y="11094"/>
                      </a:cubicBezTo>
                      <a:cubicBezTo>
                        <a:pt x="817380" y="5934"/>
                        <a:pt x="820476" y="2838"/>
                        <a:pt x="826151" y="2322"/>
                      </a:cubicBezTo>
                      <a:cubicBezTo>
                        <a:pt x="859174" y="-1290"/>
                        <a:pt x="892196" y="258"/>
                        <a:pt x="925219" y="774"/>
                      </a:cubicBezTo>
                      <a:cubicBezTo>
                        <a:pt x="930895" y="774"/>
                        <a:pt x="933475" y="4902"/>
                        <a:pt x="934507" y="10062"/>
                      </a:cubicBezTo>
                      <a:cubicBezTo>
                        <a:pt x="941214" y="43600"/>
                        <a:pt x="948438" y="77139"/>
                        <a:pt x="954114" y="111193"/>
                      </a:cubicBezTo>
                      <a:cubicBezTo>
                        <a:pt x="955662" y="120481"/>
                        <a:pt x="953082" y="130800"/>
                        <a:pt x="952050" y="140604"/>
                      </a:cubicBezTo>
                      <a:cubicBezTo>
                        <a:pt x="951018" y="148343"/>
                        <a:pt x="954114" y="151955"/>
                        <a:pt x="962369" y="152987"/>
                      </a:cubicBezTo>
                      <a:cubicBezTo>
                        <a:pt x="1001584" y="157115"/>
                        <a:pt x="1040798" y="164339"/>
                        <a:pt x="1078980" y="174658"/>
                      </a:cubicBezTo>
                      <a:cubicBezTo>
                        <a:pt x="1085172" y="176206"/>
                        <a:pt x="1091364" y="176722"/>
                        <a:pt x="1093428" y="168467"/>
                      </a:cubicBezTo>
                      <a:cubicBezTo>
                        <a:pt x="1101683" y="130284"/>
                        <a:pt x="1127482" y="101390"/>
                        <a:pt x="1147089" y="69399"/>
                      </a:cubicBezTo>
                      <a:cubicBezTo>
                        <a:pt x="1162569" y="43084"/>
                        <a:pt x="1163601" y="43600"/>
                        <a:pt x="1192495" y="54436"/>
                      </a:cubicBezTo>
                      <a:cubicBezTo>
                        <a:pt x="1214682" y="62691"/>
                        <a:pt x="1236353" y="71979"/>
                        <a:pt x="1258024" y="81266"/>
                      </a:cubicBezTo>
                      <a:cubicBezTo>
                        <a:pt x="1265764" y="84362"/>
                        <a:pt x="1268860" y="88490"/>
                        <a:pt x="1267312" y="96746"/>
                      </a:cubicBezTo>
                      <a:cubicBezTo>
                        <a:pt x="1260604" y="128736"/>
                        <a:pt x="1254928" y="160727"/>
                        <a:pt x="1247705" y="192718"/>
                      </a:cubicBezTo>
                      <a:cubicBezTo>
                        <a:pt x="1245125" y="203553"/>
                        <a:pt x="1238417" y="213873"/>
                        <a:pt x="1233258" y="224192"/>
                      </a:cubicBezTo>
                      <a:cubicBezTo>
                        <a:pt x="1229646" y="230384"/>
                        <a:pt x="1230678" y="233996"/>
                        <a:pt x="1237385" y="237608"/>
                      </a:cubicBezTo>
                      <a:cubicBezTo>
                        <a:pt x="1273504" y="256699"/>
                        <a:pt x="1307558" y="279402"/>
                        <a:pt x="1340065" y="304169"/>
                      </a:cubicBezTo>
                      <a:cubicBezTo>
                        <a:pt x="1345741" y="308812"/>
                        <a:pt x="1349868" y="309328"/>
                        <a:pt x="1354512" y="302621"/>
                      </a:cubicBezTo>
                      <a:cubicBezTo>
                        <a:pt x="1381343" y="264954"/>
                        <a:pt x="1424169" y="246379"/>
                        <a:pt x="1459771" y="218516"/>
                      </a:cubicBezTo>
                      <a:cubicBezTo>
                        <a:pt x="1464415" y="214905"/>
                        <a:pt x="1468027" y="216452"/>
                        <a:pt x="1472155" y="220064"/>
                      </a:cubicBezTo>
                      <a:cubicBezTo>
                        <a:pt x="1496406" y="241219"/>
                        <a:pt x="1519109" y="264438"/>
                        <a:pt x="1541296" y="287657"/>
                      </a:cubicBezTo>
                      <a:cubicBezTo>
                        <a:pt x="1545424" y="292301"/>
                        <a:pt x="1545940" y="296429"/>
                        <a:pt x="1542328" y="301073"/>
                      </a:cubicBezTo>
                      <a:cubicBezTo>
                        <a:pt x="1523237" y="329452"/>
                        <a:pt x="1505177" y="357830"/>
                        <a:pt x="1485570" y="385693"/>
                      </a:cubicBezTo>
                      <a:cubicBezTo>
                        <a:pt x="1479895" y="393949"/>
                        <a:pt x="1470607" y="400140"/>
                        <a:pt x="1462868" y="406332"/>
                      </a:cubicBezTo>
                      <a:cubicBezTo>
                        <a:pt x="1456676" y="411492"/>
                        <a:pt x="1455644" y="416136"/>
                        <a:pt x="1460803" y="422327"/>
                      </a:cubicBezTo>
                      <a:cubicBezTo>
                        <a:pt x="1486086" y="453802"/>
                        <a:pt x="1509305" y="487341"/>
                        <a:pt x="1529428" y="522427"/>
                      </a:cubicBezTo>
                      <a:cubicBezTo>
                        <a:pt x="1534072" y="530167"/>
                        <a:pt x="1538716" y="529135"/>
                        <a:pt x="1544908" y="525007"/>
                      </a:cubicBezTo>
                      <a:cubicBezTo>
                        <a:pt x="1584122" y="500756"/>
                        <a:pt x="1630044" y="500240"/>
                        <a:pt x="1672870" y="488373"/>
                      </a:cubicBezTo>
                      <a:cubicBezTo>
                        <a:pt x="1678546" y="486825"/>
                        <a:pt x="1681642" y="489921"/>
                        <a:pt x="1683706" y="495080"/>
                      </a:cubicBezTo>
                      <a:cubicBezTo>
                        <a:pt x="1697637" y="523975"/>
                        <a:pt x="1710537" y="553902"/>
                        <a:pt x="1721888" y="583828"/>
                      </a:cubicBezTo>
                      <a:cubicBezTo>
                        <a:pt x="1723952" y="590020"/>
                        <a:pt x="1722404" y="593632"/>
                        <a:pt x="1717244" y="596728"/>
                      </a:cubicBezTo>
                      <a:cubicBezTo>
                        <a:pt x="1689381" y="615303"/>
                        <a:pt x="1662035" y="634394"/>
                        <a:pt x="1633140" y="652453"/>
                      </a:cubicBezTo>
                      <a:cubicBezTo>
                        <a:pt x="1623852" y="658129"/>
                        <a:pt x="1612501" y="660709"/>
                        <a:pt x="1601665" y="663805"/>
                      </a:cubicBezTo>
                      <a:cubicBezTo>
                        <a:pt x="1594958" y="665869"/>
                        <a:pt x="1592894" y="668965"/>
                        <a:pt x="1594958" y="676188"/>
                      </a:cubicBezTo>
                      <a:cubicBezTo>
                        <a:pt x="1606309" y="715403"/>
                        <a:pt x="1615081" y="755133"/>
                        <a:pt x="1620241" y="795895"/>
                      </a:cubicBezTo>
                      <a:cubicBezTo>
                        <a:pt x="1621272" y="803119"/>
                        <a:pt x="1624368" y="805699"/>
                        <a:pt x="1631076" y="804667"/>
                      </a:cubicBezTo>
                      <a:cubicBezTo>
                        <a:pt x="1676482" y="797959"/>
                        <a:pt x="1719308" y="814470"/>
                        <a:pt x="1763682" y="819630"/>
                      </a:cubicBezTo>
                      <a:cubicBezTo>
                        <a:pt x="1769874" y="820146"/>
                        <a:pt x="1772454" y="823758"/>
                        <a:pt x="1773486" y="829950"/>
                      </a:cubicBezTo>
                      <a:cubicBezTo>
                        <a:pt x="1776582" y="862456"/>
                        <a:pt x="1775034" y="895479"/>
                        <a:pt x="1775034" y="927985"/>
                      </a:cubicBezTo>
                      <a:cubicBezTo>
                        <a:pt x="1775034" y="933661"/>
                        <a:pt x="1771422" y="936241"/>
                        <a:pt x="1766262" y="937273"/>
                      </a:cubicBezTo>
                      <a:cubicBezTo>
                        <a:pt x="1732207" y="943981"/>
                        <a:pt x="1698153" y="951204"/>
                        <a:pt x="1663583" y="957396"/>
                      </a:cubicBezTo>
                      <a:cubicBezTo>
                        <a:pt x="1654811" y="958944"/>
                        <a:pt x="1645523" y="956364"/>
                        <a:pt x="1636752" y="955332"/>
                      </a:cubicBezTo>
                      <a:cubicBezTo>
                        <a:pt x="1627980" y="954300"/>
                        <a:pt x="1623336" y="956364"/>
                        <a:pt x="1622304" y="966684"/>
                      </a:cubicBezTo>
                      <a:cubicBezTo>
                        <a:pt x="1618177" y="1005382"/>
                        <a:pt x="1610953" y="1044080"/>
                        <a:pt x="1601149" y="1081746"/>
                      </a:cubicBezTo>
                      <a:cubicBezTo>
                        <a:pt x="1598569" y="1091034"/>
                        <a:pt x="1601665" y="1095678"/>
                        <a:pt x="1610437" y="1097742"/>
                      </a:cubicBezTo>
                      <a:cubicBezTo>
                        <a:pt x="1654811" y="1108577"/>
                        <a:pt x="1687318" y="1140568"/>
                        <a:pt x="1726016" y="1161723"/>
                      </a:cubicBezTo>
                      <a:cubicBezTo>
                        <a:pt x="1731176" y="1164819"/>
                        <a:pt x="1731176" y="1168947"/>
                        <a:pt x="1729112" y="1174107"/>
                      </a:cubicBezTo>
                      <a:cubicBezTo>
                        <a:pt x="1718792" y="1204549"/>
                        <a:pt x="1706409" y="1234476"/>
                        <a:pt x="1693509" y="1263887"/>
                      </a:cubicBezTo>
                      <a:cubicBezTo>
                        <a:pt x="1690929" y="1269562"/>
                        <a:pt x="1687318" y="1271626"/>
                        <a:pt x="1681126" y="1270078"/>
                      </a:cubicBezTo>
                      <a:cubicBezTo>
                        <a:pt x="1648103" y="1263371"/>
                        <a:pt x="1614565" y="1257179"/>
                        <a:pt x="1581542" y="1249955"/>
                      </a:cubicBezTo>
                      <a:cubicBezTo>
                        <a:pt x="1571223" y="1247375"/>
                        <a:pt x="1561935" y="1241184"/>
                        <a:pt x="1552647" y="1236024"/>
                      </a:cubicBezTo>
                      <a:cubicBezTo>
                        <a:pt x="1545940" y="1232412"/>
                        <a:pt x="1542328" y="1232928"/>
                        <a:pt x="1538200" y="1240152"/>
                      </a:cubicBezTo>
                      <a:cubicBezTo>
                        <a:pt x="1519109" y="1275238"/>
                        <a:pt x="1497954" y="1309293"/>
                        <a:pt x="1473187" y="1340767"/>
                      </a:cubicBezTo>
                      <a:cubicBezTo>
                        <a:pt x="1467511" y="1347991"/>
                        <a:pt x="1466479" y="1352635"/>
                        <a:pt x="1475251" y="1358310"/>
                      </a:cubicBezTo>
                      <a:cubicBezTo>
                        <a:pt x="1502598" y="1375854"/>
                        <a:pt x="1516013" y="1405264"/>
                        <a:pt x="1535104" y="1430031"/>
                      </a:cubicBezTo>
                      <a:cubicBezTo>
                        <a:pt x="1538716" y="1434675"/>
                        <a:pt x="1541812" y="1439835"/>
                        <a:pt x="1545424" y="1444995"/>
                      </a:cubicBezTo>
                      <a:cubicBezTo>
                        <a:pt x="1566063" y="1474921"/>
                        <a:pt x="1565031" y="1464602"/>
                        <a:pt x="1542844" y="1489885"/>
                      </a:cubicBezTo>
                      <a:cubicBezTo>
                        <a:pt x="1526849" y="1508460"/>
                        <a:pt x="1508273" y="1524971"/>
                        <a:pt x="1491246" y="1542514"/>
                      </a:cubicBezTo>
                      <a:cubicBezTo>
                        <a:pt x="1485054" y="1549222"/>
                        <a:pt x="1479895" y="1549222"/>
                        <a:pt x="1472155" y="1544062"/>
                      </a:cubicBezTo>
                      <a:cubicBezTo>
                        <a:pt x="1446356" y="1526519"/>
                        <a:pt x="1420041" y="1508976"/>
                        <a:pt x="1393726" y="1491948"/>
                      </a:cubicBezTo>
                      <a:cubicBezTo>
                        <a:pt x="1383923" y="1485241"/>
                        <a:pt x="1377215" y="1475437"/>
                        <a:pt x="1369992" y="1466666"/>
                      </a:cubicBezTo>
                      <a:cubicBezTo>
                        <a:pt x="1364316" y="1459958"/>
                        <a:pt x="1359672" y="1458926"/>
                        <a:pt x="1352964" y="1464602"/>
                      </a:cubicBezTo>
                      <a:cubicBezTo>
                        <a:pt x="1322005" y="1489885"/>
                        <a:pt x="1288983" y="1512588"/>
                        <a:pt x="1254413" y="1532711"/>
                      </a:cubicBezTo>
                      <a:cubicBezTo>
                        <a:pt x="1249769" y="1535291"/>
                        <a:pt x="1244609" y="1537871"/>
                        <a:pt x="1248737" y="1544578"/>
                      </a:cubicBezTo>
                      <a:cubicBezTo>
                        <a:pt x="1272472" y="1580181"/>
                        <a:pt x="1274020" y="1622491"/>
                        <a:pt x="1284339" y="1662221"/>
                      </a:cubicBezTo>
                      <a:cubicBezTo>
                        <a:pt x="1290531" y="1685440"/>
                        <a:pt x="1292079" y="1682344"/>
                        <a:pt x="1268860" y="1693180"/>
                      </a:cubicBezTo>
                      <a:cubicBezTo>
                        <a:pt x="1244609" y="1704531"/>
                        <a:pt x="1219842" y="1714335"/>
                        <a:pt x="1195591" y="1724654"/>
                      </a:cubicBezTo>
                      <a:cubicBezTo>
                        <a:pt x="1187851" y="1727750"/>
                        <a:pt x="1183208" y="1726718"/>
                        <a:pt x="1178564" y="1719495"/>
                      </a:cubicBezTo>
                      <a:cubicBezTo>
                        <a:pt x="1161021" y="1692664"/>
                        <a:pt x="1142962" y="1666865"/>
                        <a:pt x="1125418" y="1640034"/>
                      </a:cubicBezTo>
                      <a:cubicBezTo>
                        <a:pt x="1118711" y="1629715"/>
                        <a:pt x="1116131" y="1617847"/>
                        <a:pt x="1113035" y="1606496"/>
                      </a:cubicBezTo>
                      <a:cubicBezTo>
                        <a:pt x="1110971" y="1599272"/>
                        <a:pt x="1107359" y="1597208"/>
                        <a:pt x="1099619" y="1599272"/>
                      </a:cubicBezTo>
                      <a:cubicBezTo>
                        <a:pt x="1060405" y="1611139"/>
                        <a:pt x="1020675" y="1619395"/>
                        <a:pt x="979913" y="1624555"/>
                      </a:cubicBezTo>
                      <a:cubicBezTo>
                        <a:pt x="973205" y="1625587"/>
                        <a:pt x="971141" y="1628682"/>
                        <a:pt x="972173" y="1634874"/>
                      </a:cubicBezTo>
                      <a:cubicBezTo>
                        <a:pt x="979397" y="1680280"/>
                        <a:pt x="962885" y="1723106"/>
                        <a:pt x="957726" y="1767481"/>
                      </a:cubicBezTo>
                      <a:cubicBezTo>
                        <a:pt x="956694" y="1775220"/>
                        <a:pt x="952566" y="1777800"/>
                        <a:pt x="945858" y="1777800"/>
                      </a:cubicBezTo>
                      <a:cubicBezTo>
                        <a:pt x="929347" y="1778316"/>
                        <a:pt x="912320" y="1779348"/>
                        <a:pt x="895808" y="1779864"/>
                      </a:cubicBezTo>
                      <a:cubicBezTo>
                        <a:pt x="894776" y="1776252"/>
                        <a:pt x="894776" y="1776252"/>
                        <a:pt x="894776" y="1775736"/>
                      </a:cubicBezTo>
                      <a:close/>
                      <a:moveTo>
                        <a:pt x="890648" y="1454798"/>
                      </a:moveTo>
                      <a:cubicBezTo>
                        <a:pt x="1199203" y="1449638"/>
                        <a:pt x="1454096" y="1207645"/>
                        <a:pt x="1452548" y="884127"/>
                      </a:cubicBezTo>
                      <a:cubicBezTo>
                        <a:pt x="1451516" y="575057"/>
                        <a:pt x="1205395" y="320164"/>
                        <a:pt x="881361" y="322228"/>
                      </a:cubicBezTo>
                      <a:cubicBezTo>
                        <a:pt x="571775" y="324292"/>
                        <a:pt x="318429" y="570929"/>
                        <a:pt x="320494" y="893415"/>
                      </a:cubicBezTo>
                      <a:cubicBezTo>
                        <a:pt x="323073" y="1202485"/>
                        <a:pt x="569195" y="1452218"/>
                        <a:pt x="890648" y="145479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="" xmlns:a16="http://schemas.microsoft.com/office/drawing/2014/main" id="{86DEB52C-C941-4797-8322-11F1C0AD0C40}"/>
                    </a:ext>
                  </a:extLst>
                </p:cNvPr>
                <p:cNvSpPr/>
                <p:nvPr/>
              </p:nvSpPr>
              <p:spPr>
                <a:xfrm>
                  <a:off x="3733675" y="2339591"/>
                  <a:ext cx="835883" cy="835883"/>
                </a:xfrm>
                <a:custGeom>
                  <a:avLst/>
                  <a:gdLst>
                    <a:gd name="connsiteX0" fmla="*/ 836916 w 835883"/>
                    <a:gd name="connsiteY0" fmla="*/ 418458 h 835883"/>
                    <a:gd name="connsiteX1" fmla="*/ 418459 w 835883"/>
                    <a:gd name="connsiteY1" fmla="*/ 836399 h 835883"/>
                    <a:gd name="connsiteX2" fmla="*/ 1 w 835883"/>
                    <a:gd name="connsiteY2" fmla="*/ 417426 h 835883"/>
                    <a:gd name="connsiteX3" fmla="*/ 418975 w 835883"/>
                    <a:gd name="connsiteY3" fmla="*/ 0 h 835883"/>
                    <a:gd name="connsiteX4" fmla="*/ 836916 w 835883"/>
                    <a:gd name="connsiteY4" fmla="*/ 418458 h 835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5883" h="835883">
                      <a:moveTo>
                        <a:pt x="836916" y="418458"/>
                      </a:moveTo>
                      <a:cubicBezTo>
                        <a:pt x="833821" y="651679"/>
                        <a:pt x="651165" y="836915"/>
                        <a:pt x="418459" y="836399"/>
                      </a:cubicBezTo>
                      <a:cubicBezTo>
                        <a:pt x="182657" y="836399"/>
                        <a:pt x="-515" y="649615"/>
                        <a:pt x="1" y="417426"/>
                      </a:cubicBezTo>
                      <a:cubicBezTo>
                        <a:pt x="517" y="181624"/>
                        <a:pt x="187301" y="0"/>
                        <a:pt x="418975" y="0"/>
                      </a:cubicBezTo>
                      <a:cubicBezTo>
                        <a:pt x="651680" y="516"/>
                        <a:pt x="833821" y="186268"/>
                        <a:pt x="836916" y="41845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7" name="Freeform: Shape 6">
              <a:extLst>
                <a:ext uri="{FF2B5EF4-FFF2-40B4-BE49-F238E27FC236}">
                  <a16:creationId xmlns="" xmlns:a16="http://schemas.microsoft.com/office/drawing/2014/main" id="{B25B6E65-0935-40EC-806D-53C1E043E564}"/>
                </a:ext>
              </a:extLst>
            </p:cNvPr>
            <p:cNvSpPr/>
            <p:nvPr/>
          </p:nvSpPr>
          <p:spPr>
            <a:xfrm>
              <a:off x="5436819" y="3673417"/>
              <a:ext cx="936646" cy="931442"/>
            </a:xfrm>
            <a:custGeom>
              <a:avLst/>
              <a:gdLst>
                <a:gd name="connsiteX0" fmla="*/ 959201 w 1857518"/>
                <a:gd name="connsiteY0" fmla="*/ 1852264 h 1847198"/>
                <a:gd name="connsiteX1" fmla="*/ 910700 w 1857518"/>
                <a:gd name="connsiteY1" fmla="*/ 1852264 h 1847198"/>
                <a:gd name="connsiteX2" fmla="*/ 891608 w 1857518"/>
                <a:gd name="connsiteY2" fmla="*/ 1830593 h 1847198"/>
                <a:gd name="connsiteX3" fmla="*/ 838463 w 1857518"/>
                <a:gd name="connsiteY3" fmla="*/ 1669608 h 1847198"/>
                <a:gd name="connsiteX4" fmla="*/ 813180 w 1857518"/>
                <a:gd name="connsiteY4" fmla="*/ 1646905 h 1847198"/>
                <a:gd name="connsiteX5" fmla="*/ 730624 w 1857518"/>
                <a:gd name="connsiteY5" fmla="*/ 1628330 h 1847198"/>
                <a:gd name="connsiteX6" fmla="*/ 693990 w 1857518"/>
                <a:gd name="connsiteY6" fmla="*/ 1639165 h 1847198"/>
                <a:gd name="connsiteX7" fmla="*/ 573251 w 1857518"/>
                <a:gd name="connsiteY7" fmla="*/ 1761452 h 1847198"/>
                <a:gd name="connsiteX8" fmla="*/ 542292 w 1857518"/>
                <a:gd name="connsiteY8" fmla="*/ 1766612 h 1847198"/>
                <a:gd name="connsiteX9" fmla="*/ 412782 w 1857518"/>
                <a:gd name="connsiteY9" fmla="*/ 1693859 h 1847198"/>
                <a:gd name="connsiteX10" fmla="*/ 398334 w 1857518"/>
                <a:gd name="connsiteY10" fmla="*/ 1660836 h 1847198"/>
                <a:gd name="connsiteX11" fmla="*/ 440644 w 1857518"/>
                <a:gd name="connsiteY11" fmla="*/ 1494176 h 1847198"/>
                <a:gd name="connsiteX12" fmla="*/ 432904 w 1857518"/>
                <a:gd name="connsiteY12" fmla="*/ 1462185 h 1847198"/>
                <a:gd name="connsiteX13" fmla="*/ 370471 w 1857518"/>
                <a:gd name="connsiteY13" fmla="*/ 1397172 h 1847198"/>
                <a:gd name="connsiteX14" fmla="*/ 340545 w 1857518"/>
                <a:gd name="connsiteY14" fmla="*/ 1388400 h 1847198"/>
                <a:gd name="connsiteX15" fmla="*/ 310618 w 1857518"/>
                <a:gd name="connsiteY15" fmla="*/ 1395108 h 1847198"/>
                <a:gd name="connsiteX16" fmla="*/ 170273 w 1857518"/>
                <a:gd name="connsiteY16" fmla="*/ 1426583 h 1847198"/>
                <a:gd name="connsiteX17" fmla="*/ 141377 w 1857518"/>
                <a:gd name="connsiteY17" fmla="*/ 1413683 h 1847198"/>
                <a:gd name="connsiteX18" fmla="*/ 70689 w 1857518"/>
                <a:gd name="connsiteY18" fmla="*/ 1276949 h 1847198"/>
                <a:gd name="connsiteX19" fmla="*/ 75848 w 1857518"/>
                <a:gd name="connsiteY19" fmla="*/ 1247539 h 1847198"/>
                <a:gd name="connsiteX20" fmla="*/ 206391 w 1857518"/>
                <a:gd name="connsiteY20" fmla="*/ 1126284 h 1847198"/>
                <a:gd name="connsiteX21" fmla="*/ 216710 w 1857518"/>
                <a:gd name="connsiteY21" fmla="*/ 1096873 h 1847198"/>
                <a:gd name="connsiteX22" fmla="*/ 201231 w 1857518"/>
                <a:gd name="connsiteY22" fmla="*/ 1012769 h 1847198"/>
                <a:gd name="connsiteX23" fmla="*/ 181108 w 1857518"/>
                <a:gd name="connsiteY23" fmla="*/ 989034 h 1847198"/>
                <a:gd name="connsiteX24" fmla="*/ 67077 w 1857518"/>
                <a:gd name="connsiteY24" fmla="*/ 947240 h 1847198"/>
                <a:gd name="connsiteX25" fmla="*/ 0 w 1857518"/>
                <a:gd name="connsiteY25" fmla="*/ 921957 h 1847198"/>
                <a:gd name="connsiteX26" fmla="*/ 0 w 1857518"/>
                <a:gd name="connsiteY26" fmla="*/ 893062 h 1847198"/>
                <a:gd name="connsiteX27" fmla="*/ 4643 w 1857518"/>
                <a:gd name="connsiteY27" fmla="*/ 842496 h 1847198"/>
                <a:gd name="connsiteX28" fmla="*/ 17543 w 1857518"/>
                <a:gd name="connsiteY28" fmla="*/ 743945 h 1847198"/>
                <a:gd name="connsiteX29" fmla="*/ 38182 w 1857518"/>
                <a:gd name="connsiteY29" fmla="*/ 723305 h 1847198"/>
                <a:gd name="connsiteX30" fmla="*/ 214131 w 1857518"/>
                <a:gd name="connsiteY30" fmla="*/ 691315 h 1847198"/>
                <a:gd name="connsiteX31" fmla="*/ 239929 w 1857518"/>
                <a:gd name="connsiteY31" fmla="*/ 671192 h 1847198"/>
                <a:gd name="connsiteX32" fmla="*/ 266760 w 1857518"/>
                <a:gd name="connsiteY32" fmla="*/ 606695 h 1847198"/>
                <a:gd name="connsiteX33" fmla="*/ 262116 w 1857518"/>
                <a:gd name="connsiteY33" fmla="*/ 570060 h 1847198"/>
                <a:gd name="connsiteX34" fmla="*/ 159437 w 1857518"/>
                <a:gd name="connsiteY34" fmla="*/ 434874 h 1847198"/>
                <a:gd name="connsiteX35" fmla="*/ 159953 w 1857518"/>
                <a:gd name="connsiteY35" fmla="*/ 401336 h 1847198"/>
                <a:gd name="connsiteX36" fmla="*/ 259536 w 1857518"/>
                <a:gd name="connsiteY36" fmla="*/ 278017 h 1847198"/>
                <a:gd name="connsiteX37" fmla="*/ 294623 w 1857518"/>
                <a:gd name="connsiteY37" fmla="*/ 268729 h 1847198"/>
                <a:gd name="connsiteX38" fmla="*/ 457672 w 1857518"/>
                <a:gd name="connsiteY38" fmla="*/ 336322 h 1847198"/>
                <a:gd name="connsiteX39" fmla="*/ 489146 w 1857518"/>
                <a:gd name="connsiteY39" fmla="*/ 333743 h 1847198"/>
                <a:gd name="connsiteX40" fmla="*/ 540744 w 1857518"/>
                <a:gd name="connsiteY40" fmla="*/ 298140 h 1847198"/>
                <a:gd name="connsiteX41" fmla="*/ 553127 w 1857518"/>
                <a:gd name="connsiteY41" fmla="*/ 273889 h 1847198"/>
                <a:gd name="connsiteX42" fmla="*/ 552096 w 1857518"/>
                <a:gd name="connsiteY42" fmla="*/ 255830 h 1847198"/>
                <a:gd name="connsiteX43" fmla="*/ 545904 w 1857518"/>
                <a:gd name="connsiteY43" fmla="*/ 175854 h 1847198"/>
                <a:gd name="connsiteX44" fmla="*/ 539712 w 1857518"/>
                <a:gd name="connsiteY44" fmla="*/ 95877 h 1847198"/>
                <a:gd name="connsiteX45" fmla="*/ 556739 w 1857518"/>
                <a:gd name="connsiteY45" fmla="*/ 69562 h 1847198"/>
                <a:gd name="connsiteX46" fmla="*/ 716176 w 1857518"/>
                <a:gd name="connsiteY46" fmla="*/ 15901 h 1847198"/>
                <a:gd name="connsiteX47" fmla="*/ 726496 w 1857518"/>
                <a:gd name="connsiteY47" fmla="*/ 14353 h 1847198"/>
                <a:gd name="connsiteX48" fmla="*/ 748167 w 1857518"/>
                <a:gd name="connsiteY48" fmla="*/ 28800 h 1847198"/>
                <a:gd name="connsiteX49" fmla="*/ 847750 w 1857518"/>
                <a:gd name="connsiteY49" fmla="*/ 172758 h 1847198"/>
                <a:gd name="connsiteX50" fmla="*/ 878709 w 1857518"/>
                <a:gd name="connsiteY50" fmla="*/ 187721 h 1847198"/>
                <a:gd name="connsiteX51" fmla="*/ 931855 w 1857518"/>
                <a:gd name="connsiteY51" fmla="*/ 185657 h 1847198"/>
                <a:gd name="connsiteX52" fmla="*/ 948366 w 1857518"/>
                <a:gd name="connsiteY52" fmla="*/ 177401 h 1847198"/>
                <a:gd name="connsiteX53" fmla="*/ 954042 w 1857518"/>
                <a:gd name="connsiteY53" fmla="*/ 169146 h 1847198"/>
                <a:gd name="connsiteX54" fmla="*/ 979840 w 1857518"/>
                <a:gd name="connsiteY54" fmla="*/ 121676 h 1847198"/>
                <a:gd name="connsiteX55" fmla="*/ 1037630 w 1857518"/>
                <a:gd name="connsiteY55" fmla="*/ 13837 h 1847198"/>
                <a:gd name="connsiteX56" fmla="*/ 1066525 w 1857518"/>
                <a:gd name="connsiteY56" fmla="*/ 937 h 1847198"/>
                <a:gd name="connsiteX57" fmla="*/ 1233702 w 1857518"/>
                <a:gd name="connsiteY57" fmla="*/ 40667 h 1847198"/>
                <a:gd name="connsiteX58" fmla="*/ 1253309 w 1857518"/>
                <a:gd name="connsiteY58" fmla="*/ 64918 h 1847198"/>
                <a:gd name="connsiteX59" fmla="*/ 1254341 w 1857518"/>
                <a:gd name="connsiteY59" fmla="*/ 85042 h 1847198"/>
                <a:gd name="connsiteX60" fmla="*/ 1258468 w 1857518"/>
                <a:gd name="connsiteY60" fmla="*/ 209908 h 1847198"/>
                <a:gd name="connsiteX61" fmla="*/ 1260016 w 1857518"/>
                <a:gd name="connsiteY61" fmla="*/ 244478 h 1847198"/>
                <a:gd name="connsiteX62" fmla="*/ 1276012 w 1857518"/>
                <a:gd name="connsiteY62" fmla="*/ 270277 h 1847198"/>
                <a:gd name="connsiteX63" fmla="*/ 1313678 w 1857518"/>
                <a:gd name="connsiteY63" fmla="*/ 291948 h 1847198"/>
                <a:gd name="connsiteX64" fmla="*/ 1349797 w 1857518"/>
                <a:gd name="connsiteY64" fmla="*/ 291948 h 1847198"/>
                <a:gd name="connsiteX65" fmla="*/ 1502526 w 1857518"/>
                <a:gd name="connsiteY65" fmla="*/ 206812 h 1847198"/>
                <a:gd name="connsiteX66" fmla="*/ 1535033 w 1857518"/>
                <a:gd name="connsiteY66" fmla="*/ 211456 h 1847198"/>
                <a:gd name="connsiteX67" fmla="*/ 1653707 w 1857518"/>
                <a:gd name="connsiteY67" fmla="*/ 332711 h 1847198"/>
                <a:gd name="connsiteX68" fmla="*/ 1657835 w 1857518"/>
                <a:gd name="connsiteY68" fmla="*/ 366249 h 1847198"/>
                <a:gd name="connsiteX69" fmla="*/ 1569087 w 1857518"/>
                <a:gd name="connsiteY69" fmla="*/ 515883 h 1847198"/>
                <a:gd name="connsiteX70" fmla="*/ 1568571 w 1857518"/>
                <a:gd name="connsiteY70" fmla="*/ 550453 h 1847198"/>
                <a:gd name="connsiteX71" fmla="*/ 1591274 w 1857518"/>
                <a:gd name="connsiteY71" fmla="*/ 592247 h 1847198"/>
                <a:gd name="connsiteX72" fmla="*/ 1617589 w 1857518"/>
                <a:gd name="connsiteY72" fmla="*/ 608759 h 1847198"/>
                <a:gd name="connsiteX73" fmla="*/ 1676926 w 1857518"/>
                <a:gd name="connsiteY73" fmla="*/ 612886 h 1847198"/>
                <a:gd name="connsiteX74" fmla="*/ 1797665 w 1857518"/>
                <a:gd name="connsiteY74" fmla="*/ 620626 h 1847198"/>
                <a:gd name="connsiteX75" fmla="*/ 1820884 w 1857518"/>
                <a:gd name="connsiteY75" fmla="*/ 640233 h 1847198"/>
                <a:gd name="connsiteX76" fmla="*/ 1857518 w 1857518"/>
                <a:gd name="connsiteY76" fmla="*/ 808442 h 1847198"/>
                <a:gd name="connsiteX77" fmla="*/ 1851842 w 1857518"/>
                <a:gd name="connsiteY77" fmla="*/ 829081 h 1847198"/>
                <a:gd name="connsiteX78" fmla="*/ 1841523 w 1857518"/>
                <a:gd name="connsiteY78" fmla="*/ 836305 h 1847198"/>
                <a:gd name="connsiteX79" fmla="*/ 1686214 w 1857518"/>
                <a:gd name="connsiteY79" fmla="*/ 913701 h 1847198"/>
                <a:gd name="connsiteX80" fmla="*/ 1668670 w 1857518"/>
                <a:gd name="connsiteY80" fmla="*/ 940016 h 1847198"/>
                <a:gd name="connsiteX81" fmla="*/ 1665059 w 1857518"/>
                <a:gd name="connsiteY81" fmla="*/ 998322 h 1847198"/>
                <a:gd name="connsiteX82" fmla="*/ 1678474 w 1857518"/>
                <a:gd name="connsiteY82" fmla="*/ 1026184 h 1847198"/>
                <a:gd name="connsiteX83" fmla="*/ 1821916 w 1857518"/>
                <a:gd name="connsiteY83" fmla="*/ 1131960 h 1847198"/>
                <a:gd name="connsiteX84" fmla="*/ 1831720 w 1857518"/>
                <a:gd name="connsiteY84" fmla="*/ 1163950 h 1847198"/>
                <a:gd name="connsiteX85" fmla="*/ 1805404 w 1857518"/>
                <a:gd name="connsiteY85" fmla="*/ 1236703 h 1847198"/>
                <a:gd name="connsiteX86" fmla="*/ 1775478 w 1857518"/>
                <a:gd name="connsiteY86" fmla="*/ 1317711 h 1847198"/>
                <a:gd name="connsiteX87" fmla="*/ 1750195 w 1857518"/>
                <a:gd name="connsiteY87" fmla="*/ 1334223 h 1847198"/>
                <a:gd name="connsiteX88" fmla="*/ 1685698 w 1857518"/>
                <a:gd name="connsiteY88" fmla="*/ 1327515 h 1847198"/>
                <a:gd name="connsiteX89" fmla="*/ 1574247 w 1857518"/>
                <a:gd name="connsiteY89" fmla="*/ 1315648 h 1847198"/>
                <a:gd name="connsiteX90" fmla="*/ 1545868 w 1857518"/>
                <a:gd name="connsiteY90" fmla="*/ 1328547 h 1847198"/>
                <a:gd name="connsiteX91" fmla="*/ 1505622 w 1857518"/>
                <a:gd name="connsiteY91" fmla="*/ 1383241 h 1847198"/>
                <a:gd name="connsiteX92" fmla="*/ 1500978 w 1857518"/>
                <a:gd name="connsiteY92" fmla="*/ 1417811 h 1847198"/>
                <a:gd name="connsiteX93" fmla="*/ 1563411 w 1857518"/>
                <a:gd name="connsiteY93" fmla="*/ 1581892 h 1847198"/>
                <a:gd name="connsiteX94" fmla="*/ 1554124 w 1857518"/>
                <a:gd name="connsiteY94" fmla="*/ 1615430 h 1847198"/>
                <a:gd name="connsiteX95" fmla="*/ 1430805 w 1857518"/>
                <a:gd name="connsiteY95" fmla="*/ 1708822 h 1847198"/>
                <a:gd name="connsiteX96" fmla="*/ 1397266 w 1857518"/>
                <a:gd name="connsiteY96" fmla="*/ 1708306 h 1847198"/>
                <a:gd name="connsiteX97" fmla="*/ 1263628 w 1857518"/>
                <a:gd name="connsiteY97" fmla="*/ 1600467 h 1847198"/>
                <a:gd name="connsiteX98" fmla="*/ 1232154 w 1857518"/>
                <a:gd name="connsiteY98" fmla="*/ 1594275 h 1847198"/>
                <a:gd name="connsiteX99" fmla="*/ 1153725 w 1857518"/>
                <a:gd name="connsiteY99" fmla="*/ 1624202 h 1847198"/>
                <a:gd name="connsiteX100" fmla="*/ 1134634 w 1857518"/>
                <a:gd name="connsiteY100" fmla="*/ 1646905 h 1847198"/>
                <a:gd name="connsiteX101" fmla="*/ 1123798 w 1857518"/>
                <a:gd name="connsiteY101" fmla="*/ 1698503 h 1847198"/>
                <a:gd name="connsiteX102" fmla="*/ 1097999 w 1857518"/>
                <a:gd name="connsiteY102" fmla="*/ 1821821 h 1847198"/>
                <a:gd name="connsiteX103" fmla="*/ 1076329 w 1857518"/>
                <a:gd name="connsiteY103" fmla="*/ 1842460 h 1847198"/>
                <a:gd name="connsiteX104" fmla="*/ 994288 w 1857518"/>
                <a:gd name="connsiteY104" fmla="*/ 1851232 h 1847198"/>
                <a:gd name="connsiteX105" fmla="*/ 959201 w 1857518"/>
                <a:gd name="connsiteY105" fmla="*/ 1852264 h 1847198"/>
                <a:gd name="connsiteX106" fmla="*/ 928759 w 1857518"/>
                <a:gd name="connsiteY106" fmla="*/ 382245 h 1847198"/>
                <a:gd name="connsiteX107" fmla="*/ 386983 w 1857518"/>
                <a:gd name="connsiteY107" fmla="*/ 921957 h 1847198"/>
                <a:gd name="connsiteX108" fmla="*/ 926695 w 1857518"/>
                <a:gd name="connsiteY108" fmla="*/ 1465797 h 1847198"/>
                <a:gd name="connsiteX109" fmla="*/ 1470535 w 1857518"/>
                <a:gd name="connsiteY109" fmla="*/ 924537 h 1847198"/>
                <a:gd name="connsiteX110" fmla="*/ 928759 w 1857518"/>
                <a:gd name="connsiteY110" fmla="*/ 382245 h 1847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857518" h="1847198">
                  <a:moveTo>
                    <a:pt x="959201" y="1852264"/>
                  </a:moveTo>
                  <a:cubicBezTo>
                    <a:pt x="943206" y="1852264"/>
                    <a:pt x="927211" y="1852264"/>
                    <a:pt x="910700" y="1852264"/>
                  </a:cubicBezTo>
                  <a:cubicBezTo>
                    <a:pt x="900380" y="1848652"/>
                    <a:pt x="894704" y="1840913"/>
                    <a:pt x="891608" y="1830593"/>
                  </a:cubicBezTo>
                  <a:cubicBezTo>
                    <a:pt x="874065" y="1776931"/>
                    <a:pt x="856006" y="1723270"/>
                    <a:pt x="838463" y="1669608"/>
                  </a:cubicBezTo>
                  <a:cubicBezTo>
                    <a:pt x="834335" y="1657224"/>
                    <a:pt x="826080" y="1649485"/>
                    <a:pt x="813180" y="1646905"/>
                  </a:cubicBezTo>
                  <a:cubicBezTo>
                    <a:pt x="785833" y="1640713"/>
                    <a:pt x="757970" y="1635037"/>
                    <a:pt x="730624" y="1628330"/>
                  </a:cubicBezTo>
                  <a:cubicBezTo>
                    <a:pt x="716176" y="1624718"/>
                    <a:pt x="704309" y="1628330"/>
                    <a:pt x="693990" y="1639165"/>
                  </a:cubicBezTo>
                  <a:cubicBezTo>
                    <a:pt x="654259" y="1680443"/>
                    <a:pt x="613497" y="1720690"/>
                    <a:pt x="573251" y="1761452"/>
                  </a:cubicBezTo>
                  <a:cubicBezTo>
                    <a:pt x="563963" y="1770739"/>
                    <a:pt x="553127" y="1772804"/>
                    <a:pt x="542292" y="1766612"/>
                  </a:cubicBezTo>
                  <a:cubicBezTo>
                    <a:pt x="498950" y="1742361"/>
                    <a:pt x="456123" y="1718110"/>
                    <a:pt x="412782" y="1693859"/>
                  </a:cubicBezTo>
                  <a:cubicBezTo>
                    <a:pt x="397818" y="1685603"/>
                    <a:pt x="394206" y="1676832"/>
                    <a:pt x="398334" y="1660836"/>
                  </a:cubicBezTo>
                  <a:cubicBezTo>
                    <a:pt x="412265" y="1605111"/>
                    <a:pt x="426713" y="1549901"/>
                    <a:pt x="440644" y="1494176"/>
                  </a:cubicBezTo>
                  <a:cubicBezTo>
                    <a:pt x="443741" y="1482308"/>
                    <a:pt x="441676" y="1471473"/>
                    <a:pt x="432904" y="1462185"/>
                  </a:cubicBezTo>
                  <a:cubicBezTo>
                    <a:pt x="412265" y="1440514"/>
                    <a:pt x="391110" y="1418843"/>
                    <a:pt x="370471" y="1397172"/>
                  </a:cubicBezTo>
                  <a:cubicBezTo>
                    <a:pt x="362216" y="1388400"/>
                    <a:pt x="351896" y="1385820"/>
                    <a:pt x="340545" y="1388400"/>
                  </a:cubicBezTo>
                  <a:cubicBezTo>
                    <a:pt x="330226" y="1390464"/>
                    <a:pt x="320422" y="1393044"/>
                    <a:pt x="310618" y="1395108"/>
                  </a:cubicBezTo>
                  <a:cubicBezTo>
                    <a:pt x="263664" y="1405428"/>
                    <a:pt x="217226" y="1416263"/>
                    <a:pt x="170273" y="1426583"/>
                  </a:cubicBezTo>
                  <a:cubicBezTo>
                    <a:pt x="157373" y="1429679"/>
                    <a:pt x="147054" y="1425035"/>
                    <a:pt x="141377" y="1413683"/>
                  </a:cubicBezTo>
                  <a:cubicBezTo>
                    <a:pt x="117642" y="1368277"/>
                    <a:pt x="94423" y="1322355"/>
                    <a:pt x="70689" y="1276949"/>
                  </a:cubicBezTo>
                  <a:cubicBezTo>
                    <a:pt x="65529" y="1266630"/>
                    <a:pt x="67593" y="1255278"/>
                    <a:pt x="75848" y="1247539"/>
                  </a:cubicBezTo>
                  <a:cubicBezTo>
                    <a:pt x="119191" y="1207292"/>
                    <a:pt x="163049" y="1166530"/>
                    <a:pt x="206391" y="1126284"/>
                  </a:cubicBezTo>
                  <a:cubicBezTo>
                    <a:pt x="215162" y="1118544"/>
                    <a:pt x="218258" y="1108225"/>
                    <a:pt x="216710" y="1096873"/>
                  </a:cubicBezTo>
                  <a:cubicBezTo>
                    <a:pt x="211551" y="1069010"/>
                    <a:pt x="206391" y="1040631"/>
                    <a:pt x="201231" y="1012769"/>
                  </a:cubicBezTo>
                  <a:cubicBezTo>
                    <a:pt x="199167" y="1000901"/>
                    <a:pt x="192459" y="993162"/>
                    <a:pt x="181108" y="989034"/>
                  </a:cubicBezTo>
                  <a:cubicBezTo>
                    <a:pt x="142925" y="975103"/>
                    <a:pt x="104743" y="961171"/>
                    <a:pt x="67077" y="947240"/>
                  </a:cubicBezTo>
                  <a:cubicBezTo>
                    <a:pt x="44890" y="938984"/>
                    <a:pt x="22187" y="931760"/>
                    <a:pt x="0" y="921957"/>
                  </a:cubicBezTo>
                  <a:cubicBezTo>
                    <a:pt x="0" y="912153"/>
                    <a:pt x="0" y="902866"/>
                    <a:pt x="0" y="893062"/>
                  </a:cubicBezTo>
                  <a:cubicBezTo>
                    <a:pt x="1548" y="876035"/>
                    <a:pt x="3096" y="859524"/>
                    <a:pt x="4643" y="842496"/>
                  </a:cubicBezTo>
                  <a:cubicBezTo>
                    <a:pt x="7740" y="809474"/>
                    <a:pt x="12383" y="776451"/>
                    <a:pt x="17543" y="743945"/>
                  </a:cubicBezTo>
                  <a:cubicBezTo>
                    <a:pt x="19091" y="733109"/>
                    <a:pt x="26831" y="725369"/>
                    <a:pt x="38182" y="723305"/>
                  </a:cubicBezTo>
                  <a:cubicBezTo>
                    <a:pt x="97003" y="712470"/>
                    <a:pt x="155309" y="702150"/>
                    <a:pt x="214131" y="691315"/>
                  </a:cubicBezTo>
                  <a:cubicBezTo>
                    <a:pt x="226514" y="689251"/>
                    <a:pt x="234770" y="682543"/>
                    <a:pt x="239929" y="671192"/>
                  </a:cubicBezTo>
                  <a:cubicBezTo>
                    <a:pt x="248701" y="649521"/>
                    <a:pt x="257989" y="627850"/>
                    <a:pt x="266760" y="606695"/>
                  </a:cubicBezTo>
                  <a:cubicBezTo>
                    <a:pt x="272436" y="593279"/>
                    <a:pt x="270888" y="581928"/>
                    <a:pt x="262116" y="570060"/>
                  </a:cubicBezTo>
                  <a:cubicBezTo>
                    <a:pt x="227546" y="525170"/>
                    <a:pt x="193492" y="479764"/>
                    <a:pt x="159437" y="434874"/>
                  </a:cubicBezTo>
                  <a:cubicBezTo>
                    <a:pt x="150665" y="423007"/>
                    <a:pt x="150665" y="412687"/>
                    <a:pt x="159953" y="401336"/>
                  </a:cubicBezTo>
                  <a:cubicBezTo>
                    <a:pt x="192975" y="360058"/>
                    <a:pt x="225998" y="319295"/>
                    <a:pt x="259536" y="278017"/>
                  </a:cubicBezTo>
                  <a:cubicBezTo>
                    <a:pt x="270372" y="265118"/>
                    <a:pt x="279144" y="262538"/>
                    <a:pt x="294623" y="268729"/>
                  </a:cubicBezTo>
                  <a:cubicBezTo>
                    <a:pt x="348801" y="291433"/>
                    <a:pt x="402978" y="313620"/>
                    <a:pt x="457672" y="336322"/>
                  </a:cubicBezTo>
                  <a:cubicBezTo>
                    <a:pt x="468507" y="340966"/>
                    <a:pt x="479342" y="340450"/>
                    <a:pt x="489146" y="333743"/>
                  </a:cubicBezTo>
                  <a:cubicBezTo>
                    <a:pt x="506690" y="321875"/>
                    <a:pt x="523717" y="310008"/>
                    <a:pt x="540744" y="298140"/>
                  </a:cubicBezTo>
                  <a:cubicBezTo>
                    <a:pt x="548999" y="292464"/>
                    <a:pt x="553127" y="284209"/>
                    <a:pt x="553127" y="273889"/>
                  </a:cubicBezTo>
                  <a:cubicBezTo>
                    <a:pt x="553127" y="267697"/>
                    <a:pt x="552612" y="261506"/>
                    <a:pt x="552096" y="255830"/>
                  </a:cubicBezTo>
                  <a:cubicBezTo>
                    <a:pt x="550032" y="228999"/>
                    <a:pt x="547968" y="202684"/>
                    <a:pt x="545904" y="175854"/>
                  </a:cubicBezTo>
                  <a:cubicBezTo>
                    <a:pt x="543840" y="149023"/>
                    <a:pt x="541776" y="122708"/>
                    <a:pt x="539712" y="95877"/>
                  </a:cubicBezTo>
                  <a:cubicBezTo>
                    <a:pt x="538680" y="83493"/>
                    <a:pt x="544872" y="73690"/>
                    <a:pt x="556739" y="69562"/>
                  </a:cubicBezTo>
                  <a:cubicBezTo>
                    <a:pt x="609885" y="51503"/>
                    <a:pt x="663031" y="33444"/>
                    <a:pt x="716176" y="15901"/>
                  </a:cubicBezTo>
                  <a:cubicBezTo>
                    <a:pt x="719788" y="14869"/>
                    <a:pt x="722884" y="14353"/>
                    <a:pt x="726496" y="14353"/>
                  </a:cubicBezTo>
                  <a:cubicBezTo>
                    <a:pt x="736299" y="14869"/>
                    <a:pt x="742491" y="21060"/>
                    <a:pt x="748167" y="28800"/>
                  </a:cubicBezTo>
                  <a:cubicBezTo>
                    <a:pt x="781189" y="76786"/>
                    <a:pt x="814728" y="124772"/>
                    <a:pt x="847750" y="172758"/>
                  </a:cubicBezTo>
                  <a:cubicBezTo>
                    <a:pt x="855490" y="183593"/>
                    <a:pt x="865810" y="188753"/>
                    <a:pt x="878709" y="187721"/>
                  </a:cubicBezTo>
                  <a:cubicBezTo>
                    <a:pt x="896252" y="186173"/>
                    <a:pt x="914312" y="185657"/>
                    <a:pt x="931855" y="185657"/>
                  </a:cubicBezTo>
                  <a:cubicBezTo>
                    <a:pt x="939079" y="185657"/>
                    <a:pt x="944239" y="183077"/>
                    <a:pt x="948366" y="177401"/>
                  </a:cubicBezTo>
                  <a:cubicBezTo>
                    <a:pt x="950430" y="174822"/>
                    <a:pt x="952494" y="171726"/>
                    <a:pt x="954042" y="169146"/>
                  </a:cubicBezTo>
                  <a:cubicBezTo>
                    <a:pt x="962814" y="153150"/>
                    <a:pt x="971069" y="137155"/>
                    <a:pt x="979840" y="121676"/>
                  </a:cubicBezTo>
                  <a:cubicBezTo>
                    <a:pt x="998932" y="85558"/>
                    <a:pt x="1018539" y="49955"/>
                    <a:pt x="1037630" y="13837"/>
                  </a:cubicBezTo>
                  <a:cubicBezTo>
                    <a:pt x="1043822" y="2485"/>
                    <a:pt x="1053626" y="-2159"/>
                    <a:pt x="1066525" y="937"/>
                  </a:cubicBezTo>
                  <a:cubicBezTo>
                    <a:pt x="1122251" y="14353"/>
                    <a:pt x="1177976" y="27252"/>
                    <a:pt x="1233702" y="40667"/>
                  </a:cubicBezTo>
                  <a:cubicBezTo>
                    <a:pt x="1245569" y="43763"/>
                    <a:pt x="1252793" y="52535"/>
                    <a:pt x="1253309" y="64918"/>
                  </a:cubicBezTo>
                  <a:cubicBezTo>
                    <a:pt x="1253825" y="71626"/>
                    <a:pt x="1253825" y="78334"/>
                    <a:pt x="1254341" y="85042"/>
                  </a:cubicBezTo>
                  <a:cubicBezTo>
                    <a:pt x="1255888" y="126836"/>
                    <a:pt x="1256921" y="168630"/>
                    <a:pt x="1258468" y="209908"/>
                  </a:cubicBezTo>
                  <a:cubicBezTo>
                    <a:pt x="1258985" y="221260"/>
                    <a:pt x="1259501" y="233127"/>
                    <a:pt x="1260016" y="244478"/>
                  </a:cubicBezTo>
                  <a:cubicBezTo>
                    <a:pt x="1260532" y="255830"/>
                    <a:pt x="1266208" y="264602"/>
                    <a:pt x="1276012" y="270277"/>
                  </a:cubicBezTo>
                  <a:cubicBezTo>
                    <a:pt x="1288395" y="277501"/>
                    <a:pt x="1301295" y="284209"/>
                    <a:pt x="1313678" y="291948"/>
                  </a:cubicBezTo>
                  <a:cubicBezTo>
                    <a:pt x="1326062" y="299172"/>
                    <a:pt x="1337413" y="298656"/>
                    <a:pt x="1349797" y="291948"/>
                  </a:cubicBezTo>
                  <a:cubicBezTo>
                    <a:pt x="1400879" y="263570"/>
                    <a:pt x="1451444" y="235191"/>
                    <a:pt x="1502526" y="206812"/>
                  </a:cubicBezTo>
                  <a:cubicBezTo>
                    <a:pt x="1514394" y="200105"/>
                    <a:pt x="1525745" y="202168"/>
                    <a:pt x="1535033" y="211456"/>
                  </a:cubicBezTo>
                  <a:cubicBezTo>
                    <a:pt x="1574763" y="251702"/>
                    <a:pt x="1613977" y="292464"/>
                    <a:pt x="1653707" y="332711"/>
                  </a:cubicBezTo>
                  <a:cubicBezTo>
                    <a:pt x="1664027" y="343546"/>
                    <a:pt x="1665575" y="353350"/>
                    <a:pt x="1657835" y="366249"/>
                  </a:cubicBezTo>
                  <a:cubicBezTo>
                    <a:pt x="1628424" y="416299"/>
                    <a:pt x="1598497" y="465833"/>
                    <a:pt x="1569087" y="515883"/>
                  </a:cubicBezTo>
                  <a:cubicBezTo>
                    <a:pt x="1562379" y="527234"/>
                    <a:pt x="1561863" y="539102"/>
                    <a:pt x="1568571" y="550453"/>
                  </a:cubicBezTo>
                  <a:cubicBezTo>
                    <a:pt x="1576311" y="564384"/>
                    <a:pt x="1583534" y="578316"/>
                    <a:pt x="1591274" y="592247"/>
                  </a:cubicBezTo>
                  <a:cubicBezTo>
                    <a:pt x="1596950" y="602567"/>
                    <a:pt x="1605721" y="608243"/>
                    <a:pt x="1617589" y="608759"/>
                  </a:cubicBezTo>
                  <a:cubicBezTo>
                    <a:pt x="1637196" y="610307"/>
                    <a:pt x="1657319" y="611339"/>
                    <a:pt x="1676926" y="612886"/>
                  </a:cubicBezTo>
                  <a:cubicBezTo>
                    <a:pt x="1717172" y="615466"/>
                    <a:pt x="1757419" y="618046"/>
                    <a:pt x="1797665" y="620626"/>
                  </a:cubicBezTo>
                  <a:cubicBezTo>
                    <a:pt x="1809016" y="621142"/>
                    <a:pt x="1818304" y="628882"/>
                    <a:pt x="1820884" y="640233"/>
                  </a:cubicBezTo>
                  <a:cubicBezTo>
                    <a:pt x="1833267" y="695959"/>
                    <a:pt x="1845135" y="752200"/>
                    <a:pt x="1857518" y="808442"/>
                  </a:cubicBezTo>
                  <a:cubicBezTo>
                    <a:pt x="1859066" y="816181"/>
                    <a:pt x="1857002" y="822889"/>
                    <a:pt x="1851842" y="829081"/>
                  </a:cubicBezTo>
                  <a:cubicBezTo>
                    <a:pt x="1849262" y="832177"/>
                    <a:pt x="1845135" y="834241"/>
                    <a:pt x="1841523" y="836305"/>
                  </a:cubicBezTo>
                  <a:cubicBezTo>
                    <a:pt x="1789925" y="862103"/>
                    <a:pt x="1738327" y="887902"/>
                    <a:pt x="1686214" y="913701"/>
                  </a:cubicBezTo>
                  <a:cubicBezTo>
                    <a:pt x="1675378" y="919377"/>
                    <a:pt x="1669187" y="927633"/>
                    <a:pt x="1668670" y="940016"/>
                  </a:cubicBezTo>
                  <a:cubicBezTo>
                    <a:pt x="1667639" y="959623"/>
                    <a:pt x="1666090" y="978714"/>
                    <a:pt x="1665059" y="998322"/>
                  </a:cubicBezTo>
                  <a:cubicBezTo>
                    <a:pt x="1664543" y="1009673"/>
                    <a:pt x="1668670" y="1019477"/>
                    <a:pt x="1678474" y="1026184"/>
                  </a:cubicBezTo>
                  <a:cubicBezTo>
                    <a:pt x="1726460" y="1061271"/>
                    <a:pt x="1773930" y="1096873"/>
                    <a:pt x="1821916" y="1131960"/>
                  </a:cubicBezTo>
                  <a:cubicBezTo>
                    <a:pt x="1833267" y="1140215"/>
                    <a:pt x="1836879" y="1150535"/>
                    <a:pt x="1831720" y="1163950"/>
                  </a:cubicBezTo>
                  <a:cubicBezTo>
                    <a:pt x="1822948" y="1188201"/>
                    <a:pt x="1814176" y="1212452"/>
                    <a:pt x="1805404" y="1236703"/>
                  </a:cubicBezTo>
                  <a:cubicBezTo>
                    <a:pt x="1795601" y="1263534"/>
                    <a:pt x="1785798" y="1290881"/>
                    <a:pt x="1775478" y="1317711"/>
                  </a:cubicBezTo>
                  <a:cubicBezTo>
                    <a:pt x="1771350" y="1329063"/>
                    <a:pt x="1761546" y="1335255"/>
                    <a:pt x="1750195" y="1334223"/>
                  </a:cubicBezTo>
                  <a:cubicBezTo>
                    <a:pt x="1728524" y="1332159"/>
                    <a:pt x="1707369" y="1329579"/>
                    <a:pt x="1685698" y="1327515"/>
                  </a:cubicBezTo>
                  <a:cubicBezTo>
                    <a:pt x="1648548" y="1323387"/>
                    <a:pt x="1611397" y="1319259"/>
                    <a:pt x="1574247" y="1315648"/>
                  </a:cubicBezTo>
                  <a:cubicBezTo>
                    <a:pt x="1562379" y="1314616"/>
                    <a:pt x="1553092" y="1318743"/>
                    <a:pt x="1545868" y="1328547"/>
                  </a:cubicBezTo>
                  <a:cubicBezTo>
                    <a:pt x="1532453" y="1346606"/>
                    <a:pt x="1519553" y="1365181"/>
                    <a:pt x="1505622" y="1383241"/>
                  </a:cubicBezTo>
                  <a:cubicBezTo>
                    <a:pt x="1497366" y="1394076"/>
                    <a:pt x="1496334" y="1405428"/>
                    <a:pt x="1500978" y="1417811"/>
                  </a:cubicBezTo>
                  <a:cubicBezTo>
                    <a:pt x="1521617" y="1472505"/>
                    <a:pt x="1542772" y="1527198"/>
                    <a:pt x="1563411" y="1581892"/>
                  </a:cubicBezTo>
                  <a:cubicBezTo>
                    <a:pt x="1569087" y="1596339"/>
                    <a:pt x="1565991" y="1606143"/>
                    <a:pt x="1554124" y="1615430"/>
                  </a:cubicBezTo>
                  <a:cubicBezTo>
                    <a:pt x="1512845" y="1646389"/>
                    <a:pt x="1472083" y="1677864"/>
                    <a:pt x="1430805" y="1708822"/>
                  </a:cubicBezTo>
                  <a:cubicBezTo>
                    <a:pt x="1418938" y="1717594"/>
                    <a:pt x="1408618" y="1717594"/>
                    <a:pt x="1397266" y="1708306"/>
                  </a:cubicBezTo>
                  <a:cubicBezTo>
                    <a:pt x="1352892" y="1672704"/>
                    <a:pt x="1308003" y="1636585"/>
                    <a:pt x="1263628" y="1600467"/>
                  </a:cubicBezTo>
                  <a:cubicBezTo>
                    <a:pt x="1253825" y="1592727"/>
                    <a:pt x="1243505" y="1590147"/>
                    <a:pt x="1232154" y="1594275"/>
                  </a:cubicBezTo>
                  <a:cubicBezTo>
                    <a:pt x="1205839" y="1604079"/>
                    <a:pt x="1179524" y="1613883"/>
                    <a:pt x="1153725" y="1624202"/>
                  </a:cubicBezTo>
                  <a:cubicBezTo>
                    <a:pt x="1143406" y="1628330"/>
                    <a:pt x="1137214" y="1636070"/>
                    <a:pt x="1134634" y="1646905"/>
                  </a:cubicBezTo>
                  <a:cubicBezTo>
                    <a:pt x="1131022" y="1663932"/>
                    <a:pt x="1127411" y="1681475"/>
                    <a:pt x="1123798" y="1698503"/>
                  </a:cubicBezTo>
                  <a:cubicBezTo>
                    <a:pt x="1115027" y="1739781"/>
                    <a:pt x="1106771" y="1780543"/>
                    <a:pt x="1097999" y="1821821"/>
                  </a:cubicBezTo>
                  <a:cubicBezTo>
                    <a:pt x="1095420" y="1833689"/>
                    <a:pt x="1088196" y="1840913"/>
                    <a:pt x="1076329" y="1842460"/>
                  </a:cubicBezTo>
                  <a:cubicBezTo>
                    <a:pt x="1048982" y="1846072"/>
                    <a:pt x="1021635" y="1848652"/>
                    <a:pt x="994288" y="1851232"/>
                  </a:cubicBezTo>
                  <a:cubicBezTo>
                    <a:pt x="980873" y="1850200"/>
                    <a:pt x="970037" y="1851232"/>
                    <a:pt x="959201" y="1852264"/>
                  </a:cubicBezTo>
                  <a:close/>
                  <a:moveTo>
                    <a:pt x="928759" y="382245"/>
                  </a:moveTo>
                  <a:cubicBezTo>
                    <a:pt x="633620" y="381729"/>
                    <a:pt x="388015" y="619594"/>
                    <a:pt x="386983" y="921957"/>
                  </a:cubicBezTo>
                  <a:cubicBezTo>
                    <a:pt x="385951" y="1222772"/>
                    <a:pt x="627428" y="1464765"/>
                    <a:pt x="926695" y="1465797"/>
                  </a:cubicBezTo>
                  <a:cubicBezTo>
                    <a:pt x="1229058" y="1466829"/>
                    <a:pt x="1470019" y="1222772"/>
                    <a:pt x="1470535" y="924537"/>
                  </a:cubicBezTo>
                  <a:cubicBezTo>
                    <a:pt x="1470535" y="625270"/>
                    <a:pt x="1228026" y="381729"/>
                    <a:pt x="928759" y="382245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="" xmlns:a16="http://schemas.microsoft.com/office/drawing/2014/main" id="{77478775-9720-4065-9D9F-0A2FCB97F2F0}"/>
                </a:ext>
              </a:extLst>
            </p:cNvPr>
            <p:cNvSpPr/>
            <p:nvPr/>
          </p:nvSpPr>
          <p:spPr>
            <a:xfrm>
              <a:off x="4032637" y="2622975"/>
              <a:ext cx="1051669" cy="1070562"/>
            </a:xfrm>
            <a:custGeom>
              <a:avLst/>
              <a:gdLst>
                <a:gd name="connsiteX0" fmla="*/ 879664 w 1723364"/>
                <a:gd name="connsiteY0" fmla="*/ 267 h 1754322"/>
                <a:gd name="connsiteX1" fmla="*/ 964801 w 1723364"/>
                <a:gd name="connsiteY1" fmla="*/ 5943 h 1754322"/>
                <a:gd name="connsiteX2" fmla="*/ 979248 w 1723364"/>
                <a:gd name="connsiteY2" fmla="*/ 18843 h 1754322"/>
                <a:gd name="connsiteX3" fmla="*/ 977700 w 1723364"/>
                <a:gd name="connsiteY3" fmla="*/ 158673 h 1754322"/>
                <a:gd name="connsiteX4" fmla="*/ 968928 w 1723364"/>
                <a:gd name="connsiteY4" fmla="*/ 213366 h 1754322"/>
                <a:gd name="connsiteX5" fmla="*/ 979764 w 1723364"/>
                <a:gd name="connsiteY5" fmla="*/ 229877 h 1754322"/>
                <a:gd name="connsiteX6" fmla="*/ 1149520 w 1723364"/>
                <a:gd name="connsiteY6" fmla="*/ 285087 h 1754322"/>
                <a:gd name="connsiteX7" fmla="*/ 1166548 w 1723364"/>
                <a:gd name="connsiteY7" fmla="*/ 278379 h 1754322"/>
                <a:gd name="connsiteX8" fmla="*/ 1210406 w 1723364"/>
                <a:gd name="connsiteY8" fmla="*/ 190663 h 1754322"/>
                <a:gd name="connsiteX9" fmla="*/ 1263035 w 1723364"/>
                <a:gd name="connsiteY9" fmla="*/ 123070 h 1754322"/>
                <a:gd name="connsiteX10" fmla="*/ 1304314 w 1723364"/>
                <a:gd name="connsiteY10" fmla="*/ 119458 h 1754322"/>
                <a:gd name="connsiteX11" fmla="*/ 1458075 w 1723364"/>
                <a:gd name="connsiteY11" fmla="*/ 231941 h 1754322"/>
                <a:gd name="connsiteX12" fmla="*/ 1462203 w 1723364"/>
                <a:gd name="connsiteY12" fmla="*/ 251549 h 1754322"/>
                <a:gd name="connsiteX13" fmla="*/ 1461171 w 1723364"/>
                <a:gd name="connsiteY13" fmla="*/ 254128 h 1754322"/>
                <a:gd name="connsiteX14" fmla="*/ 1396158 w 1723364"/>
                <a:gd name="connsiteY14" fmla="*/ 347004 h 1754322"/>
                <a:gd name="connsiteX15" fmla="*/ 1337336 w 1723364"/>
                <a:gd name="connsiteY15" fmla="*/ 404794 h 1754322"/>
                <a:gd name="connsiteX16" fmla="*/ 1336304 w 1723364"/>
                <a:gd name="connsiteY16" fmla="*/ 419757 h 1754322"/>
                <a:gd name="connsiteX17" fmla="*/ 1369327 w 1723364"/>
                <a:gd name="connsiteY17" fmla="*/ 457939 h 1754322"/>
                <a:gd name="connsiteX18" fmla="*/ 1442596 w 1723364"/>
                <a:gd name="connsiteY18" fmla="*/ 565263 h 1754322"/>
                <a:gd name="connsiteX19" fmla="*/ 1462719 w 1723364"/>
                <a:gd name="connsiteY19" fmla="*/ 570938 h 1754322"/>
                <a:gd name="connsiteX20" fmla="*/ 1573138 w 1723364"/>
                <a:gd name="connsiteY20" fmla="*/ 514697 h 1754322"/>
                <a:gd name="connsiteX21" fmla="*/ 1650018 w 1723364"/>
                <a:gd name="connsiteY21" fmla="*/ 501281 h 1754322"/>
                <a:gd name="connsiteX22" fmla="*/ 1659822 w 1723364"/>
                <a:gd name="connsiteY22" fmla="*/ 509537 h 1754322"/>
                <a:gd name="connsiteX23" fmla="*/ 1724835 w 1723364"/>
                <a:gd name="connsiteY23" fmla="*/ 709220 h 1754322"/>
                <a:gd name="connsiteX24" fmla="*/ 1717611 w 1723364"/>
                <a:gd name="connsiteY24" fmla="*/ 723668 h 1754322"/>
                <a:gd name="connsiteX25" fmla="*/ 1671173 w 1723364"/>
                <a:gd name="connsiteY25" fmla="*/ 748950 h 1754322"/>
                <a:gd name="connsiteX26" fmla="*/ 1618544 w 1723364"/>
                <a:gd name="connsiteY26" fmla="*/ 760302 h 1754322"/>
                <a:gd name="connsiteX27" fmla="*/ 1529280 w 1723364"/>
                <a:gd name="connsiteY27" fmla="*/ 774234 h 1754322"/>
                <a:gd name="connsiteX28" fmla="*/ 1515349 w 1723364"/>
                <a:gd name="connsiteY28" fmla="*/ 791777 h 1754322"/>
                <a:gd name="connsiteX29" fmla="*/ 1521024 w 1723364"/>
                <a:gd name="connsiteY29" fmla="*/ 857306 h 1754322"/>
                <a:gd name="connsiteX30" fmla="*/ 1516380 w 1723364"/>
                <a:gd name="connsiteY30" fmla="*/ 953794 h 1754322"/>
                <a:gd name="connsiteX31" fmla="*/ 1538567 w 1723364"/>
                <a:gd name="connsiteY31" fmla="*/ 983720 h 1754322"/>
                <a:gd name="connsiteX32" fmla="*/ 1653114 w 1723364"/>
                <a:gd name="connsiteY32" fmla="*/ 1001779 h 1754322"/>
                <a:gd name="connsiteX33" fmla="*/ 1700584 w 1723364"/>
                <a:gd name="connsiteY33" fmla="*/ 1024483 h 1754322"/>
                <a:gd name="connsiteX34" fmla="*/ 1719675 w 1723364"/>
                <a:gd name="connsiteY34" fmla="*/ 1067825 h 1754322"/>
                <a:gd name="connsiteX35" fmla="*/ 1661370 w 1723364"/>
                <a:gd name="connsiteY35" fmla="*/ 1243773 h 1754322"/>
                <a:gd name="connsiteX36" fmla="*/ 1641763 w 1723364"/>
                <a:gd name="connsiteY36" fmla="*/ 1255124 h 1754322"/>
                <a:gd name="connsiteX37" fmla="*/ 1541663 w 1723364"/>
                <a:gd name="connsiteY37" fmla="*/ 1226230 h 1754322"/>
                <a:gd name="connsiteX38" fmla="*/ 1461687 w 1723364"/>
                <a:gd name="connsiteY38" fmla="*/ 1184436 h 1754322"/>
                <a:gd name="connsiteX39" fmla="*/ 1444143 w 1723364"/>
                <a:gd name="connsiteY39" fmla="*/ 1189079 h 1754322"/>
                <a:gd name="connsiteX40" fmla="*/ 1339400 w 1723364"/>
                <a:gd name="connsiteY40" fmla="*/ 1333553 h 1754322"/>
                <a:gd name="connsiteX41" fmla="*/ 1339916 w 1723364"/>
                <a:gd name="connsiteY41" fmla="*/ 1353160 h 1754322"/>
                <a:gd name="connsiteX42" fmla="*/ 1430212 w 1723364"/>
                <a:gd name="connsiteY42" fmla="*/ 1443456 h 1754322"/>
                <a:gd name="connsiteX43" fmla="*/ 1465814 w 1723364"/>
                <a:gd name="connsiteY43" fmla="*/ 1511565 h 1754322"/>
                <a:gd name="connsiteX44" fmla="*/ 1461171 w 1723364"/>
                <a:gd name="connsiteY44" fmla="*/ 1521369 h 1754322"/>
                <a:gd name="connsiteX45" fmla="*/ 1290382 w 1723364"/>
                <a:gd name="connsiteY45" fmla="*/ 1645203 h 1754322"/>
                <a:gd name="connsiteX46" fmla="*/ 1275419 w 1723364"/>
                <a:gd name="connsiteY46" fmla="*/ 1643655 h 1754322"/>
                <a:gd name="connsiteX47" fmla="*/ 1207310 w 1723364"/>
                <a:gd name="connsiteY47" fmla="*/ 1558003 h 1754322"/>
                <a:gd name="connsiteX48" fmla="*/ 1167064 w 1723364"/>
                <a:gd name="connsiteY48" fmla="*/ 1477511 h 1754322"/>
                <a:gd name="connsiteX49" fmla="*/ 1150036 w 1723364"/>
                <a:gd name="connsiteY49" fmla="*/ 1470803 h 1754322"/>
                <a:gd name="connsiteX50" fmla="*/ 981312 w 1723364"/>
                <a:gd name="connsiteY50" fmla="*/ 1526013 h 1754322"/>
                <a:gd name="connsiteX51" fmla="*/ 969960 w 1723364"/>
                <a:gd name="connsiteY51" fmla="*/ 1544072 h 1754322"/>
                <a:gd name="connsiteX52" fmla="*/ 989052 w 1723364"/>
                <a:gd name="connsiteY52" fmla="*/ 1663779 h 1754322"/>
                <a:gd name="connsiteX53" fmla="*/ 978216 w 1723364"/>
                <a:gd name="connsiteY53" fmla="*/ 1743755 h 1754322"/>
                <a:gd name="connsiteX54" fmla="*/ 966864 w 1723364"/>
                <a:gd name="connsiteY54" fmla="*/ 1749947 h 1754322"/>
                <a:gd name="connsiteX55" fmla="*/ 758410 w 1723364"/>
                <a:gd name="connsiteY55" fmla="*/ 1749947 h 1754322"/>
                <a:gd name="connsiteX56" fmla="*/ 745510 w 1723364"/>
                <a:gd name="connsiteY56" fmla="*/ 1737047 h 1754322"/>
                <a:gd name="connsiteX57" fmla="*/ 747058 w 1723364"/>
                <a:gd name="connsiteY57" fmla="*/ 1598249 h 1754322"/>
                <a:gd name="connsiteX58" fmla="*/ 756346 w 1723364"/>
                <a:gd name="connsiteY58" fmla="*/ 1543556 h 1754322"/>
                <a:gd name="connsiteX59" fmla="*/ 744478 w 1723364"/>
                <a:gd name="connsiteY59" fmla="*/ 1525496 h 1754322"/>
                <a:gd name="connsiteX60" fmla="*/ 575754 w 1723364"/>
                <a:gd name="connsiteY60" fmla="*/ 1470287 h 1754322"/>
                <a:gd name="connsiteX61" fmla="*/ 559758 w 1723364"/>
                <a:gd name="connsiteY61" fmla="*/ 1475963 h 1754322"/>
                <a:gd name="connsiteX62" fmla="*/ 504549 w 1723364"/>
                <a:gd name="connsiteY62" fmla="*/ 1585350 h 1754322"/>
                <a:gd name="connsiteX63" fmla="*/ 447275 w 1723364"/>
                <a:gd name="connsiteY63" fmla="*/ 1645719 h 1754322"/>
                <a:gd name="connsiteX64" fmla="*/ 434376 w 1723364"/>
                <a:gd name="connsiteY64" fmla="*/ 1643655 h 1754322"/>
                <a:gd name="connsiteX65" fmla="*/ 290418 w 1723364"/>
                <a:gd name="connsiteY65" fmla="*/ 1542008 h 1754322"/>
                <a:gd name="connsiteX66" fmla="*/ 265651 w 1723364"/>
                <a:gd name="connsiteY66" fmla="*/ 1521369 h 1754322"/>
                <a:gd name="connsiteX67" fmla="*/ 262039 w 1723364"/>
                <a:gd name="connsiteY67" fmla="*/ 1505889 h 1754322"/>
                <a:gd name="connsiteX68" fmla="*/ 321893 w 1723364"/>
                <a:gd name="connsiteY68" fmla="*/ 1415593 h 1754322"/>
                <a:gd name="connsiteX69" fmla="*/ 386906 w 1723364"/>
                <a:gd name="connsiteY69" fmla="*/ 1351096 h 1754322"/>
                <a:gd name="connsiteX70" fmla="*/ 387938 w 1723364"/>
                <a:gd name="connsiteY70" fmla="*/ 1334069 h 1754322"/>
                <a:gd name="connsiteX71" fmla="*/ 354915 w 1723364"/>
                <a:gd name="connsiteY71" fmla="*/ 1295887 h 1754322"/>
                <a:gd name="connsiteX72" fmla="*/ 282678 w 1723364"/>
                <a:gd name="connsiteY72" fmla="*/ 1189595 h 1754322"/>
                <a:gd name="connsiteX73" fmla="*/ 262555 w 1723364"/>
                <a:gd name="connsiteY73" fmla="*/ 1183920 h 1754322"/>
                <a:gd name="connsiteX74" fmla="*/ 152136 w 1723364"/>
                <a:gd name="connsiteY74" fmla="*/ 1240161 h 1754322"/>
                <a:gd name="connsiteX75" fmla="*/ 75256 w 1723364"/>
                <a:gd name="connsiteY75" fmla="*/ 1253577 h 1754322"/>
                <a:gd name="connsiteX76" fmla="*/ 65452 w 1723364"/>
                <a:gd name="connsiteY76" fmla="*/ 1245321 h 1754322"/>
                <a:gd name="connsiteX77" fmla="*/ 439 w 1723364"/>
                <a:gd name="connsiteY77" fmla="*/ 1045637 h 1754322"/>
                <a:gd name="connsiteX78" fmla="*/ 7663 w 1723364"/>
                <a:gd name="connsiteY78" fmla="*/ 1031190 h 1754322"/>
                <a:gd name="connsiteX79" fmla="*/ 54101 w 1723364"/>
                <a:gd name="connsiteY79" fmla="*/ 1005907 h 1754322"/>
                <a:gd name="connsiteX80" fmla="*/ 106730 w 1723364"/>
                <a:gd name="connsiteY80" fmla="*/ 994556 h 1754322"/>
                <a:gd name="connsiteX81" fmla="*/ 197026 w 1723364"/>
                <a:gd name="connsiteY81" fmla="*/ 980109 h 1754322"/>
                <a:gd name="connsiteX82" fmla="*/ 209410 w 1723364"/>
                <a:gd name="connsiteY82" fmla="*/ 964113 h 1754322"/>
                <a:gd name="connsiteX83" fmla="*/ 203734 w 1723364"/>
                <a:gd name="connsiteY83" fmla="*/ 897552 h 1754322"/>
                <a:gd name="connsiteX84" fmla="*/ 208378 w 1723364"/>
                <a:gd name="connsiteY84" fmla="*/ 801064 h 1754322"/>
                <a:gd name="connsiteX85" fmla="*/ 185159 w 1723364"/>
                <a:gd name="connsiteY85" fmla="*/ 770622 h 1754322"/>
                <a:gd name="connsiteX86" fmla="*/ 73192 w 1723364"/>
                <a:gd name="connsiteY86" fmla="*/ 753079 h 1754322"/>
                <a:gd name="connsiteX87" fmla="*/ 24690 w 1723364"/>
                <a:gd name="connsiteY87" fmla="*/ 730375 h 1754322"/>
                <a:gd name="connsiteX88" fmla="*/ 5599 w 1723364"/>
                <a:gd name="connsiteY88" fmla="*/ 687033 h 1754322"/>
                <a:gd name="connsiteX89" fmla="*/ 63904 w 1723364"/>
                <a:gd name="connsiteY89" fmla="*/ 511085 h 1754322"/>
                <a:gd name="connsiteX90" fmla="*/ 83511 w 1723364"/>
                <a:gd name="connsiteY90" fmla="*/ 499733 h 1754322"/>
                <a:gd name="connsiteX91" fmla="*/ 183611 w 1723364"/>
                <a:gd name="connsiteY91" fmla="*/ 528628 h 1754322"/>
                <a:gd name="connsiteX92" fmla="*/ 262555 w 1723364"/>
                <a:gd name="connsiteY92" fmla="*/ 569390 h 1754322"/>
                <a:gd name="connsiteX93" fmla="*/ 282163 w 1723364"/>
                <a:gd name="connsiteY93" fmla="*/ 564231 h 1754322"/>
                <a:gd name="connsiteX94" fmla="*/ 386906 w 1723364"/>
                <a:gd name="connsiteY94" fmla="*/ 419757 h 1754322"/>
                <a:gd name="connsiteX95" fmla="*/ 386390 w 1723364"/>
                <a:gd name="connsiteY95" fmla="*/ 402214 h 1754322"/>
                <a:gd name="connsiteX96" fmla="*/ 296094 w 1723364"/>
                <a:gd name="connsiteY96" fmla="*/ 311918 h 1754322"/>
                <a:gd name="connsiteX97" fmla="*/ 259975 w 1723364"/>
                <a:gd name="connsiteY97" fmla="*/ 242777 h 1754322"/>
                <a:gd name="connsiteX98" fmla="*/ 264619 w 1723364"/>
                <a:gd name="connsiteY98" fmla="*/ 232973 h 1754322"/>
                <a:gd name="connsiteX99" fmla="*/ 435408 w 1723364"/>
                <a:gd name="connsiteY99" fmla="*/ 109139 h 1754322"/>
                <a:gd name="connsiteX100" fmla="*/ 450371 w 1723364"/>
                <a:gd name="connsiteY100" fmla="*/ 110687 h 1754322"/>
                <a:gd name="connsiteX101" fmla="*/ 518480 w 1723364"/>
                <a:gd name="connsiteY101" fmla="*/ 196339 h 1754322"/>
                <a:gd name="connsiteX102" fmla="*/ 559758 w 1723364"/>
                <a:gd name="connsiteY102" fmla="*/ 277863 h 1754322"/>
                <a:gd name="connsiteX103" fmla="*/ 574722 w 1723364"/>
                <a:gd name="connsiteY103" fmla="*/ 283539 h 1754322"/>
                <a:gd name="connsiteX104" fmla="*/ 746026 w 1723364"/>
                <a:gd name="connsiteY104" fmla="*/ 227813 h 1754322"/>
                <a:gd name="connsiteX105" fmla="*/ 756346 w 1723364"/>
                <a:gd name="connsiteY105" fmla="*/ 211302 h 1754322"/>
                <a:gd name="connsiteX106" fmla="*/ 737254 w 1723364"/>
                <a:gd name="connsiteY106" fmla="*/ 91596 h 1754322"/>
                <a:gd name="connsiteX107" fmla="*/ 748090 w 1723364"/>
                <a:gd name="connsiteY107" fmla="*/ 10587 h 1754322"/>
                <a:gd name="connsiteX108" fmla="*/ 758410 w 1723364"/>
                <a:gd name="connsiteY108" fmla="*/ 4395 h 1754322"/>
                <a:gd name="connsiteX109" fmla="*/ 879664 w 1723364"/>
                <a:gd name="connsiteY109" fmla="*/ 267 h 1754322"/>
                <a:gd name="connsiteX110" fmla="*/ 861605 w 1723364"/>
                <a:gd name="connsiteY110" fmla="*/ 1409918 h 1754322"/>
                <a:gd name="connsiteX111" fmla="*/ 1392546 w 1723364"/>
                <a:gd name="connsiteY111" fmla="*/ 879493 h 1754322"/>
                <a:gd name="connsiteX112" fmla="*/ 862637 w 1723364"/>
                <a:gd name="connsiteY112" fmla="*/ 348552 h 1754322"/>
                <a:gd name="connsiteX113" fmla="*/ 331180 w 1723364"/>
                <a:gd name="connsiteY113" fmla="*/ 879493 h 1754322"/>
                <a:gd name="connsiteX114" fmla="*/ 861605 w 1723364"/>
                <a:gd name="connsiteY114" fmla="*/ 1409918 h 1754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1723364" h="1754322">
                  <a:moveTo>
                    <a:pt x="879664" y="267"/>
                  </a:moveTo>
                  <a:cubicBezTo>
                    <a:pt x="907527" y="2332"/>
                    <a:pt x="935906" y="4395"/>
                    <a:pt x="964801" y="5943"/>
                  </a:cubicBezTo>
                  <a:cubicBezTo>
                    <a:pt x="974088" y="6459"/>
                    <a:pt x="976668" y="11103"/>
                    <a:pt x="979248" y="18843"/>
                  </a:cubicBezTo>
                  <a:cubicBezTo>
                    <a:pt x="994727" y="65797"/>
                    <a:pt x="985956" y="112235"/>
                    <a:pt x="977700" y="158673"/>
                  </a:cubicBezTo>
                  <a:cubicBezTo>
                    <a:pt x="974604" y="176732"/>
                    <a:pt x="972024" y="195307"/>
                    <a:pt x="968928" y="213366"/>
                  </a:cubicBezTo>
                  <a:cubicBezTo>
                    <a:pt x="967380" y="222654"/>
                    <a:pt x="969960" y="227813"/>
                    <a:pt x="979764" y="229877"/>
                  </a:cubicBezTo>
                  <a:cubicBezTo>
                    <a:pt x="1038585" y="240713"/>
                    <a:pt x="1095343" y="259804"/>
                    <a:pt x="1149520" y="285087"/>
                  </a:cubicBezTo>
                  <a:cubicBezTo>
                    <a:pt x="1158808" y="289215"/>
                    <a:pt x="1162420" y="286119"/>
                    <a:pt x="1166548" y="278379"/>
                  </a:cubicBezTo>
                  <a:cubicBezTo>
                    <a:pt x="1180995" y="248969"/>
                    <a:pt x="1197506" y="220590"/>
                    <a:pt x="1210406" y="190663"/>
                  </a:cubicBezTo>
                  <a:cubicBezTo>
                    <a:pt x="1222273" y="163316"/>
                    <a:pt x="1240848" y="142161"/>
                    <a:pt x="1263035" y="123070"/>
                  </a:cubicBezTo>
                  <a:cubicBezTo>
                    <a:pt x="1282643" y="106043"/>
                    <a:pt x="1282127" y="106559"/>
                    <a:pt x="1304314" y="119458"/>
                  </a:cubicBezTo>
                  <a:cubicBezTo>
                    <a:pt x="1359523" y="151449"/>
                    <a:pt x="1409573" y="190663"/>
                    <a:pt x="1458075" y="231941"/>
                  </a:cubicBezTo>
                  <a:cubicBezTo>
                    <a:pt x="1465299" y="238133"/>
                    <a:pt x="1467362" y="243809"/>
                    <a:pt x="1462203" y="251549"/>
                  </a:cubicBezTo>
                  <a:cubicBezTo>
                    <a:pt x="1461687" y="252064"/>
                    <a:pt x="1461171" y="253096"/>
                    <a:pt x="1461171" y="254128"/>
                  </a:cubicBezTo>
                  <a:cubicBezTo>
                    <a:pt x="1448271" y="291279"/>
                    <a:pt x="1425052" y="320689"/>
                    <a:pt x="1396158" y="347004"/>
                  </a:cubicBezTo>
                  <a:cubicBezTo>
                    <a:pt x="1375518" y="365064"/>
                    <a:pt x="1356943" y="385703"/>
                    <a:pt x="1337336" y="404794"/>
                  </a:cubicBezTo>
                  <a:cubicBezTo>
                    <a:pt x="1332177" y="409954"/>
                    <a:pt x="1330628" y="413565"/>
                    <a:pt x="1336304" y="419757"/>
                  </a:cubicBezTo>
                  <a:cubicBezTo>
                    <a:pt x="1347656" y="432141"/>
                    <a:pt x="1357459" y="445556"/>
                    <a:pt x="1369327" y="457939"/>
                  </a:cubicBezTo>
                  <a:cubicBezTo>
                    <a:pt x="1399769" y="489930"/>
                    <a:pt x="1419893" y="528628"/>
                    <a:pt x="1442596" y="565263"/>
                  </a:cubicBezTo>
                  <a:cubicBezTo>
                    <a:pt x="1448271" y="574550"/>
                    <a:pt x="1452915" y="576098"/>
                    <a:pt x="1462719" y="570938"/>
                  </a:cubicBezTo>
                  <a:cubicBezTo>
                    <a:pt x="1499353" y="551847"/>
                    <a:pt x="1535988" y="533272"/>
                    <a:pt x="1573138" y="514697"/>
                  </a:cubicBezTo>
                  <a:cubicBezTo>
                    <a:pt x="1597389" y="502830"/>
                    <a:pt x="1624220" y="504893"/>
                    <a:pt x="1650018" y="501281"/>
                  </a:cubicBezTo>
                  <a:cubicBezTo>
                    <a:pt x="1655694" y="500250"/>
                    <a:pt x="1658274" y="505409"/>
                    <a:pt x="1659822" y="509537"/>
                  </a:cubicBezTo>
                  <a:cubicBezTo>
                    <a:pt x="1687685" y="574034"/>
                    <a:pt x="1709872" y="640595"/>
                    <a:pt x="1724835" y="709220"/>
                  </a:cubicBezTo>
                  <a:cubicBezTo>
                    <a:pt x="1726383" y="716444"/>
                    <a:pt x="1723803" y="720572"/>
                    <a:pt x="1717611" y="723668"/>
                  </a:cubicBezTo>
                  <a:cubicBezTo>
                    <a:pt x="1702132" y="731923"/>
                    <a:pt x="1686653" y="740695"/>
                    <a:pt x="1671173" y="748950"/>
                  </a:cubicBezTo>
                  <a:cubicBezTo>
                    <a:pt x="1654662" y="757722"/>
                    <a:pt x="1636087" y="757206"/>
                    <a:pt x="1618544" y="760302"/>
                  </a:cubicBezTo>
                  <a:cubicBezTo>
                    <a:pt x="1589133" y="765462"/>
                    <a:pt x="1559207" y="770106"/>
                    <a:pt x="1529280" y="774234"/>
                  </a:cubicBezTo>
                  <a:cubicBezTo>
                    <a:pt x="1517412" y="775781"/>
                    <a:pt x="1514316" y="780941"/>
                    <a:pt x="1515349" y="791777"/>
                  </a:cubicBezTo>
                  <a:cubicBezTo>
                    <a:pt x="1517412" y="813448"/>
                    <a:pt x="1518444" y="835635"/>
                    <a:pt x="1521024" y="857306"/>
                  </a:cubicBezTo>
                  <a:cubicBezTo>
                    <a:pt x="1524636" y="889813"/>
                    <a:pt x="1518960" y="921803"/>
                    <a:pt x="1516380" y="953794"/>
                  </a:cubicBezTo>
                  <a:cubicBezTo>
                    <a:pt x="1514316" y="980109"/>
                    <a:pt x="1513284" y="980109"/>
                    <a:pt x="1538567" y="983720"/>
                  </a:cubicBezTo>
                  <a:cubicBezTo>
                    <a:pt x="1576750" y="989912"/>
                    <a:pt x="1614932" y="995588"/>
                    <a:pt x="1653114" y="1001779"/>
                  </a:cubicBezTo>
                  <a:cubicBezTo>
                    <a:pt x="1671173" y="1004875"/>
                    <a:pt x="1685105" y="1016227"/>
                    <a:pt x="1700584" y="1024483"/>
                  </a:cubicBezTo>
                  <a:cubicBezTo>
                    <a:pt x="1726899" y="1038414"/>
                    <a:pt x="1725867" y="1038930"/>
                    <a:pt x="1719675" y="1067825"/>
                  </a:cubicBezTo>
                  <a:cubicBezTo>
                    <a:pt x="1706260" y="1128710"/>
                    <a:pt x="1685105" y="1186500"/>
                    <a:pt x="1661370" y="1243773"/>
                  </a:cubicBezTo>
                  <a:cubicBezTo>
                    <a:pt x="1657242" y="1253577"/>
                    <a:pt x="1651566" y="1256157"/>
                    <a:pt x="1641763" y="1255124"/>
                  </a:cubicBezTo>
                  <a:cubicBezTo>
                    <a:pt x="1606160" y="1252028"/>
                    <a:pt x="1572622" y="1244805"/>
                    <a:pt x="1541663" y="1226230"/>
                  </a:cubicBezTo>
                  <a:cubicBezTo>
                    <a:pt x="1515864" y="1210750"/>
                    <a:pt x="1488001" y="1198883"/>
                    <a:pt x="1461687" y="1184436"/>
                  </a:cubicBezTo>
                  <a:cubicBezTo>
                    <a:pt x="1453947" y="1180308"/>
                    <a:pt x="1448787" y="1180308"/>
                    <a:pt x="1444143" y="1189079"/>
                  </a:cubicBezTo>
                  <a:cubicBezTo>
                    <a:pt x="1415249" y="1241709"/>
                    <a:pt x="1380162" y="1290211"/>
                    <a:pt x="1339400" y="1333553"/>
                  </a:cubicBezTo>
                  <a:cubicBezTo>
                    <a:pt x="1332177" y="1341293"/>
                    <a:pt x="1332177" y="1345936"/>
                    <a:pt x="1339916" y="1353160"/>
                  </a:cubicBezTo>
                  <a:cubicBezTo>
                    <a:pt x="1370359" y="1382571"/>
                    <a:pt x="1400801" y="1412498"/>
                    <a:pt x="1430212" y="1443456"/>
                  </a:cubicBezTo>
                  <a:cubicBezTo>
                    <a:pt x="1448271" y="1462547"/>
                    <a:pt x="1453947" y="1488862"/>
                    <a:pt x="1465814" y="1511565"/>
                  </a:cubicBezTo>
                  <a:cubicBezTo>
                    <a:pt x="1467879" y="1515693"/>
                    <a:pt x="1464267" y="1518789"/>
                    <a:pt x="1461171" y="1521369"/>
                  </a:cubicBezTo>
                  <a:cubicBezTo>
                    <a:pt x="1408025" y="1568323"/>
                    <a:pt x="1351784" y="1610117"/>
                    <a:pt x="1290382" y="1645203"/>
                  </a:cubicBezTo>
                  <a:cubicBezTo>
                    <a:pt x="1284707" y="1648815"/>
                    <a:pt x="1280579" y="1648299"/>
                    <a:pt x="1275419" y="1643655"/>
                  </a:cubicBezTo>
                  <a:cubicBezTo>
                    <a:pt x="1247040" y="1619404"/>
                    <a:pt x="1221757" y="1593606"/>
                    <a:pt x="1207310" y="1558003"/>
                  </a:cubicBezTo>
                  <a:cubicBezTo>
                    <a:pt x="1195958" y="1530140"/>
                    <a:pt x="1179963" y="1504341"/>
                    <a:pt x="1167064" y="1477511"/>
                  </a:cubicBezTo>
                  <a:cubicBezTo>
                    <a:pt x="1162936" y="1469255"/>
                    <a:pt x="1158808" y="1467191"/>
                    <a:pt x="1150036" y="1470803"/>
                  </a:cubicBezTo>
                  <a:cubicBezTo>
                    <a:pt x="1096375" y="1496086"/>
                    <a:pt x="1040133" y="1514661"/>
                    <a:pt x="981312" y="1526013"/>
                  </a:cubicBezTo>
                  <a:cubicBezTo>
                    <a:pt x="969960" y="1528076"/>
                    <a:pt x="967896" y="1534268"/>
                    <a:pt x="969960" y="1544072"/>
                  </a:cubicBezTo>
                  <a:cubicBezTo>
                    <a:pt x="976668" y="1583802"/>
                    <a:pt x="982860" y="1623532"/>
                    <a:pt x="989052" y="1663779"/>
                  </a:cubicBezTo>
                  <a:cubicBezTo>
                    <a:pt x="993179" y="1691641"/>
                    <a:pt x="982344" y="1716924"/>
                    <a:pt x="978216" y="1743755"/>
                  </a:cubicBezTo>
                  <a:cubicBezTo>
                    <a:pt x="977184" y="1749431"/>
                    <a:pt x="971508" y="1749431"/>
                    <a:pt x="966864" y="1749947"/>
                  </a:cubicBezTo>
                  <a:cubicBezTo>
                    <a:pt x="897207" y="1757170"/>
                    <a:pt x="828067" y="1756655"/>
                    <a:pt x="758410" y="1749947"/>
                  </a:cubicBezTo>
                  <a:cubicBezTo>
                    <a:pt x="749638" y="1748915"/>
                    <a:pt x="748090" y="1744271"/>
                    <a:pt x="745510" y="1737047"/>
                  </a:cubicBezTo>
                  <a:cubicBezTo>
                    <a:pt x="730031" y="1690609"/>
                    <a:pt x="738286" y="1644687"/>
                    <a:pt x="747058" y="1598249"/>
                  </a:cubicBezTo>
                  <a:cubicBezTo>
                    <a:pt x="750154" y="1580190"/>
                    <a:pt x="752734" y="1561615"/>
                    <a:pt x="756346" y="1543556"/>
                  </a:cubicBezTo>
                  <a:cubicBezTo>
                    <a:pt x="758410" y="1533236"/>
                    <a:pt x="755314" y="1527560"/>
                    <a:pt x="744478" y="1525496"/>
                  </a:cubicBezTo>
                  <a:cubicBezTo>
                    <a:pt x="685657" y="1514661"/>
                    <a:pt x="629931" y="1496086"/>
                    <a:pt x="575754" y="1470287"/>
                  </a:cubicBezTo>
                  <a:cubicBezTo>
                    <a:pt x="568014" y="1466675"/>
                    <a:pt x="563886" y="1467707"/>
                    <a:pt x="559758" y="1475963"/>
                  </a:cubicBezTo>
                  <a:cubicBezTo>
                    <a:pt x="541699" y="1512597"/>
                    <a:pt x="522608" y="1548715"/>
                    <a:pt x="504549" y="1585350"/>
                  </a:cubicBezTo>
                  <a:cubicBezTo>
                    <a:pt x="491649" y="1611149"/>
                    <a:pt x="466882" y="1626112"/>
                    <a:pt x="447275" y="1645719"/>
                  </a:cubicBezTo>
                  <a:cubicBezTo>
                    <a:pt x="442631" y="1650363"/>
                    <a:pt x="438504" y="1646235"/>
                    <a:pt x="434376" y="1643655"/>
                  </a:cubicBezTo>
                  <a:cubicBezTo>
                    <a:pt x="384326" y="1612697"/>
                    <a:pt x="334276" y="1581738"/>
                    <a:pt x="290418" y="1542008"/>
                  </a:cubicBezTo>
                  <a:cubicBezTo>
                    <a:pt x="282678" y="1534784"/>
                    <a:pt x="273907" y="1528076"/>
                    <a:pt x="265651" y="1521369"/>
                  </a:cubicBezTo>
                  <a:cubicBezTo>
                    <a:pt x="259975" y="1516725"/>
                    <a:pt x="259459" y="1512597"/>
                    <a:pt x="262039" y="1505889"/>
                  </a:cubicBezTo>
                  <a:cubicBezTo>
                    <a:pt x="276487" y="1472351"/>
                    <a:pt x="292998" y="1440360"/>
                    <a:pt x="321893" y="1415593"/>
                  </a:cubicBezTo>
                  <a:cubicBezTo>
                    <a:pt x="345112" y="1395986"/>
                    <a:pt x="365235" y="1372767"/>
                    <a:pt x="386906" y="1351096"/>
                  </a:cubicBezTo>
                  <a:cubicBezTo>
                    <a:pt x="393098" y="1345421"/>
                    <a:pt x="394129" y="1341293"/>
                    <a:pt x="387938" y="1334069"/>
                  </a:cubicBezTo>
                  <a:cubicBezTo>
                    <a:pt x="376586" y="1321685"/>
                    <a:pt x="366783" y="1308270"/>
                    <a:pt x="354915" y="1295887"/>
                  </a:cubicBezTo>
                  <a:cubicBezTo>
                    <a:pt x="324989" y="1264412"/>
                    <a:pt x="305382" y="1225714"/>
                    <a:pt x="282678" y="1189595"/>
                  </a:cubicBezTo>
                  <a:cubicBezTo>
                    <a:pt x="277003" y="1180308"/>
                    <a:pt x="272359" y="1178760"/>
                    <a:pt x="262555" y="1183920"/>
                  </a:cubicBezTo>
                  <a:cubicBezTo>
                    <a:pt x="225921" y="1203011"/>
                    <a:pt x="189287" y="1221586"/>
                    <a:pt x="152136" y="1240161"/>
                  </a:cubicBezTo>
                  <a:cubicBezTo>
                    <a:pt x="127885" y="1252545"/>
                    <a:pt x="101054" y="1249965"/>
                    <a:pt x="75256" y="1253577"/>
                  </a:cubicBezTo>
                  <a:cubicBezTo>
                    <a:pt x="69580" y="1254608"/>
                    <a:pt x="67000" y="1249965"/>
                    <a:pt x="65452" y="1245321"/>
                  </a:cubicBezTo>
                  <a:cubicBezTo>
                    <a:pt x="37589" y="1180824"/>
                    <a:pt x="15402" y="1114263"/>
                    <a:pt x="439" y="1045637"/>
                  </a:cubicBezTo>
                  <a:cubicBezTo>
                    <a:pt x="-1109" y="1038414"/>
                    <a:pt x="1471" y="1034286"/>
                    <a:pt x="7663" y="1031190"/>
                  </a:cubicBezTo>
                  <a:cubicBezTo>
                    <a:pt x="23142" y="1022935"/>
                    <a:pt x="38621" y="1014163"/>
                    <a:pt x="54101" y="1005907"/>
                  </a:cubicBezTo>
                  <a:cubicBezTo>
                    <a:pt x="70612" y="997136"/>
                    <a:pt x="89187" y="997652"/>
                    <a:pt x="106730" y="994556"/>
                  </a:cubicBezTo>
                  <a:cubicBezTo>
                    <a:pt x="136657" y="989396"/>
                    <a:pt x="167099" y="984236"/>
                    <a:pt x="197026" y="980109"/>
                  </a:cubicBezTo>
                  <a:cubicBezTo>
                    <a:pt x="207346" y="978560"/>
                    <a:pt x="210442" y="973917"/>
                    <a:pt x="209410" y="964113"/>
                  </a:cubicBezTo>
                  <a:cubicBezTo>
                    <a:pt x="207346" y="941926"/>
                    <a:pt x="206314" y="919739"/>
                    <a:pt x="203734" y="897552"/>
                  </a:cubicBezTo>
                  <a:cubicBezTo>
                    <a:pt x="200122" y="865045"/>
                    <a:pt x="205798" y="833055"/>
                    <a:pt x="208378" y="801064"/>
                  </a:cubicBezTo>
                  <a:cubicBezTo>
                    <a:pt x="210442" y="774749"/>
                    <a:pt x="211474" y="774749"/>
                    <a:pt x="185159" y="770622"/>
                  </a:cubicBezTo>
                  <a:cubicBezTo>
                    <a:pt x="148009" y="764430"/>
                    <a:pt x="110342" y="758754"/>
                    <a:pt x="73192" y="753079"/>
                  </a:cubicBezTo>
                  <a:cubicBezTo>
                    <a:pt x="54616" y="750499"/>
                    <a:pt x="40169" y="738631"/>
                    <a:pt x="24690" y="730375"/>
                  </a:cubicBezTo>
                  <a:cubicBezTo>
                    <a:pt x="-1625" y="715928"/>
                    <a:pt x="-593" y="715928"/>
                    <a:pt x="5599" y="687033"/>
                  </a:cubicBezTo>
                  <a:cubicBezTo>
                    <a:pt x="19014" y="626148"/>
                    <a:pt x="40169" y="568358"/>
                    <a:pt x="63904" y="511085"/>
                  </a:cubicBezTo>
                  <a:cubicBezTo>
                    <a:pt x="68032" y="501281"/>
                    <a:pt x="73192" y="498701"/>
                    <a:pt x="83511" y="499733"/>
                  </a:cubicBezTo>
                  <a:cubicBezTo>
                    <a:pt x="119114" y="502830"/>
                    <a:pt x="152652" y="510053"/>
                    <a:pt x="183611" y="528628"/>
                  </a:cubicBezTo>
                  <a:cubicBezTo>
                    <a:pt x="208894" y="543592"/>
                    <a:pt x="236241" y="555459"/>
                    <a:pt x="262555" y="569390"/>
                  </a:cubicBezTo>
                  <a:cubicBezTo>
                    <a:pt x="271327" y="574034"/>
                    <a:pt x="277003" y="574034"/>
                    <a:pt x="282163" y="564231"/>
                  </a:cubicBezTo>
                  <a:cubicBezTo>
                    <a:pt x="311057" y="511601"/>
                    <a:pt x="346144" y="463615"/>
                    <a:pt x="386906" y="419757"/>
                  </a:cubicBezTo>
                  <a:cubicBezTo>
                    <a:pt x="393614" y="412534"/>
                    <a:pt x="393098" y="408922"/>
                    <a:pt x="386390" y="402214"/>
                  </a:cubicBezTo>
                  <a:cubicBezTo>
                    <a:pt x="355947" y="372287"/>
                    <a:pt x="325505" y="342360"/>
                    <a:pt x="296094" y="311918"/>
                  </a:cubicBezTo>
                  <a:cubicBezTo>
                    <a:pt x="277519" y="292827"/>
                    <a:pt x="271843" y="265996"/>
                    <a:pt x="259975" y="242777"/>
                  </a:cubicBezTo>
                  <a:cubicBezTo>
                    <a:pt x="257912" y="238649"/>
                    <a:pt x="261524" y="235553"/>
                    <a:pt x="264619" y="232973"/>
                  </a:cubicBezTo>
                  <a:cubicBezTo>
                    <a:pt x="317765" y="186019"/>
                    <a:pt x="374007" y="144225"/>
                    <a:pt x="435408" y="109139"/>
                  </a:cubicBezTo>
                  <a:cubicBezTo>
                    <a:pt x="441084" y="105527"/>
                    <a:pt x="445211" y="106043"/>
                    <a:pt x="450371" y="110687"/>
                  </a:cubicBezTo>
                  <a:cubicBezTo>
                    <a:pt x="478750" y="134937"/>
                    <a:pt x="504033" y="160736"/>
                    <a:pt x="518480" y="196339"/>
                  </a:cubicBezTo>
                  <a:cubicBezTo>
                    <a:pt x="530348" y="224202"/>
                    <a:pt x="545827" y="250516"/>
                    <a:pt x="559758" y="277863"/>
                  </a:cubicBezTo>
                  <a:cubicBezTo>
                    <a:pt x="563370" y="285087"/>
                    <a:pt x="566982" y="287151"/>
                    <a:pt x="574722" y="283539"/>
                  </a:cubicBezTo>
                  <a:cubicBezTo>
                    <a:pt x="629415" y="257740"/>
                    <a:pt x="686173" y="238649"/>
                    <a:pt x="746026" y="227813"/>
                  </a:cubicBezTo>
                  <a:cubicBezTo>
                    <a:pt x="756346" y="225750"/>
                    <a:pt x="757893" y="220074"/>
                    <a:pt x="756346" y="211302"/>
                  </a:cubicBezTo>
                  <a:cubicBezTo>
                    <a:pt x="749638" y="171572"/>
                    <a:pt x="743446" y="131326"/>
                    <a:pt x="737254" y="91596"/>
                  </a:cubicBezTo>
                  <a:cubicBezTo>
                    <a:pt x="732611" y="63217"/>
                    <a:pt x="743446" y="37418"/>
                    <a:pt x="748090" y="10587"/>
                  </a:cubicBezTo>
                  <a:cubicBezTo>
                    <a:pt x="749122" y="5427"/>
                    <a:pt x="753766" y="4395"/>
                    <a:pt x="758410" y="4395"/>
                  </a:cubicBezTo>
                  <a:cubicBezTo>
                    <a:pt x="797624" y="4395"/>
                    <a:pt x="837870" y="-1280"/>
                    <a:pt x="879664" y="267"/>
                  </a:cubicBezTo>
                  <a:close/>
                  <a:moveTo>
                    <a:pt x="861605" y="1409918"/>
                  </a:moveTo>
                  <a:cubicBezTo>
                    <a:pt x="1155712" y="1407338"/>
                    <a:pt x="1392030" y="1176180"/>
                    <a:pt x="1392546" y="879493"/>
                  </a:cubicBezTo>
                  <a:cubicBezTo>
                    <a:pt x="1393062" y="585902"/>
                    <a:pt x="1160356" y="349068"/>
                    <a:pt x="862637" y="348552"/>
                  </a:cubicBezTo>
                  <a:cubicBezTo>
                    <a:pt x="568014" y="348036"/>
                    <a:pt x="331180" y="581774"/>
                    <a:pt x="331180" y="879493"/>
                  </a:cubicBezTo>
                  <a:cubicBezTo>
                    <a:pt x="331180" y="1173600"/>
                    <a:pt x="565950" y="1406822"/>
                    <a:pt x="861605" y="140991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="" xmlns:a16="http://schemas.microsoft.com/office/drawing/2014/main" id="{9466B1FD-A1C4-48E5-82F9-88F257D12E08}"/>
                </a:ext>
              </a:extLst>
            </p:cNvPr>
            <p:cNvSpPr/>
            <p:nvPr/>
          </p:nvSpPr>
          <p:spPr>
            <a:xfrm>
              <a:off x="4673077" y="4204265"/>
              <a:ext cx="853923" cy="853924"/>
            </a:xfrm>
            <a:custGeom>
              <a:avLst/>
              <a:gdLst>
                <a:gd name="connsiteX0" fmla="*/ 686157 w 1243505"/>
                <a:gd name="connsiteY0" fmla="*/ 1016068 h 1243505"/>
                <a:gd name="connsiteX1" fmla="*/ 560258 w 1243505"/>
                <a:gd name="connsiteY1" fmla="*/ 1016068 h 1243505"/>
                <a:gd name="connsiteX2" fmla="*/ 545811 w 1243505"/>
                <a:gd name="connsiteY2" fmla="*/ 1026903 h 1243505"/>
                <a:gd name="connsiteX3" fmla="*/ 533944 w 1243505"/>
                <a:gd name="connsiteY3" fmla="*/ 1088821 h 1243505"/>
                <a:gd name="connsiteX4" fmla="*/ 505565 w 1243505"/>
                <a:gd name="connsiteY4" fmla="*/ 1169829 h 1243505"/>
                <a:gd name="connsiteX5" fmla="*/ 469447 w 1243505"/>
                <a:gd name="connsiteY5" fmla="*/ 1240002 h 1243505"/>
                <a:gd name="connsiteX6" fmla="*/ 452935 w 1243505"/>
                <a:gd name="connsiteY6" fmla="*/ 1246710 h 1243505"/>
                <a:gd name="connsiteX7" fmla="*/ 305366 w 1243505"/>
                <a:gd name="connsiteY7" fmla="*/ 1185824 h 1243505"/>
                <a:gd name="connsiteX8" fmla="*/ 298142 w 1243505"/>
                <a:gd name="connsiteY8" fmla="*/ 1168281 h 1243505"/>
                <a:gd name="connsiteX9" fmla="*/ 333744 w 1243505"/>
                <a:gd name="connsiteY9" fmla="*/ 1059410 h 1243505"/>
                <a:gd name="connsiteX10" fmla="*/ 342000 w 1243505"/>
                <a:gd name="connsiteY10" fmla="*/ 1043415 h 1243505"/>
                <a:gd name="connsiteX11" fmla="*/ 395662 w 1243505"/>
                <a:gd name="connsiteY11" fmla="*/ 962922 h 1243505"/>
                <a:gd name="connsiteX12" fmla="*/ 393598 w 1243505"/>
                <a:gd name="connsiteY12" fmla="*/ 947959 h 1243505"/>
                <a:gd name="connsiteX13" fmla="*/ 299174 w 1243505"/>
                <a:gd name="connsiteY13" fmla="*/ 853535 h 1243505"/>
                <a:gd name="connsiteX14" fmla="*/ 285243 w 1243505"/>
                <a:gd name="connsiteY14" fmla="*/ 851471 h 1243505"/>
                <a:gd name="connsiteX15" fmla="*/ 230549 w 1243505"/>
                <a:gd name="connsiteY15" fmla="*/ 888106 h 1243505"/>
                <a:gd name="connsiteX16" fmla="*/ 148509 w 1243505"/>
                <a:gd name="connsiteY16" fmla="*/ 926804 h 1243505"/>
                <a:gd name="connsiteX17" fmla="*/ 78852 w 1243505"/>
                <a:gd name="connsiteY17" fmla="*/ 949507 h 1243505"/>
                <a:gd name="connsiteX18" fmla="*/ 62340 w 1243505"/>
                <a:gd name="connsiteY18" fmla="*/ 942799 h 1243505"/>
                <a:gd name="connsiteX19" fmla="*/ 939 w 1243505"/>
                <a:gd name="connsiteY19" fmla="*/ 794198 h 1243505"/>
                <a:gd name="connsiteX20" fmla="*/ 7131 w 1243505"/>
                <a:gd name="connsiteY20" fmla="*/ 778718 h 1243505"/>
                <a:gd name="connsiteX21" fmla="*/ 114454 w 1243505"/>
                <a:gd name="connsiteY21" fmla="*/ 725056 h 1243505"/>
                <a:gd name="connsiteX22" fmla="*/ 189787 w 1243505"/>
                <a:gd name="connsiteY22" fmla="*/ 708545 h 1243505"/>
                <a:gd name="connsiteX23" fmla="*/ 221261 w 1243505"/>
                <a:gd name="connsiteY23" fmla="*/ 702354 h 1243505"/>
                <a:gd name="connsiteX24" fmla="*/ 231581 w 1243505"/>
                <a:gd name="connsiteY24" fmla="*/ 688938 h 1243505"/>
                <a:gd name="connsiteX25" fmla="*/ 225905 w 1243505"/>
                <a:gd name="connsiteY25" fmla="*/ 631149 h 1243505"/>
                <a:gd name="connsiteX26" fmla="*/ 231581 w 1243505"/>
                <a:gd name="connsiteY26" fmla="*/ 559428 h 1243505"/>
                <a:gd name="connsiteX27" fmla="*/ 220745 w 1243505"/>
                <a:gd name="connsiteY27" fmla="*/ 544980 h 1243505"/>
                <a:gd name="connsiteX28" fmla="*/ 172760 w 1243505"/>
                <a:gd name="connsiteY28" fmla="*/ 535693 h 1243505"/>
                <a:gd name="connsiteX29" fmla="*/ 27770 w 1243505"/>
                <a:gd name="connsiteY29" fmla="*/ 478419 h 1243505"/>
                <a:gd name="connsiteX30" fmla="*/ 8163 w 1243505"/>
                <a:gd name="connsiteY30" fmla="*/ 431465 h 1243505"/>
                <a:gd name="connsiteX31" fmla="*/ 62340 w 1243505"/>
                <a:gd name="connsiteY31" fmla="*/ 305051 h 1243505"/>
                <a:gd name="connsiteX32" fmla="*/ 79884 w 1243505"/>
                <a:gd name="connsiteY32" fmla="*/ 297827 h 1243505"/>
                <a:gd name="connsiteX33" fmla="*/ 188755 w 1243505"/>
                <a:gd name="connsiteY33" fmla="*/ 333430 h 1243505"/>
                <a:gd name="connsiteX34" fmla="*/ 204750 w 1243505"/>
                <a:gd name="connsiteY34" fmla="*/ 341685 h 1243505"/>
                <a:gd name="connsiteX35" fmla="*/ 285243 w 1243505"/>
                <a:gd name="connsiteY35" fmla="*/ 395347 h 1243505"/>
                <a:gd name="connsiteX36" fmla="*/ 300206 w 1243505"/>
                <a:gd name="connsiteY36" fmla="*/ 393283 h 1243505"/>
                <a:gd name="connsiteX37" fmla="*/ 393598 w 1243505"/>
                <a:gd name="connsiteY37" fmla="*/ 299891 h 1243505"/>
                <a:gd name="connsiteX38" fmla="*/ 395662 w 1243505"/>
                <a:gd name="connsiteY38" fmla="*/ 283896 h 1243505"/>
                <a:gd name="connsiteX39" fmla="*/ 353352 w 1243505"/>
                <a:gd name="connsiteY39" fmla="*/ 220947 h 1243505"/>
                <a:gd name="connsiteX40" fmla="*/ 325489 w 1243505"/>
                <a:gd name="connsiteY40" fmla="*/ 162125 h 1243505"/>
                <a:gd name="connsiteX41" fmla="*/ 299690 w 1243505"/>
                <a:gd name="connsiteY41" fmla="*/ 82665 h 1243505"/>
                <a:gd name="connsiteX42" fmla="*/ 307946 w 1243505"/>
                <a:gd name="connsiteY42" fmla="*/ 61510 h 1243505"/>
                <a:gd name="connsiteX43" fmla="*/ 451903 w 1243505"/>
                <a:gd name="connsiteY43" fmla="*/ 2172 h 1243505"/>
                <a:gd name="connsiteX44" fmla="*/ 470478 w 1243505"/>
                <a:gd name="connsiteY44" fmla="*/ 9396 h 1243505"/>
                <a:gd name="connsiteX45" fmla="*/ 522076 w 1243505"/>
                <a:gd name="connsiteY45" fmla="*/ 111559 h 1243505"/>
                <a:gd name="connsiteX46" fmla="*/ 537555 w 1243505"/>
                <a:gd name="connsiteY46" fmla="*/ 177605 h 1243505"/>
                <a:gd name="connsiteX47" fmla="*/ 546843 w 1243505"/>
                <a:gd name="connsiteY47" fmla="*/ 223011 h 1243505"/>
                <a:gd name="connsiteX48" fmla="*/ 559227 w 1243505"/>
                <a:gd name="connsiteY48" fmla="*/ 231782 h 1243505"/>
                <a:gd name="connsiteX49" fmla="*/ 688737 w 1243505"/>
                <a:gd name="connsiteY49" fmla="*/ 231782 h 1243505"/>
                <a:gd name="connsiteX50" fmla="*/ 704216 w 1243505"/>
                <a:gd name="connsiteY50" fmla="*/ 220431 h 1243505"/>
                <a:gd name="connsiteX51" fmla="*/ 716600 w 1243505"/>
                <a:gd name="connsiteY51" fmla="*/ 156966 h 1243505"/>
                <a:gd name="connsiteX52" fmla="*/ 743430 w 1243505"/>
                <a:gd name="connsiteY52" fmla="*/ 79569 h 1243505"/>
                <a:gd name="connsiteX53" fmla="*/ 780065 w 1243505"/>
                <a:gd name="connsiteY53" fmla="*/ 8364 h 1243505"/>
                <a:gd name="connsiteX54" fmla="*/ 797092 w 1243505"/>
                <a:gd name="connsiteY54" fmla="*/ 1140 h 1243505"/>
                <a:gd name="connsiteX55" fmla="*/ 944146 w 1243505"/>
                <a:gd name="connsiteY55" fmla="*/ 62542 h 1243505"/>
                <a:gd name="connsiteX56" fmla="*/ 950853 w 1243505"/>
                <a:gd name="connsiteY56" fmla="*/ 79053 h 1243505"/>
                <a:gd name="connsiteX57" fmla="*/ 914735 w 1243505"/>
                <a:gd name="connsiteY57" fmla="*/ 189472 h 1243505"/>
                <a:gd name="connsiteX58" fmla="*/ 906479 w 1243505"/>
                <a:gd name="connsiteY58" fmla="*/ 205467 h 1243505"/>
                <a:gd name="connsiteX59" fmla="*/ 853334 w 1243505"/>
                <a:gd name="connsiteY59" fmla="*/ 284928 h 1243505"/>
                <a:gd name="connsiteX60" fmla="*/ 855398 w 1243505"/>
                <a:gd name="connsiteY60" fmla="*/ 300923 h 1243505"/>
                <a:gd name="connsiteX61" fmla="*/ 948789 w 1243505"/>
                <a:gd name="connsiteY61" fmla="*/ 394315 h 1243505"/>
                <a:gd name="connsiteX62" fmla="*/ 963753 w 1243505"/>
                <a:gd name="connsiteY62" fmla="*/ 396379 h 1243505"/>
                <a:gd name="connsiteX63" fmla="*/ 1015866 w 1243505"/>
                <a:gd name="connsiteY63" fmla="*/ 360777 h 1243505"/>
                <a:gd name="connsiteX64" fmla="*/ 1099971 w 1243505"/>
                <a:gd name="connsiteY64" fmla="*/ 320530 h 1243505"/>
                <a:gd name="connsiteX65" fmla="*/ 1168596 w 1243505"/>
                <a:gd name="connsiteY65" fmla="*/ 298343 h 1243505"/>
                <a:gd name="connsiteX66" fmla="*/ 1186139 w 1243505"/>
                <a:gd name="connsiteY66" fmla="*/ 305567 h 1243505"/>
                <a:gd name="connsiteX67" fmla="*/ 1247024 w 1243505"/>
                <a:gd name="connsiteY67" fmla="*/ 453136 h 1243505"/>
                <a:gd name="connsiteX68" fmla="*/ 1240317 w 1243505"/>
                <a:gd name="connsiteY68" fmla="*/ 469648 h 1243505"/>
                <a:gd name="connsiteX69" fmla="*/ 1135573 w 1243505"/>
                <a:gd name="connsiteY69" fmla="*/ 522277 h 1243505"/>
                <a:gd name="connsiteX70" fmla="*/ 1059209 w 1243505"/>
                <a:gd name="connsiteY70" fmla="*/ 539821 h 1243505"/>
                <a:gd name="connsiteX71" fmla="*/ 1040117 w 1243505"/>
                <a:gd name="connsiteY71" fmla="*/ 543433 h 1243505"/>
                <a:gd name="connsiteX72" fmla="*/ 1017930 w 1243505"/>
                <a:gd name="connsiteY72" fmla="*/ 572843 h 1243505"/>
                <a:gd name="connsiteX73" fmla="*/ 1016383 w 1243505"/>
                <a:gd name="connsiteY73" fmla="*/ 688422 h 1243505"/>
                <a:gd name="connsiteX74" fmla="*/ 1028250 w 1243505"/>
                <a:gd name="connsiteY74" fmla="*/ 703386 h 1243505"/>
                <a:gd name="connsiteX75" fmla="*/ 1118030 w 1243505"/>
                <a:gd name="connsiteY75" fmla="*/ 720929 h 1243505"/>
                <a:gd name="connsiteX76" fmla="*/ 1142281 w 1243505"/>
                <a:gd name="connsiteY76" fmla="*/ 729184 h 1243505"/>
                <a:gd name="connsiteX77" fmla="*/ 1237737 w 1243505"/>
                <a:gd name="connsiteY77" fmla="*/ 777686 h 1243505"/>
                <a:gd name="connsiteX78" fmla="*/ 1246508 w 1243505"/>
                <a:gd name="connsiteY78" fmla="*/ 797809 h 1243505"/>
                <a:gd name="connsiteX79" fmla="*/ 1186655 w 1243505"/>
                <a:gd name="connsiteY79" fmla="*/ 941767 h 1243505"/>
                <a:gd name="connsiteX80" fmla="*/ 1167564 w 1243505"/>
                <a:gd name="connsiteY80" fmla="*/ 950023 h 1243505"/>
                <a:gd name="connsiteX81" fmla="*/ 1062304 w 1243505"/>
                <a:gd name="connsiteY81" fmla="*/ 915452 h 1243505"/>
                <a:gd name="connsiteX82" fmla="*/ 1042697 w 1243505"/>
                <a:gd name="connsiteY82" fmla="*/ 905649 h 1243505"/>
                <a:gd name="connsiteX83" fmla="*/ 963237 w 1243505"/>
                <a:gd name="connsiteY83" fmla="*/ 852503 h 1243505"/>
                <a:gd name="connsiteX84" fmla="*/ 947241 w 1243505"/>
                <a:gd name="connsiteY84" fmla="*/ 855083 h 1243505"/>
                <a:gd name="connsiteX85" fmla="*/ 855914 w 1243505"/>
                <a:gd name="connsiteY85" fmla="*/ 946927 h 1243505"/>
                <a:gd name="connsiteX86" fmla="*/ 853850 w 1243505"/>
                <a:gd name="connsiteY86" fmla="*/ 966018 h 1243505"/>
                <a:gd name="connsiteX87" fmla="*/ 890484 w 1243505"/>
                <a:gd name="connsiteY87" fmla="*/ 1020711 h 1243505"/>
                <a:gd name="connsiteX88" fmla="*/ 925054 w 1243505"/>
                <a:gd name="connsiteY88" fmla="*/ 1093464 h 1243505"/>
                <a:gd name="connsiteX89" fmla="*/ 949821 w 1243505"/>
                <a:gd name="connsiteY89" fmla="*/ 1169313 h 1243505"/>
                <a:gd name="connsiteX90" fmla="*/ 943114 w 1243505"/>
                <a:gd name="connsiteY90" fmla="*/ 1185824 h 1243505"/>
                <a:gd name="connsiteX91" fmla="*/ 794512 w 1243505"/>
                <a:gd name="connsiteY91" fmla="*/ 1247226 h 1243505"/>
                <a:gd name="connsiteX92" fmla="*/ 779033 w 1243505"/>
                <a:gd name="connsiteY92" fmla="*/ 1241034 h 1243505"/>
                <a:gd name="connsiteX93" fmla="*/ 724855 w 1243505"/>
                <a:gd name="connsiteY93" fmla="*/ 1134226 h 1243505"/>
                <a:gd name="connsiteX94" fmla="*/ 718148 w 1243505"/>
                <a:gd name="connsiteY94" fmla="*/ 1105332 h 1243505"/>
                <a:gd name="connsiteX95" fmla="*/ 703184 w 1243505"/>
                <a:gd name="connsiteY95" fmla="*/ 1031031 h 1243505"/>
                <a:gd name="connsiteX96" fmla="*/ 686157 w 1243505"/>
                <a:gd name="connsiteY96" fmla="*/ 1016068 h 1243505"/>
                <a:gd name="connsiteX97" fmla="*/ 624240 w 1243505"/>
                <a:gd name="connsiteY97" fmla="*/ 791102 h 1243505"/>
                <a:gd name="connsiteX98" fmla="*/ 790900 w 1243505"/>
                <a:gd name="connsiteY98" fmla="*/ 623925 h 1243505"/>
                <a:gd name="connsiteX99" fmla="*/ 624240 w 1243505"/>
                <a:gd name="connsiteY99" fmla="*/ 458296 h 1243505"/>
                <a:gd name="connsiteX100" fmla="*/ 458095 w 1243505"/>
                <a:gd name="connsiteY100" fmla="*/ 624441 h 1243505"/>
                <a:gd name="connsiteX101" fmla="*/ 624240 w 1243505"/>
                <a:gd name="connsiteY101" fmla="*/ 791102 h 1243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43505" h="1243505">
                  <a:moveTo>
                    <a:pt x="686157" y="1016068"/>
                  </a:moveTo>
                  <a:cubicBezTo>
                    <a:pt x="644363" y="1024840"/>
                    <a:pt x="602053" y="1021743"/>
                    <a:pt x="560258" y="1016068"/>
                  </a:cubicBezTo>
                  <a:cubicBezTo>
                    <a:pt x="550455" y="1015036"/>
                    <a:pt x="547359" y="1018132"/>
                    <a:pt x="545811" y="1026903"/>
                  </a:cubicBezTo>
                  <a:cubicBezTo>
                    <a:pt x="542199" y="1047542"/>
                    <a:pt x="537039" y="1068181"/>
                    <a:pt x="533944" y="1088821"/>
                  </a:cubicBezTo>
                  <a:cubicBezTo>
                    <a:pt x="529816" y="1117715"/>
                    <a:pt x="519496" y="1144030"/>
                    <a:pt x="505565" y="1169829"/>
                  </a:cubicBezTo>
                  <a:cubicBezTo>
                    <a:pt x="492666" y="1192532"/>
                    <a:pt x="481314" y="1216267"/>
                    <a:pt x="469447" y="1240002"/>
                  </a:cubicBezTo>
                  <a:cubicBezTo>
                    <a:pt x="465835" y="1247741"/>
                    <a:pt x="461191" y="1249290"/>
                    <a:pt x="452935" y="1246710"/>
                  </a:cubicBezTo>
                  <a:cubicBezTo>
                    <a:pt x="401853" y="1231230"/>
                    <a:pt x="352836" y="1211107"/>
                    <a:pt x="305366" y="1185824"/>
                  </a:cubicBezTo>
                  <a:cubicBezTo>
                    <a:pt x="297110" y="1181696"/>
                    <a:pt x="295562" y="1177053"/>
                    <a:pt x="298142" y="1168281"/>
                  </a:cubicBezTo>
                  <a:cubicBezTo>
                    <a:pt x="310525" y="1132163"/>
                    <a:pt x="321877" y="1095528"/>
                    <a:pt x="333744" y="1059410"/>
                  </a:cubicBezTo>
                  <a:cubicBezTo>
                    <a:pt x="335808" y="1053734"/>
                    <a:pt x="338904" y="1048574"/>
                    <a:pt x="342000" y="1043415"/>
                  </a:cubicBezTo>
                  <a:cubicBezTo>
                    <a:pt x="360059" y="1016584"/>
                    <a:pt x="377602" y="989753"/>
                    <a:pt x="395662" y="962922"/>
                  </a:cubicBezTo>
                  <a:cubicBezTo>
                    <a:pt x="399790" y="956730"/>
                    <a:pt x="399790" y="952603"/>
                    <a:pt x="393598" y="947959"/>
                  </a:cubicBezTo>
                  <a:cubicBezTo>
                    <a:pt x="356963" y="921644"/>
                    <a:pt x="326005" y="889653"/>
                    <a:pt x="299174" y="853535"/>
                  </a:cubicBezTo>
                  <a:cubicBezTo>
                    <a:pt x="295046" y="847859"/>
                    <a:pt x="290918" y="847859"/>
                    <a:pt x="285243" y="851471"/>
                  </a:cubicBezTo>
                  <a:cubicBezTo>
                    <a:pt x="267183" y="863855"/>
                    <a:pt x="248092" y="875206"/>
                    <a:pt x="230549" y="888106"/>
                  </a:cubicBezTo>
                  <a:cubicBezTo>
                    <a:pt x="205782" y="906681"/>
                    <a:pt x="178435" y="918548"/>
                    <a:pt x="148509" y="926804"/>
                  </a:cubicBezTo>
                  <a:cubicBezTo>
                    <a:pt x="124774" y="933511"/>
                    <a:pt x="101555" y="941767"/>
                    <a:pt x="78852" y="949507"/>
                  </a:cubicBezTo>
                  <a:cubicBezTo>
                    <a:pt x="71112" y="952087"/>
                    <a:pt x="66468" y="950539"/>
                    <a:pt x="62340" y="942799"/>
                  </a:cubicBezTo>
                  <a:cubicBezTo>
                    <a:pt x="36541" y="895329"/>
                    <a:pt x="15902" y="845795"/>
                    <a:pt x="939" y="794198"/>
                  </a:cubicBezTo>
                  <a:cubicBezTo>
                    <a:pt x="-1125" y="786458"/>
                    <a:pt x="-93" y="782330"/>
                    <a:pt x="7131" y="778718"/>
                  </a:cubicBezTo>
                  <a:cubicBezTo>
                    <a:pt x="42733" y="760659"/>
                    <a:pt x="77820" y="741052"/>
                    <a:pt x="114454" y="725056"/>
                  </a:cubicBezTo>
                  <a:cubicBezTo>
                    <a:pt x="137673" y="714737"/>
                    <a:pt x="164504" y="714221"/>
                    <a:pt x="189787" y="708545"/>
                  </a:cubicBezTo>
                  <a:cubicBezTo>
                    <a:pt x="200106" y="705965"/>
                    <a:pt x="210942" y="704417"/>
                    <a:pt x="221261" y="702354"/>
                  </a:cubicBezTo>
                  <a:cubicBezTo>
                    <a:pt x="229001" y="700806"/>
                    <a:pt x="233129" y="698226"/>
                    <a:pt x="231581" y="688938"/>
                  </a:cubicBezTo>
                  <a:cubicBezTo>
                    <a:pt x="229001" y="669847"/>
                    <a:pt x="226937" y="650756"/>
                    <a:pt x="225905" y="631149"/>
                  </a:cubicBezTo>
                  <a:cubicBezTo>
                    <a:pt x="224873" y="606898"/>
                    <a:pt x="229517" y="583163"/>
                    <a:pt x="231581" y="559428"/>
                  </a:cubicBezTo>
                  <a:cubicBezTo>
                    <a:pt x="232613" y="549624"/>
                    <a:pt x="229001" y="546528"/>
                    <a:pt x="220745" y="544980"/>
                  </a:cubicBezTo>
                  <a:cubicBezTo>
                    <a:pt x="204750" y="542401"/>
                    <a:pt x="188755" y="537757"/>
                    <a:pt x="172760" y="535693"/>
                  </a:cubicBezTo>
                  <a:cubicBezTo>
                    <a:pt x="118582" y="530533"/>
                    <a:pt x="74208" y="502154"/>
                    <a:pt x="27770" y="478419"/>
                  </a:cubicBezTo>
                  <a:cubicBezTo>
                    <a:pt x="-2157" y="463456"/>
                    <a:pt x="-1125" y="463456"/>
                    <a:pt x="8163" y="431465"/>
                  </a:cubicBezTo>
                  <a:cubicBezTo>
                    <a:pt x="21062" y="387091"/>
                    <a:pt x="41701" y="345813"/>
                    <a:pt x="62340" y="305051"/>
                  </a:cubicBezTo>
                  <a:cubicBezTo>
                    <a:pt x="66468" y="296795"/>
                    <a:pt x="71112" y="295247"/>
                    <a:pt x="79884" y="297827"/>
                  </a:cubicBezTo>
                  <a:cubicBezTo>
                    <a:pt x="116002" y="310211"/>
                    <a:pt x="152636" y="321562"/>
                    <a:pt x="188755" y="333430"/>
                  </a:cubicBezTo>
                  <a:cubicBezTo>
                    <a:pt x="194430" y="335494"/>
                    <a:pt x="199590" y="338589"/>
                    <a:pt x="204750" y="341685"/>
                  </a:cubicBezTo>
                  <a:cubicBezTo>
                    <a:pt x="231581" y="359745"/>
                    <a:pt x="258412" y="377288"/>
                    <a:pt x="285243" y="395347"/>
                  </a:cubicBezTo>
                  <a:cubicBezTo>
                    <a:pt x="291434" y="399475"/>
                    <a:pt x="295562" y="399475"/>
                    <a:pt x="300206" y="393283"/>
                  </a:cubicBezTo>
                  <a:cubicBezTo>
                    <a:pt x="326521" y="357165"/>
                    <a:pt x="357479" y="326206"/>
                    <a:pt x="393598" y="299891"/>
                  </a:cubicBezTo>
                  <a:cubicBezTo>
                    <a:pt x="400305" y="294731"/>
                    <a:pt x="399790" y="290604"/>
                    <a:pt x="395662" y="283896"/>
                  </a:cubicBezTo>
                  <a:cubicBezTo>
                    <a:pt x="381214" y="263257"/>
                    <a:pt x="367799" y="241586"/>
                    <a:pt x="353352" y="220947"/>
                  </a:cubicBezTo>
                  <a:cubicBezTo>
                    <a:pt x="340452" y="202887"/>
                    <a:pt x="331681" y="183280"/>
                    <a:pt x="325489" y="162125"/>
                  </a:cubicBezTo>
                  <a:cubicBezTo>
                    <a:pt x="317749" y="135294"/>
                    <a:pt x="308978" y="108980"/>
                    <a:pt x="299690" y="82665"/>
                  </a:cubicBezTo>
                  <a:cubicBezTo>
                    <a:pt x="296078" y="72345"/>
                    <a:pt x="297626" y="66669"/>
                    <a:pt x="307946" y="61510"/>
                  </a:cubicBezTo>
                  <a:cubicBezTo>
                    <a:pt x="353867" y="37259"/>
                    <a:pt x="401853" y="17136"/>
                    <a:pt x="451903" y="2172"/>
                  </a:cubicBezTo>
                  <a:cubicBezTo>
                    <a:pt x="461191" y="-408"/>
                    <a:pt x="465835" y="624"/>
                    <a:pt x="470478" y="9396"/>
                  </a:cubicBezTo>
                  <a:cubicBezTo>
                    <a:pt x="487506" y="43451"/>
                    <a:pt x="505565" y="77505"/>
                    <a:pt x="522076" y="111559"/>
                  </a:cubicBezTo>
                  <a:cubicBezTo>
                    <a:pt x="531880" y="132199"/>
                    <a:pt x="532396" y="155934"/>
                    <a:pt x="537555" y="177605"/>
                  </a:cubicBezTo>
                  <a:cubicBezTo>
                    <a:pt x="541167" y="192568"/>
                    <a:pt x="543747" y="208047"/>
                    <a:pt x="546843" y="223011"/>
                  </a:cubicBezTo>
                  <a:cubicBezTo>
                    <a:pt x="548391" y="230234"/>
                    <a:pt x="550971" y="232814"/>
                    <a:pt x="559227" y="231782"/>
                  </a:cubicBezTo>
                  <a:cubicBezTo>
                    <a:pt x="602569" y="225590"/>
                    <a:pt x="645395" y="225074"/>
                    <a:pt x="688737" y="231782"/>
                  </a:cubicBezTo>
                  <a:cubicBezTo>
                    <a:pt x="699056" y="233330"/>
                    <a:pt x="702152" y="229718"/>
                    <a:pt x="704216" y="220431"/>
                  </a:cubicBezTo>
                  <a:cubicBezTo>
                    <a:pt x="707828" y="199276"/>
                    <a:pt x="713504" y="178636"/>
                    <a:pt x="716600" y="156966"/>
                  </a:cubicBezTo>
                  <a:cubicBezTo>
                    <a:pt x="720727" y="129103"/>
                    <a:pt x="730531" y="103820"/>
                    <a:pt x="743430" y="79569"/>
                  </a:cubicBezTo>
                  <a:cubicBezTo>
                    <a:pt x="756330" y="56350"/>
                    <a:pt x="768197" y="32099"/>
                    <a:pt x="780065" y="8364"/>
                  </a:cubicBezTo>
                  <a:cubicBezTo>
                    <a:pt x="784193" y="108"/>
                    <a:pt x="788320" y="-1440"/>
                    <a:pt x="797092" y="1140"/>
                  </a:cubicBezTo>
                  <a:cubicBezTo>
                    <a:pt x="848174" y="16620"/>
                    <a:pt x="897192" y="36743"/>
                    <a:pt x="944146" y="62542"/>
                  </a:cubicBezTo>
                  <a:cubicBezTo>
                    <a:pt x="951885" y="66669"/>
                    <a:pt x="953949" y="70797"/>
                    <a:pt x="950853" y="79053"/>
                  </a:cubicBezTo>
                  <a:cubicBezTo>
                    <a:pt x="938470" y="115687"/>
                    <a:pt x="927118" y="152838"/>
                    <a:pt x="914735" y="189472"/>
                  </a:cubicBezTo>
                  <a:cubicBezTo>
                    <a:pt x="912671" y="195148"/>
                    <a:pt x="909575" y="200308"/>
                    <a:pt x="906479" y="205467"/>
                  </a:cubicBezTo>
                  <a:cubicBezTo>
                    <a:pt x="888936" y="231782"/>
                    <a:pt x="871393" y="258613"/>
                    <a:pt x="853334" y="284928"/>
                  </a:cubicBezTo>
                  <a:cubicBezTo>
                    <a:pt x="848690" y="291635"/>
                    <a:pt x="849206" y="296279"/>
                    <a:pt x="855398" y="300923"/>
                  </a:cubicBezTo>
                  <a:cubicBezTo>
                    <a:pt x="891516" y="327238"/>
                    <a:pt x="922475" y="358713"/>
                    <a:pt x="948789" y="394315"/>
                  </a:cubicBezTo>
                  <a:cubicBezTo>
                    <a:pt x="953433" y="401023"/>
                    <a:pt x="957561" y="400507"/>
                    <a:pt x="963753" y="396379"/>
                  </a:cubicBezTo>
                  <a:cubicBezTo>
                    <a:pt x="981296" y="384511"/>
                    <a:pt x="999355" y="373676"/>
                    <a:pt x="1015866" y="360777"/>
                  </a:cubicBezTo>
                  <a:cubicBezTo>
                    <a:pt x="1041149" y="341685"/>
                    <a:pt x="1069528" y="329302"/>
                    <a:pt x="1099971" y="320530"/>
                  </a:cubicBezTo>
                  <a:cubicBezTo>
                    <a:pt x="1123190" y="314339"/>
                    <a:pt x="1145893" y="306083"/>
                    <a:pt x="1168596" y="298343"/>
                  </a:cubicBezTo>
                  <a:cubicBezTo>
                    <a:pt x="1177368" y="295247"/>
                    <a:pt x="1181495" y="297311"/>
                    <a:pt x="1186139" y="305567"/>
                  </a:cubicBezTo>
                  <a:cubicBezTo>
                    <a:pt x="1211422" y="352521"/>
                    <a:pt x="1232061" y="401539"/>
                    <a:pt x="1247024" y="453136"/>
                  </a:cubicBezTo>
                  <a:cubicBezTo>
                    <a:pt x="1249604" y="461392"/>
                    <a:pt x="1247540" y="465520"/>
                    <a:pt x="1240317" y="469648"/>
                  </a:cubicBezTo>
                  <a:cubicBezTo>
                    <a:pt x="1205230" y="487191"/>
                    <a:pt x="1171176" y="506282"/>
                    <a:pt x="1135573" y="522277"/>
                  </a:cubicBezTo>
                  <a:cubicBezTo>
                    <a:pt x="1111838" y="533113"/>
                    <a:pt x="1084492" y="533629"/>
                    <a:pt x="1059209" y="539821"/>
                  </a:cubicBezTo>
                  <a:cubicBezTo>
                    <a:pt x="1053017" y="541369"/>
                    <a:pt x="1046309" y="542401"/>
                    <a:pt x="1040117" y="543433"/>
                  </a:cubicBezTo>
                  <a:cubicBezTo>
                    <a:pt x="1015866" y="548592"/>
                    <a:pt x="1014318" y="548592"/>
                    <a:pt x="1017930" y="572843"/>
                  </a:cubicBezTo>
                  <a:cubicBezTo>
                    <a:pt x="1024122" y="611541"/>
                    <a:pt x="1021542" y="649724"/>
                    <a:pt x="1016383" y="688422"/>
                  </a:cubicBezTo>
                  <a:cubicBezTo>
                    <a:pt x="1014835" y="699258"/>
                    <a:pt x="1019478" y="701837"/>
                    <a:pt x="1028250" y="703386"/>
                  </a:cubicBezTo>
                  <a:cubicBezTo>
                    <a:pt x="1058177" y="709061"/>
                    <a:pt x="1088103" y="715253"/>
                    <a:pt x="1118030" y="720929"/>
                  </a:cubicBezTo>
                  <a:cubicBezTo>
                    <a:pt x="1126802" y="722477"/>
                    <a:pt x="1134541" y="725572"/>
                    <a:pt x="1142281" y="729184"/>
                  </a:cubicBezTo>
                  <a:cubicBezTo>
                    <a:pt x="1173756" y="745696"/>
                    <a:pt x="1205746" y="762207"/>
                    <a:pt x="1237737" y="777686"/>
                  </a:cubicBezTo>
                  <a:cubicBezTo>
                    <a:pt x="1247024" y="782330"/>
                    <a:pt x="1249604" y="786974"/>
                    <a:pt x="1246508" y="797809"/>
                  </a:cubicBezTo>
                  <a:cubicBezTo>
                    <a:pt x="1231545" y="847859"/>
                    <a:pt x="1211422" y="895329"/>
                    <a:pt x="1186655" y="941767"/>
                  </a:cubicBezTo>
                  <a:cubicBezTo>
                    <a:pt x="1182011" y="950539"/>
                    <a:pt x="1177368" y="953634"/>
                    <a:pt x="1167564" y="950023"/>
                  </a:cubicBezTo>
                  <a:cubicBezTo>
                    <a:pt x="1132477" y="938155"/>
                    <a:pt x="1097391" y="926804"/>
                    <a:pt x="1062304" y="915452"/>
                  </a:cubicBezTo>
                  <a:cubicBezTo>
                    <a:pt x="1055081" y="913388"/>
                    <a:pt x="1048889" y="909776"/>
                    <a:pt x="1042697" y="905649"/>
                  </a:cubicBezTo>
                  <a:cubicBezTo>
                    <a:pt x="1016383" y="888106"/>
                    <a:pt x="989552" y="870562"/>
                    <a:pt x="963237" y="852503"/>
                  </a:cubicBezTo>
                  <a:cubicBezTo>
                    <a:pt x="956529" y="847859"/>
                    <a:pt x="952401" y="848375"/>
                    <a:pt x="947241" y="855083"/>
                  </a:cubicBezTo>
                  <a:cubicBezTo>
                    <a:pt x="921443" y="890169"/>
                    <a:pt x="891000" y="921128"/>
                    <a:pt x="855914" y="946927"/>
                  </a:cubicBezTo>
                  <a:cubicBezTo>
                    <a:pt x="847658" y="953119"/>
                    <a:pt x="848174" y="958278"/>
                    <a:pt x="853850" y="966018"/>
                  </a:cubicBezTo>
                  <a:cubicBezTo>
                    <a:pt x="866749" y="984077"/>
                    <a:pt x="877584" y="1002652"/>
                    <a:pt x="890484" y="1020711"/>
                  </a:cubicBezTo>
                  <a:cubicBezTo>
                    <a:pt x="906479" y="1042899"/>
                    <a:pt x="917831" y="1067149"/>
                    <a:pt x="925054" y="1093464"/>
                  </a:cubicBezTo>
                  <a:cubicBezTo>
                    <a:pt x="932278" y="1119263"/>
                    <a:pt x="941050" y="1144030"/>
                    <a:pt x="949821" y="1169313"/>
                  </a:cubicBezTo>
                  <a:cubicBezTo>
                    <a:pt x="952401" y="1177053"/>
                    <a:pt x="950853" y="1181696"/>
                    <a:pt x="943114" y="1185824"/>
                  </a:cubicBezTo>
                  <a:cubicBezTo>
                    <a:pt x="895644" y="1211623"/>
                    <a:pt x="846110" y="1232262"/>
                    <a:pt x="794512" y="1247226"/>
                  </a:cubicBezTo>
                  <a:cubicBezTo>
                    <a:pt x="786773" y="1249290"/>
                    <a:pt x="782645" y="1248258"/>
                    <a:pt x="779033" y="1241034"/>
                  </a:cubicBezTo>
                  <a:cubicBezTo>
                    <a:pt x="760974" y="1205432"/>
                    <a:pt x="742399" y="1169829"/>
                    <a:pt x="724855" y="1134226"/>
                  </a:cubicBezTo>
                  <a:cubicBezTo>
                    <a:pt x="720211" y="1125455"/>
                    <a:pt x="720211" y="1115136"/>
                    <a:pt x="718148" y="1105332"/>
                  </a:cubicBezTo>
                  <a:cubicBezTo>
                    <a:pt x="712988" y="1080565"/>
                    <a:pt x="708344" y="1055798"/>
                    <a:pt x="703184" y="1031031"/>
                  </a:cubicBezTo>
                  <a:cubicBezTo>
                    <a:pt x="700604" y="1015552"/>
                    <a:pt x="701120" y="1015552"/>
                    <a:pt x="686157" y="1016068"/>
                  </a:cubicBezTo>
                  <a:close/>
                  <a:moveTo>
                    <a:pt x="624240" y="791102"/>
                  </a:moveTo>
                  <a:cubicBezTo>
                    <a:pt x="720211" y="788522"/>
                    <a:pt x="791416" y="716801"/>
                    <a:pt x="790900" y="623925"/>
                  </a:cubicBezTo>
                  <a:cubicBezTo>
                    <a:pt x="790384" y="528985"/>
                    <a:pt x="717632" y="457780"/>
                    <a:pt x="624240" y="458296"/>
                  </a:cubicBezTo>
                  <a:cubicBezTo>
                    <a:pt x="530332" y="458296"/>
                    <a:pt x="458095" y="530533"/>
                    <a:pt x="458095" y="624441"/>
                  </a:cubicBezTo>
                  <a:cubicBezTo>
                    <a:pt x="458095" y="718349"/>
                    <a:pt x="530848" y="788522"/>
                    <a:pt x="624240" y="791102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="" xmlns:a16="http://schemas.microsoft.com/office/drawing/2014/main" id="{84777225-2D61-4C66-B198-7D070CA8492F}"/>
                </a:ext>
              </a:extLst>
            </p:cNvPr>
            <p:cNvGrpSpPr/>
            <p:nvPr/>
          </p:nvGrpSpPr>
          <p:grpSpPr>
            <a:xfrm rot="2246763">
              <a:off x="932314" y="2900862"/>
              <a:ext cx="3054679" cy="1218879"/>
              <a:chOff x="1727363" y="3556278"/>
              <a:chExt cx="3054679" cy="1218879"/>
            </a:xfrm>
            <a:grpFill/>
          </p:grpSpPr>
          <p:sp>
            <p:nvSpPr>
              <p:cNvPr id="30" name="Freeform: Shape 29">
                <a:extLst>
                  <a:ext uri="{FF2B5EF4-FFF2-40B4-BE49-F238E27FC236}">
                    <a16:creationId xmlns="" xmlns:a16="http://schemas.microsoft.com/office/drawing/2014/main" id="{83E67246-C28F-4691-8DF2-21886E878D44}"/>
                  </a:ext>
                </a:extLst>
              </p:cNvPr>
              <p:cNvSpPr/>
              <p:nvPr/>
            </p:nvSpPr>
            <p:spPr>
              <a:xfrm>
                <a:off x="2753518" y="3683131"/>
                <a:ext cx="796648" cy="799367"/>
              </a:xfrm>
              <a:custGeom>
                <a:avLst/>
                <a:gdLst>
                  <a:gd name="connsiteX0" fmla="*/ 817500 w 1511813"/>
                  <a:gd name="connsiteY0" fmla="*/ 1518710 h 1516973"/>
                  <a:gd name="connsiteX1" fmla="*/ 802537 w 1511813"/>
                  <a:gd name="connsiteY1" fmla="*/ 1507875 h 1516973"/>
                  <a:gd name="connsiteX2" fmla="*/ 780866 w 1511813"/>
                  <a:gd name="connsiteY2" fmla="*/ 1442862 h 1516973"/>
                  <a:gd name="connsiteX3" fmla="*/ 776738 w 1511813"/>
                  <a:gd name="connsiteY3" fmla="*/ 1385072 h 1516973"/>
                  <a:gd name="connsiteX4" fmla="*/ 760227 w 1511813"/>
                  <a:gd name="connsiteY4" fmla="*/ 1369593 h 1516973"/>
                  <a:gd name="connsiteX5" fmla="*/ 694698 w 1511813"/>
                  <a:gd name="connsiteY5" fmla="*/ 1366497 h 1516973"/>
                  <a:gd name="connsiteX6" fmla="*/ 676638 w 1511813"/>
                  <a:gd name="connsiteY6" fmla="*/ 1379912 h 1516973"/>
                  <a:gd name="connsiteX7" fmla="*/ 637940 w 1511813"/>
                  <a:gd name="connsiteY7" fmla="*/ 1501683 h 1516973"/>
                  <a:gd name="connsiteX8" fmla="*/ 622977 w 1511813"/>
                  <a:gd name="connsiteY8" fmla="*/ 1508907 h 1516973"/>
                  <a:gd name="connsiteX9" fmla="*/ 430517 w 1511813"/>
                  <a:gd name="connsiteY9" fmla="*/ 1447505 h 1516973"/>
                  <a:gd name="connsiteX10" fmla="*/ 422262 w 1511813"/>
                  <a:gd name="connsiteY10" fmla="*/ 1431510 h 1516973"/>
                  <a:gd name="connsiteX11" fmla="*/ 435677 w 1511813"/>
                  <a:gd name="connsiteY11" fmla="*/ 1364433 h 1516973"/>
                  <a:gd name="connsiteX12" fmla="*/ 461992 w 1511813"/>
                  <a:gd name="connsiteY12" fmla="*/ 1310255 h 1516973"/>
                  <a:gd name="connsiteX13" fmla="*/ 456316 w 1511813"/>
                  <a:gd name="connsiteY13" fmla="*/ 1290132 h 1516973"/>
                  <a:gd name="connsiteX14" fmla="*/ 395431 w 1511813"/>
                  <a:gd name="connsiteY14" fmla="*/ 1251434 h 1516973"/>
                  <a:gd name="connsiteX15" fmla="*/ 378919 w 1511813"/>
                  <a:gd name="connsiteY15" fmla="*/ 1254014 h 1516973"/>
                  <a:gd name="connsiteX16" fmla="*/ 283464 w 1511813"/>
                  <a:gd name="connsiteY16" fmla="*/ 1342246 h 1516973"/>
                  <a:gd name="connsiteX17" fmla="*/ 265920 w 1511813"/>
                  <a:gd name="connsiteY17" fmla="*/ 1341214 h 1516973"/>
                  <a:gd name="connsiteX18" fmla="*/ 130218 w 1511813"/>
                  <a:gd name="connsiteY18" fmla="*/ 1191580 h 1516973"/>
                  <a:gd name="connsiteX19" fmla="*/ 130734 w 1511813"/>
                  <a:gd name="connsiteY19" fmla="*/ 1174553 h 1516973"/>
                  <a:gd name="connsiteX20" fmla="*/ 177688 w 1511813"/>
                  <a:gd name="connsiteY20" fmla="*/ 1121408 h 1516973"/>
                  <a:gd name="connsiteX21" fmla="*/ 225674 w 1511813"/>
                  <a:gd name="connsiteY21" fmla="*/ 1089417 h 1516973"/>
                  <a:gd name="connsiteX22" fmla="*/ 230834 w 1511813"/>
                  <a:gd name="connsiteY22" fmla="*/ 1067230 h 1516973"/>
                  <a:gd name="connsiteX23" fmla="*/ 198327 w 1511813"/>
                  <a:gd name="connsiteY23" fmla="*/ 1004281 h 1516973"/>
                  <a:gd name="connsiteX24" fmla="*/ 183880 w 1511813"/>
                  <a:gd name="connsiteY24" fmla="*/ 998089 h 1516973"/>
                  <a:gd name="connsiteX25" fmla="*/ 67269 w 1511813"/>
                  <a:gd name="connsiteY25" fmla="*/ 1025952 h 1516973"/>
                  <a:gd name="connsiteX26" fmla="*/ 55918 w 1511813"/>
                  <a:gd name="connsiteY26" fmla="*/ 1027500 h 1516973"/>
                  <a:gd name="connsiteX27" fmla="*/ 41470 w 1511813"/>
                  <a:gd name="connsiteY27" fmla="*/ 1018212 h 1516973"/>
                  <a:gd name="connsiteX28" fmla="*/ 1224 w 1511813"/>
                  <a:gd name="connsiteY28" fmla="*/ 841748 h 1516973"/>
                  <a:gd name="connsiteX29" fmla="*/ 30635 w 1511813"/>
                  <a:gd name="connsiteY29" fmla="*/ 797374 h 1516973"/>
                  <a:gd name="connsiteX30" fmla="*/ 134862 w 1511813"/>
                  <a:gd name="connsiteY30" fmla="*/ 778799 h 1516973"/>
                  <a:gd name="connsiteX31" fmla="*/ 147246 w 1511813"/>
                  <a:gd name="connsiteY31" fmla="*/ 765899 h 1516973"/>
                  <a:gd name="connsiteX32" fmla="*/ 150342 w 1511813"/>
                  <a:gd name="connsiteY32" fmla="*/ 696242 h 1516973"/>
                  <a:gd name="connsiteX33" fmla="*/ 137442 w 1511813"/>
                  <a:gd name="connsiteY33" fmla="*/ 678699 h 1516973"/>
                  <a:gd name="connsiteX34" fmla="*/ 14639 w 1511813"/>
                  <a:gd name="connsiteY34" fmla="*/ 639485 h 1516973"/>
                  <a:gd name="connsiteX35" fmla="*/ 7932 w 1511813"/>
                  <a:gd name="connsiteY35" fmla="*/ 625037 h 1516973"/>
                  <a:gd name="connsiteX36" fmla="*/ 69333 w 1511813"/>
                  <a:gd name="connsiteY36" fmla="*/ 432578 h 1516973"/>
                  <a:gd name="connsiteX37" fmla="*/ 86360 w 1511813"/>
                  <a:gd name="connsiteY37" fmla="*/ 423806 h 1516973"/>
                  <a:gd name="connsiteX38" fmla="*/ 150858 w 1511813"/>
                  <a:gd name="connsiteY38" fmla="*/ 436706 h 1516973"/>
                  <a:gd name="connsiteX39" fmla="*/ 206583 w 1511813"/>
                  <a:gd name="connsiteY39" fmla="*/ 463536 h 1516973"/>
                  <a:gd name="connsiteX40" fmla="*/ 227738 w 1511813"/>
                  <a:gd name="connsiteY40" fmla="*/ 457345 h 1516973"/>
                  <a:gd name="connsiteX41" fmla="*/ 266952 w 1511813"/>
                  <a:gd name="connsiteY41" fmla="*/ 396459 h 1516973"/>
                  <a:gd name="connsiteX42" fmla="*/ 264373 w 1511813"/>
                  <a:gd name="connsiteY42" fmla="*/ 380980 h 1516973"/>
                  <a:gd name="connsiteX43" fmla="*/ 175108 w 1511813"/>
                  <a:gd name="connsiteY43" fmla="*/ 284492 h 1516973"/>
                  <a:gd name="connsiteX44" fmla="*/ 176140 w 1511813"/>
                  <a:gd name="connsiteY44" fmla="*/ 267981 h 1516973"/>
                  <a:gd name="connsiteX45" fmla="*/ 325258 w 1511813"/>
                  <a:gd name="connsiteY45" fmla="*/ 132279 h 1516973"/>
                  <a:gd name="connsiteX46" fmla="*/ 343317 w 1511813"/>
                  <a:gd name="connsiteY46" fmla="*/ 132795 h 1516973"/>
                  <a:gd name="connsiteX47" fmla="*/ 395431 w 1511813"/>
                  <a:gd name="connsiteY47" fmla="*/ 178717 h 1516973"/>
                  <a:gd name="connsiteX48" fmla="*/ 426389 w 1511813"/>
                  <a:gd name="connsiteY48" fmla="*/ 224639 h 1516973"/>
                  <a:gd name="connsiteX49" fmla="*/ 451156 w 1511813"/>
                  <a:gd name="connsiteY49" fmla="*/ 231347 h 1516973"/>
                  <a:gd name="connsiteX50" fmla="*/ 512042 w 1511813"/>
                  <a:gd name="connsiteY50" fmla="*/ 200388 h 1516973"/>
                  <a:gd name="connsiteX51" fmla="*/ 518233 w 1511813"/>
                  <a:gd name="connsiteY51" fmla="*/ 183877 h 1516973"/>
                  <a:gd name="connsiteX52" fmla="*/ 491403 w 1511813"/>
                  <a:gd name="connsiteY52" fmla="*/ 69846 h 1516973"/>
                  <a:gd name="connsiteX53" fmla="*/ 489855 w 1511813"/>
                  <a:gd name="connsiteY53" fmla="*/ 58494 h 1516973"/>
                  <a:gd name="connsiteX54" fmla="*/ 499658 w 1511813"/>
                  <a:gd name="connsiteY54" fmla="*/ 43015 h 1516973"/>
                  <a:gd name="connsiteX55" fmla="*/ 695730 w 1511813"/>
                  <a:gd name="connsiteY55" fmla="*/ 189 h 1516973"/>
                  <a:gd name="connsiteX56" fmla="*/ 713273 w 1511813"/>
                  <a:gd name="connsiteY56" fmla="*/ 12056 h 1516973"/>
                  <a:gd name="connsiteX57" fmla="*/ 721012 w 1511813"/>
                  <a:gd name="connsiteY57" fmla="*/ 35275 h 1516973"/>
                  <a:gd name="connsiteX58" fmla="*/ 738556 w 1511813"/>
                  <a:gd name="connsiteY58" fmla="*/ 134343 h 1516973"/>
                  <a:gd name="connsiteX59" fmla="*/ 753519 w 1511813"/>
                  <a:gd name="connsiteY59" fmla="*/ 148790 h 1516973"/>
                  <a:gd name="connsiteX60" fmla="*/ 820596 w 1511813"/>
                  <a:gd name="connsiteY60" fmla="*/ 151886 h 1516973"/>
                  <a:gd name="connsiteX61" fmla="*/ 838655 w 1511813"/>
                  <a:gd name="connsiteY61" fmla="*/ 138471 h 1516973"/>
                  <a:gd name="connsiteX62" fmla="*/ 877354 w 1511813"/>
                  <a:gd name="connsiteY62" fmla="*/ 16700 h 1516973"/>
                  <a:gd name="connsiteX63" fmla="*/ 892317 w 1511813"/>
                  <a:gd name="connsiteY63" fmla="*/ 9476 h 1516973"/>
                  <a:gd name="connsiteX64" fmla="*/ 1084777 w 1511813"/>
                  <a:gd name="connsiteY64" fmla="*/ 70878 h 1516973"/>
                  <a:gd name="connsiteX65" fmla="*/ 1093032 w 1511813"/>
                  <a:gd name="connsiteY65" fmla="*/ 86873 h 1516973"/>
                  <a:gd name="connsiteX66" fmla="*/ 1079617 w 1511813"/>
                  <a:gd name="connsiteY66" fmla="*/ 152402 h 1516973"/>
                  <a:gd name="connsiteX67" fmla="*/ 1053302 w 1511813"/>
                  <a:gd name="connsiteY67" fmla="*/ 206580 h 1516973"/>
                  <a:gd name="connsiteX68" fmla="*/ 1060010 w 1511813"/>
                  <a:gd name="connsiteY68" fmla="*/ 228251 h 1516973"/>
                  <a:gd name="connsiteX69" fmla="*/ 1118315 w 1511813"/>
                  <a:gd name="connsiteY69" fmla="*/ 265917 h 1516973"/>
                  <a:gd name="connsiteX70" fmla="*/ 1136374 w 1511813"/>
                  <a:gd name="connsiteY70" fmla="*/ 262821 h 1516973"/>
                  <a:gd name="connsiteX71" fmla="*/ 1232346 w 1511813"/>
                  <a:gd name="connsiteY71" fmla="*/ 174589 h 1516973"/>
                  <a:gd name="connsiteX72" fmla="*/ 1247825 w 1511813"/>
                  <a:gd name="connsiteY72" fmla="*/ 175621 h 1516973"/>
                  <a:gd name="connsiteX73" fmla="*/ 1384559 w 1511813"/>
                  <a:gd name="connsiteY73" fmla="*/ 325770 h 1516973"/>
                  <a:gd name="connsiteX74" fmla="*/ 1384043 w 1511813"/>
                  <a:gd name="connsiteY74" fmla="*/ 342798 h 1516973"/>
                  <a:gd name="connsiteX75" fmla="*/ 1336057 w 1511813"/>
                  <a:gd name="connsiteY75" fmla="*/ 396975 h 1516973"/>
                  <a:gd name="connsiteX76" fmla="*/ 1291167 w 1511813"/>
                  <a:gd name="connsiteY76" fmla="*/ 426902 h 1516973"/>
                  <a:gd name="connsiteX77" fmla="*/ 1284976 w 1511813"/>
                  <a:gd name="connsiteY77" fmla="*/ 451153 h 1516973"/>
                  <a:gd name="connsiteX78" fmla="*/ 1316450 w 1511813"/>
                  <a:gd name="connsiteY78" fmla="*/ 513070 h 1516973"/>
                  <a:gd name="connsiteX79" fmla="*/ 1330898 w 1511813"/>
                  <a:gd name="connsiteY79" fmla="*/ 519262 h 1516973"/>
                  <a:gd name="connsiteX80" fmla="*/ 1447509 w 1511813"/>
                  <a:gd name="connsiteY80" fmla="*/ 491399 h 1516973"/>
                  <a:gd name="connsiteX81" fmla="*/ 1458860 w 1511813"/>
                  <a:gd name="connsiteY81" fmla="*/ 489851 h 1516973"/>
                  <a:gd name="connsiteX82" fmla="*/ 1473307 w 1511813"/>
                  <a:gd name="connsiteY82" fmla="*/ 499139 h 1516973"/>
                  <a:gd name="connsiteX83" fmla="*/ 1513554 w 1511813"/>
                  <a:gd name="connsiteY83" fmla="*/ 675603 h 1516973"/>
                  <a:gd name="connsiteX84" fmla="*/ 1514070 w 1511813"/>
                  <a:gd name="connsiteY84" fmla="*/ 679215 h 1516973"/>
                  <a:gd name="connsiteX85" fmla="*/ 1490335 w 1511813"/>
                  <a:gd name="connsiteY85" fmla="*/ 717397 h 1516973"/>
                  <a:gd name="connsiteX86" fmla="*/ 1379916 w 1511813"/>
                  <a:gd name="connsiteY86" fmla="*/ 738036 h 1516973"/>
                  <a:gd name="connsiteX87" fmla="*/ 1367532 w 1511813"/>
                  <a:gd name="connsiteY87" fmla="*/ 749904 h 1516973"/>
                  <a:gd name="connsiteX88" fmla="*/ 1363920 w 1511813"/>
                  <a:gd name="connsiteY88" fmla="*/ 822141 h 1516973"/>
                  <a:gd name="connsiteX89" fmla="*/ 1375788 w 1511813"/>
                  <a:gd name="connsiteY89" fmla="*/ 838136 h 1516973"/>
                  <a:gd name="connsiteX90" fmla="*/ 1498590 w 1511813"/>
                  <a:gd name="connsiteY90" fmla="*/ 876834 h 1516973"/>
                  <a:gd name="connsiteX91" fmla="*/ 1506330 w 1511813"/>
                  <a:gd name="connsiteY91" fmla="*/ 891798 h 1516973"/>
                  <a:gd name="connsiteX92" fmla="*/ 1444413 w 1511813"/>
                  <a:gd name="connsiteY92" fmla="*/ 1085289 h 1516973"/>
                  <a:gd name="connsiteX93" fmla="*/ 1429449 w 1511813"/>
                  <a:gd name="connsiteY93" fmla="*/ 1093029 h 1516973"/>
                  <a:gd name="connsiteX94" fmla="*/ 1306647 w 1511813"/>
                  <a:gd name="connsiteY94" fmla="*/ 1052783 h 1516973"/>
                  <a:gd name="connsiteX95" fmla="*/ 1287556 w 1511813"/>
                  <a:gd name="connsiteY95" fmla="*/ 1057942 h 1516973"/>
                  <a:gd name="connsiteX96" fmla="*/ 1248857 w 1511813"/>
                  <a:gd name="connsiteY96" fmla="*/ 1118828 h 1516973"/>
                  <a:gd name="connsiteX97" fmla="*/ 1250405 w 1511813"/>
                  <a:gd name="connsiteY97" fmla="*/ 1135339 h 1516973"/>
                  <a:gd name="connsiteX98" fmla="*/ 1339153 w 1511813"/>
                  <a:gd name="connsiteY98" fmla="*/ 1230795 h 1516973"/>
                  <a:gd name="connsiteX99" fmla="*/ 1337605 w 1511813"/>
                  <a:gd name="connsiteY99" fmla="*/ 1249370 h 1516973"/>
                  <a:gd name="connsiteX100" fmla="*/ 1189004 w 1511813"/>
                  <a:gd name="connsiteY100" fmla="*/ 1384040 h 1516973"/>
                  <a:gd name="connsiteX101" fmla="*/ 1170945 w 1511813"/>
                  <a:gd name="connsiteY101" fmla="*/ 1383524 h 1516973"/>
                  <a:gd name="connsiteX102" fmla="*/ 1118831 w 1511813"/>
                  <a:gd name="connsiteY102" fmla="*/ 1337602 h 1516973"/>
                  <a:gd name="connsiteX103" fmla="*/ 1086840 w 1511813"/>
                  <a:gd name="connsiteY103" fmla="*/ 1289616 h 1516973"/>
                  <a:gd name="connsiteX104" fmla="*/ 1064137 w 1511813"/>
                  <a:gd name="connsiteY104" fmla="*/ 1284456 h 1516973"/>
                  <a:gd name="connsiteX105" fmla="*/ 1002220 w 1511813"/>
                  <a:gd name="connsiteY105" fmla="*/ 1316447 h 1516973"/>
                  <a:gd name="connsiteX106" fmla="*/ 996028 w 1511813"/>
                  <a:gd name="connsiteY106" fmla="*/ 1332958 h 1516973"/>
                  <a:gd name="connsiteX107" fmla="*/ 1022859 w 1511813"/>
                  <a:gd name="connsiteY107" fmla="*/ 1446989 h 1516973"/>
                  <a:gd name="connsiteX108" fmla="*/ 1024407 w 1511813"/>
                  <a:gd name="connsiteY108" fmla="*/ 1459889 h 1516973"/>
                  <a:gd name="connsiteX109" fmla="*/ 1015636 w 1511813"/>
                  <a:gd name="connsiteY109" fmla="*/ 1473304 h 1516973"/>
                  <a:gd name="connsiteX110" fmla="*/ 817500 w 1511813"/>
                  <a:gd name="connsiteY110" fmla="*/ 1518710 h 1516973"/>
                  <a:gd name="connsiteX111" fmla="*/ 758163 w 1511813"/>
                  <a:gd name="connsiteY111" fmla="*/ 1148238 h 1516973"/>
                  <a:gd name="connsiteX112" fmla="*/ 1145146 w 1511813"/>
                  <a:gd name="connsiteY112" fmla="*/ 758675 h 1516973"/>
                  <a:gd name="connsiteX113" fmla="*/ 757131 w 1511813"/>
                  <a:gd name="connsiteY113" fmla="*/ 371176 h 1516973"/>
                  <a:gd name="connsiteX114" fmla="*/ 368600 w 1511813"/>
                  <a:gd name="connsiteY114" fmla="*/ 759707 h 1516973"/>
                  <a:gd name="connsiteX115" fmla="*/ 758163 w 1511813"/>
                  <a:gd name="connsiteY115" fmla="*/ 1148238 h 1516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511813" h="1516973">
                    <a:moveTo>
                      <a:pt x="817500" y="1518710"/>
                    </a:moveTo>
                    <a:cubicBezTo>
                      <a:pt x="809245" y="1520774"/>
                      <a:pt x="805633" y="1516130"/>
                      <a:pt x="802537" y="1507875"/>
                    </a:cubicBezTo>
                    <a:cubicBezTo>
                      <a:pt x="795829" y="1486204"/>
                      <a:pt x="788090" y="1464532"/>
                      <a:pt x="780866" y="1442862"/>
                    </a:cubicBezTo>
                    <a:cubicBezTo>
                      <a:pt x="774674" y="1424286"/>
                      <a:pt x="777770" y="1404679"/>
                      <a:pt x="776738" y="1385072"/>
                    </a:cubicBezTo>
                    <a:cubicBezTo>
                      <a:pt x="776222" y="1369593"/>
                      <a:pt x="775706" y="1370109"/>
                      <a:pt x="760227" y="1369593"/>
                    </a:cubicBezTo>
                    <a:cubicBezTo>
                      <a:pt x="738556" y="1369593"/>
                      <a:pt x="716369" y="1368045"/>
                      <a:pt x="694698" y="1366497"/>
                    </a:cubicBezTo>
                    <a:cubicBezTo>
                      <a:pt x="683346" y="1365465"/>
                      <a:pt x="676638" y="1365981"/>
                      <a:pt x="676638" y="1379912"/>
                    </a:cubicBezTo>
                    <a:cubicBezTo>
                      <a:pt x="676638" y="1424286"/>
                      <a:pt x="655483" y="1462469"/>
                      <a:pt x="637940" y="1501683"/>
                    </a:cubicBezTo>
                    <a:cubicBezTo>
                      <a:pt x="634844" y="1508907"/>
                      <a:pt x="630716" y="1510454"/>
                      <a:pt x="622977" y="1508907"/>
                    </a:cubicBezTo>
                    <a:cubicBezTo>
                      <a:pt x="556416" y="1496523"/>
                      <a:pt x="492434" y="1475368"/>
                      <a:pt x="430517" y="1447505"/>
                    </a:cubicBezTo>
                    <a:cubicBezTo>
                      <a:pt x="423294" y="1443893"/>
                      <a:pt x="420198" y="1440282"/>
                      <a:pt x="422262" y="1431510"/>
                    </a:cubicBezTo>
                    <a:cubicBezTo>
                      <a:pt x="427421" y="1409323"/>
                      <a:pt x="431033" y="1386620"/>
                      <a:pt x="435677" y="1364433"/>
                    </a:cubicBezTo>
                    <a:cubicBezTo>
                      <a:pt x="439805" y="1344310"/>
                      <a:pt x="452704" y="1327798"/>
                      <a:pt x="461992" y="1310255"/>
                    </a:cubicBezTo>
                    <a:cubicBezTo>
                      <a:pt x="467152" y="1300452"/>
                      <a:pt x="466120" y="1295808"/>
                      <a:pt x="456316" y="1290132"/>
                    </a:cubicBezTo>
                    <a:cubicBezTo>
                      <a:pt x="435677" y="1278265"/>
                      <a:pt x="415554" y="1264849"/>
                      <a:pt x="395431" y="1251434"/>
                    </a:cubicBezTo>
                    <a:cubicBezTo>
                      <a:pt x="388207" y="1246274"/>
                      <a:pt x="383563" y="1246274"/>
                      <a:pt x="378919" y="1254014"/>
                    </a:cubicBezTo>
                    <a:cubicBezTo>
                      <a:pt x="356216" y="1293228"/>
                      <a:pt x="319066" y="1317479"/>
                      <a:pt x="283464" y="1342246"/>
                    </a:cubicBezTo>
                    <a:cubicBezTo>
                      <a:pt x="276240" y="1346890"/>
                      <a:pt x="272112" y="1346374"/>
                      <a:pt x="265920" y="1341214"/>
                    </a:cubicBezTo>
                    <a:cubicBezTo>
                      <a:pt x="214323" y="1297356"/>
                      <a:pt x="169433" y="1246790"/>
                      <a:pt x="130218" y="1191580"/>
                    </a:cubicBezTo>
                    <a:cubicBezTo>
                      <a:pt x="125575" y="1185389"/>
                      <a:pt x="125059" y="1180745"/>
                      <a:pt x="130734" y="1174553"/>
                    </a:cubicBezTo>
                    <a:cubicBezTo>
                      <a:pt x="146730" y="1157010"/>
                      <a:pt x="161177" y="1138435"/>
                      <a:pt x="177688" y="1121408"/>
                    </a:cubicBezTo>
                    <a:cubicBezTo>
                      <a:pt x="191104" y="1107476"/>
                      <a:pt x="209163" y="1099221"/>
                      <a:pt x="225674" y="1089417"/>
                    </a:cubicBezTo>
                    <a:cubicBezTo>
                      <a:pt x="236510" y="1083225"/>
                      <a:pt x="237026" y="1078065"/>
                      <a:pt x="230834" y="1067230"/>
                    </a:cubicBezTo>
                    <a:cubicBezTo>
                      <a:pt x="218967" y="1047107"/>
                      <a:pt x="208647" y="1025436"/>
                      <a:pt x="198327" y="1004281"/>
                    </a:cubicBezTo>
                    <a:cubicBezTo>
                      <a:pt x="194716" y="997057"/>
                      <a:pt x="192136" y="993445"/>
                      <a:pt x="183880" y="998089"/>
                    </a:cubicBezTo>
                    <a:cubicBezTo>
                      <a:pt x="147246" y="1017180"/>
                      <a:pt x="108031" y="1024920"/>
                      <a:pt x="67269" y="1025952"/>
                    </a:cubicBezTo>
                    <a:cubicBezTo>
                      <a:pt x="63657" y="1025952"/>
                      <a:pt x="59529" y="1026984"/>
                      <a:pt x="55918" y="1027500"/>
                    </a:cubicBezTo>
                    <a:cubicBezTo>
                      <a:pt x="48694" y="1028532"/>
                      <a:pt x="44050" y="1025952"/>
                      <a:pt x="41470" y="1018212"/>
                    </a:cubicBezTo>
                    <a:cubicBezTo>
                      <a:pt x="21347" y="960939"/>
                      <a:pt x="6384" y="902117"/>
                      <a:pt x="1224" y="841748"/>
                    </a:cubicBezTo>
                    <a:cubicBezTo>
                      <a:pt x="-1872" y="808725"/>
                      <a:pt x="-1356" y="809241"/>
                      <a:pt x="30635" y="797374"/>
                    </a:cubicBezTo>
                    <a:cubicBezTo>
                      <a:pt x="64173" y="784474"/>
                      <a:pt x="98744" y="775703"/>
                      <a:pt x="134862" y="778799"/>
                    </a:cubicBezTo>
                    <a:cubicBezTo>
                      <a:pt x="144150" y="779315"/>
                      <a:pt x="147246" y="775187"/>
                      <a:pt x="147246" y="765899"/>
                    </a:cubicBezTo>
                    <a:cubicBezTo>
                      <a:pt x="147246" y="742680"/>
                      <a:pt x="148278" y="719461"/>
                      <a:pt x="150342" y="696242"/>
                    </a:cubicBezTo>
                    <a:cubicBezTo>
                      <a:pt x="151373" y="685923"/>
                      <a:pt x="150858" y="678699"/>
                      <a:pt x="137442" y="678699"/>
                    </a:cubicBezTo>
                    <a:cubicBezTo>
                      <a:pt x="92552" y="678699"/>
                      <a:pt x="53854" y="657544"/>
                      <a:pt x="14639" y="639485"/>
                    </a:cubicBezTo>
                    <a:cubicBezTo>
                      <a:pt x="7932" y="636389"/>
                      <a:pt x="6384" y="632261"/>
                      <a:pt x="7932" y="625037"/>
                    </a:cubicBezTo>
                    <a:cubicBezTo>
                      <a:pt x="20315" y="558476"/>
                      <a:pt x="40954" y="494495"/>
                      <a:pt x="69333" y="432578"/>
                    </a:cubicBezTo>
                    <a:cubicBezTo>
                      <a:pt x="72945" y="424838"/>
                      <a:pt x="77073" y="421742"/>
                      <a:pt x="86360" y="423806"/>
                    </a:cubicBezTo>
                    <a:cubicBezTo>
                      <a:pt x="107515" y="428450"/>
                      <a:pt x="129186" y="432578"/>
                      <a:pt x="150858" y="436706"/>
                    </a:cubicBezTo>
                    <a:cubicBezTo>
                      <a:pt x="171497" y="440833"/>
                      <a:pt x="188008" y="453733"/>
                      <a:pt x="206583" y="463536"/>
                    </a:cubicBezTo>
                    <a:cubicBezTo>
                      <a:pt x="216903" y="468696"/>
                      <a:pt x="221546" y="467664"/>
                      <a:pt x="227738" y="457345"/>
                    </a:cubicBezTo>
                    <a:cubicBezTo>
                      <a:pt x="239606" y="436706"/>
                      <a:pt x="253021" y="416582"/>
                      <a:pt x="266952" y="396459"/>
                    </a:cubicBezTo>
                    <a:cubicBezTo>
                      <a:pt x="271596" y="389752"/>
                      <a:pt x="271596" y="385108"/>
                      <a:pt x="264373" y="380980"/>
                    </a:cubicBezTo>
                    <a:cubicBezTo>
                      <a:pt x="225158" y="357761"/>
                      <a:pt x="200391" y="320611"/>
                      <a:pt x="175108" y="284492"/>
                    </a:cubicBezTo>
                    <a:cubicBezTo>
                      <a:pt x="170465" y="277785"/>
                      <a:pt x="170981" y="273657"/>
                      <a:pt x="176140" y="267981"/>
                    </a:cubicBezTo>
                    <a:cubicBezTo>
                      <a:pt x="219998" y="216383"/>
                      <a:pt x="270048" y="171493"/>
                      <a:pt x="325258" y="132279"/>
                    </a:cubicBezTo>
                    <a:cubicBezTo>
                      <a:pt x="331966" y="127635"/>
                      <a:pt x="336609" y="126603"/>
                      <a:pt x="343317" y="132795"/>
                    </a:cubicBezTo>
                    <a:cubicBezTo>
                      <a:pt x="360344" y="148274"/>
                      <a:pt x="378404" y="162722"/>
                      <a:pt x="395431" y="178717"/>
                    </a:cubicBezTo>
                    <a:cubicBezTo>
                      <a:pt x="409362" y="191616"/>
                      <a:pt x="416070" y="209160"/>
                      <a:pt x="426389" y="224639"/>
                    </a:cubicBezTo>
                    <a:cubicBezTo>
                      <a:pt x="437741" y="241666"/>
                      <a:pt x="435161" y="240634"/>
                      <a:pt x="451156" y="231347"/>
                    </a:cubicBezTo>
                    <a:cubicBezTo>
                      <a:pt x="470763" y="219995"/>
                      <a:pt x="491403" y="209676"/>
                      <a:pt x="512042" y="200388"/>
                    </a:cubicBezTo>
                    <a:cubicBezTo>
                      <a:pt x="521329" y="196260"/>
                      <a:pt x="522361" y="192132"/>
                      <a:pt x="518233" y="183877"/>
                    </a:cubicBezTo>
                    <a:cubicBezTo>
                      <a:pt x="499142" y="148274"/>
                      <a:pt x="492434" y="109576"/>
                      <a:pt x="491403" y="69846"/>
                    </a:cubicBezTo>
                    <a:cubicBezTo>
                      <a:pt x="491403" y="66234"/>
                      <a:pt x="490371" y="62106"/>
                      <a:pt x="489855" y="58494"/>
                    </a:cubicBezTo>
                    <a:cubicBezTo>
                      <a:pt x="488307" y="50239"/>
                      <a:pt x="491403" y="46111"/>
                      <a:pt x="499658" y="43015"/>
                    </a:cubicBezTo>
                    <a:cubicBezTo>
                      <a:pt x="563123" y="20312"/>
                      <a:pt x="628653" y="6380"/>
                      <a:pt x="695730" y="189"/>
                    </a:cubicBezTo>
                    <a:cubicBezTo>
                      <a:pt x="706049" y="-843"/>
                      <a:pt x="710693" y="2253"/>
                      <a:pt x="713273" y="12056"/>
                    </a:cubicBezTo>
                    <a:cubicBezTo>
                      <a:pt x="715337" y="19796"/>
                      <a:pt x="717917" y="27536"/>
                      <a:pt x="721012" y="35275"/>
                    </a:cubicBezTo>
                    <a:cubicBezTo>
                      <a:pt x="734428" y="67266"/>
                      <a:pt x="741136" y="99772"/>
                      <a:pt x="738556" y="134343"/>
                    </a:cubicBezTo>
                    <a:cubicBezTo>
                      <a:pt x="737524" y="145694"/>
                      <a:pt x="742168" y="148790"/>
                      <a:pt x="753519" y="148790"/>
                    </a:cubicBezTo>
                    <a:cubicBezTo>
                      <a:pt x="775706" y="148274"/>
                      <a:pt x="797893" y="149822"/>
                      <a:pt x="820596" y="151886"/>
                    </a:cubicBezTo>
                    <a:cubicBezTo>
                      <a:pt x="831948" y="152918"/>
                      <a:pt x="838655" y="152402"/>
                      <a:pt x="838655" y="138471"/>
                    </a:cubicBezTo>
                    <a:cubicBezTo>
                      <a:pt x="838655" y="94097"/>
                      <a:pt x="859810" y="55914"/>
                      <a:pt x="877354" y="16700"/>
                    </a:cubicBezTo>
                    <a:cubicBezTo>
                      <a:pt x="880449" y="9476"/>
                      <a:pt x="885093" y="7928"/>
                      <a:pt x="892317" y="9476"/>
                    </a:cubicBezTo>
                    <a:cubicBezTo>
                      <a:pt x="958878" y="21860"/>
                      <a:pt x="1022859" y="42499"/>
                      <a:pt x="1084777" y="70878"/>
                    </a:cubicBezTo>
                    <a:cubicBezTo>
                      <a:pt x="1092000" y="74489"/>
                      <a:pt x="1095096" y="78617"/>
                      <a:pt x="1093032" y="86873"/>
                    </a:cubicBezTo>
                    <a:cubicBezTo>
                      <a:pt x="1088388" y="108544"/>
                      <a:pt x="1084261" y="130731"/>
                      <a:pt x="1079617" y="152402"/>
                    </a:cubicBezTo>
                    <a:cubicBezTo>
                      <a:pt x="1075489" y="172525"/>
                      <a:pt x="1062590" y="189036"/>
                      <a:pt x="1053302" y="206580"/>
                    </a:cubicBezTo>
                    <a:cubicBezTo>
                      <a:pt x="1047626" y="217415"/>
                      <a:pt x="1048658" y="222575"/>
                      <a:pt x="1060010" y="228251"/>
                    </a:cubicBezTo>
                    <a:cubicBezTo>
                      <a:pt x="1080133" y="239602"/>
                      <a:pt x="1099740" y="252502"/>
                      <a:pt x="1118315" y="265917"/>
                    </a:cubicBezTo>
                    <a:cubicBezTo>
                      <a:pt x="1126571" y="272109"/>
                      <a:pt x="1131214" y="271593"/>
                      <a:pt x="1136374" y="262821"/>
                    </a:cubicBezTo>
                    <a:cubicBezTo>
                      <a:pt x="1159077" y="223607"/>
                      <a:pt x="1196744" y="199872"/>
                      <a:pt x="1232346" y="174589"/>
                    </a:cubicBezTo>
                    <a:cubicBezTo>
                      <a:pt x="1238538" y="170461"/>
                      <a:pt x="1242666" y="170977"/>
                      <a:pt x="1247825" y="175621"/>
                    </a:cubicBezTo>
                    <a:cubicBezTo>
                      <a:pt x="1299939" y="219995"/>
                      <a:pt x="1345345" y="270045"/>
                      <a:pt x="1384559" y="325770"/>
                    </a:cubicBezTo>
                    <a:cubicBezTo>
                      <a:pt x="1389203" y="331962"/>
                      <a:pt x="1389719" y="336606"/>
                      <a:pt x="1384043" y="342798"/>
                    </a:cubicBezTo>
                    <a:cubicBezTo>
                      <a:pt x="1368048" y="360857"/>
                      <a:pt x="1352569" y="379432"/>
                      <a:pt x="1336057" y="396975"/>
                    </a:cubicBezTo>
                    <a:cubicBezTo>
                      <a:pt x="1323674" y="409875"/>
                      <a:pt x="1306131" y="417098"/>
                      <a:pt x="1291167" y="426902"/>
                    </a:cubicBezTo>
                    <a:cubicBezTo>
                      <a:pt x="1276720" y="436706"/>
                      <a:pt x="1276720" y="436190"/>
                      <a:pt x="1284976" y="451153"/>
                    </a:cubicBezTo>
                    <a:cubicBezTo>
                      <a:pt x="1295811" y="471792"/>
                      <a:pt x="1306647" y="492431"/>
                      <a:pt x="1316450" y="513070"/>
                    </a:cubicBezTo>
                    <a:cubicBezTo>
                      <a:pt x="1320062" y="520294"/>
                      <a:pt x="1323158" y="523390"/>
                      <a:pt x="1330898" y="519262"/>
                    </a:cubicBezTo>
                    <a:cubicBezTo>
                      <a:pt x="1367532" y="500171"/>
                      <a:pt x="1406746" y="492431"/>
                      <a:pt x="1447509" y="491399"/>
                    </a:cubicBezTo>
                    <a:cubicBezTo>
                      <a:pt x="1451120" y="491399"/>
                      <a:pt x="1455248" y="490367"/>
                      <a:pt x="1458860" y="489851"/>
                    </a:cubicBezTo>
                    <a:cubicBezTo>
                      <a:pt x="1466600" y="488819"/>
                      <a:pt x="1470728" y="491399"/>
                      <a:pt x="1473307" y="499139"/>
                    </a:cubicBezTo>
                    <a:cubicBezTo>
                      <a:pt x="1493431" y="556412"/>
                      <a:pt x="1508394" y="615234"/>
                      <a:pt x="1513554" y="675603"/>
                    </a:cubicBezTo>
                    <a:cubicBezTo>
                      <a:pt x="1513554" y="676635"/>
                      <a:pt x="1513554" y="678183"/>
                      <a:pt x="1514070" y="679215"/>
                    </a:cubicBezTo>
                    <a:cubicBezTo>
                      <a:pt x="1518713" y="714301"/>
                      <a:pt x="1519745" y="706046"/>
                      <a:pt x="1490335" y="717397"/>
                    </a:cubicBezTo>
                    <a:cubicBezTo>
                      <a:pt x="1454732" y="730813"/>
                      <a:pt x="1418614" y="741648"/>
                      <a:pt x="1379916" y="738036"/>
                    </a:cubicBezTo>
                    <a:cubicBezTo>
                      <a:pt x="1371144" y="737004"/>
                      <a:pt x="1368048" y="740616"/>
                      <a:pt x="1367532" y="749904"/>
                    </a:cubicBezTo>
                    <a:cubicBezTo>
                      <a:pt x="1367016" y="774155"/>
                      <a:pt x="1365984" y="797890"/>
                      <a:pt x="1363920" y="822141"/>
                    </a:cubicBezTo>
                    <a:cubicBezTo>
                      <a:pt x="1363404" y="831944"/>
                      <a:pt x="1363920" y="838136"/>
                      <a:pt x="1375788" y="838136"/>
                    </a:cubicBezTo>
                    <a:cubicBezTo>
                      <a:pt x="1420678" y="838136"/>
                      <a:pt x="1459376" y="858775"/>
                      <a:pt x="1498590" y="876834"/>
                    </a:cubicBezTo>
                    <a:cubicBezTo>
                      <a:pt x="1505298" y="879930"/>
                      <a:pt x="1507878" y="883542"/>
                      <a:pt x="1506330" y="891798"/>
                    </a:cubicBezTo>
                    <a:cubicBezTo>
                      <a:pt x="1493947" y="958875"/>
                      <a:pt x="1472791" y="1023372"/>
                      <a:pt x="1444413" y="1085289"/>
                    </a:cubicBezTo>
                    <a:cubicBezTo>
                      <a:pt x="1441317" y="1092513"/>
                      <a:pt x="1437189" y="1094577"/>
                      <a:pt x="1429449" y="1093029"/>
                    </a:cubicBezTo>
                    <a:cubicBezTo>
                      <a:pt x="1386623" y="1085289"/>
                      <a:pt x="1343797" y="1078581"/>
                      <a:pt x="1306647" y="1052783"/>
                    </a:cubicBezTo>
                    <a:cubicBezTo>
                      <a:pt x="1297875" y="1046591"/>
                      <a:pt x="1293231" y="1048655"/>
                      <a:pt x="1287556" y="1057942"/>
                    </a:cubicBezTo>
                    <a:cubicBezTo>
                      <a:pt x="1275688" y="1078581"/>
                      <a:pt x="1262273" y="1098705"/>
                      <a:pt x="1248857" y="1118828"/>
                    </a:cubicBezTo>
                    <a:cubicBezTo>
                      <a:pt x="1244214" y="1125535"/>
                      <a:pt x="1242150" y="1130179"/>
                      <a:pt x="1250405" y="1135339"/>
                    </a:cubicBezTo>
                    <a:cubicBezTo>
                      <a:pt x="1289620" y="1158558"/>
                      <a:pt x="1313871" y="1194676"/>
                      <a:pt x="1339153" y="1230795"/>
                    </a:cubicBezTo>
                    <a:cubicBezTo>
                      <a:pt x="1344313" y="1238018"/>
                      <a:pt x="1343797" y="1242662"/>
                      <a:pt x="1337605" y="1249370"/>
                    </a:cubicBezTo>
                    <a:cubicBezTo>
                      <a:pt x="1293747" y="1300968"/>
                      <a:pt x="1244214" y="1345342"/>
                      <a:pt x="1189004" y="1384040"/>
                    </a:cubicBezTo>
                    <a:cubicBezTo>
                      <a:pt x="1182296" y="1388684"/>
                      <a:pt x="1177652" y="1389716"/>
                      <a:pt x="1170945" y="1383524"/>
                    </a:cubicBezTo>
                    <a:cubicBezTo>
                      <a:pt x="1153918" y="1368045"/>
                      <a:pt x="1135858" y="1353597"/>
                      <a:pt x="1118831" y="1337602"/>
                    </a:cubicBezTo>
                    <a:cubicBezTo>
                      <a:pt x="1104384" y="1324187"/>
                      <a:pt x="1096644" y="1306128"/>
                      <a:pt x="1086840" y="1289616"/>
                    </a:cubicBezTo>
                    <a:cubicBezTo>
                      <a:pt x="1080133" y="1278265"/>
                      <a:pt x="1074973" y="1277749"/>
                      <a:pt x="1064137" y="1284456"/>
                    </a:cubicBezTo>
                    <a:cubicBezTo>
                      <a:pt x="1044530" y="1296324"/>
                      <a:pt x="1023375" y="1306643"/>
                      <a:pt x="1002220" y="1316447"/>
                    </a:cubicBezTo>
                    <a:cubicBezTo>
                      <a:pt x="993449" y="1320575"/>
                      <a:pt x="991385" y="1324703"/>
                      <a:pt x="996028" y="1332958"/>
                    </a:cubicBezTo>
                    <a:cubicBezTo>
                      <a:pt x="1015120" y="1368561"/>
                      <a:pt x="1021827" y="1407259"/>
                      <a:pt x="1022859" y="1446989"/>
                    </a:cubicBezTo>
                    <a:cubicBezTo>
                      <a:pt x="1022859" y="1451117"/>
                      <a:pt x="1023891" y="1455245"/>
                      <a:pt x="1024407" y="1459889"/>
                    </a:cubicBezTo>
                    <a:cubicBezTo>
                      <a:pt x="1025439" y="1466596"/>
                      <a:pt x="1022859" y="1470724"/>
                      <a:pt x="1015636" y="1473304"/>
                    </a:cubicBezTo>
                    <a:cubicBezTo>
                      <a:pt x="970745" y="1493943"/>
                      <a:pt x="870646" y="1516130"/>
                      <a:pt x="817500" y="1518710"/>
                    </a:cubicBezTo>
                    <a:close/>
                    <a:moveTo>
                      <a:pt x="758163" y="1148238"/>
                    </a:moveTo>
                    <a:cubicBezTo>
                      <a:pt x="974357" y="1144627"/>
                      <a:pt x="1145146" y="976418"/>
                      <a:pt x="1145146" y="758675"/>
                    </a:cubicBezTo>
                    <a:cubicBezTo>
                      <a:pt x="1145146" y="542481"/>
                      <a:pt x="974357" y="371176"/>
                      <a:pt x="757131" y="371176"/>
                    </a:cubicBezTo>
                    <a:cubicBezTo>
                      <a:pt x="539904" y="371176"/>
                      <a:pt x="368600" y="542481"/>
                      <a:pt x="368600" y="759707"/>
                    </a:cubicBezTo>
                    <a:cubicBezTo>
                      <a:pt x="369116" y="977966"/>
                      <a:pt x="541452" y="1145659"/>
                      <a:pt x="758163" y="114823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="" xmlns:a16="http://schemas.microsoft.com/office/drawing/2014/main" id="{25925A4A-CBF1-48EF-AB30-CEBB54EC947A}"/>
                  </a:ext>
                </a:extLst>
              </p:cNvPr>
              <p:cNvGrpSpPr/>
              <p:nvPr/>
            </p:nvGrpSpPr>
            <p:grpSpPr>
              <a:xfrm>
                <a:off x="3563163" y="3556278"/>
                <a:ext cx="1218879" cy="1218879"/>
                <a:chOff x="3264582" y="1870309"/>
                <a:chExt cx="1774962" cy="1774962"/>
              </a:xfrm>
              <a:grpFill/>
            </p:grpSpPr>
            <p:sp>
              <p:nvSpPr>
                <p:cNvPr id="33" name="Freeform: Shape 32">
                  <a:extLst>
                    <a:ext uri="{FF2B5EF4-FFF2-40B4-BE49-F238E27FC236}">
                      <a16:creationId xmlns="" xmlns:a16="http://schemas.microsoft.com/office/drawing/2014/main" id="{59AB121F-74A9-4A6A-B896-45331194465F}"/>
                    </a:ext>
                  </a:extLst>
                </p:cNvPr>
                <p:cNvSpPr/>
                <p:nvPr/>
              </p:nvSpPr>
              <p:spPr>
                <a:xfrm>
                  <a:off x="3264582" y="1870309"/>
                  <a:ext cx="1774962" cy="1774962"/>
                </a:xfrm>
                <a:custGeom>
                  <a:avLst/>
                  <a:gdLst>
                    <a:gd name="connsiteX0" fmla="*/ 894776 w 1774962"/>
                    <a:gd name="connsiteY0" fmla="*/ 1775736 h 1774962"/>
                    <a:gd name="connsiteX1" fmla="*/ 852466 w 1774962"/>
                    <a:gd name="connsiteY1" fmla="*/ 1775736 h 1774962"/>
                    <a:gd name="connsiteX2" fmla="*/ 839567 w 1774962"/>
                    <a:gd name="connsiteY2" fmla="*/ 1764901 h 1774962"/>
                    <a:gd name="connsiteX3" fmla="*/ 819960 w 1774962"/>
                    <a:gd name="connsiteY3" fmla="*/ 1666349 h 1774962"/>
                    <a:gd name="connsiteX4" fmla="*/ 822024 w 1774962"/>
                    <a:gd name="connsiteY4" fmla="*/ 1636938 h 1774962"/>
                    <a:gd name="connsiteX5" fmla="*/ 811704 w 1774962"/>
                    <a:gd name="connsiteY5" fmla="*/ 1623523 h 1774962"/>
                    <a:gd name="connsiteX6" fmla="*/ 695093 w 1774962"/>
                    <a:gd name="connsiteY6" fmla="*/ 1601852 h 1774962"/>
                    <a:gd name="connsiteX7" fmla="*/ 680130 w 1774962"/>
                    <a:gd name="connsiteY7" fmla="*/ 1610623 h 1774962"/>
                    <a:gd name="connsiteX8" fmla="*/ 615116 w 1774962"/>
                    <a:gd name="connsiteY8" fmla="*/ 1727234 h 1774962"/>
                    <a:gd name="connsiteX9" fmla="*/ 603765 w 1774962"/>
                    <a:gd name="connsiteY9" fmla="*/ 1730330 h 1774962"/>
                    <a:gd name="connsiteX10" fmla="*/ 512953 w 1774962"/>
                    <a:gd name="connsiteY10" fmla="*/ 1694212 h 1774962"/>
                    <a:gd name="connsiteX11" fmla="*/ 507277 w 1774962"/>
                    <a:gd name="connsiteY11" fmla="*/ 1681828 h 1774962"/>
                    <a:gd name="connsiteX12" fmla="*/ 527400 w 1774962"/>
                    <a:gd name="connsiteY12" fmla="*/ 1583277 h 1774962"/>
                    <a:gd name="connsiteX13" fmla="*/ 541848 w 1774962"/>
                    <a:gd name="connsiteY13" fmla="*/ 1552834 h 1774962"/>
                    <a:gd name="connsiteX14" fmla="*/ 537720 w 1774962"/>
                    <a:gd name="connsiteY14" fmla="*/ 1539418 h 1774962"/>
                    <a:gd name="connsiteX15" fmla="*/ 435041 w 1774962"/>
                    <a:gd name="connsiteY15" fmla="*/ 1472857 h 1774962"/>
                    <a:gd name="connsiteX16" fmla="*/ 420593 w 1774962"/>
                    <a:gd name="connsiteY16" fmla="*/ 1474921 h 1774962"/>
                    <a:gd name="connsiteX17" fmla="*/ 315334 w 1774962"/>
                    <a:gd name="connsiteY17" fmla="*/ 1559026 h 1774962"/>
                    <a:gd name="connsiteX18" fmla="*/ 302950 w 1774962"/>
                    <a:gd name="connsiteY18" fmla="*/ 1557478 h 1774962"/>
                    <a:gd name="connsiteX19" fmla="*/ 233809 w 1774962"/>
                    <a:gd name="connsiteY19" fmla="*/ 1490401 h 1774962"/>
                    <a:gd name="connsiteX20" fmla="*/ 232777 w 1774962"/>
                    <a:gd name="connsiteY20" fmla="*/ 1476985 h 1774962"/>
                    <a:gd name="connsiteX21" fmla="*/ 289019 w 1774962"/>
                    <a:gd name="connsiteY21" fmla="*/ 1393397 h 1774962"/>
                    <a:gd name="connsiteX22" fmla="*/ 312754 w 1774962"/>
                    <a:gd name="connsiteY22" fmla="*/ 1371726 h 1774962"/>
                    <a:gd name="connsiteX23" fmla="*/ 314818 w 1774962"/>
                    <a:gd name="connsiteY23" fmla="*/ 1355731 h 1774962"/>
                    <a:gd name="connsiteX24" fmla="*/ 246193 w 1774962"/>
                    <a:gd name="connsiteY24" fmla="*/ 1255631 h 1774962"/>
                    <a:gd name="connsiteX25" fmla="*/ 230713 w 1774962"/>
                    <a:gd name="connsiteY25" fmla="*/ 1253051 h 1774962"/>
                    <a:gd name="connsiteX26" fmla="*/ 102751 w 1774962"/>
                    <a:gd name="connsiteY26" fmla="*/ 1289685 h 1774962"/>
                    <a:gd name="connsiteX27" fmla="*/ 91916 w 1774962"/>
                    <a:gd name="connsiteY27" fmla="*/ 1282978 h 1774962"/>
                    <a:gd name="connsiteX28" fmla="*/ 53733 w 1774962"/>
                    <a:gd name="connsiteY28" fmla="*/ 1194230 h 1774962"/>
                    <a:gd name="connsiteX29" fmla="*/ 58377 w 1774962"/>
                    <a:gd name="connsiteY29" fmla="*/ 1181330 h 1774962"/>
                    <a:gd name="connsiteX30" fmla="*/ 142481 w 1774962"/>
                    <a:gd name="connsiteY30" fmla="*/ 1125605 h 1774962"/>
                    <a:gd name="connsiteX31" fmla="*/ 173956 w 1774962"/>
                    <a:gd name="connsiteY31" fmla="*/ 1114253 h 1774962"/>
                    <a:gd name="connsiteX32" fmla="*/ 180664 w 1774962"/>
                    <a:gd name="connsiteY32" fmla="*/ 1101870 h 1774962"/>
                    <a:gd name="connsiteX33" fmla="*/ 154865 w 1774962"/>
                    <a:gd name="connsiteY33" fmla="*/ 981131 h 1774962"/>
                    <a:gd name="connsiteX34" fmla="*/ 144029 w 1774962"/>
                    <a:gd name="connsiteY34" fmla="*/ 973391 h 1774962"/>
                    <a:gd name="connsiteX35" fmla="*/ 10391 w 1774962"/>
                    <a:gd name="connsiteY35" fmla="*/ 958428 h 1774962"/>
                    <a:gd name="connsiteX36" fmla="*/ 2135 w 1774962"/>
                    <a:gd name="connsiteY36" fmla="*/ 948624 h 1774962"/>
                    <a:gd name="connsiteX37" fmla="*/ 588 w 1774962"/>
                    <a:gd name="connsiteY37" fmla="*/ 850589 h 1774962"/>
                    <a:gd name="connsiteX38" fmla="*/ 10391 w 1774962"/>
                    <a:gd name="connsiteY38" fmla="*/ 840785 h 1774962"/>
                    <a:gd name="connsiteX39" fmla="*/ 110491 w 1774962"/>
                    <a:gd name="connsiteY39" fmla="*/ 820662 h 1774962"/>
                    <a:gd name="connsiteX40" fmla="*/ 139901 w 1774962"/>
                    <a:gd name="connsiteY40" fmla="*/ 822726 h 1774962"/>
                    <a:gd name="connsiteX41" fmla="*/ 153317 w 1774962"/>
                    <a:gd name="connsiteY41" fmla="*/ 811890 h 1774962"/>
                    <a:gd name="connsiteX42" fmla="*/ 174472 w 1774962"/>
                    <a:gd name="connsiteY42" fmla="*/ 696827 h 1774962"/>
                    <a:gd name="connsiteX43" fmla="*/ 164152 w 1774962"/>
                    <a:gd name="connsiteY43" fmla="*/ 680316 h 1774962"/>
                    <a:gd name="connsiteX44" fmla="*/ 49090 w 1774962"/>
                    <a:gd name="connsiteY44" fmla="*/ 615819 h 1774962"/>
                    <a:gd name="connsiteX45" fmla="*/ 45993 w 1774962"/>
                    <a:gd name="connsiteY45" fmla="*/ 606015 h 1774962"/>
                    <a:gd name="connsiteX46" fmla="*/ 82628 w 1774962"/>
                    <a:gd name="connsiteY46" fmla="*/ 513655 h 1774962"/>
                    <a:gd name="connsiteX47" fmla="*/ 93979 w 1774962"/>
                    <a:gd name="connsiteY47" fmla="*/ 508496 h 1774962"/>
                    <a:gd name="connsiteX48" fmla="*/ 224006 w 1774962"/>
                    <a:gd name="connsiteY48" fmla="*/ 543066 h 1774962"/>
                    <a:gd name="connsiteX49" fmla="*/ 236905 w 1774962"/>
                    <a:gd name="connsiteY49" fmla="*/ 538938 h 1774962"/>
                    <a:gd name="connsiteX50" fmla="*/ 302434 w 1774962"/>
                    <a:gd name="connsiteY50" fmla="*/ 437291 h 1774962"/>
                    <a:gd name="connsiteX51" fmla="*/ 302950 w 1774962"/>
                    <a:gd name="connsiteY51" fmla="*/ 423359 h 1774962"/>
                    <a:gd name="connsiteX52" fmla="*/ 238453 w 1774962"/>
                    <a:gd name="connsiteY52" fmla="*/ 346995 h 1774962"/>
                    <a:gd name="connsiteX53" fmla="*/ 228650 w 1774962"/>
                    <a:gd name="connsiteY53" fmla="*/ 333063 h 1774962"/>
                    <a:gd name="connsiteX54" fmla="*/ 230713 w 1774962"/>
                    <a:gd name="connsiteY54" fmla="*/ 290237 h 1774962"/>
                    <a:gd name="connsiteX55" fmla="*/ 283859 w 1774962"/>
                    <a:gd name="connsiteY55" fmla="*/ 236060 h 1774962"/>
                    <a:gd name="connsiteX56" fmla="*/ 300370 w 1774962"/>
                    <a:gd name="connsiteY56" fmla="*/ 234512 h 1774962"/>
                    <a:gd name="connsiteX57" fmla="*/ 380863 w 1774962"/>
                    <a:gd name="connsiteY57" fmla="*/ 288173 h 1774962"/>
                    <a:gd name="connsiteX58" fmla="*/ 403050 w 1774962"/>
                    <a:gd name="connsiteY58" fmla="*/ 311392 h 1774962"/>
                    <a:gd name="connsiteX59" fmla="*/ 422141 w 1774962"/>
                    <a:gd name="connsiteY59" fmla="*/ 313972 h 1774962"/>
                    <a:gd name="connsiteX60" fmla="*/ 519661 w 1774962"/>
                    <a:gd name="connsiteY60" fmla="*/ 246895 h 1774962"/>
                    <a:gd name="connsiteX61" fmla="*/ 524820 w 1774962"/>
                    <a:gd name="connsiteY61" fmla="*/ 233996 h 1774962"/>
                    <a:gd name="connsiteX62" fmla="*/ 492314 w 1774962"/>
                    <a:gd name="connsiteY62" fmla="*/ 127704 h 1774962"/>
                    <a:gd name="connsiteX63" fmla="*/ 514501 w 1774962"/>
                    <a:gd name="connsiteY63" fmla="*/ 82298 h 1774962"/>
                    <a:gd name="connsiteX64" fmla="*/ 578482 w 1774962"/>
                    <a:gd name="connsiteY64" fmla="*/ 55468 h 1774962"/>
                    <a:gd name="connsiteX65" fmla="*/ 595509 w 1774962"/>
                    <a:gd name="connsiteY65" fmla="*/ 60111 h 1774962"/>
                    <a:gd name="connsiteX66" fmla="*/ 648655 w 1774962"/>
                    <a:gd name="connsiteY66" fmla="*/ 139572 h 1774962"/>
                    <a:gd name="connsiteX67" fmla="*/ 661039 w 1774962"/>
                    <a:gd name="connsiteY67" fmla="*/ 172078 h 1774962"/>
                    <a:gd name="connsiteX68" fmla="*/ 675486 w 1774962"/>
                    <a:gd name="connsiteY68" fmla="*/ 180334 h 1774962"/>
                    <a:gd name="connsiteX69" fmla="*/ 792613 w 1774962"/>
                    <a:gd name="connsiteY69" fmla="*/ 155567 h 1774962"/>
                    <a:gd name="connsiteX70" fmla="*/ 801900 w 1774962"/>
                    <a:gd name="connsiteY70" fmla="*/ 143700 h 1774962"/>
                    <a:gd name="connsiteX71" fmla="*/ 816864 w 1774962"/>
                    <a:gd name="connsiteY71" fmla="*/ 11094 h 1774962"/>
                    <a:gd name="connsiteX72" fmla="*/ 826151 w 1774962"/>
                    <a:gd name="connsiteY72" fmla="*/ 2322 h 1774962"/>
                    <a:gd name="connsiteX73" fmla="*/ 925219 w 1774962"/>
                    <a:gd name="connsiteY73" fmla="*/ 774 h 1774962"/>
                    <a:gd name="connsiteX74" fmla="*/ 934507 w 1774962"/>
                    <a:gd name="connsiteY74" fmla="*/ 10062 h 1774962"/>
                    <a:gd name="connsiteX75" fmla="*/ 954114 w 1774962"/>
                    <a:gd name="connsiteY75" fmla="*/ 111193 h 1774962"/>
                    <a:gd name="connsiteX76" fmla="*/ 952050 w 1774962"/>
                    <a:gd name="connsiteY76" fmla="*/ 140604 h 1774962"/>
                    <a:gd name="connsiteX77" fmla="*/ 962369 w 1774962"/>
                    <a:gd name="connsiteY77" fmla="*/ 152987 h 1774962"/>
                    <a:gd name="connsiteX78" fmla="*/ 1078980 w 1774962"/>
                    <a:gd name="connsiteY78" fmla="*/ 174658 h 1774962"/>
                    <a:gd name="connsiteX79" fmla="*/ 1093428 w 1774962"/>
                    <a:gd name="connsiteY79" fmla="*/ 168467 h 1774962"/>
                    <a:gd name="connsiteX80" fmla="*/ 1147089 w 1774962"/>
                    <a:gd name="connsiteY80" fmla="*/ 69399 h 1774962"/>
                    <a:gd name="connsiteX81" fmla="*/ 1192495 w 1774962"/>
                    <a:gd name="connsiteY81" fmla="*/ 54436 h 1774962"/>
                    <a:gd name="connsiteX82" fmla="*/ 1258024 w 1774962"/>
                    <a:gd name="connsiteY82" fmla="*/ 81266 h 1774962"/>
                    <a:gd name="connsiteX83" fmla="*/ 1267312 w 1774962"/>
                    <a:gd name="connsiteY83" fmla="*/ 96746 h 1774962"/>
                    <a:gd name="connsiteX84" fmla="*/ 1247705 w 1774962"/>
                    <a:gd name="connsiteY84" fmla="*/ 192718 h 1774962"/>
                    <a:gd name="connsiteX85" fmla="*/ 1233258 w 1774962"/>
                    <a:gd name="connsiteY85" fmla="*/ 224192 h 1774962"/>
                    <a:gd name="connsiteX86" fmla="*/ 1237385 w 1774962"/>
                    <a:gd name="connsiteY86" fmla="*/ 237608 h 1774962"/>
                    <a:gd name="connsiteX87" fmla="*/ 1340065 w 1774962"/>
                    <a:gd name="connsiteY87" fmla="*/ 304169 h 1774962"/>
                    <a:gd name="connsiteX88" fmla="*/ 1354512 w 1774962"/>
                    <a:gd name="connsiteY88" fmla="*/ 302621 h 1774962"/>
                    <a:gd name="connsiteX89" fmla="*/ 1459771 w 1774962"/>
                    <a:gd name="connsiteY89" fmla="*/ 218516 h 1774962"/>
                    <a:gd name="connsiteX90" fmla="*/ 1472155 w 1774962"/>
                    <a:gd name="connsiteY90" fmla="*/ 220064 h 1774962"/>
                    <a:gd name="connsiteX91" fmla="*/ 1541296 w 1774962"/>
                    <a:gd name="connsiteY91" fmla="*/ 287657 h 1774962"/>
                    <a:gd name="connsiteX92" fmla="*/ 1542328 w 1774962"/>
                    <a:gd name="connsiteY92" fmla="*/ 301073 h 1774962"/>
                    <a:gd name="connsiteX93" fmla="*/ 1485570 w 1774962"/>
                    <a:gd name="connsiteY93" fmla="*/ 385693 h 1774962"/>
                    <a:gd name="connsiteX94" fmla="*/ 1462868 w 1774962"/>
                    <a:gd name="connsiteY94" fmla="*/ 406332 h 1774962"/>
                    <a:gd name="connsiteX95" fmla="*/ 1460803 w 1774962"/>
                    <a:gd name="connsiteY95" fmla="*/ 422327 h 1774962"/>
                    <a:gd name="connsiteX96" fmla="*/ 1529428 w 1774962"/>
                    <a:gd name="connsiteY96" fmla="*/ 522427 h 1774962"/>
                    <a:gd name="connsiteX97" fmla="*/ 1544908 w 1774962"/>
                    <a:gd name="connsiteY97" fmla="*/ 525007 h 1774962"/>
                    <a:gd name="connsiteX98" fmla="*/ 1672870 w 1774962"/>
                    <a:gd name="connsiteY98" fmla="*/ 488373 h 1774962"/>
                    <a:gd name="connsiteX99" fmla="*/ 1683706 w 1774962"/>
                    <a:gd name="connsiteY99" fmla="*/ 495080 h 1774962"/>
                    <a:gd name="connsiteX100" fmla="*/ 1721888 w 1774962"/>
                    <a:gd name="connsiteY100" fmla="*/ 583828 h 1774962"/>
                    <a:gd name="connsiteX101" fmla="*/ 1717244 w 1774962"/>
                    <a:gd name="connsiteY101" fmla="*/ 596728 h 1774962"/>
                    <a:gd name="connsiteX102" fmla="*/ 1633140 w 1774962"/>
                    <a:gd name="connsiteY102" fmla="*/ 652453 h 1774962"/>
                    <a:gd name="connsiteX103" fmla="*/ 1601665 w 1774962"/>
                    <a:gd name="connsiteY103" fmla="*/ 663805 h 1774962"/>
                    <a:gd name="connsiteX104" fmla="*/ 1594958 w 1774962"/>
                    <a:gd name="connsiteY104" fmla="*/ 676188 h 1774962"/>
                    <a:gd name="connsiteX105" fmla="*/ 1620241 w 1774962"/>
                    <a:gd name="connsiteY105" fmla="*/ 795895 h 1774962"/>
                    <a:gd name="connsiteX106" fmla="*/ 1631076 w 1774962"/>
                    <a:gd name="connsiteY106" fmla="*/ 804667 h 1774962"/>
                    <a:gd name="connsiteX107" fmla="*/ 1763682 w 1774962"/>
                    <a:gd name="connsiteY107" fmla="*/ 819630 h 1774962"/>
                    <a:gd name="connsiteX108" fmla="*/ 1773486 w 1774962"/>
                    <a:gd name="connsiteY108" fmla="*/ 829950 h 1774962"/>
                    <a:gd name="connsiteX109" fmla="*/ 1775034 w 1774962"/>
                    <a:gd name="connsiteY109" fmla="*/ 927985 h 1774962"/>
                    <a:gd name="connsiteX110" fmla="*/ 1766262 w 1774962"/>
                    <a:gd name="connsiteY110" fmla="*/ 937273 h 1774962"/>
                    <a:gd name="connsiteX111" fmla="*/ 1663583 w 1774962"/>
                    <a:gd name="connsiteY111" fmla="*/ 957396 h 1774962"/>
                    <a:gd name="connsiteX112" fmla="*/ 1636752 w 1774962"/>
                    <a:gd name="connsiteY112" fmla="*/ 955332 h 1774962"/>
                    <a:gd name="connsiteX113" fmla="*/ 1622304 w 1774962"/>
                    <a:gd name="connsiteY113" fmla="*/ 966684 h 1774962"/>
                    <a:gd name="connsiteX114" fmla="*/ 1601149 w 1774962"/>
                    <a:gd name="connsiteY114" fmla="*/ 1081746 h 1774962"/>
                    <a:gd name="connsiteX115" fmla="*/ 1610437 w 1774962"/>
                    <a:gd name="connsiteY115" fmla="*/ 1097742 h 1774962"/>
                    <a:gd name="connsiteX116" fmla="*/ 1726016 w 1774962"/>
                    <a:gd name="connsiteY116" fmla="*/ 1161723 h 1774962"/>
                    <a:gd name="connsiteX117" fmla="*/ 1729112 w 1774962"/>
                    <a:gd name="connsiteY117" fmla="*/ 1174107 h 1774962"/>
                    <a:gd name="connsiteX118" fmla="*/ 1693509 w 1774962"/>
                    <a:gd name="connsiteY118" fmla="*/ 1263887 h 1774962"/>
                    <a:gd name="connsiteX119" fmla="*/ 1681126 w 1774962"/>
                    <a:gd name="connsiteY119" fmla="*/ 1270078 h 1774962"/>
                    <a:gd name="connsiteX120" fmla="*/ 1581542 w 1774962"/>
                    <a:gd name="connsiteY120" fmla="*/ 1249955 h 1774962"/>
                    <a:gd name="connsiteX121" fmla="*/ 1552647 w 1774962"/>
                    <a:gd name="connsiteY121" fmla="*/ 1236024 h 1774962"/>
                    <a:gd name="connsiteX122" fmla="*/ 1538200 w 1774962"/>
                    <a:gd name="connsiteY122" fmla="*/ 1240152 h 1774962"/>
                    <a:gd name="connsiteX123" fmla="*/ 1473187 w 1774962"/>
                    <a:gd name="connsiteY123" fmla="*/ 1340767 h 1774962"/>
                    <a:gd name="connsiteX124" fmla="*/ 1475251 w 1774962"/>
                    <a:gd name="connsiteY124" fmla="*/ 1358310 h 1774962"/>
                    <a:gd name="connsiteX125" fmla="*/ 1535104 w 1774962"/>
                    <a:gd name="connsiteY125" fmla="*/ 1430031 h 1774962"/>
                    <a:gd name="connsiteX126" fmla="*/ 1545424 w 1774962"/>
                    <a:gd name="connsiteY126" fmla="*/ 1444995 h 1774962"/>
                    <a:gd name="connsiteX127" fmla="*/ 1542844 w 1774962"/>
                    <a:gd name="connsiteY127" fmla="*/ 1489885 h 1774962"/>
                    <a:gd name="connsiteX128" fmla="*/ 1491246 w 1774962"/>
                    <a:gd name="connsiteY128" fmla="*/ 1542514 h 1774962"/>
                    <a:gd name="connsiteX129" fmla="*/ 1472155 w 1774962"/>
                    <a:gd name="connsiteY129" fmla="*/ 1544062 h 1774962"/>
                    <a:gd name="connsiteX130" fmla="*/ 1393726 w 1774962"/>
                    <a:gd name="connsiteY130" fmla="*/ 1491948 h 1774962"/>
                    <a:gd name="connsiteX131" fmla="*/ 1369992 w 1774962"/>
                    <a:gd name="connsiteY131" fmla="*/ 1466666 h 1774962"/>
                    <a:gd name="connsiteX132" fmla="*/ 1352964 w 1774962"/>
                    <a:gd name="connsiteY132" fmla="*/ 1464602 h 1774962"/>
                    <a:gd name="connsiteX133" fmla="*/ 1254413 w 1774962"/>
                    <a:gd name="connsiteY133" fmla="*/ 1532711 h 1774962"/>
                    <a:gd name="connsiteX134" fmla="*/ 1248737 w 1774962"/>
                    <a:gd name="connsiteY134" fmla="*/ 1544578 h 1774962"/>
                    <a:gd name="connsiteX135" fmla="*/ 1284339 w 1774962"/>
                    <a:gd name="connsiteY135" fmla="*/ 1662221 h 1774962"/>
                    <a:gd name="connsiteX136" fmla="*/ 1268860 w 1774962"/>
                    <a:gd name="connsiteY136" fmla="*/ 1693180 h 1774962"/>
                    <a:gd name="connsiteX137" fmla="*/ 1195591 w 1774962"/>
                    <a:gd name="connsiteY137" fmla="*/ 1724654 h 1774962"/>
                    <a:gd name="connsiteX138" fmla="*/ 1178564 w 1774962"/>
                    <a:gd name="connsiteY138" fmla="*/ 1719495 h 1774962"/>
                    <a:gd name="connsiteX139" fmla="*/ 1125418 w 1774962"/>
                    <a:gd name="connsiteY139" fmla="*/ 1640034 h 1774962"/>
                    <a:gd name="connsiteX140" fmla="*/ 1113035 w 1774962"/>
                    <a:gd name="connsiteY140" fmla="*/ 1606496 h 1774962"/>
                    <a:gd name="connsiteX141" fmla="*/ 1099619 w 1774962"/>
                    <a:gd name="connsiteY141" fmla="*/ 1599272 h 1774962"/>
                    <a:gd name="connsiteX142" fmla="*/ 979913 w 1774962"/>
                    <a:gd name="connsiteY142" fmla="*/ 1624555 h 1774962"/>
                    <a:gd name="connsiteX143" fmla="*/ 972173 w 1774962"/>
                    <a:gd name="connsiteY143" fmla="*/ 1634874 h 1774962"/>
                    <a:gd name="connsiteX144" fmla="*/ 957726 w 1774962"/>
                    <a:gd name="connsiteY144" fmla="*/ 1767481 h 1774962"/>
                    <a:gd name="connsiteX145" fmla="*/ 945858 w 1774962"/>
                    <a:gd name="connsiteY145" fmla="*/ 1777800 h 1774962"/>
                    <a:gd name="connsiteX146" fmla="*/ 895808 w 1774962"/>
                    <a:gd name="connsiteY146" fmla="*/ 1779864 h 1774962"/>
                    <a:gd name="connsiteX147" fmla="*/ 894776 w 1774962"/>
                    <a:gd name="connsiteY147" fmla="*/ 1775736 h 1774962"/>
                    <a:gd name="connsiteX148" fmla="*/ 890648 w 1774962"/>
                    <a:gd name="connsiteY148" fmla="*/ 1454798 h 1774962"/>
                    <a:gd name="connsiteX149" fmla="*/ 1452548 w 1774962"/>
                    <a:gd name="connsiteY149" fmla="*/ 884127 h 1774962"/>
                    <a:gd name="connsiteX150" fmla="*/ 881361 w 1774962"/>
                    <a:gd name="connsiteY150" fmla="*/ 322228 h 1774962"/>
                    <a:gd name="connsiteX151" fmla="*/ 320494 w 1774962"/>
                    <a:gd name="connsiteY151" fmla="*/ 893415 h 1774962"/>
                    <a:gd name="connsiteX152" fmla="*/ 890648 w 1774962"/>
                    <a:gd name="connsiteY152" fmla="*/ 1454798 h 1774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</a:cxnLst>
                  <a:rect l="l" t="t" r="r" b="b"/>
                  <a:pathLst>
                    <a:path w="1774962" h="1774962">
                      <a:moveTo>
                        <a:pt x="894776" y="1775736"/>
                      </a:moveTo>
                      <a:cubicBezTo>
                        <a:pt x="880845" y="1775736"/>
                        <a:pt x="866397" y="1775736"/>
                        <a:pt x="852466" y="1775736"/>
                      </a:cubicBezTo>
                      <a:cubicBezTo>
                        <a:pt x="844726" y="1775736"/>
                        <a:pt x="840599" y="1772640"/>
                        <a:pt x="839567" y="1764901"/>
                      </a:cubicBezTo>
                      <a:cubicBezTo>
                        <a:pt x="833375" y="1731878"/>
                        <a:pt x="826151" y="1699371"/>
                        <a:pt x="819960" y="1666349"/>
                      </a:cubicBezTo>
                      <a:cubicBezTo>
                        <a:pt x="817896" y="1656545"/>
                        <a:pt x="820992" y="1646742"/>
                        <a:pt x="822024" y="1636938"/>
                      </a:cubicBezTo>
                      <a:cubicBezTo>
                        <a:pt x="823056" y="1628682"/>
                        <a:pt x="820992" y="1624555"/>
                        <a:pt x="811704" y="1623523"/>
                      </a:cubicBezTo>
                      <a:cubicBezTo>
                        <a:pt x="772490" y="1619395"/>
                        <a:pt x="733275" y="1612171"/>
                        <a:pt x="695093" y="1601852"/>
                      </a:cubicBezTo>
                      <a:cubicBezTo>
                        <a:pt x="686837" y="1599788"/>
                        <a:pt x="682194" y="1602368"/>
                        <a:pt x="680130" y="1610623"/>
                      </a:cubicBezTo>
                      <a:cubicBezTo>
                        <a:pt x="669294" y="1655513"/>
                        <a:pt x="636788" y="1688020"/>
                        <a:pt x="615116" y="1727234"/>
                      </a:cubicBezTo>
                      <a:cubicBezTo>
                        <a:pt x="612537" y="1731878"/>
                        <a:pt x="608409" y="1731878"/>
                        <a:pt x="603765" y="1730330"/>
                      </a:cubicBezTo>
                      <a:cubicBezTo>
                        <a:pt x="572807" y="1720011"/>
                        <a:pt x="542364" y="1707627"/>
                        <a:pt x="512953" y="1694212"/>
                      </a:cubicBezTo>
                      <a:cubicBezTo>
                        <a:pt x="506761" y="1691632"/>
                        <a:pt x="506245" y="1686988"/>
                        <a:pt x="507277" y="1681828"/>
                      </a:cubicBezTo>
                      <a:cubicBezTo>
                        <a:pt x="513985" y="1648806"/>
                        <a:pt x="519661" y="1615783"/>
                        <a:pt x="527400" y="1583277"/>
                      </a:cubicBezTo>
                      <a:cubicBezTo>
                        <a:pt x="529980" y="1572441"/>
                        <a:pt x="536172" y="1562637"/>
                        <a:pt x="541848" y="1552834"/>
                      </a:cubicBezTo>
                      <a:cubicBezTo>
                        <a:pt x="545460" y="1546642"/>
                        <a:pt x="544428" y="1543030"/>
                        <a:pt x="537720" y="1539418"/>
                      </a:cubicBezTo>
                      <a:cubicBezTo>
                        <a:pt x="501601" y="1520327"/>
                        <a:pt x="467547" y="1497624"/>
                        <a:pt x="435041" y="1472857"/>
                      </a:cubicBezTo>
                      <a:cubicBezTo>
                        <a:pt x="429365" y="1468214"/>
                        <a:pt x="425237" y="1468214"/>
                        <a:pt x="420593" y="1474921"/>
                      </a:cubicBezTo>
                      <a:cubicBezTo>
                        <a:pt x="393762" y="1512588"/>
                        <a:pt x="350936" y="1531163"/>
                        <a:pt x="315334" y="1559026"/>
                      </a:cubicBezTo>
                      <a:cubicBezTo>
                        <a:pt x="310690" y="1562637"/>
                        <a:pt x="307078" y="1561090"/>
                        <a:pt x="302950" y="1557478"/>
                      </a:cubicBezTo>
                      <a:cubicBezTo>
                        <a:pt x="278699" y="1536323"/>
                        <a:pt x="255996" y="1513104"/>
                        <a:pt x="233809" y="1490401"/>
                      </a:cubicBezTo>
                      <a:cubicBezTo>
                        <a:pt x="229682" y="1485757"/>
                        <a:pt x="229165" y="1482145"/>
                        <a:pt x="232777" y="1476985"/>
                      </a:cubicBezTo>
                      <a:cubicBezTo>
                        <a:pt x="251352" y="1449122"/>
                        <a:pt x="269928" y="1421260"/>
                        <a:pt x="289019" y="1393397"/>
                      </a:cubicBezTo>
                      <a:cubicBezTo>
                        <a:pt x="295210" y="1384625"/>
                        <a:pt x="304498" y="1378949"/>
                        <a:pt x="312754" y="1371726"/>
                      </a:cubicBezTo>
                      <a:cubicBezTo>
                        <a:pt x="318946" y="1366566"/>
                        <a:pt x="319978" y="1361922"/>
                        <a:pt x="314818" y="1355731"/>
                      </a:cubicBezTo>
                      <a:cubicBezTo>
                        <a:pt x="289535" y="1324256"/>
                        <a:pt x="266316" y="1291233"/>
                        <a:pt x="246193" y="1255631"/>
                      </a:cubicBezTo>
                      <a:cubicBezTo>
                        <a:pt x="241549" y="1247375"/>
                        <a:pt x="236905" y="1248923"/>
                        <a:pt x="230713" y="1253051"/>
                      </a:cubicBezTo>
                      <a:cubicBezTo>
                        <a:pt x="191499" y="1277302"/>
                        <a:pt x="145577" y="1277818"/>
                        <a:pt x="102751" y="1289685"/>
                      </a:cubicBezTo>
                      <a:cubicBezTo>
                        <a:pt x="97075" y="1291233"/>
                        <a:pt x="93979" y="1288137"/>
                        <a:pt x="91916" y="1282978"/>
                      </a:cubicBezTo>
                      <a:cubicBezTo>
                        <a:pt x="77984" y="1254083"/>
                        <a:pt x="65085" y="1224156"/>
                        <a:pt x="53733" y="1194230"/>
                      </a:cubicBezTo>
                      <a:cubicBezTo>
                        <a:pt x="51669" y="1188038"/>
                        <a:pt x="53217" y="1184426"/>
                        <a:pt x="58377" y="1181330"/>
                      </a:cubicBezTo>
                      <a:cubicBezTo>
                        <a:pt x="86240" y="1162755"/>
                        <a:pt x="113587" y="1143664"/>
                        <a:pt x="142481" y="1125605"/>
                      </a:cubicBezTo>
                      <a:cubicBezTo>
                        <a:pt x="151769" y="1119929"/>
                        <a:pt x="163120" y="1117349"/>
                        <a:pt x="173956" y="1114253"/>
                      </a:cubicBezTo>
                      <a:cubicBezTo>
                        <a:pt x="180664" y="1112189"/>
                        <a:pt x="182727" y="1109093"/>
                        <a:pt x="180664" y="1101870"/>
                      </a:cubicBezTo>
                      <a:cubicBezTo>
                        <a:pt x="168796" y="1062139"/>
                        <a:pt x="160541" y="1021893"/>
                        <a:pt x="154865" y="981131"/>
                      </a:cubicBezTo>
                      <a:cubicBezTo>
                        <a:pt x="153833" y="974423"/>
                        <a:pt x="150737" y="972359"/>
                        <a:pt x="144029" y="973391"/>
                      </a:cubicBezTo>
                      <a:cubicBezTo>
                        <a:pt x="98107" y="981131"/>
                        <a:pt x="54765" y="963588"/>
                        <a:pt x="10391" y="958428"/>
                      </a:cubicBezTo>
                      <a:cubicBezTo>
                        <a:pt x="4715" y="957912"/>
                        <a:pt x="2652" y="954300"/>
                        <a:pt x="2135" y="948624"/>
                      </a:cubicBezTo>
                      <a:cubicBezTo>
                        <a:pt x="-960" y="916118"/>
                        <a:pt x="72" y="883611"/>
                        <a:pt x="588" y="850589"/>
                      </a:cubicBezTo>
                      <a:cubicBezTo>
                        <a:pt x="588" y="844397"/>
                        <a:pt x="4715" y="841817"/>
                        <a:pt x="10391" y="840785"/>
                      </a:cubicBezTo>
                      <a:cubicBezTo>
                        <a:pt x="43930" y="834077"/>
                        <a:pt x="76952" y="827370"/>
                        <a:pt x="110491" y="820662"/>
                      </a:cubicBezTo>
                      <a:cubicBezTo>
                        <a:pt x="120294" y="818598"/>
                        <a:pt x="130098" y="821694"/>
                        <a:pt x="139901" y="822726"/>
                      </a:cubicBezTo>
                      <a:cubicBezTo>
                        <a:pt x="148157" y="823758"/>
                        <a:pt x="152285" y="820662"/>
                        <a:pt x="153317" y="811890"/>
                      </a:cubicBezTo>
                      <a:cubicBezTo>
                        <a:pt x="157445" y="773192"/>
                        <a:pt x="164668" y="734494"/>
                        <a:pt x="174472" y="696827"/>
                      </a:cubicBezTo>
                      <a:cubicBezTo>
                        <a:pt x="177052" y="687024"/>
                        <a:pt x="173440" y="682380"/>
                        <a:pt x="164152" y="680316"/>
                      </a:cubicBezTo>
                      <a:cubicBezTo>
                        <a:pt x="120294" y="668965"/>
                        <a:pt x="87272" y="636974"/>
                        <a:pt x="49090" y="615819"/>
                      </a:cubicBezTo>
                      <a:cubicBezTo>
                        <a:pt x="44961" y="613755"/>
                        <a:pt x="44961" y="610143"/>
                        <a:pt x="45993" y="606015"/>
                      </a:cubicBezTo>
                      <a:cubicBezTo>
                        <a:pt x="56313" y="574541"/>
                        <a:pt x="69212" y="544098"/>
                        <a:pt x="82628" y="513655"/>
                      </a:cubicBezTo>
                      <a:cubicBezTo>
                        <a:pt x="85208" y="507980"/>
                        <a:pt x="89336" y="506948"/>
                        <a:pt x="93979" y="508496"/>
                      </a:cubicBezTo>
                      <a:cubicBezTo>
                        <a:pt x="137322" y="519847"/>
                        <a:pt x="183760" y="518815"/>
                        <a:pt x="224006" y="543066"/>
                      </a:cubicBezTo>
                      <a:cubicBezTo>
                        <a:pt x="230713" y="547194"/>
                        <a:pt x="233809" y="544614"/>
                        <a:pt x="236905" y="538938"/>
                      </a:cubicBezTo>
                      <a:cubicBezTo>
                        <a:pt x="255996" y="503336"/>
                        <a:pt x="278183" y="469281"/>
                        <a:pt x="302434" y="437291"/>
                      </a:cubicBezTo>
                      <a:cubicBezTo>
                        <a:pt x="305530" y="433163"/>
                        <a:pt x="310690" y="428519"/>
                        <a:pt x="302950" y="423359"/>
                      </a:cubicBezTo>
                      <a:cubicBezTo>
                        <a:pt x="273540" y="404268"/>
                        <a:pt x="258576" y="373826"/>
                        <a:pt x="238453" y="346995"/>
                      </a:cubicBezTo>
                      <a:cubicBezTo>
                        <a:pt x="234841" y="342351"/>
                        <a:pt x="232262" y="337707"/>
                        <a:pt x="228650" y="333063"/>
                      </a:cubicBezTo>
                      <a:cubicBezTo>
                        <a:pt x="212654" y="310360"/>
                        <a:pt x="212138" y="309844"/>
                        <a:pt x="230713" y="290237"/>
                      </a:cubicBezTo>
                      <a:cubicBezTo>
                        <a:pt x="248257" y="271662"/>
                        <a:pt x="266316" y="254119"/>
                        <a:pt x="283859" y="236060"/>
                      </a:cubicBezTo>
                      <a:cubicBezTo>
                        <a:pt x="289535" y="230384"/>
                        <a:pt x="294179" y="229868"/>
                        <a:pt x="300370" y="234512"/>
                      </a:cubicBezTo>
                      <a:cubicBezTo>
                        <a:pt x="327201" y="252571"/>
                        <a:pt x="354032" y="270114"/>
                        <a:pt x="380863" y="288173"/>
                      </a:cubicBezTo>
                      <a:cubicBezTo>
                        <a:pt x="390150" y="294365"/>
                        <a:pt x="396342" y="303137"/>
                        <a:pt x="403050" y="311392"/>
                      </a:cubicBezTo>
                      <a:cubicBezTo>
                        <a:pt x="408726" y="319132"/>
                        <a:pt x="413885" y="320680"/>
                        <a:pt x="422141" y="313972"/>
                      </a:cubicBezTo>
                      <a:cubicBezTo>
                        <a:pt x="452584" y="288689"/>
                        <a:pt x="485606" y="266502"/>
                        <a:pt x="519661" y="246895"/>
                      </a:cubicBezTo>
                      <a:cubicBezTo>
                        <a:pt x="524820" y="243799"/>
                        <a:pt x="529464" y="240703"/>
                        <a:pt x="524820" y="233996"/>
                      </a:cubicBezTo>
                      <a:cubicBezTo>
                        <a:pt x="502633" y="202005"/>
                        <a:pt x="501086" y="163823"/>
                        <a:pt x="492314" y="127704"/>
                      </a:cubicBezTo>
                      <a:cubicBezTo>
                        <a:pt x="484574" y="96230"/>
                        <a:pt x="485606" y="96746"/>
                        <a:pt x="514501" y="82298"/>
                      </a:cubicBezTo>
                      <a:cubicBezTo>
                        <a:pt x="535140" y="71979"/>
                        <a:pt x="557327" y="64239"/>
                        <a:pt x="578482" y="55468"/>
                      </a:cubicBezTo>
                      <a:cubicBezTo>
                        <a:pt x="586222" y="52372"/>
                        <a:pt x="590866" y="52888"/>
                        <a:pt x="595509" y="60111"/>
                      </a:cubicBezTo>
                      <a:cubicBezTo>
                        <a:pt x="613053" y="86942"/>
                        <a:pt x="630596" y="113257"/>
                        <a:pt x="648655" y="139572"/>
                      </a:cubicBezTo>
                      <a:cubicBezTo>
                        <a:pt x="655363" y="149375"/>
                        <a:pt x="657427" y="160727"/>
                        <a:pt x="661039" y="172078"/>
                      </a:cubicBezTo>
                      <a:cubicBezTo>
                        <a:pt x="663618" y="180334"/>
                        <a:pt x="667230" y="182914"/>
                        <a:pt x="675486" y="180334"/>
                      </a:cubicBezTo>
                      <a:cubicBezTo>
                        <a:pt x="713668" y="168983"/>
                        <a:pt x="752882" y="160727"/>
                        <a:pt x="792613" y="155567"/>
                      </a:cubicBezTo>
                      <a:cubicBezTo>
                        <a:pt x="800352" y="154535"/>
                        <a:pt x="802932" y="151439"/>
                        <a:pt x="801900" y="143700"/>
                      </a:cubicBezTo>
                      <a:cubicBezTo>
                        <a:pt x="795193" y="98294"/>
                        <a:pt x="811704" y="55468"/>
                        <a:pt x="816864" y="11094"/>
                      </a:cubicBezTo>
                      <a:cubicBezTo>
                        <a:pt x="817380" y="5934"/>
                        <a:pt x="820476" y="2838"/>
                        <a:pt x="826151" y="2322"/>
                      </a:cubicBezTo>
                      <a:cubicBezTo>
                        <a:pt x="859174" y="-1290"/>
                        <a:pt x="892196" y="258"/>
                        <a:pt x="925219" y="774"/>
                      </a:cubicBezTo>
                      <a:cubicBezTo>
                        <a:pt x="930895" y="774"/>
                        <a:pt x="933475" y="4902"/>
                        <a:pt x="934507" y="10062"/>
                      </a:cubicBezTo>
                      <a:cubicBezTo>
                        <a:pt x="941214" y="43600"/>
                        <a:pt x="948438" y="77139"/>
                        <a:pt x="954114" y="111193"/>
                      </a:cubicBezTo>
                      <a:cubicBezTo>
                        <a:pt x="955662" y="120481"/>
                        <a:pt x="953082" y="130800"/>
                        <a:pt x="952050" y="140604"/>
                      </a:cubicBezTo>
                      <a:cubicBezTo>
                        <a:pt x="951018" y="148343"/>
                        <a:pt x="954114" y="151955"/>
                        <a:pt x="962369" y="152987"/>
                      </a:cubicBezTo>
                      <a:cubicBezTo>
                        <a:pt x="1001584" y="157115"/>
                        <a:pt x="1040798" y="164339"/>
                        <a:pt x="1078980" y="174658"/>
                      </a:cubicBezTo>
                      <a:cubicBezTo>
                        <a:pt x="1085172" y="176206"/>
                        <a:pt x="1091364" y="176722"/>
                        <a:pt x="1093428" y="168467"/>
                      </a:cubicBezTo>
                      <a:cubicBezTo>
                        <a:pt x="1101683" y="130284"/>
                        <a:pt x="1127482" y="101390"/>
                        <a:pt x="1147089" y="69399"/>
                      </a:cubicBezTo>
                      <a:cubicBezTo>
                        <a:pt x="1162569" y="43084"/>
                        <a:pt x="1163601" y="43600"/>
                        <a:pt x="1192495" y="54436"/>
                      </a:cubicBezTo>
                      <a:cubicBezTo>
                        <a:pt x="1214682" y="62691"/>
                        <a:pt x="1236353" y="71979"/>
                        <a:pt x="1258024" y="81266"/>
                      </a:cubicBezTo>
                      <a:cubicBezTo>
                        <a:pt x="1265764" y="84362"/>
                        <a:pt x="1268860" y="88490"/>
                        <a:pt x="1267312" y="96746"/>
                      </a:cubicBezTo>
                      <a:cubicBezTo>
                        <a:pt x="1260604" y="128736"/>
                        <a:pt x="1254928" y="160727"/>
                        <a:pt x="1247705" y="192718"/>
                      </a:cubicBezTo>
                      <a:cubicBezTo>
                        <a:pt x="1245125" y="203553"/>
                        <a:pt x="1238417" y="213873"/>
                        <a:pt x="1233258" y="224192"/>
                      </a:cubicBezTo>
                      <a:cubicBezTo>
                        <a:pt x="1229646" y="230384"/>
                        <a:pt x="1230678" y="233996"/>
                        <a:pt x="1237385" y="237608"/>
                      </a:cubicBezTo>
                      <a:cubicBezTo>
                        <a:pt x="1273504" y="256699"/>
                        <a:pt x="1307558" y="279402"/>
                        <a:pt x="1340065" y="304169"/>
                      </a:cubicBezTo>
                      <a:cubicBezTo>
                        <a:pt x="1345741" y="308812"/>
                        <a:pt x="1349868" y="309328"/>
                        <a:pt x="1354512" y="302621"/>
                      </a:cubicBezTo>
                      <a:cubicBezTo>
                        <a:pt x="1381343" y="264954"/>
                        <a:pt x="1424169" y="246379"/>
                        <a:pt x="1459771" y="218516"/>
                      </a:cubicBezTo>
                      <a:cubicBezTo>
                        <a:pt x="1464415" y="214905"/>
                        <a:pt x="1468027" y="216452"/>
                        <a:pt x="1472155" y="220064"/>
                      </a:cubicBezTo>
                      <a:cubicBezTo>
                        <a:pt x="1496406" y="241219"/>
                        <a:pt x="1519109" y="264438"/>
                        <a:pt x="1541296" y="287657"/>
                      </a:cubicBezTo>
                      <a:cubicBezTo>
                        <a:pt x="1545424" y="292301"/>
                        <a:pt x="1545940" y="296429"/>
                        <a:pt x="1542328" y="301073"/>
                      </a:cubicBezTo>
                      <a:cubicBezTo>
                        <a:pt x="1523237" y="329452"/>
                        <a:pt x="1505177" y="357830"/>
                        <a:pt x="1485570" y="385693"/>
                      </a:cubicBezTo>
                      <a:cubicBezTo>
                        <a:pt x="1479895" y="393949"/>
                        <a:pt x="1470607" y="400140"/>
                        <a:pt x="1462868" y="406332"/>
                      </a:cubicBezTo>
                      <a:cubicBezTo>
                        <a:pt x="1456676" y="411492"/>
                        <a:pt x="1455644" y="416136"/>
                        <a:pt x="1460803" y="422327"/>
                      </a:cubicBezTo>
                      <a:cubicBezTo>
                        <a:pt x="1486086" y="453802"/>
                        <a:pt x="1509305" y="487341"/>
                        <a:pt x="1529428" y="522427"/>
                      </a:cubicBezTo>
                      <a:cubicBezTo>
                        <a:pt x="1534072" y="530167"/>
                        <a:pt x="1538716" y="529135"/>
                        <a:pt x="1544908" y="525007"/>
                      </a:cubicBezTo>
                      <a:cubicBezTo>
                        <a:pt x="1584122" y="500756"/>
                        <a:pt x="1630044" y="500240"/>
                        <a:pt x="1672870" y="488373"/>
                      </a:cubicBezTo>
                      <a:cubicBezTo>
                        <a:pt x="1678546" y="486825"/>
                        <a:pt x="1681642" y="489921"/>
                        <a:pt x="1683706" y="495080"/>
                      </a:cubicBezTo>
                      <a:cubicBezTo>
                        <a:pt x="1697637" y="523975"/>
                        <a:pt x="1710537" y="553902"/>
                        <a:pt x="1721888" y="583828"/>
                      </a:cubicBezTo>
                      <a:cubicBezTo>
                        <a:pt x="1723952" y="590020"/>
                        <a:pt x="1722404" y="593632"/>
                        <a:pt x="1717244" y="596728"/>
                      </a:cubicBezTo>
                      <a:cubicBezTo>
                        <a:pt x="1689381" y="615303"/>
                        <a:pt x="1662035" y="634394"/>
                        <a:pt x="1633140" y="652453"/>
                      </a:cubicBezTo>
                      <a:cubicBezTo>
                        <a:pt x="1623852" y="658129"/>
                        <a:pt x="1612501" y="660709"/>
                        <a:pt x="1601665" y="663805"/>
                      </a:cubicBezTo>
                      <a:cubicBezTo>
                        <a:pt x="1594958" y="665869"/>
                        <a:pt x="1592894" y="668965"/>
                        <a:pt x="1594958" y="676188"/>
                      </a:cubicBezTo>
                      <a:cubicBezTo>
                        <a:pt x="1606309" y="715403"/>
                        <a:pt x="1615081" y="755133"/>
                        <a:pt x="1620241" y="795895"/>
                      </a:cubicBezTo>
                      <a:cubicBezTo>
                        <a:pt x="1621272" y="803119"/>
                        <a:pt x="1624368" y="805699"/>
                        <a:pt x="1631076" y="804667"/>
                      </a:cubicBezTo>
                      <a:cubicBezTo>
                        <a:pt x="1676482" y="797959"/>
                        <a:pt x="1719308" y="814470"/>
                        <a:pt x="1763682" y="819630"/>
                      </a:cubicBezTo>
                      <a:cubicBezTo>
                        <a:pt x="1769874" y="820146"/>
                        <a:pt x="1772454" y="823758"/>
                        <a:pt x="1773486" y="829950"/>
                      </a:cubicBezTo>
                      <a:cubicBezTo>
                        <a:pt x="1776582" y="862456"/>
                        <a:pt x="1775034" y="895479"/>
                        <a:pt x="1775034" y="927985"/>
                      </a:cubicBezTo>
                      <a:cubicBezTo>
                        <a:pt x="1775034" y="933661"/>
                        <a:pt x="1771422" y="936241"/>
                        <a:pt x="1766262" y="937273"/>
                      </a:cubicBezTo>
                      <a:cubicBezTo>
                        <a:pt x="1732207" y="943981"/>
                        <a:pt x="1698153" y="951204"/>
                        <a:pt x="1663583" y="957396"/>
                      </a:cubicBezTo>
                      <a:cubicBezTo>
                        <a:pt x="1654811" y="958944"/>
                        <a:pt x="1645523" y="956364"/>
                        <a:pt x="1636752" y="955332"/>
                      </a:cubicBezTo>
                      <a:cubicBezTo>
                        <a:pt x="1627980" y="954300"/>
                        <a:pt x="1623336" y="956364"/>
                        <a:pt x="1622304" y="966684"/>
                      </a:cubicBezTo>
                      <a:cubicBezTo>
                        <a:pt x="1618177" y="1005382"/>
                        <a:pt x="1610953" y="1044080"/>
                        <a:pt x="1601149" y="1081746"/>
                      </a:cubicBezTo>
                      <a:cubicBezTo>
                        <a:pt x="1598569" y="1091034"/>
                        <a:pt x="1601665" y="1095678"/>
                        <a:pt x="1610437" y="1097742"/>
                      </a:cubicBezTo>
                      <a:cubicBezTo>
                        <a:pt x="1654811" y="1108577"/>
                        <a:pt x="1687318" y="1140568"/>
                        <a:pt x="1726016" y="1161723"/>
                      </a:cubicBezTo>
                      <a:cubicBezTo>
                        <a:pt x="1731176" y="1164819"/>
                        <a:pt x="1731176" y="1168947"/>
                        <a:pt x="1729112" y="1174107"/>
                      </a:cubicBezTo>
                      <a:cubicBezTo>
                        <a:pt x="1718792" y="1204549"/>
                        <a:pt x="1706409" y="1234476"/>
                        <a:pt x="1693509" y="1263887"/>
                      </a:cubicBezTo>
                      <a:cubicBezTo>
                        <a:pt x="1690929" y="1269562"/>
                        <a:pt x="1687318" y="1271626"/>
                        <a:pt x="1681126" y="1270078"/>
                      </a:cubicBezTo>
                      <a:cubicBezTo>
                        <a:pt x="1648103" y="1263371"/>
                        <a:pt x="1614565" y="1257179"/>
                        <a:pt x="1581542" y="1249955"/>
                      </a:cubicBezTo>
                      <a:cubicBezTo>
                        <a:pt x="1571223" y="1247375"/>
                        <a:pt x="1561935" y="1241184"/>
                        <a:pt x="1552647" y="1236024"/>
                      </a:cubicBezTo>
                      <a:cubicBezTo>
                        <a:pt x="1545940" y="1232412"/>
                        <a:pt x="1542328" y="1232928"/>
                        <a:pt x="1538200" y="1240152"/>
                      </a:cubicBezTo>
                      <a:cubicBezTo>
                        <a:pt x="1519109" y="1275238"/>
                        <a:pt x="1497954" y="1309293"/>
                        <a:pt x="1473187" y="1340767"/>
                      </a:cubicBezTo>
                      <a:cubicBezTo>
                        <a:pt x="1467511" y="1347991"/>
                        <a:pt x="1466479" y="1352635"/>
                        <a:pt x="1475251" y="1358310"/>
                      </a:cubicBezTo>
                      <a:cubicBezTo>
                        <a:pt x="1502598" y="1375854"/>
                        <a:pt x="1516013" y="1405264"/>
                        <a:pt x="1535104" y="1430031"/>
                      </a:cubicBezTo>
                      <a:cubicBezTo>
                        <a:pt x="1538716" y="1434675"/>
                        <a:pt x="1541812" y="1439835"/>
                        <a:pt x="1545424" y="1444995"/>
                      </a:cubicBezTo>
                      <a:cubicBezTo>
                        <a:pt x="1566063" y="1474921"/>
                        <a:pt x="1565031" y="1464602"/>
                        <a:pt x="1542844" y="1489885"/>
                      </a:cubicBezTo>
                      <a:cubicBezTo>
                        <a:pt x="1526849" y="1508460"/>
                        <a:pt x="1508273" y="1524971"/>
                        <a:pt x="1491246" y="1542514"/>
                      </a:cubicBezTo>
                      <a:cubicBezTo>
                        <a:pt x="1485054" y="1549222"/>
                        <a:pt x="1479895" y="1549222"/>
                        <a:pt x="1472155" y="1544062"/>
                      </a:cubicBezTo>
                      <a:cubicBezTo>
                        <a:pt x="1446356" y="1526519"/>
                        <a:pt x="1420041" y="1508976"/>
                        <a:pt x="1393726" y="1491948"/>
                      </a:cubicBezTo>
                      <a:cubicBezTo>
                        <a:pt x="1383923" y="1485241"/>
                        <a:pt x="1377215" y="1475437"/>
                        <a:pt x="1369992" y="1466666"/>
                      </a:cubicBezTo>
                      <a:cubicBezTo>
                        <a:pt x="1364316" y="1459958"/>
                        <a:pt x="1359672" y="1458926"/>
                        <a:pt x="1352964" y="1464602"/>
                      </a:cubicBezTo>
                      <a:cubicBezTo>
                        <a:pt x="1322005" y="1489885"/>
                        <a:pt x="1288983" y="1512588"/>
                        <a:pt x="1254413" y="1532711"/>
                      </a:cubicBezTo>
                      <a:cubicBezTo>
                        <a:pt x="1249769" y="1535291"/>
                        <a:pt x="1244609" y="1537871"/>
                        <a:pt x="1248737" y="1544578"/>
                      </a:cubicBezTo>
                      <a:cubicBezTo>
                        <a:pt x="1272472" y="1580181"/>
                        <a:pt x="1274020" y="1622491"/>
                        <a:pt x="1284339" y="1662221"/>
                      </a:cubicBezTo>
                      <a:cubicBezTo>
                        <a:pt x="1290531" y="1685440"/>
                        <a:pt x="1292079" y="1682344"/>
                        <a:pt x="1268860" y="1693180"/>
                      </a:cubicBezTo>
                      <a:cubicBezTo>
                        <a:pt x="1244609" y="1704531"/>
                        <a:pt x="1219842" y="1714335"/>
                        <a:pt x="1195591" y="1724654"/>
                      </a:cubicBezTo>
                      <a:cubicBezTo>
                        <a:pt x="1187851" y="1727750"/>
                        <a:pt x="1183208" y="1726718"/>
                        <a:pt x="1178564" y="1719495"/>
                      </a:cubicBezTo>
                      <a:cubicBezTo>
                        <a:pt x="1161021" y="1692664"/>
                        <a:pt x="1142962" y="1666865"/>
                        <a:pt x="1125418" y="1640034"/>
                      </a:cubicBezTo>
                      <a:cubicBezTo>
                        <a:pt x="1118711" y="1629715"/>
                        <a:pt x="1116131" y="1617847"/>
                        <a:pt x="1113035" y="1606496"/>
                      </a:cubicBezTo>
                      <a:cubicBezTo>
                        <a:pt x="1110971" y="1599272"/>
                        <a:pt x="1107359" y="1597208"/>
                        <a:pt x="1099619" y="1599272"/>
                      </a:cubicBezTo>
                      <a:cubicBezTo>
                        <a:pt x="1060405" y="1611139"/>
                        <a:pt x="1020675" y="1619395"/>
                        <a:pt x="979913" y="1624555"/>
                      </a:cubicBezTo>
                      <a:cubicBezTo>
                        <a:pt x="973205" y="1625587"/>
                        <a:pt x="971141" y="1628682"/>
                        <a:pt x="972173" y="1634874"/>
                      </a:cubicBezTo>
                      <a:cubicBezTo>
                        <a:pt x="979397" y="1680280"/>
                        <a:pt x="962885" y="1723106"/>
                        <a:pt x="957726" y="1767481"/>
                      </a:cubicBezTo>
                      <a:cubicBezTo>
                        <a:pt x="956694" y="1775220"/>
                        <a:pt x="952566" y="1777800"/>
                        <a:pt x="945858" y="1777800"/>
                      </a:cubicBezTo>
                      <a:cubicBezTo>
                        <a:pt x="929347" y="1778316"/>
                        <a:pt x="912320" y="1779348"/>
                        <a:pt x="895808" y="1779864"/>
                      </a:cubicBezTo>
                      <a:cubicBezTo>
                        <a:pt x="894776" y="1776252"/>
                        <a:pt x="894776" y="1776252"/>
                        <a:pt x="894776" y="1775736"/>
                      </a:cubicBezTo>
                      <a:close/>
                      <a:moveTo>
                        <a:pt x="890648" y="1454798"/>
                      </a:moveTo>
                      <a:cubicBezTo>
                        <a:pt x="1199203" y="1449638"/>
                        <a:pt x="1454096" y="1207645"/>
                        <a:pt x="1452548" y="884127"/>
                      </a:cubicBezTo>
                      <a:cubicBezTo>
                        <a:pt x="1451516" y="575057"/>
                        <a:pt x="1205395" y="320164"/>
                        <a:pt x="881361" y="322228"/>
                      </a:cubicBezTo>
                      <a:cubicBezTo>
                        <a:pt x="571775" y="324292"/>
                        <a:pt x="318429" y="570929"/>
                        <a:pt x="320494" y="893415"/>
                      </a:cubicBezTo>
                      <a:cubicBezTo>
                        <a:pt x="323073" y="1202485"/>
                        <a:pt x="569195" y="1452218"/>
                        <a:pt x="890648" y="145479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="" xmlns:a16="http://schemas.microsoft.com/office/drawing/2014/main" id="{CC131B02-5DBE-4634-A680-3DE71C853BD5}"/>
                    </a:ext>
                  </a:extLst>
                </p:cNvPr>
                <p:cNvSpPr/>
                <p:nvPr/>
              </p:nvSpPr>
              <p:spPr>
                <a:xfrm>
                  <a:off x="3733675" y="2339591"/>
                  <a:ext cx="835883" cy="835883"/>
                </a:xfrm>
                <a:custGeom>
                  <a:avLst/>
                  <a:gdLst>
                    <a:gd name="connsiteX0" fmla="*/ 836916 w 835883"/>
                    <a:gd name="connsiteY0" fmla="*/ 418458 h 835883"/>
                    <a:gd name="connsiteX1" fmla="*/ 418459 w 835883"/>
                    <a:gd name="connsiteY1" fmla="*/ 836399 h 835883"/>
                    <a:gd name="connsiteX2" fmla="*/ 1 w 835883"/>
                    <a:gd name="connsiteY2" fmla="*/ 417426 h 835883"/>
                    <a:gd name="connsiteX3" fmla="*/ 418975 w 835883"/>
                    <a:gd name="connsiteY3" fmla="*/ 0 h 835883"/>
                    <a:gd name="connsiteX4" fmla="*/ 836916 w 835883"/>
                    <a:gd name="connsiteY4" fmla="*/ 418458 h 835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5883" h="835883">
                      <a:moveTo>
                        <a:pt x="836916" y="418458"/>
                      </a:moveTo>
                      <a:cubicBezTo>
                        <a:pt x="833821" y="651679"/>
                        <a:pt x="651165" y="836915"/>
                        <a:pt x="418459" y="836399"/>
                      </a:cubicBezTo>
                      <a:cubicBezTo>
                        <a:pt x="182657" y="836399"/>
                        <a:pt x="-515" y="649615"/>
                        <a:pt x="1" y="417426"/>
                      </a:cubicBezTo>
                      <a:cubicBezTo>
                        <a:pt x="517" y="181624"/>
                        <a:pt x="187301" y="0"/>
                        <a:pt x="418975" y="0"/>
                      </a:cubicBezTo>
                      <a:cubicBezTo>
                        <a:pt x="651680" y="516"/>
                        <a:pt x="833821" y="186268"/>
                        <a:pt x="836916" y="41845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32" name="Freeform: Shape 31">
                <a:extLst>
                  <a:ext uri="{FF2B5EF4-FFF2-40B4-BE49-F238E27FC236}">
                    <a16:creationId xmlns="" xmlns:a16="http://schemas.microsoft.com/office/drawing/2014/main" id="{0D8BF0D2-0FDC-4959-85DD-F748038440E1}"/>
                  </a:ext>
                </a:extLst>
              </p:cNvPr>
              <p:cNvSpPr/>
              <p:nvPr/>
            </p:nvSpPr>
            <p:spPr>
              <a:xfrm>
                <a:off x="1727363" y="4086481"/>
                <a:ext cx="683882" cy="686216"/>
              </a:xfrm>
              <a:custGeom>
                <a:avLst/>
                <a:gdLst>
                  <a:gd name="connsiteX0" fmla="*/ 817500 w 1511813"/>
                  <a:gd name="connsiteY0" fmla="*/ 1518710 h 1516973"/>
                  <a:gd name="connsiteX1" fmla="*/ 802537 w 1511813"/>
                  <a:gd name="connsiteY1" fmla="*/ 1507875 h 1516973"/>
                  <a:gd name="connsiteX2" fmla="*/ 780866 w 1511813"/>
                  <a:gd name="connsiteY2" fmla="*/ 1442862 h 1516973"/>
                  <a:gd name="connsiteX3" fmla="*/ 776738 w 1511813"/>
                  <a:gd name="connsiteY3" fmla="*/ 1385072 h 1516973"/>
                  <a:gd name="connsiteX4" fmla="*/ 760227 w 1511813"/>
                  <a:gd name="connsiteY4" fmla="*/ 1369593 h 1516973"/>
                  <a:gd name="connsiteX5" fmla="*/ 694698 w 1511813"/>
                  <a:gd name="connsiteY5" fmla="*/ 1366497 h 1516973"/>
                  <a:gd name="connsiteX6" fmla="*/ 676638 w 1511813"/>
                  <a:gd name="connsiteY6" fmla="*/ 1379912 h 1516973"/>
                  <a:gd name="connsiteX7" fmla="*/ 637940 w 1511813"/>
                  <a:gd name="connsiteY7" fmla="*/ 1501683 h 1516973"/>
                  <a:gd name="connsiteX8" fmla="*/ 622977 w 1511813"/>
                  <a:gd name="connsiteY8" fmla="*/ 1508907 h 1516973"/>
                  <a:gd name="connsiteX9" fmla="*/ 430517 w 1511813"/>
                  <a:gd name="connsiteY9" fmla="*/ 1447505 h 1516973"/>
                  <a:gd name="connsiteX10" fmla="*/ 422262 w 1511813"/>
                  <a:gd name="connsiteY10" fmla="*/ 1431510 h 1516973"/>
                  <a:gd name="connsiteX11" fmla="*/ 435677 w 1511813"/>
                  <a:gd name="connsiteY11" fmla="*/ 1364433 h 1516973"/>
                  <a:gd name="connsiteX12" fmla="*/ 461992 w 1511813"/>
                  <a:gd name="connsiteY12" fmla="*/ 1310255 h 1516973"/>
                  <a:gd name="connsiteX13" fmla="*/ 456316 w 1511813"/>
                  <a:gd name="connsiteY13" fmla="*/ 1290132 h 1516973"/>
                  <a:gd name="connsiteX14" fmla="*/ 395431 w 1511813"/>
                  <a:gd name="connsiteY14" fmla="*/ 1251434 h 1516973"/>
                  <a:gd name="connsiteX15" fmla="*/ 378919 w 1511813"/>
                  <a:gd name="connsiteY15" fmla="*/ 1254014 h 1516973"/>
                  <a:gd name="connsiteX16" fmla="*/ 283464 w 1511813"/>
                  <a:gd name="connsiteY16" fmla="*/ 1342246 h 1516973"/>
                  <a:gd name="connsiteX17" fmla="*/ 265920 w 1511813"/>
                  <a:gd name="connsiteY17" fmla="*/ 1341214 h 1516973"/>
                  <a:gd name="connsiteX18" fmla="*/ 130218 w 1511813"/>
                  <a:gd name="connsiteY18" fmla="*/ 1191580 h 1516973"/>
                  <a:gd name="connsiteX19" fmla="*/ 130734 w 1511813"/>
                  <a:gd name="connsiteY19" fmla="*/ 1174553 h 1516973"/>
                  <a:gd name="connsiteX20" fmla="*/ 177688 w 1511813"/>
                  <a:gd name="connsiteY20" fmla="*/ 1121408 h 1516973"/>
                  <a:gd name="connsiteX21" fmla="*/ 225674 w 1511813"/>
                  <a:gd name="connsiteY21" fmla="*/ 1089417 h 1516973"/>
                  <a:gd name="connsiteX22" fmla="*/ 230834 w 1511813"/>
                  <a:gd name="connsiteY22" fmla="*/ 1067230 h 1516973"/>
                  <a:gd name="connsiteX23" fmla="*/ 198327 w 1511813"/>
                  <a:gd name="connsiteY23" fmla="*/ 1004281 h 1516973"/>
                  <a:gd name="connsiteX24" fmla="*/ 183880 w 1511813"/>
                  <a:gd name="connsiteY24" fmla="*/ 998089 h 1516973"/>
                  <a:gd name="connsiteX25" fmla="*/ 67269 w 1511813"/>
                  <a:gd name="connsiteY25" fmla="*/ 1025952 h 1516973"/>
                  <a:gd name="connsiteX26" fmla="*/ 55918 w 1511813"/>
                  <a:gd name="connsiteY26" fmla="*/ 1027500 h 1516973"/>
                  <a:gd name="connsiteX27" fmla="*/ 41470 w 1511813"/>
                  <a:gd name="connsiteY27" fmla="*/ 1018212 h 1516973"/>
                  <a:gd name="connsiteX28" fmla="*/ 1224 w 1511813"/>
                  <a:gd name="connsiteY28" fmla="*/ 841748 h 1516973"/>
                  <a:gd name="connsiteX29" fmla="*/ 30635 w 1511813"/>
                  <a:gd name="connsiteY29" fmla="*/ 797374 h 1516973"/>
                  <a:gd name="connsiteX30" fmla="*/ 134862 w 1511813"/>
                  <a:gd name="connsiteY30" fmla="*/ 778799 h 1516973"/>
                  <a:gd name="connsiteX31" fmla="*/ 147246 w 1511813"/>
                  <a:gd name="connsiteY31" fmla="*/ 765899 h 1516973"/>
                  <a:gd name="connsiteX32" fmla="*/ 150342 w 1511813"/>
                  <a:gd name="connsiteY32" fmla="*/ 696242 h 1516973"/>
                  <a:gd name="connsiteX33" fmla="*/ 137442 w 1511813"/>
                  <a:gd name="connsiteY33" fmla="*/ 678699 h 1516973"/>
                  <a:gd name="connsiteX34" fmla="*/ 14639 w 1511813"/>
                  <a:gd name="connsiteY34" fmla="*/ 639485 h 1516973"/>
                  <a:gd name="connsiteX35" fmla="*/ 7932 w 1511813"/>
                  <a:gd name="connsiteY35" fmla="*/ 625037 h 1516973"/>
                  <a:gd name="connsiteX36" fmla="*/ 69333 w 1511813"/>
                  <a:gd name="connsiteY36" fmla="*/ 432578 h 1516973"/>
                  <a:gd name="connsiteX37" fmla="*/ 86360 w 1511813"/>
                  <a:gd name="connsiteY37" fmla="*/ 423806 h 1516973"/>
                  <a:gd name="connsiteX38" fmla="*/ 150858 w 1511813"/>
                  <a:gd name="connsiteY38" fmla="*/ 436706 h 1516973"/>
                  <a:gd name="connsiteX39" fmla="*/ 206583 w 1511813"/>
                  <a:gd name="connsiteY39" fmla="*/ 463536 h 1516973"/>
                  <a:gd name="connsiteX40" fmla="*/ 227738 w 1511813"/>
                  <a:gd name="connsiteY40" fmla="*/ 457345 h 1516973"/>
                  <a:gd name="connsiteX41" fmla="*/ 266952 w 1511813"/>
                  <a:gd name="connsiteY41" fmla="*/ 396459 h 1516973"/>
                  <a:gd name="connsiteX42" fmla="*/ 264373 w 1511813"/>
                  <a:gd name="connsiteY42" fmla="*/ 380980 h 1516973"/>
                  <a:gd name="connsiteX43" fmla="*/ 175108 w 1511813"/>
                  <a:gd name="connsiteY43" fmla="*/ 284492 h 1516973"/>
                  <a:gd name="connsiteX44" fmla="*/ 176140 w 1511813"/>
                  <a:gd name="connsiteY44" fmla="*/ 267981 h 1516973"/>
                  <a:gd name="connsiteX45" fmla="*/ 325258 w 1511813"/>
                  <a:gd name="connsiteY45" fmla="*/ 132279 h 1516973"/>
                  <a:gd name="connsiteX46" fmla="*/ 343317 w 1511813"/>
                  <a:gd name="connsiteY46" fmla="*/ 132795 h 1516973"/>
                  <a:gd name="connsiteX47" fmla="*/ 395431 w 1511813"/>
                  <a:gd name="connsiteY47" fmla="*/ 178717 h 1516973"/>
                  <a:gd name="connsiteX48" fmla="*/ 426389 w 1511813"/>
                  <a:gd name="connsiteY48" fmla="*/ 224639 h 1516973"/>
                  <a:gd name="connsiteX49" fmla="*/ 451156 w 1511813"/>
                  <a:gd name="connsiteY49" fmla="*/ 231347 h 1516973"/>
                  <a:gd name="connsiteX50" fmla="*/ 512042 w 1511813"/>
                  <a:gd name="connsiteY50" fmla="*/ 200388 h 1516973"/>
                  <a:gd name="connsiteX51" fmla="*/ 518233 w 1511813"/>
                  <a:gd name="connsiteY51" fmla="*/ 183877 h 1516973"/>
                  <a:gd name="connsiteX52" fmla="*/ 491403 w 1511813"/>
                  <a:gd name="connsiteY52" fmla="*/ 69846 h 1516973"/>
                  <a:gd name="connsiteX53" fmla="*/ 489855 w 1511813"/>
                  <a:gd name="connsiteY53" fmla="*/ 58494 h 1516973"/>
                  <a:gd name="connsiteX54" fmla="*/ 499658 w 1511813"/>
                  <a:gd name="connsiteY54" fmla="*/ 43015 h 1516973"/>
                  <a:gd name="connsiteX55" fmla="*/ 695730 w 1511813"/>
                  <a:gd name="connsiteY55" fmla="*/ 189 h 1516973"/>
                  <a:gd name="connsiteX56" fmla="*/ 713273 w 1511813"/>
                  <a:gd name="connsiteY56" fmla="*/ 12056 h 1516973"/>
                  <a:gd name="connsiteX57" fmla="*/ 721012 w 1511813"/>
                  <a:gd name="connsiteY57" fmla="*/ 35275 h 1516973"/>
                  <a:gd name="connsiteX58" fmla="*/ 738556 w 1511813"/>
                  <a:gd name="connsiteY58" fmla="*/ 134343 h 1516973"/>
                  <a:gd name="connsiteX59" fmla="*/ 753519 w 1511813"/>
                  <a:gd name="connsiteY59" fmla="*/ 148790 h 1516973"/>
                  <a:gd name="connsiteX60" fmla="*/ 820596 w 1511813"/>
                  <a:gd name="connsiteY60" fmla="*/ 151886 h 1516973"/>
                  <a:gd name="connsiteX61" fmla="*/ 838655 w 1511813"/>
                  <a:gd name="connsiteY61" fmla="*/ 138471 h 1516973"/>
                  <a:gd name="connsiteX62" fmla="*/ 877354 w 1511813"/>
                  <a:gd name="connsiteY62" fmla="*/ 16700 h 1516973"/>
                  <a:gd name="connsiteX63" fmla="*/ 892317 w 1511813"/>
                  <a:gd name="connsiteY63" fmla="*/ 9476 h 1516973"/>
                  <a:gd name="connsiteX64" fmla="*/ 1084777 w 1511813"/>
                  <a:gd name="connsiteY64" fmla="*/ 70878 h 1516973"/>
                  <a:gd name="connsiteX65" fmla="*/ 1093032 w 1511813"/>
                  <a:gd name="connsiteY65" fmla="*/ 86873 h 1516973"/>
                  <a:gd name="connsiteX66" fmla="*/ 1079617 w 1511813"/>
                  <a:gd name="connsiteY66" fmla="*/ 152402 h 1516973"/>
                  <a:gd name="connsiteX67" fmla="*/ 1053302 w 1511813"/>
                  <a:gd name="connsiteY67" fmla="*/ 206580 h 1516973"/>
                  <a:gd name="connsiteX68" fmla="*/ 1060010 w 1511813"/>
                  <a:gd name="connsiteY68" fmla="*/ 228251 h 1516973"/>
                  <a:gd name="connsiteX69" fmla="*/ 1118315 w 1511813"/>
                  <a:gd name="connsiteY69" fmla="*/ 265917 h 1516973"/>
                  <a:gd name="connsiteX70" fmla="*/ 1136374 w 1511813"/>
                  <a:gd name="connsiteY70" fmla="*/ 262821 h 1516973"/>
                  <a:gd name="connsiteX71" fmla="*/ 1232346 w 1511813"/>
                  <a:gd name="connsiteY71" fmla="*/ 174589 h 1516973"/>
                  <a:gd name="connsiteX72" fmla="*/ 1247825 w 1511813"/>
                  <a:gd name="connsiteY72" fmla="*/ 175621 h 1516973"/>
                  <a:gd name="connsiteX73" fmla="*/ 1384559 w 1511813"/>
                  <a:gd name="connsiteY73" fmla="*/ 325770 h 1516973"/>
                  <a:gd name="connsiteX74" fmla="*/ 1384043 w 1511813"/>
                  <a:gd name="connsiteY74" fmla="*/ 342798 h 1516973"/>
                  <a:gd name="connsiteX75" fmla="*/ 1336057 w 1511813"/>
                  <a:gd name="connsiteY75" fmla="*/ 396975 h 1516973"/>
                  <a:gd name="connsiteX76" fmla="*/ 1291167 w 1511813"/>
                  <a:gd name="connsiteY76" fmla="*/ 426902 h 1516973"/>
                  <a:gd name="connsiteX77" fmla="*/ 1284976 w 1511813"/>
                  <a:gd name="connsiteY77" fmla="*/ 451153 h 1516973"/>
                  <a:gd name="connsiteX78" fmla="*/ 1316450 w 1511813"/>
                  <a:gd name="connsiteY78" fmla="*/ 513070 h 1516973"/>
                  <a:gd name="connsiteX79" fmla="*/ 1330898 w 1511813"/>
                  <a:gd name="connsiteY79" fmla="*/ 519262 h 1516973"/>
                  <a:gd name="connsiteX80" fmla="*/ 1447509 w 1511813"/>
                  <a:gd name="connsiteY80" fmla="*/ 491399 h 1516973"/>
                  <a:gd name="connsiteX81" fmla="*/ 1458860 w 1511813"/>
                  <a:gd name="connsiteY81" fmla="*/ 489851 h 1516973"/>
                  <a:gd name="connsiteX82" fmla="*/ 1473307 w 1511813"/>
                  <a:gd name="connsiteY82" fmla="*/ 499139 h 1516973"/>
                  <a:gd name="connsiteX83" fmla="*/ 1513554 w 1511813"/>
                  <a:gd name="connsiteY83" fmla="*/ 675603 h 1516973"/>
                  <a:gd name="connsiteX84" fmla="*/ 1514070 w 1511813"/>
                  <a:gd name="connsiteY84" fmla="*/ 679215 h 1516973"/>
                  <a:gd name="connsiteX85" fmla="*/ 1490335 w 1511813"/>
                  <a:gd name="connsiteY85" fmla="*/ 717397 h 1516973"/>
                  <a:gd name="connsiteX86" fmla="*/ 1379916 w 1511813"/>
                  <a:gd name="connsiteY86" fmla="*/ 738036 h 1516973"/>
                  <a:gd name="connsiteX87" fmla="*/ 1367532 w 1511813"/>
                  <a:gd name="connsiteY87" fmla="*/ 749904 h 1516973"/>
                  <a:gd name="connsiteX88" fmla="*/ 1363920 w 1511813"/>
                  <a:gd name="connsiteY88" fmla="*/ 822141 h 1516973"/>
                  <a:gd name="connsiteX89" fmla="*/ 1375788 w 1511813"/>
                  <a:gd name="connsiteY89" fmla="*/ 838136 h 1516973"/>
                  <a:gd name="connsiteX90" fmla="*/ 1498590 w 1511813"/>
                  <a:gd name="connsiteY90" fmla="*/ 876834 h 1516973"/>
                  <a:gd name="connsiteX91" fmla="*/ 1506330 w 1511813"/>
                  <a:gd name="connsiteY91" fmla="*/ 891798 h 1516973"/>
                  <a:gd name="connsiteX92" fmla="*/ 1444413 w 1511813"/>
                  <a:gd name="connsiteY92" fmla="*/ 1085289 h 1516973"/>
                  <a:gd name="connsiteX93" fmla="*/ 1429449 w 1511813"/>
                  <a:gd name="connsiteY93" fmla="*/ 1093029 h 1516973"/>
                  <a:gd name="connsiteX94" fmla="*/ 1306647 w 1511813"/>
                  <a:gd name="connsiteY94" fmla="*/ 1052783 h 1516973"/>
                  <a:gd name="connsiteX95" fmla="*/ 1287556 w 1511813"/>
                  <a:gd name="connsiteY95" fmla="*/ 1057942 h 1516973"/>
                  <a:gd name="connsiteX96" fmla="*/ 1248857 w 1511813"/>
                  <a:gd name="connsiteY96" fmla="*/ 1118828 h 1516973"/>
                  <a:gd name="connsiteX97" fmla="*/ 1250405 w 1511813"/>
                  <a:gd name="connsiteY97" fmla="*/ 1135339 h 1516973"/>
                  <a:gd name="connsiteX98" fmla="*/ 1339153 w 1511813"/>
                  <a:gd name="connsiteY98" fmla="*/ 1230795 h 1516973"/>
                  <a:gd name="connsiteX99" fmla="*/ 1337605 w 1511813"/>
                  <a:gd name="connsiteY99" fmla="*/ 1249370 h 1516973"/>
                  <a:gd name="connsiteX100" fmla="*/ 1189004 w 1511813"/>
                  <a:gd name="connsiteY100" fmla="*/ 1384040 h 1516973"/>
                  <a:gd name="connsiteX101" fmla="*/ 1170945 w 1511813"/>
                  <a:gd name="connsiteY101" fmla="*/ 1383524 h 1516973"/>
                  <a:gd name="connsiteX102" fmla="*/ 1118831 w 1511813"/>
                  <a:gd name="connsiteY102" fmla="*/ 1337602 h 1516973"/>
                  <a:gd name="connsiteX103" fmla="*/ 1086840 w 1511813"/>
                  <a:gd name="connsiteY103" fmla="*/ 1289616 h 1516973"/>
                  <a:gd name="connsiteX104" fmla="*/ 1064137 w 1511813"/>
                  <a:gd name="connsiteY104" fmla="*/ 1284456 h 1516973"/>
                  <a:gd name="connsiteX105" fmla="*/ 1002220 w 1511813"/>
                  <a:gd name="connsiteY105" fmla="*/ 1316447 h 1516973"/>
                  <a:gd name="connsiteX106" fmla="*/ 996028 w 1511813"/>
                  <a:gd name="connsiteY106" fmla="*/ 1332958 h 1516973"/>
                  <a:gd name="connsiteX107" fmla="*/ 1022859 w 1511813"/>
                  <a:gd name="connsiteY107" fmla="*/ 1446989 h 1516973"/>
                  <a:gd name="connsiteX108" fmla="*/ 1024407 w 1511813"/>
                  <a:gd name="connsiteY108" fmla="*/ 1459889 h 1516973"/>
                  <a:gd name="connsiteX109" fmla="*/ 1015636 w 1511813"/>
                  <a:gd name="connsiteY109" fmla="*/ 1473304 h 1516973"/>
                  <a:gd name="connsiteX110" fmla="*/ 817500 w 1511813"/>
                  <a:gd name="connsiteY110" fmla="*/ 1518710 h 1516973"/>
                  <a:gd name="connsiteX111" fmla="*/ 758163 w 1511813"/>
                  <a:gd name="connsiteY111" fmla="*/ 1148238 h 1516973"/>
                  <a:gd name="connsiteX112" fmla="*/ 1145146 w 1511813"/>
                  <a:gd name="connsiteY112" fmla="*/ 758675 h 1516973"/>
                  <a:gd name="connsiteX113" fmla="*/ 757131 w 1511813"/>
                  <a:gd name="connsiteY113" fmla="*/ 371176 h 1516973"/>
                  <a:gd name="connsiteX114" fmla="*/ 368600 w 1511813"/>
                  <a:gd name="connsiteY114" fmla="*/ 759707 h 1516973"/>
                  <a:gd name="connsiteX115" fmla="*/ 758163 w 1511813"/>
                  <a:gd name="connsiteY115" fmla="*/ 1148238 h 1516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511813" h="1516973">
                    <a:moveTo>
                      <a:pt x="817500" y="1518710"/>
                    </a:moveTo>
                    <a:cubicBezTo>
                      <a:pt x="809245" y="1520774"/>
                      <a:pt x="805633" y="1516130"/>
                      <a:pt x="802537" y="1507875"/>
                    </a:cubicBezTo>
                    <a:cubicBezTo>
                      <a:pt x="795829" y="1486204"/>
                      <a:pt x="788090" y="1464532"/>
                      <a:pt x="780866" y="1442862"/>
                    </a:cubicBezTo>
                    <a:cubicBezTo>
                      <a:pt x="774674" y="1424286"/>
                      <a:pt x="777770" y="1404679"/>
                      <a:pt x="776738" y="1385072"/>
                    </a:cubicBezTo>
                    <a:cubicBezTo>
                      <a:pt x="776222" y="1369593"/>
                      <a:pt x="775706" y="1370109"/>
                      <a:pt x="760227" y="1369593"/>
                    </a:cubicBezTo>
                    <a:cubicBezTo>
                      <a:pt x="738556" y="1369593"/>
                      <a:pt x="716369" y="1368045"/>
                      <a:pt x="694698" y="1366497"/>
                    </a:cubicBezTo>
                    <a:cubicBezTo>
                      <a:pt x="683346" y="1365465"/>
                      <a:pt x="676638" y="1365981"/>
                      <a:pt x="676638" y="1379912"/>
                    </a:cubicBezTo>
                    <a:cubicBezTo>
                      <a:pt x="676638" y="1424286"/>
                      <a:pt x="655483" y="1462469"/>
                      <a:pt x="637940" y="1501683"/>
                    </a:cubicBezTo>
                    <a:cubicBezTo>
                      <a:pt x="634844" y="1508907"/>
                      <a:pt x="630716" y="1510454"/>
                      <a:pt x="622977" y="1508907"/>
                    </a:cubicBezTo>
                    <a:cubicBezTo>
                      <a:pt x="556416" y="1496523"/>
                      <a:pt x="492434" y="1475368"/>
                      <a:pt x="430517" y="1447505"/>
                    </a:cubicBezTo>
                    <a:cubicBezTo>
                      <a:pt x="423294" y="1443893"/>
                      <a:pt x="420198" y="1440282"/>
                      <a:pt x="422262" y="1431510"/>
                    </a:cubicBezTo>
                    <a:cubicBezTo>
                      <a:pt x="427421" y="1409323"/>
                      <a:pt x="431033" y="1386620"/>
                      <a:pt x="435677" y="1364433"/>
                    </a:cubicBezTo>
                    <a:cubicBezTo>
                      <a:pt x="439805" y="1344310"/>
                      <a:pt x="452704" y="1327798"/>
                      <a:pt x="461992" y="1310255"/>
                    </a:cubicBezTo>
                    <a:cubicBezTo>
                      <a:pt x="467152" y="1300452"/>
                      <a:pt x="466120" y="1295808"/>
                      <a:pt x="456316" y="1290132"/>
                    </a:cubicBezTo>
                    <a:cubicBezTo>
                      <a:pt x="435677" y="1278265"/>
                      <a:pt x="415554" y="1264849"/>
                      <a:pt x="395431" y="1251434"/>
                    </a:cubicBezTo>
                    <a:cubicBezTo>
                      <a:pt x="388207" y="1246274"/>
                      <a:pt x="383563" y="1246274"/>
                      <a:pt x="378919" y="1254014"/>
                    </a:cubicBezTo>
                    <a:cubicBezTo>
                      <a:pt x="356216" y="1293228"/>
                      <a:pt x="319066" y="1317479"/>
                      <a:pt x="283464" y="1342246"/>
                    </a:cubicBezTo>
                    <a:cubicBezTo>
                      <a:pt x="276240" y="1346890"/>
                      <a:pt x="272112" y="1346374"/>
                      <a:pt x="265920" y="1341214"/>
                    </a:cubicBezTo>
                    <a:cubicBezTo>
                      <a:pt x="214323" y="1297356"/>
                      <a:pt x="169433" y="1246790"/>
                      <a:pt x="130218" y="1191580"/>
                    </a:cubicBezTo>
                    <a:cubicBezTo>
                      <a:pt x="125575" y="1185389"/>
                      <a:pt x="125059" y="1180745"/>
                      <a:pt x="130734" y="1174553"/>
                    </a:cubicBezTo>
                    <a:cubicBezTo>
                      <a:pt x="146730" y="1157010"/>
                      <a:pt x="161177" y="1138435"/>
                      <a:pt x="177688" y="1121408"/>
                    </a:cubicBezTo>
                    <a:cubicBezTo>
                      <a:pt x="191104" y="1107476"/>
                      <a:pt x="209163" y="1099221"/>
                      <a:pt x="225674" y="1089417"/>
                    </a:cubicBezTo>
                    <a:cubicBezTo>
                      <a:pt x="236510" y="1083225"/>
                      <a:pt x="237026" y="1078065"/>
                      <a:pt x="230834" y="1067230"/>
                    </a:cubicBezTo>
                    <a:cubicBezTo>
                      <a:pt x="218967" y="1047107"/>
                      <a:pt x="208647" y="1025436"/>
                      <a:pt x="198327" y="1004281"/>
                    </a:cubicBezTo>
                    <a:cubicBezTo>
                      <a:pt x="194716" y="997057"/>
                      <a:pt x="192136" y="993445"/>
                      <a:pt x="183880" y="998089"/>
                    </a:cubicBezTo>
                    <a:cubicBezTo>
                      <a:pt x="147246" y="1017180"/>
                      <a:pt x="108031" y="1024920"/>
                      <a:pt x="67269" y="1025952"/>
                    </a:cubicBezTo>
                    <a:cubicBezTo>
                      <a:pt x="63657" y="1025952"/>
                      <a:pt x="59529" y="1026984"/>
                      <a:pt x="55918" y="1027500"/>
                    </a:cubicBezTo>
                    <a:cubicBezTo>
                      <a:pt x="48694" y="1028532"/>
                      <a:pt x="44050" y="1025952"/>
                      <a:pt x="41470" y="1018212"/>
                    </a:cubicBezTo>
                    <a:cubicBezTo>
                      <a:pt x="21347" y="960939"/>
                      <a:pt x="6384" y="902117"/>
                      <a:pt x="1224" y="841748"/>
                    </a:cubicBezTo>
                    <a:cubicBezTo>
                      <a:pt x="-1872" y="808725"/>
                      <a:pt x="-1356" y="809241"/>
                      <a:pt x="30635" y="797374"/>
                    </a:cubicBezTo>
                    <a:cubicBezTo>
                      <a:pt x="64173" y="784474"/>
                      <a:pt x="98744" y="775703"/>
                      <a:pt x="134862" y="778799"/>
                    </a:cubicBezTo>
                    <a:cubicBezTo>
                      <a:pt x="144150" y="779315"/>
                      <a:pt x="147246" y="775187"/>
                      <a:pt x="147246" y="765899"/>
                    </a:cubicBezTo>
                    <a:cubicBezTo>
                      <a:pt x="147246" y="742680"/>
                      <a:pt x="148278" y="719461"/>
                      <a:pt x="150342" y="696242"/>
                    </a:cubicBezTo>
                    <a:cubicBezTo>
                      <a:pt x="151373" y="685923"/>
                      <a:pt x="150858" y="678699"/>
                      <a:pt x="137442" y="678699"/>
                    </a:cubicBezTo>
                    <a:cubicBezTo>
                      <a:pt x="92552" y="678699"/>
                      <a:pt x="53854" y="657544"/>
                      <a:pt x="14639" y="639485"/>
                    </a:cubicBezTo>
                    <a:cubicBezTo>
                      <a:pt x="7932" y="636389"/>
                      <a:pt x="6384" y="632261"/>
                      <a:pt x="7932" y="625037"/>
                    </a:cubicBezTo>
                    <a:cubicBezTo>
                      <a:pt x="20315" y="558476"/>
                      <a:pt x="40954" y="494495"/>
                      <a:pt x="69333" y="432578"/>
                    </a:cubicBezTo>
                    <a:cubicBezTo>
                      <a:pt x="72945" y="424838"/>
                      <a:pt x="77073" y="421742"/>
                      <a:pt x="86360" y="423806"/>
                    </a:cubicBezTo>
                    <a:cubicBezTo>
                      <a:pt x="107515" y="428450"/>
                      <a:pt x="129186" y="432578"/>
                      <a:pt x="150858" y="436706"/>
                    </a:cubicBezTo>
                    <a:cubicBezTo>
                      <a:pt x="171497" y="440833"/>
                      <a:pt x="188008" y="453733"/>
                      <a:pt x="206583" y="463536"/>
                    </a:cubicBezTo>
                    <a:cubicBezTo>
                      <a:pt x="216903" y="468696"/>
                      <a:pt x="221546" y="467664"/>
                      <a:pt x="227738" y="457345"/>
                    </a:cubicBezTo>
                    <a:cubicBezTo>
                      <a:pt x="239606" y="436706"/>
                      <a:pt x="253021" y="416582"/>
                      <a:pt x="266952" y="396459"/>
                    </a:cubicBezTo>
                    <a:cubicBezTo>
                      <a:pt x="271596" y="389752"/>
                      <a:pt x="271596" y="385108"/>
                      <a:pt x="264373" y="380980"/>
                    </a:cubicBezTo>
                    <a:cubicBezTo>
                      <a:pt x="225158" y="357761"/>
                      <a:pt x="200391" y="320611"/>
                      <a:pt x="175108" y="284492"/>
                    </a:cubicBezTo>
                    <a:cubicBezTo>
                      <a:pt x="170465" y="277785"/>
                      <a:pt x="170981" y="273657"/>
                      <a:pt x="176140" y="267981"/>
                    </a:cubicBezTo>
                    <a:cubicBezTo>
                      <a:pt x="219998" y="216383"/>
                      <a:pt x="270048" y="171493"/>
                      <a:pt x="325258" y="132279"/>
                    </a:cubicBezTo>
                    <a:cubicBezTo>
                      <a:pt x="331966" y="127635"/>
                      <a:pt x="336609" y="126603"/>
                      <a:pt x="343317" y="132795"/>
                    </a:cubicBezTo>
                    <a:cubicBezTo>
                      <a:pt x="360344" y="148274"/>
                      <a:pt x="378404" y="162722"/>
                      <a:pt x="395431" y="178717"/>
                    </a:cubicBezTo>
                    <a:cubicBezTo>
                      <a:pt x="409362" y="191616"/>
                      <a:pt x="416070" y="209160"/>
                      <a:pt x="426389" y="224639"/>
                    </a:cubicBezTo>
                    <a:cubicBezTo>
                      <a:pt x="437741" y="241666"/>
                      <a:pt x="435161" y="240634"/>
                      <a:pt x="451156" y="231347"/>
                    </a:cubicBezTo>
                    <a:cubicBezTo>
                      <a:pt x="470763" y="219995"/>
                      <a:pt x="491403" y="209676"/>
                      <a:pt x="512042" y="200388"/>
                    </a:cubicBezTo>
                    <a:cubicBezTo>
                      <a:pt x="521329" y="196260"/>
                      <a:pt x="522361" y="192132"/>
                      <a:pt x="518233" y="183877"/>
                    </a:cubicBezTo>
                    <a:cubicBezTo>
                      <a:pt x="499142" y="148274"/>
                      <a:pt x="492434" y="109576"/>
                      <a:pt x="491403" y="69846"/>
                    </a:cubicBezTo>
                    <a:cubicBezTo>
                      <a:pt x="491403" y="66234"/>
                      <a:pt x="490371" y="62106"/>
                      <a:pt x="489855" y="58494"/>
                    </a:cubicBezTo>
                    <a:cubicBezTo>
                      <a:pt x="488307" y="50239"/>
                      <a:pt x="491403" y="46111"/>
                      <a:pt x="499658" y="43015"/>
                    </a:cubicBezTo>
                    <a:cubicBezTo>
                      <a:pt x="563123" y="20312"/>
                      <a:pt x="628653" y="6380"/>
                      <a:pt x="695730" y="189"/>
                    </a:cubicBezTo>
                    <a:cubicBezTo>
                      <a:pt x="706049" y="-843"/>
                      <a:pt x="710693" y="2253"/>
                      <a:pt x="713273" y="12056"/>
                    </a:cubicBezTo>
                    <a:cubicBezTo>
                      <a:pt x="715337" y="19796"/>
                      <a:pt x="717917" y="27536"/>
                      <a:pt x="721012" y="35275"/>
                    </a:cubicBezTo>
                    <a:cubicBezTo>
                      <a:pt x="734428" y="67266"/>
                      <a:pt x="741136" y="99772"/>
                      <a:pt x="738556" y="134343"/>
                    </a:cubicBezTo>
                    <a:cubicBezTo>
                      <a:pt x="737524" y="145694"/>
                      <a:pt x="742168" y="148790"/>
                      <a:pt x="753519" y="148790"/>
                    </a:cubicBezTo>
                    <a:cubicBezTo>
                      <a:pt x="775706" y="148274"/>
                      <a:pt x="797893" y="149822"/>
                      <a:pt x="820596" y="151886"/>
                    </a:cubicBezTo>
                    <a:cubicBezTo>
                      <a:pt x="831948" y="152918"/>
                      <a:pt x="838655" y="152402"/>
                      <a:pt x="838655" y="138471"/>
                    </a:cubicBezTo>
                    <a:cubicBezTo>
                      <a:pt x="838655" y="94097"/>
                      <a:pt x="859810" y="55914"/>
                      <a:pt x="877354" y="16700"/>
                    </a:cubicBezTo>
                    <a:cubicBezTo>
                      <a:pt x="880449" y="9476"/>
                      <a:pt x="885093" y="7928"/>
                      <a:pt x="892317" y="9476"/>
                    </a:cubicBezTo>
                    <a:cubicBezTo>
                      <a:pt x="958878" y="21860"/>
                      <a:pt x="1022859" y="42499"/>
                      <a:pt x="1084777" y="70878"/>
                    </a:cubicBezTo>
                    <a:cubicBezTo>
                      <a:pt x="1092000" y="74489"/>
                      <a:pt x="1095096" y="78617"/>
                      <a:pt x="1093032" y="86873"/>
                    </a:cubicBezTo>
                    <a:cubicBezTo>
                      <a:pt x="1088388" y="108544"/>
                      <a:pt x="1084261" y="130731"/>
                      <a:pt x="1079617" y="152402"/>
                    </a:cubicBezTo>
                    <a:cubicBezTo>
                      <a:pt x="1075489" y="172525"/>
                      <a:pt x="1062590" y="189036"/>
                      <a:pt x="1053302" y="206580"/>
                    </a:cubicBezTo>
                    <a:cubicBezTo>
                      <a:pt x="1047626" y="217415"/>
                      <a:pt x="1048658" y="222575"/>
                      <a:pt x="1060010" y="228251"/>
                    </a:cubicBezTo>
                    <a:cubicBezTo>
                      <a:pt x="1080133" y="239602"/>
                      <a:pt x="1099740" y="252502"/>
                      <a:pt x="1118315" y="265917"/>
                    </a:cubicBezTo>
                    <a:cubicBezTo>
                      <a:pt x="1126571" y="272109"/>
                      <a:pt x="1131214" y="271593"/>
                      <a:pt x="1136374" y="262821"/>
                    </a:cubicBezTo>
                    <a:cubicBezTo>
                      <a:pt x="1159077" y="223607"/>
                      <a:pt x="1196744" y="199872"/>
                      <a:pt x="1232346" y="174589"/>
                    </a:cubicBezTo>
                    <a:cubicBezTo>
                      <a:pt x="1238538" y="170461"/>
                      <a:pt x="1242666" y="170977"/>
                      <a:pt x="1247825" y="175621"/>
                    </a:cubicBezTo>
                    <a:cubicBezTo>
                      <a:pt x="1299939" y="219995"/>
                      <a:pt x="1345345" y="270045"/>
                      <a:pt x="1384559" y="325770"/>
                    </a:cubicBezTo>
                    <a:cubicBezTo>
                      <a:pt x="1389203" y="331962"/>
                      <a:pt x="1389719" y="336606"/>
                      <a:pt x="1384043" y="342798"/>
                    </a:cubicBezTo>
                    <a:cubicBezTo>
                      <a:pt x="1368048" y="360857"/>
                      <a:pt x="1352569" y="379432"/>
                      <a:pt x="1336057" y="396975"/>
                    </a:cubicBezTo>
                    <a:cubicBezTo>
                      <a:pt x="1323674" y="409875"/>
                      <a:pt x="1306131" y="417098"/>
                      <a:pt x="1291167" y="426902"/>
                    </a:cubicBezTo>
                    <a:cubicBezTo>
                      <a:pt x="1276720" y="436706"/>
                      <a:pt x="1276720" y="436190"/>
                      <a:pt x="1284976" y="451153"/>
                    </a:cubicBezTo>
                    <a:cubicBezTo>
                      <a:pt x="1295811" y="471792"/>
                      <a:pt x="1306647" y="492431"/>
                      <a:pt x="1316450" y="513070"/>
                    </a:cubicBezTo>
                    <a:cubicBezTo>
                      <a:pt x="1320062" y="520294"/>
                      <a:pt x="1323158" y="523390"/>
                      <a:pt x="1330898" y="519262"/>
                    </a:cubicBezTo>
                    <a:cubicBezTo>
                      <a:pt x="1367532" y="500171"/>
                      <a:pt x="1406746" y="492431"/>
                      <a:pt x="1447509" y="491399"/>
                    </a:cubicBezTo>
                    <a:cubicBezTo>
                      <a:pt x="1451120" y="491399"/>
                      <a:pt x="1455248" y="490367"/>
                      <a:pt x="1458860" y="489851"/>
                    </a:cubicBezTo>
                    <a:cubicBezTo>
                      <a:pt x="1466600" y="488819"/>
                      <a:pt x="1470728" y="491399"/>
                      <a:pt x="1473307" y="499139"/>
                    </a:cubicBezTo>
                    <a:cubicBezTo>
                      <a:pt x="1493431" y="556412"/>
                      <a:pt x="1508394" y="615234"/>
                      <a:pt x="1513554" y="675603"/>
                    </a:cubicBezTo>
                    <a:cubicBezTo>
                      <a:pt x="1513554" y="676635"/>
                      <a:pt x="1513554" y="678183"/>
                      <a:pt x="1514070" y="679215"/>
                    </a:cubicBezTo>
                    <a:cubicBezTo>
                      <a:pt x="1518713" y="714301"/>
                      <a:pt x="1519745" y="706046"/>
                      <a:pt x="1490335" y="717397"/>
                    </a:cubicBezTo>
                    <a:cubicBezTo>
                      <a:pt x="1454732" y="730813"/>
                      <a:pt x="1418614" y="741648"/>
                      <a:pt x="1379916" y="738036"/>
                    </a:cubicBezTo>
                    <a:cubicBezTo>
                      <a:pt x="1371144" y="737004"/>
                      <a:pt x="1368048" y="740616"/>
                      <a:pt x="1367532" y="749904"/>
                    </a:cubicBezTo>
                    <a:cubicBezTo>
                      <a:pt x="1367016" y="774155"/>
                      <a:pt x="1365984" y="797890"/>
                      <a:pt x="1363920" y="822141"/>
                    </a:cubicBezTo>
                    <a:cubicBezTo>
                      <a:pt x="1363404" y="831944"/>
                      <a:pt x="1363920" y="838136"/>
                      <a:pt x="1375788" y="838136"/>
                    </a:cubicBezTo>
                    <a:cubicBezTo>
                      <a:pt x="1420678" y="838136"/>
                      <a:pt x="1459376" y="858775"/>
                      <a:pt x="1498590" y="876834"/>
                    </a:cubicBezTo>
                    <a:cubicBezTo>
                      <a:pt x="1505298" y="879930"/>
                      <a:pt x="1507878" y="883542"/>
                      <a:pt x="1506330" y="891798"/>
                    </a:cubicBezTo>
                    <a:cubicBezTo>
                      <a:pt x="1493947" y="958875"/>
                      <a:pt x="1472791" y="1023372"/>
                      <a:pt x="1444413" y="1085289"/>
                    </a:cubicBezTo>
                    <a:cubicBezTo>
                      <a:pt x="1441317" y="1092513"/>
                      <a:pt x="1437189" y="1094577"/>
                      <a:pt x="1429449" y="1093029"/>
                    </a:cubicBezTo>
                    <a:cubicBezTo>
                      <a:pt x="1386623" y="1085289"/>
                      <a:pt x="1343797" y="1078581"/>
                      <a:pt x="1306647" y="1052783"/>
                    </a:cubicBezTo>
                    <a:cubicBezTo>
                      <a:pt x="1297875" y="1046591"/>
                      <a:pt x="1293231" y="1048655"/>
                      <a:pt x="1287556" y="1057942"/>
                    </a:cubicBezTo>
                    <a:cubicBezTo>
                      <a:pt x="1275688" y="1078581"/>
                      <a:pt x="1262273" y="1098705"/>
                      <a:pt x="1248857" y="1118828"/>
                    </a:cubicBezTo>
                    <a:cubicBezTo>
                      <a:pt x="1244214" y="1125535"/>
                      <a:pt x="1242150" y="1130179"/>
                      <a:pt x="1250405" y="1135339"/>
                    </a:cubicBezTo>
                    <a:cubicBezTo>
                      <a:pt x="1289620" y="1158558"/>
                      <a:pt x="1313871" y="1194676"/>
                      <a:pt x="1339153" y="1230795"/>
                    </a:cubicBezTo>
                    <a:cubicBezTo>
                      <a:pt x="1344313" y="1238018"/>
                      <a:pt x="1343797" y="1242662"/>
                      <a:pt x="1337605" y="1249370"/>
                    </a:cubicBezTo>
                    <a:cubicBezTo>
                      <a:pt x="1293747" y="1300968"/>
                      <a:pt x="1244214" y="1345342"/>
                      <a:pt x="1189004" y="1384040"/>
                    </a:cubicBezTo>
                    <a:cubicBezTo>
                      <a:pt x="1182296" y="1388684"/>
                      <a:pt x="1177652" y="1389716"/>
                      <a:pt x="1170945" y="1383524"/>
                    </a:cubicBezTo>
                    <a:cubicBezTo>
                      <a:pt x="1153918" y="1368045"/>
                      <a:pt x="1135858" y="1353597"/>
                      <a:pt x="1118831" y="1337602"/>
                    </a:cubicBezTo>
                    <a:cubicBezTo>
                      <a:pt x="1104384" y="1324187"/>
                      <a:pt x="1096644" y="1306128"/>
                      <a:pt x="1086840" y="1289616"/>
                    </a:cubicBezTo>
                    <a:cubicBezTo>
                      <a:pt x="1080133" y="1278265"/>
                      <a:pt x="1074973" y="1277749"/>
                      <a:pt x="1064137" y="1284456"/>
                    </a:cubicBezTo>
                    <a:cubicBezTo>
                      <a:pt x="1044530" y="1296324"/>
                      <a:pt x="1023375" y="1306643"/>
                      <a:pt x="1002220" y="1316447"/>
                    </a:cubicBezTo>
                    <a:cubicBezTo>
                      <a:pt x="993449" y="1320575"/>
                      <a:pt x="991385" y="1324703"/>
                      <a:pt x="996028" y="1332958"/>
                    </a:cubicBezTo>
                    <a:cubicBezTo>
                      <a:pt x="1015120" y="1368561"/>
                      <a:pt x="1021827" y="1407259"/>
                      <a:pt x="1022859" y="1446989"/>
                    </a:cubicBezTo>
                    <a:cubicBezTo>
                      <a:pt x="1022859" y="1451117"/>
                      <a:pt x="1023891" y="1455245"/>
                      <a:pt x="1024407" y="1459889"/>
                    </a:cubicBezTo>
                    <a:cubicBezTo>
                      <a:pt x="1025439" y="1466596"/>
                      <a:pt x="1022859" y="1470724"/>
                      <a:pt x="1015636" y="1473304"/>
                    </a:cubicBezTo>
                    <a:cubicBezTo>
                      <a:pt x="970745" y="1493943"/>
                      <a:pt x="870646" y="1516130"/>
                      <a:pt x="817500" y="1518710"/>
                    </a:cubicBezTo>
                    <a:close/>
                    <a:moveTo>
                      <a:pt x="758163" y="1148238"/>
                    </a:moveTo>
                    <a:cubicBezTo>
                      <a:pt x="974357" y="1144627"/>
                      <a:pt x="1145146" y="976418"/>
                      <a:pt x="1145146" y="758675"/>
                    </a:cubicBezTo>
                    <a:cubicBezTo>
                      <a:pt x="1145146" y="542481"/>
                      <a:pt x="974357" y="371176"/>
                      <a:pt x="757131" y="371176"/>
                    </a:cubicBezTo>
                    <a:cubicBezTo>
                      <a:pt x="539904" y="371176"/>
                      <a:pt x="368600" y="542481"/>
                      <a:pt x="368600" y="759707"/>
                    </a:cubicBezTo>
                    <a:cubicBezTo>
                      <a:pt x="369116" y="977966"/>
                      <a:pt x="541452" y="1145659"/>
                      <a:pt x="758163" y="114823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="" xmlns:a16="http://schemas.microsoft.com/office/drawing/2014/main" id="{3C9083CC-CC13-4BCC-8521-7079F8EBE42B}"/>
                </a:ext>
              </a:extLst>
            </p:cNvPr>
            <p:cNvGrpSpPr/>
            <p:nvPr/>
          </p:nvGrpSpPr>
          <p:grpSpPr>
            <a:xfrm>
              <a:off x="6486650" y="2648852"/>
              <a:ext cx="2745260" cy="2471860"/>
              <a:chOff x="6486650" y="2648852"/>
              <a:chExt cx="2745260" cy="2471860"/>
            </a:xfrm>
            <a:grpFill/>
          </p:grpSpPr>
          <p:sp>
            <p:nvSpPr>
              <p:cNvPr id="26" name="Freeform: Shape 25">
                <a:extLst>
                  <a:ext uri="{FF2B5EF4-FFF2-40B4-BE49-F238E27FC236}">
                    <a16:creationId xmlns="" xmlns:a16="http://schemas.microsoft.com/office/drawing/2014/main" id="{7CC45CD8-C56F-467E-BEF3-DF307BE9C4B4}"/>
                  </a:ext>
                </a:extLst>
              </p:cNvPr>
              <p:cNvSpPr/>
              <p:nvPr/>
            </p:nvSpPr>
            <p:spPr>
              <a:xfrm>
                <a:off x="6486650" y="3806165"/>
                <a:ext cx="1318090" cy="1314547"/>
              </a:xfrm>
              <a:custGeom>
                <a:avLst/>
                <a:gdLst>
                  <a:gd name="connsiteX0" fmla="*/ 0 w 1919435"/>
                  <a:gd name="connsiteY0" fmla="*/ 987194 h 1914275"/>
                  <a:gd name="connsiteX1" fmla="*/ 37667 w 1919435"/>
                  <a:gd name="connsiteY1" fmla="*/ 959846 h 1914275"/>
                  <a:gd name="connsiteX2" fmla="*/ 169757 w 1919435"/>
                  <a:gd name="connsiteY2" fmla="*/ 922696 h 1914275"/>
                  <a:gd name="connsiteX3" fmla="*/ 215163 w 1919435"/>
                  <a:gd name="connsiteY3" fmla="*/ 872130 h 1914275"/>
                  <a:gd name="connsiteX4" fmla="*/ 217743 w 1919435"/>
                  <a:gd name="connsiteY4" fmla="*/ 850459 h 1914275"/>
                  <a:gd name="connsiteX5" fmla="*/ 189364 w 1919435"/>
                  <a:gd name="connsiteY5" fmla="*/ 797830 h 1914275"/>
                  <a:gd name="connsiteX6" fmla="*/ 69657 w 1919435"/>
                  <a:gd name="connsiteY6" fmla="*/ 727657 h 1914275"/>
                  <a:gd name="connsiteX7" fmla="*/ 43858 w 1919435"/>
                  <a:gd name="connsiteY7" fmla="*/ 664708 h 1914275"/>
                  <a:gd name="connsiteX8" fmla="*/ 46438 w 1919435"/>
                  <a:gd name="connsiteY8" fmla="*/ 655936 h 1914275"/>
                  <a:gd name="connsiteX9" fmla="*/ 114547 w 1919435"/>
                  <a:gd name="connsiteY9" fmla="*/ 608982 h 1914275"/>
                  <a:gd name="connsiteX10" fmla="*/ 241478 w 1919435"/>
                  <a:gd name="connsiteY10" fmla="*/ 623429 h 1914275"/>
                  <a:gd name="connsiteX11" fmla="*/ 306491 w 1919435"/>
                  <a:gd name="connsiteY11" fmla="*/ 593503 h 1914275"/>
                  <a:gd name="connsiteX12" fmla="*/ 301331 w 1919435"/>
                  <a:gd name="connsiteY12" fmla="*/ 505271 h 1914275"/>
                  <a:gd name="connsiteX13" fmla="*/ 222386 w 1919435"/>
                  <a:gd name="connsiteY13" fmla="*/ 400527 h 1914275"/>
                  <a:gd name="connsiteX14" fmla="*/ 222386 w 1919435"/>
                  <a:gd name="connsiteY14" fmla="*/ 342222 h 1914275"/>
                  <a:gd name="connsiteX15" fmla="*/ 248185 w 1919435"/>
                  <a:gd name="connsiteY15" fmla="*/ 313327 h 1914275"/>
                  <a:gd name="connsiteX16" fmla="*/ 303395 w 1919435"/>
                  <a:gd name="connsiteY16" fmla="*/ 307135 h 1914275"/>
                  <a:gd name="connsiteX17" fmla="*/ 420522 w 1919435"/>
                  <a:gd name="connsiteY17" fmla="*/ 373180 h 1914275"/>
                  <a:gd name="connsiteX18" fmla="*/ 525265 w 1919435"/>
                  <a:gd name="connsiteY18" fmla="*/ 343770 h 1914275"/>
                  <a:gd name="connsiteX19" fmla="*/ 527845 w 1919435"/>
                  <a:gd name="connsiteY19" fmla="*/ 298364 h 1914275"/>
                  <a:gd name="connsiteX20" fmla="*/ 493791 w 1919435"/>
                  <a:gd name="connsiteY20" fmla="*/ 166789 h 1914275"/>
                  <a:gd name="connsiteX21" fmla="*/ 518557 w 1919435"/>
                  <a:gd name="connsiteY21" fmla="*/ 105904 h 1914275"/>
                  <a:gd name="connsiteX22" fmla="*/ 537649 w 1919435"/>
                  <a:gd name="connsiteY22" fmla="*/ 95585 h 1914275"/>
                  <a:gd name="connsiteX23" fmla="*/ 608853 w 1919435"/>
                  <a:gd name="connsiteY23" fmla="*/ 113128 h 1914275"/>
                  <a:gd name="connsiteX24" fmla="*/ 690894 w 1919435"/>
                  <a:gd name="connsiteY24" fmla="*/ 217355 h 1914275"/>
                  <a:gd name="connsiteX25" fmla="*/ 802861 w 1919435"/>
                  <a:gd name="connsiteY25" fmla="*/ 216839 h 1914275"/>
                  <a:gd name="connsiteX26" fmla="*/ 816277 w 1919435"/>
                  <a:gd name="connsiteY26" fmla="*/ 169369 h 1914275"/>
                  <a:gd name="connsiteX27" fmla="*/ 832788 w 1919435"/>
                  <a:gd name="connsiteY27" fmla="*/ 48631 h 1914275"/>
                  <a:gd name="connsiteX28" fmla="*/ 877677 w 1919435"/>
                  <a:gd name="connsiteY28" fmla="*/ 2193 h 1914275"/>
                  <a:gd name="connsiteX29" fmla="*/ 917924 w 1919435"/>
                  <a:gd name="connsiteY29" fmla="*/ 645 h 1914275"/>
                  <a:gd name="connsiteX30" fmla="*/ 956106 w 1919435"/>
                  <a:gd name="connsiteY30" fmla="*/ 31603 h 1914275"/>
                  <a:gd name="connsiteX31" fmla="*/ 993772 w 1919435"/>
                  <a:gd name="connsiteY31" fmla="*/ 163693 h 1914275"/>
                  <a:gd name="connsiteX32" fmla="*/ 1089745 w 1919435"/>
                  <a:gd name="connsiteY32" fmla="*/ 217871 h 1914275"/>
                  <a:gd name="connsiteX33" fmla="*/ 1120703 w 1919435"/>
                  <a:gd name="connsiteY33" fmla="*/ 191040 h 1914275"/>
                  <a:gd name="connsiteX34" fmla="*/ 1192940 w 1919435"/>
                  <a:gd name="connsiteY34" fmla="*/ 68754 h 1914275"/>
                  <a:gd name="connsiteX35" fmla="*/ 1251245 w 1919435"/>
                  <a:gd name="connsiteY35" fmla="*/ 44503 h 1914275"/>
                  <a:gd name="connsiteX36" fmla="*/ 1309035 w 1919435"/>
                  <a:gd name="connsiteY36" fmla="*/ 137895 h 1914275"/>
                  <a:gd name="connsiteX37" fmla="*/ 1294587 w 1919435"/>
                  <a:gd name="connsiteY37" fmla="*/ 255538 h 1914275"/>
                  <a:gd name="connsiteX38" fmla="*/ 1294587 w 1919435"/>
                  <a:gd name="connsiteY38" fmla="*/ 267921 h 1914275"/>
                  <a:gd name="connsiteX39" fmla="*/ 1399331 w 1919435"/>
                  <a:gd name="connsiteY39" fmla="*/ 314359 h 1914275"/>
                  <a:gd name="connsiteX40" fmla="*/ 1514394 w 1919435"/>
                  <a:gd name="connsiteY40" fmla="*/ 228191 h 1914275"/>
                  <a:gd name="connsiteX41" fmla="*/ 1584050 w 1919435"/>
                  <a:gd name="connsiteY41" fmla="*/ 229223 h 1914275"/>
                  <a:gd name="connsiteX42" fmla="*/ 1594886 w 1919435"/>
                  <a:gd name="connsiteY42" fmla="*/ 238510 h 1914275"/>
                  <a:gd name="connsiteX43" fmla="*/ 1606754 w 1919435"/>
                  <a:gd name="connsiteY43" fmla="*/ 317971 h 1914275"/>
                  <a:gd name="connsiteX44" fmla="*/ 1543288 w 1919435"/>
                  <a:gd name="connsiteY44" fmla="*/ 430970 h 1914275"/>
                  <a:gd name="connsiteX45" fmla="*/ 1552060 w 1919435"/>
                  <a:gd name="connsiteY45" fmla="*/ 504239 h 1914275"/>
                  <a:gd name="connsiteX46" fmla="*/ 1619137 w 1919435"/>
                  <a:gd name="connsiteY46" fmla="*/ 531069 h 1914275"/>
                  <a:gd name="connsiteX47" fmla="*/ 1754839 w 1919435"/>
                  <a:gd name="connsiteY47" fmla="*/ 495467 h 1914275"/>
                  <a:gd name="connsiteX48" fmla="*/ 1812629 w 1919435"/>
                  <a:gd name="connsiteY48" fmla="*/ 517654 h 1914275"/>
                  <a:gd name="connsiteX49" fmla="*/ 1830172 w 1919435"/>
                  <a:gd name="connsiteY49" fmla="*/ 552225 h 1914275"/>
                  <a:gd name="connsiteX50" fmla="*/ 1815724 w 1919435"/>
                  <a:gd name="connsiteY50" fmla="*/ 603306 h 1914275"/>
                  <a:gd name="connsiteX51" fmla="*/ 1699630 w 1919435"/>
                  <a:gd name="connsiteY51" fmla="*/ 695666 h 1914275"/>
                  <a:gd name="connsiteX52" fmla="*/ 1678990 w 1919435"/>
                  <a:gd name="connsiteY52" fmla="*/ 751908 h 1914275"/>
                  <a:gd name="connsiteX53" fmla="*/ 1685182 w 1919435"/>
                  <a:gd name="connsiteY53" fmla="*/ 774611 h 1914275"/>
                  <a:gd name="connsiteX54" fmla="*/ 1732652 w 1919435"/>
                  <a:gd name="connsiteY54" fmla="*/ 815373 h 1914275"/>
                  <a:gd name="connsiteX55" fmla="*/ 1872998 w 1919435"/>
                  <a:gd name="connsiteY55" fmla="*/ 834464 h 1914275"/>
                  <a:gd name="connsiteX56" fmla="*/ 1918404 w 1919435"/>
                  <a:gd name="connsiteY56" fmla="*/ 879354 h 1914275"/>
                  <a:gd name="connsiteX57" fmla="*/ 1919952 w 1919435"/>
                  <a:gd name="connsiteY57" fmla="*/ 919600 h 1914275"/>
                  <a:gd name="connsiteX58" fmla="*/ 1886930 w 1919435"/>
                  <a:gd name="connsiteY58" fmla="*/ 958299 h 1914275"/>
                  <a:gd name="connsiteX59" fmla="*/ 1754839 w 1919435"/>
                  <a:gd name="connsiteY59" fmla="*/ 995965 h 1914275"/>
                  <a:gd name="connsiteX60" fmla="*/ 1701178 w 1919435"/>
                  <a:gd name="connsiteY60" fmla="*/ 1085229 h 1914275"/>
                  <a:gd name="connsiteX61" fmla="*/ 1728524 w 1919435"/>
                  <a:gd name="connsiteY61" fmla="*/ 1121348 h 1914275"/>
                  <a:gd name="connsiteX62" fmla="*/ 1849779 w 1919435"/>
                  <a:gd name="connsiteY62" fmla="*/ 1192552 h 1914275"/>
                  <a:gd name="connsiteX63" fmla="*/ 1876094 w 1919435"/>
                  <a:gd name="connsiteY63" fmla="*/ 1253954 h 1914275"/>
                  <a:gd name="connsiteX64" fmla="*/ 1875062 w 1919435"/>
                  <a:gd name="connsiteY64" fmla="*/ 1260145 h 1914275"/>
                  <a:gd name="connsiteX65" fmla="*/ 1802309 w 1919435"/>
                  <a:gd name="connsiteY65" fmla="*/ 1312259 h 1914275"/>
                  <a:gd name="connsiteX66" fmla="*/ 1675379 w 1919435"/>
                  <a:gd name="connsiteY66" fmla="*/ 1296264 h 1914275"/>
                  <a:gd name="connsiteX67" fmla="*/ 1611398 w 1919435"/>
                  <a:gd name="connsiteY67" fmla="*/ 1329286 h 1914275"/>
                  <a:gd name="connsiteX68" fmla="*/ 1610365 w 1919435"/>
                  <a:gd name="connsiteY68" fmla="*/ 1405651 h 1914275"/>
                  <a:gd name="connsiteX69" fmla="*/ 1692406 w 1919435"/>
                  <a:gd name="connsiteY69" fmla="*/ 1514006 h 1914275"/>
                  <a:gd name="connsiteX70" fmla="*/ 1692406 w 1919435"/>
                  <a:gd name="connsiteY70" fmla="*/ 1584695 h 1914275"/>
                  <a:gd name="connsiteX71" fmla="*/ 1689310 w 1919435"/>
                  <a:gd name="connsiteY71" fmla="*/ 1588307 h 1914275"/>
                  <a:gd name="connsiteX72" fmla="*/ 1600562 w 1919435"/>
                  <a:gd name="connsiteY72" fmla="*/ 1605850 h 1914275"/>
                  <a:gd name="connsiteX73" fmla="*/ 1490659 w 1919435"/>
                  <a:gd name="connsiteY73" fmla="*/ 1543933 h 1914275"/>
                  <a:gd name="connsiteX74" fmla="*/ 1415326 w 1919435"/>
                  <a:gd name="connsiteY74" fmla="*/ 1554769 h 1914275"/>
                  <a:gd name="connsiteX75" fmla="*/ 1391075 w 1919435"/>
                  <a:gd name="connsiteY75" fmla="*/ 1622877 h 1914275"/>
                  <a:gd name="connsiteX76" fmla="*/ 1426677 w 1919435"/>
                  <a:gd name="connsiteY76" fmla="*/ 1760128 h 1914275"/>
                  <a:gd name="connsiteX77" fmla="*/ 1406554 w 1919435"/>
                  <a:gd name="connsiteY77" fmla="*/ 1811725 h 1914275"/>
                  <a:gd name="connsiteX78" fmla="*/ 1370436 w 1919435"/>
                  <a:gd name="connsiteY78" fmla="*/ 1830300 h 1914275"/>
                  <a:gd name="connsiteX79" fmla="*/ 1316258 w 1919435"/>
                  <a:gd name="connsiteY79" fmla="*/ 1815337 h 1914275"/>
                  <a:gd name="connsiteX80" fmla="*/ 1231122 w 1919435"/>
                  <a:gd name="connsiteY80" fmla="*/ 1707498 h 1914275"/>
                  <a:gd name="connsiteX81" fmla="*/ 1121219 w 1919435"/>
                  <a:gd name="connsiteY81" fmla="*/ 1698210 h 1914275"/>
                  <a:gd name="connsiteX82" fmla="*/ 1106771 w 1919435"/>
                  <a:gd name="connsiteY82" fmla="*/ 1727105 h 1914275"/>
                  <a:gd name="connsiteX83" fmla="*/ 1087165 w 1919435"/>
                  <a:gd name="connsiteY83" fmla="*/ 1868999 h 1914275"/>
                  <a:gd name="connsiteX84" fmla="*/ 1050014 w 1919435"/>
                  <a:gd name="connsiteY84" fmla="*/ 1919049 h 1914275"/>
                  <a:gd name="connsiteX85" fmla="*/ 987581 w 1919435"/>
                  <a:gd name="connsiteY85" fmla="*/ 1919049 h 1914275"/>
                  <a:gd name="connsiteX86" fmla="*/ 960234 w 1919435"/>
                  <a:gd name="connsiteY86" fmla="*/ 1880866 h 1914275"/>
                  <a:gd name="connsiteX87" fmla="*/ 921535 w 1919435"/>
                  <a:gd name="connsiteY87" fmla="*/ 1744132 h 1914275"/>
                  <a:gd name="connsiteX88" fmla="*/ 875614 w 1919435"/>
                  <a:gd name="connsiteY88" fmla="*/ 1703886 h 1914275"/>
                  <a:gd name="connsiteX89" fmla="*/ 847751 w 1919435"/>
                  <a:gd name="connsiteY89" fmla="*/ 1700790 h 1914275"/>
                  <a:gd name="connsiteX90" fmla="*/ 800281 w 1919435"/>
                  <a:gd name="connsiteY90" fmla="*/ 1727105 h 1914275"/>
                  <a:gd name="connsiteX91" fmla="*/ 788414 w 1919435"/>
                  <a:gd name="connsiteY91" fmla="*/ 1747228 h 1914275"/>
                  <a:gd name="connsiteX92" fmla="*/ 723401 w 1919435"/>
                  <a:gd name="connsiteY92" fmla="*/ 1857131 h 1914275"/>
                  <a:gd name="connsiteX93" fmla="*/ 674383 w 1919435"/>
                  <a:gd name="connsiteY93" fmla="*/ 1877254 h 1914275"/>
                  <a:gd name="connsiteX94" fmla="*/ 634652 w 1919435"/>
                  <a:gd name="connsiteY94" fmla="*/ 1863839 h 1914275"/>
                  <a:gd name="connsiteX95" fmla="*/ 607822 w 1919435"/>
                  <a:gd name="connsiteY95" fmla="*/ 1813789 h 1914275"/>
                  <a:gd name="connsiteX96" fmla="*/ 624848 w 1919435"/>
                  <a:gd name="connsiteY96" fmla="*/ 1672927 h 1914275"/>
                  <a:gd name="connsiteX97" fmla="*/ 586150 w 1919435"/>
                  <a:gd name="connsiteY97" fmla="*/ 1607398 h 1914275"/>
                  <a:gd name="connsiteX98" fmla="*/ 514430 w 1919435"/>
                  <a:gd name="connsiteY98" fmla="*/ 1611010 h 1914275"/>
                  <a:gd name="connsiteX99" fmla="*/ 413814 w 1919435"/>
                  <a:gd name="connsiteY99" fmla="*/ 1687375 h 1914275"/>
                  <a:gd name="connsiteX100" fmla="*/ 324550 w 1919435"/>
                  <a:gd name="connsiteY100" fmla="*/ 1682215 h 1914275"/>
                  <a:gd name="connsiteX101" fmla="*/ 316810 w 1919435"/>
                  <a:gd name="connsiteY101" fmla="*/ 1674475 h 1914275"/>
                  <a:gd name="connsiteX102" fmla="*/ 309071 w 1919435"/>
                  <a:gd name="connsiteY102" fmla="*/ 1612558 h 1914275"/>
                  <a:gd name="connsiteX103" fmla="*/ 376148 w 1919435"/>
                  <a:gd name="connsiteY103" fmla="*/ 1492851 h 1914275"/>
                  <a:gd name="connsiteX104" fmla="*/ 387499 w 1919435"/>
                  <a:gd name="connsiteY104" fmla="*/ 1456217 h 1914275"/>
                  <a:gd name="connsiteX105" fmla="*/ 297203 w 1919435"/>
                  <a:gd name="connsiteY105" fmla="*/ 1391720 h 1914275"/>
                  <a:gd name="connsiteX106" fmla="*/ 158405 w 1919435"/>
                  <a:gd name="connsiteY106" fmla="*/ 1427838 h 1914275"/>
                  <a:gd name="connsiteX107" fmla="*/ 114031 w 1919435"/>
                  <a:gd name="connsiteY107" fmla="*/ 1412875 h 1914275"/>
                  <a:gd name="connsiteX108" fmla="*/ 91844 w 1919435"/>
                  <a:gd name="connsiteY108" fmla="*/ 1373660 h 1914275"/>
                  <a:gd name="connsiteX109" fmla="*/ 106808 w 1919435"/>
                  <a:gd name="connsiteY109" fmla="*/ 1315871 h 1914275"/>
                  <a:gd name="connsiteX110" fmla="*/ 209487 w 1919435"/>
                  <a:gd name="connsiteY110" fmla="*/ 1234347 h 1914275"/>
                  <a:gd name="connsiteX111" fmla="*/ 236834 w 1919435"/>
                  <a:gd name="connsiteY111" fmla="*/ 1151274 h 1914275"/>
                  <a:gd name="connsiteX112" fmla="*/ 181624 w 1919435"/>
                  <a:gd name="connsiteY112" fmla="*/ 1104836 h 1914275"/>
                  <a:gd name="connsiteX113" fmla="*/ 52114 w 1919435"/>
                  <a:gd name="connsiteY113" fmla="*/ 1087293 h 1914275"/>
                  <a:gd name="connsiteX114" fmla="*/ 1032 w 1919435"/>
                  <a:gd name="connsiteY114" fmla="*/ 1051175 h 1914275"/>
                  <a:gd name="connsiteX115" fmla="*/ 0 w 1919435"/>
                  <a:gd name="connsiteY115" fmla="*/ 987194 h 1914275"/>
                  <a:gd name="connsiteX116" fmla="*/ 1198616 w 1919435"/>
                  <a:gd name="connsiteY116" fmla="*/ 960879 h 1914275"/>
                  <a:gd name="connsiteX117" fmla="*/ 958686 w 1919435"/>
                  <a:gd name="connsiteY117" fmla="*/ 720949 h 1914275"/>
                  <a:gd name="connsiteX118" fmla="*/ 720304 w 1919435"/>
                  <a:gd name="connsiteY118" fmla="*/ 959331 h 1914275"/>
                  <a:gd name="connsiteX119" fmla="*/ 957654 w 1919435"/>
                  <a:gd name="connsiteY119" fmla="*/ 1198744 h 1914275"/>
                  <a:gd name="connsiteX120" fmla="*/ 1198616 w 1919435"/>
                  <a:gd name="connsiteY120" fmla="*/ 960879 h 1914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1919435" h="1914275">
                    <a:moveTo>
                      <a:pt x="0" y="987194"/>
                    </a:moveTo>
                    <a:cubicBezTo>
                      <a:pt x="8256" y="971714"/>
                      <a:pt x="21155" y="963975"/>
                      <a:pt x="37667" y="959846"/>
                    </a:cubicBezTo>
                    <a:cubicBezTo>
                      <a:pt x="82041" y="947979"/>
                      <a:pt x="125383" y="934564"/>
                      <a:pt x="169757" y="922696"/>
                    </a:cubicBezTo>
                    <a:cubicBezTo>
                      <a:pt x="196587" y="915473"/>
                      <a:pt x="212583" y="900509"/>
                      <a:pt x="215163" y="872130"/>
                    </a:cubicBezTo>
                    <a:cubicBezTo>
                      <a:pt x="215679" y="864907"/>
                      <a:pt x="216710" y="857683"/>
                      <a:pt x="217743" y="850459"/>
                    </a:cubicBezTo>
                    <a:cubicBezTo>
                      <a:pt x="220323" y="826209"/>
                      <a:pt x="209487" y="809697"/>
                      <a:pt x="189364" y="797830"/>
                    </a:cubicBezTo>
                    <a:cubicBezTo>
                      <a:pt x="149118" y="774611"/>
                      <a:pt x="109388" y="750876"/>
                      <a:pt x="69657" y="727657"/>
                    </a:cubicBezTo>
                    <a:cubicBezTo>
                      <a:pt x="40246" y="710629"/>
                      <a:pt x="35087" y="697730"/>
                      <a:pt x="43858" y="664708"/>
                    </a:cubicBezTo>
                    <a:cubicBezTo>
                      <a:pt x="44890" y="661612"/>
                      <a:pt x="45406" y="658516"/>
                      <a:pt x="46438" y="655936"/>
                    </a:cubicBezTo>
                    <a:cubicBezTo>
                      <a:pt x="59337" y="613110"/>
                      <a:pt x="70689" y="604854"/>
                      <a:pt x="114547" y="608982"/>
                    </a:cubicBezTo>
                    <a:cubicBezTo>
                      <a:pt x="156857" y="613110"/>
                      <a:pt x="199167" y="617754"/>
                      <a:pt x="241478" y="623429"/>
                    </a:cubicBezTo>
                    <a:cubicBezTo>
                      <a:pt x="275016" y="627557"/>
                      <a:pt x="289463" y="621881"/>
                      <a:pt x="306491" y="593503"/>
                    </a:cubicBezTo>
                    <a:cubicBezTo>
                      <a:pt x="330741" y="554288"/>
                      <a:pt x="329710" y="541905"/>
                      <a:pt x="301331" y="505271"/>
                    </a:cubicBezTo>
                    <a:cubicBezTo>
                      <a:pt x="274500" y="470700"/>
                      <a:pt x="248185" y="435614"/>
                      <a:pt x="222386" y="400527"/>
                    </a:cubicBezTo>
                    <a:cubicBezTo>
                      <a:pt x="206907" y="379888"/>
                      <a:pt x="206907" y="362861"/>
                      <a:pt x="222386" y="342222"/>
                    </a:cubicBezTo>
                    <a:cubicBezTo>
                      <a:pt x="230126" y="331902"/>
                      <a:pt x="238382" y="321583"/>
                      <a:pt x="248185" y="313327"/>
                    </a:cubicBezTo>
                    <a:cubicBezTo>
                      <a:pt x="267792" y="296816"/>
                      <a:pt x="281208" y="294752"/>
                      <a:pt x="303395" y="307135"/>
                    </a:cubicBezTo>
                    <a:cubicBezTo>
                      <a:pt x="342609" y="328806"/>
                      <a:pt x="382856" y="348929"/>
                      <a:pt x="420522" y="373180"/>
                    </a:cubicBezTo>
                    <a:cubicBezTo>
                      <a:pt x="463864" y="401043"/>
                      <a:pt x="493791" y="382468"/>
                      <a:pt x="525265" y="343770"/>
                    </a:cubicBezTo>
                    <a:cubicBezTo>
                      <a:pt x="535585" y="330870"/>
                      <a:pt x="531973" y="313843"/>
                      <a:pt x="527845" y="298364"/>
                    </a:cubicBezTo>
                    <a:cubicBezTo>
                      <a:pt x="516493" y="254506"/>
                      <a:pt x="505142" y="210647"/>
                      <a:pt x="493791" y="166789"/>
                    </a:cubicBezTo>
                    <a:cubicBezTo>
                      <a:pt x="485535" y="135315"/>
                      <a:pt x="490694" y="122415"/>
                      <a:pt x="518557" y="105904"/>
                    </a:cubicBezTo>
                    <a:cubicBezTo>
                      <a:pt x="524749" y="102292"/>
                      <a:pt x="530941" y="98680"/>
                      <a:pt x="537649" y="95585"/>
                    </a:cubicBezTo>
                    <a:cubicBezTo>
                      <a:pt x="571187" y="80105"/>
                      <a:pt x="586150" y="83717"/>
                      <a:pt x="608853" y="113128"/>
                    </a:cubicBezTo>
                    <a:cubicBezTo>
                      <a:pt x="636200" y="147698"/>
                      <a:pt x="663547" y="182785"/>
                      <a:pt x="690894" y="217355"/>
                    </a:cubicBezTo>
                    <a:cubicBezTo>
                      <a:pt x="716693" y="249346"/>
                      <a:pt x="777062" y="249346"/>
                      <a:pt x="802861" y="216839"/>
                    </a:cubicBezTo>
                    <a:cubicBezTo>
                      <a:pt x="813697" y="202908"/>
                      <a:pt x="813697" y="185365"/>
                      <a:pt x="816277" y="169369"/>
                    </a:cubicBezTo>
                    <a:cubicBezTo>
                      <a:pt x="822468" y="129123"/>
                      <a:pt x="827628" y="88877"/>
                      <a:pt x="832788" y="48631"/>
                    </a:cubicBezTo>
                    <a:cubicBezTo>
                      <a:pt x="836916" y="16640"/>
                      <a:pt x="845687" y="7868"/>
                      <a:pt x="877677" y="2193"/>
                    </a:cubicBezTo>
                    <a:cubicBezTo>
                      <a:pt x="891093" y="-387"/>
                      <a:pt x="904509" y="-387"/>
                      <a:pt x="917924" y="645"/>
                    </a:cubicBezTo>
                    <a:cubicBezTo>
                      <a:pt x="937531" y="1677"/>
                      <a:pt x="950947" y="11996"/>
                      <a:pt x="956106" y="31603"/>
                    </a:cubicBezTo>
                    <a:cubicBezTo>
                      <a:pt x="968490" y="75461"/>
                      <a:pt x="981389" y="119835"/>
                      <a:pt x="993772" y="163693"/>
                    </a:cubicBezTo>
                    <a:cubicBezTo>
                      <a:pt x="1006672" y="208584"/>
                      <a:pt x="1043822" y="229739"/>
                      <a:pt x="1089745" y="217871"/>
                    </a:cubicBezTo>
                    <a:cubicBezTo>
                      <a:pt x="1104707" y="214259"/>
                      <a:pt x="1113479" y="203424"/>
                      <a:pt x="1120703" y="191040"/>
                    </a:cubicBezTo>
                    <a:cubicBezTo>
                      <a:pt x="1144438" y="150278"/>
                      <a:pt x="1168689" y="109516"/>
                      <a:pt x="1192940" y="68754"/>
                    </a:cubicBezTo>
                    <a:cubicBezTo>
                      <a:pt x="1208419" y="42439"/>
                      <a:pt x="1221835" y="36763"/>
                      <a:pt x="1251245" y="44503"/>
                    </a:cubicBezTo>
                    <a:cubicBezTo>
                      <a:pt x="1310067" y="59466"/>
                      <a:pt x="1317806" y="72366"/>
                      <a:pt x="1309035" y="137895"/>
                    </a:cubicBezTo>
                    <a:cubicBezTo>
                      <a:pt x="1303875" y="177109"/>
                      <a:pt x="1299231" y="216323"/>
                      <a:pt x="1294587" y="255538"/>
                    </a:cubicBezTo>
                    <a:cubicBezTo>
                      <a:pt x="1294071" y="259665"/>
                      <a:pt x="1294071" y="263793"/>
                      <a:pt x="1294587" y="267921"/>
                    </a:cubicBezTo>
                    <a:cubicBezTo>
                      <a:pt x="1301295" y="309715"/>
                      <a:pt x="1364760" y="338610"/>
                      <a:pt x="1399331" y="314359"/>
                    </a:cubicBezTo>
                    <a:cubicBezTo>
                      <a:pt x="1438545" y="286496"/>
                      <a:pt x="1476211" y="257085"/>
                      <a:pt x="1514394" y="228191"/>
                    </a:cubicBezTo>
                    <a:cubicBezTo>
                      <a:pt x="1542256" y="207036"/>
                      <a:pt x="1556188" y="207552"/>
                      <a:pt x="1584050" y="229223"/>
                    </a:cubicBezTo>
                    <a:cubicBezTo>
                      <a:pt x="1587663" y="232319"/>
                      <a:pt x="1591274" y="234898"/>
                      <a:pt x="1594886" y="238510"/>
                    </a:cubicBezTo>
                    <a:cubicBezTo>
                      <a:pt x="1627393" y="269469"/>
                      <a:pt x="1628941" y="278757"/>
                      <a:pt x="1606754" y="317971"/>
                    </a:cubicBezTo>
                    <a:cubicBezTo>
                      <a:pt x="1585599" y="355637"/>
                      <a:pt x="1565475" y="393819"/>
                      <a:pt x="1543288" y="430970"/>
                    </a:cubicBezTo>
                    <a:cubicBezTo>
                      <a:pt x="1527293" y="458317"/>
                      <a:pt x="1534517" y="481020"/>
                      <a:pt x="1552060" y="504239"/>
                    </a:cubicBezTo>
                    <a:cubicBezTo>
                      <a:pt x="1569604" y="527458"/>
                      <a:pt x="1589726" y="538809"/>
                      <a:pt x="1619137" y="531069"/>
                    </a:cubicBezTo>
                    <a:cubicBezTo>
                      <a:pt x="1664543" y="519202"/>
                      <a:pt x="1709949" y="507850"/>
                      <a:pt x="1754839" y="495467"/>
                    </a:cubicBezTo>
                    <a:cubicBezTo>
                      <a:pt x="1783734" y="487727"/>
                      <a:pt x="1796634" y="492371"/>
                      <a:pt x="1812629" y="517654"/>
                    </a:cubicBezTo>
                    <a:cubicBezTo>
                      <a:pt x="1819853" y="528490"/>
                      <a:pt x="1826044" y="539841"/>
                      <a:pt x="1830172" y="552225"/>
                    </a:cubicBezTo>
                    <a:cubicBezTo>
                      <a:pt x="1837912" y="574412"/>
                      <a:pt x="1834299" y="588343"/>
                      <a:pt x="1815724" y="603306"/>
                    </a:cubicBezTo>
                    <a:cubicBezTo>
                      <a:pt x="1777026" y="634265"/>
                      <a:pt x="1738844" y="665224"/>
                      <a:pt x="1699630" y="695666"/>
                    </a:cubicBezTo>
                    <a:cubicBezTo>
                      <a:pt x="1680022" y="710629"/>
                      <a:pt x="1674862" y="729205"/>
                      <a:pt x="1678990" y="751908"/>
                    </a:cubicBezTo>
                    <a:cubicBezTo>
                      <a:pt x="1680539" y="759647"/>
                      <a:pt x="1683119" y="766871"/>
                      <a:pt x="1685182" y="774611"/>
                    </a:cubicBezTo>
                    <a:cubicBezTo>
                      <a:pt x="1691890" y="798862"/>
                      <a:pt x="1707885" y="812277"/>
                      <a:pt x="1732652" y="815373"/>
                    </a:cubicBezTo>
                    <a:cubicBezTo>
                      <a:pt x="1779606" y="821565"/>
                      <a:pt x="1826560" y="828272"/>
                      <a:pt x="1872998" y="834464"/>
                    </a:cubicBezTo>
                    <a:cubicBezTo>
                      <a:pt x="1900861" y="838076"/>
                      <a:pt x="1915308" y="851491"/>
                      <a:pt x="1918404" y="879354"/>
                    </a:cubicBezTo>
                    <a:cubicBezTo>
                      <a:pt x="1919952" y="892770"/>
                      <a:pt x="1921500" y="906185"/>
                      <a:pt x="1919952" y="919600"/>
                    </a:cubicBezTo>
                    <a:cubicBezTo>
                      <a:pt x="1917372" y="940755"/>
                      <a:pt x="1906536" y="952623"/>
                      <a:pt x="1886930" y="958299"/>
                    </a:cubicBezTo>
                    <a:cubicBezTo>
                      <a:pt x="1843071" y="970682"/>
                      <a:pt x="1798697" y="983065"/>
                      <a:pt x="1754839" y="995965"/>
                    </a:cubicBezTo>
                    <a:cubicBezTo>
                      <a:pt x="1712013" y="1008348"/>
                      <a:pt x="1692406" y="1040855"/>
                      <a:pt x="1701178" y="1085229"/>
                    </a:cubicBezTo>
                    <a:cubicBezTo>
                      <a:pt x="1704273" y="1102256"/>
                      <a:pt x="1714077" y="1113092"/>
                      <a:pt x="1728524" y="1121348"/>
                    </a:cubicBezTo>
                    <a:cubicBezTo>
                      <a:pt x="1768771" y="1145083"/>
                      <a:pt x="1809016" y="1168817"/>
                      <a:pt x="1849779" y="1192552"/>
                    </a:cubicBezTo>
                    <a:cubicBezTo>
                      <a:pt x="1879706" y="1210096"/>
                      <a:pt x="1884350" y="1220415"/>
                      <a:pt x="1876094" y="1253954"/>
                    </a:cubicBezTo>
                    <a:cubicBezTo>
                      <a:pt x="1875578" y="1256018"/>
                      <a:pt x="1875578" y="1258082"/>
                      <a:pt x="1875062" y="1260145"/>
                    </a:cubicBezTo>
                    <a:cubicBezTo>
                      <a:pt x="1862678" y="1300908"/>
                      <a:pt x="1848747" y="1321031"/>
                      <a:pt x="1802309" y="1312259"/>
                    </a:cubicBezTo>
                    <a:cubicBezTo>
                      <a:pt x="1760515" y="1304003"/>
                      <a:pt x="1717689" y="1302456"/>
                      <a:pt x="1675379" y="1296264"/>
                    </a:cubicBezTo>
                    <a:cubicBezTo>
                      <a:pt x="1645452" y="1292136"/>
                      <a:pt x="1625845" y="1304003"/>
                      <a:pt x="1611398" y="1329286"/>
                    </a:cubicBezTo>
                    <a:cubicBezTo>
                      <a:pt x="1596434" y="1355085"/>
                      <a:pt x="1589726" y="1379336"/>
                      <a:pt x="1610365" y="1405651"/>
                    </a:cubicBezTo>
                    <a:cubicBezTo>
                      <a:pt x="1638228" y="1441254"/>
                      <a:pt x="1665059" y="1477888"/>
                      <a:pt x="1692406" y="1514006"/>
                    </a:cubicBezTo>
                    <a:cubicBezTo>
                      <a:pt x="1715109" y="1543417"/>
                      <a:pt x="1715109" y="1555285"/>
                      <a:pt x="1692406" y="1584695"/>
                    </a:cubicBezTo>
                    <a:cubicBezTo>
                      <a:pt x="1691374" y="1585727"/>
                      <a:pt x="1690342" y="1587275"/>
                      <a:pt x="1689310" y="1588307"/>
                    </a:cubicBezTo>
                    <a:cubicBezTo>
                      <a:pt x="1659383" y="1620298"/>
                      <a:pt x="1647516" y="1634229"/>
                      <a:pt x="1600562" y="1605850"/>
                    </a:cubicBezTo>
                    <a:cubicBezTo>
                      <a:pt x="1564444" y="1584179"/>
                      <a:pt x="1526261" y="1565604"/>
                      <a:pt x="1490659" y="1543933"/>
                    </a:cubicBezTo>
                    <a:cubicBezTo>
                      <a:pt x="1461248" y="1526390"/>
                      <a:pt x="1438545" y="1536709"/>
                      <a:pt x="1415326" y="1554769"/>
                    </a:cubicBezTo>
                    <a:cubicBezTo>
                      <a:pt x="1392107" y="1572312"/>
                      <a:pt x="1382819" y="1593467"/>
                      <a:pt x="1391075" y="1622877"/>
                    </a:cubicBezTo>
                    <a:cubicBezTo>
                      <a:pt x="1403974" y="1668284"/>
                      <a:pt x="1415326" y="1714205"/>
                      <a:pt x="1426677" y="1760128"/>
                    </a:cubicBezTo>
                    <a:cubicBezTo>
                      <a:pt x="1432870" y="1784894"/>
                      <a:pt x="1427710" y="1798310"/>
                      <a:pt x="1406554" y="1811725"/>
                    </a:cubicBezTo>
                    <a:cubicBezTo>
                      <a:pt x="1395203" y="1818949"/>
                      <a:pt x="1383335" y="1825657"/>
                      <a:pt x="1370436" y="1830300"/>
                    </a:cubicBezTo>
                    <a:cubicBezTo>
                      <a:pt x="1347733" y="1838556"/>
                      <a:pt x="1331222" y="1834428"/>
                      <a:pt x="1316258" y="1815337"/>
                    </a:cubicBezTo>
                    <a:cubicBezTo>
                      <a:pt x="1287879" y="1779735"/>
                      <a:pt x="1259501" y="1743616"/>
                      <a:pt x="1231122" y="1707498"/>
                    </a:cubicBezTo>
                    <a:cubicBezTo>
                      <a:pt x="1203775" y="1673443"/>
                      <a:pt x="1154242" y="1668800"/>
                      <a:pt x="1121219" y="1698210"/>
                    </a:cubicBezTo>
                    <a:cubicBezTo>
                      <a:pt x="1112447" y="1705950"/>
                      <a:pt x="1108320" y="1715753"/>
                      <a:pt x="1106771" y="1727105"/>
                    </a:cubicBezTo>
                    <a:cubicBezTo>
                      <a:pt x="1100064" y="1774575"/>
                      <a:pt x="1092324" y="1821529"/>
                      <a:pt x="1087165" y="1868999"/>
                    </a:cubicBezTo>
                    <a:cubicBezTo>
                      <a:pt x="1084068" y="1893766"/>
                      <a:pt x="1074265" y="1911309"/>
                      <a:pt x="1050014" y="1919049"/>
                    </a:cubicBezTo>
                    <a:cubicBezTo>
                      <a:pt x="1029375" y="1919049"/>
                      <a:pt x="1008220" y="1919049"/>
                      <a:pt x="987581" y="1919049"/>
                    </a:cubicBezTo>
                    <a:cubicBezTo>
                      <a:pt x="973133" y="1910277"/>
                      <a:pt x="964878" y="1897377"/>
                      <a:pt x="960234" y="1880866"/>
                    </a:cubicBezTo>
                    <a:cubicBezTo>
                      <a:pt x="947851" y="1835460"/>
                      <a:pt x="933919" y="1790054"/>
                      <a:pt x="921535" y="1744132"/>
                    </a:cubicBezTo>
                    <a:cubicBezTo>
                      <a:pt x="914828" y="1719881"/>
                      <a:pt x="899865" y="1706982"/>
                      <a:pt x="875614" y="1703886"/>
                    </a:cubicBezTo>
                    <a:cubicBezTo>
                      <a:pt x="866326" y="1702854"/>
                      <a:pt x="857038" y="1701306"/>
                      <a:pt x="847751" y="1700790"/>
                    </a:cubicBezTo>
                    <a:cubicBezTo>
                      <a:pt x="826080" y="1699242"/>
                      <a:pt x="811117" y="1709046"/>
                      <a:pt x="800281" y="1727105"/>
                    </a:cubicBezTo>
                    <a:cubicBezTo>
                      <a:pt x="796153" y="1733813"/>
                      <a:pt x="792541" y="1740520"/>
                      <a:pt x="788414" y="1747228"/>
                    </a:cubicBezTo>
                    <a:cubicBezTo>
                      <a:pt x="766742" y="1783862"/>
                      <a:pt x="745587" y="1821013"/>
                      <a:pt x="723401" y="1857131"/>
                    </a:cubicBezTo>
                    <a:cubicBezTo>
                      <a:pt x="711533" y="1877254"/>
                      <a:pt x="697085" y="1882414"/>
                      <a:pt x="674383" y="1877254"/>
                    </a:cubicBezTo>
                    <a:cubicBezTo>
                      <a:pt x="660451" y="1874158"/>
                      <a:pt x="647552" y="1869515"/>
                      <a:pt x="634652" y="1863839"/>
                    </a:cubicBezTo>
                    <a:cubicBezTo>
                      <a:pt x="611949" y="1853003"/>
                      <a:pt x="604726" y="1839072"/>
                      <a:pt x="607822" y="1813789"/>
                    </a:cubicBezTo>
                    <a:cubicBezTo>
                      <a:pt x="613497" y="1766835"/>
                      <a:pt x="618141" y="1719881"/>
                      <a:pt x="624848" y="1672927"/>
                    </a:cubicBezTo>
                    <a:cubicBezTo>
                      <a:pt x="629492" y="1639905"/>
                      <a:pt x="611949" y="1621846"/>
                      <a:pt x="586150" y="1607398"/>
                    </a:cubicBezTo>
                    <a:cubicBezTo>
                      <a:pt x="560868" y="1593467"/>
                      <a:pt x="538165" y="1591403"/>
                      <a:pt x="514430" y="1611010"/>
                    </a:cubicBezTo>
                    <a:cubicBezTo>
                      <a:pt x="481407" y="1637325"/>
                      <a:pt x="446836" y="1661576"/>
                      <a:pt x="413814" y="1687375"/>
                    </a:cubicBezTo>
                    <a:cubicBezTo>
                      <a:pt x="380276" y="1713690"/>
                      <a:pt x="365828" y="1719365"/>
                      <a:pt x="324550" y="1682215"/>
                    </a:cubicBezTo>
                    <a:cubicBezTo>
                      <a:pt x="321970" y="1679635"/>
                      <a:pt x="319390" y="1677055"/>
                      <a:pt x="316810" y="1674475"/>
                    </a:cubicBezTo>
                    <a:cubicBezTo>
                      <a:pt x="296687" y="1653836"/>
                      <a:pt x="294623" y="1637841"/>
                      <a:pt x="309071" y="1612558"/>
                    </a:cubicBezTo>
                    <a:cubicBezTo>
                      <a:pt x="331258" y="1572828"/>
                      <a:pt x="353960" y="1532581"/>
                      <a:pt x="376148" y="1492851"/>
                    </a:cubicBezTo>
                    <a:cubicBezTo>
                      <a:pt x="382339" y="1481500"/>
                      <a:pt x="389047" y="1470148"/>
                      <a:pt x="387499" y="1456217"/>
                    </a:cubicBezTo>
                    <a:cubicBezTo>
                      <a:pt x="383887" y="1414423"/>
                      <a:pt x="337449" y="1381400"/>
                      <a:pt x="297203" y="1391720"/>
                    </a:cubicBezTo>
                    <a:cubicBezTo>
                      <a:pt x="250765" y="1403587"/>
                      <a:pt x="204327" y="1415455"/>
                      <a:pt x="158405" y="1427838"/>
                    </a:cubicBezTo>
                    <a:cubicBezTo>
                      <a:pt x="139830" y="1432998"/>
                      <a:pt x="125899" y="1427322"/>
                      <a:pt x="114031" y="1412875"/>
                    </a:cubicBezTo>
                    <a:cubicBezTo>
                      <a:pt x="104228" y="1401007"/>
                      <a:pt x="98036" y="1387592"/>
                      <a:pt x="91844" y="1373660"/>
                    </a:cubicBezTo>
                    <a:cubicBezTo>
                      <a:pt x="81525" y="1349409"/>
                      <a:pt x="86169" y="1331866"/>
                      <a:pt x="106808" y="1315871"/>
                    </a:cubicBezTo>
                    <a:cubicBezTo>
                      <a:pt x="140862" y="1288524"/>
                      <a:pt x="175432" y="1261693"/>
                      <a:pt x="209487" y="1234347"/>
                    </a:cubicBezTo>
                    <a:cubicBezTo>
                      <a:pt x="245605" y="1206484"/>
                      <a:pt x="248701" y="1194616"/>
                      <a:pt x="236834" y="1151274"/>
                    </a:cubicBezTo>
                    <a:cubicBezTo>
                      <a:pt x="228578" y="1122896"/>
                      <a:pt x="211551" y="1107932"/>
                      <a:pt x="181624" y="1104836"/>
                    </a:cubicBezTo>
                    <a:cubicBezTo>
                      <a:pt x="138282" y="1100192"/>
                      <a:pt x="95456" y="1091937"/>
                      <a:pt x="52114" y="1087293"/>
                    </a:cubicBezTo>
                    <a:cubicBezTo>
                      <a:pt x="27347" y="1084713"/>
                      <a:pt x="9804" y="1074910"/>
                      <a:pt x="1032" y="1051175"/>
                    </a:cubicBezTo>
                    <a:cubicBezTo>
                      <a:pt x="0" y="1028988"/>
                      <a:pt x="0" y="1008348"/>
                      <a:pt x="0" y="987194"/>
                    </a:cubicBezTo>
                    <a:close/>
                    <a:moveTo>
                      <a:pt x="1198616" y="960879"/>
                    </a:moveTo>
                    <a:cubicBezTo>
                      <a:pt x="1200163" y="838592"/>
                      <a:pt x="1104192" y="720433"/>
                      <a:pt x="958686" y="720949"/>
                    </a:cubicBezTo>
                    <a:cubicBezTo>
                      <a:pt x="824016" y="721465"/>
                      <a:pt x="720821" y="824145"/>
                      <a:pt x="720304" y="959331"/>
                    </a:cubicBezTo>
                    <a:cubicBezTo>
                      <a:pt x="719788" y="1096581"/>
                      <a:pt x="827628" y="1197712"/>
                      <a:pt x="957654" y="1198744"/>
                    </a:cubicBezTo>
                    <a:cubicBezTo>
                      <a:pt x="1090776" y="1199776"/>
                      <a:pt x="1198100" y="1092969"/>
                      <a:pt x="1198616" y="960879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="" xmlns:a16="http://schemas.microsoft.com/office/drawing/2014/main" id="{A74DC46F-EE01-49F6-894A-71B37D0AC15C}"/>
                  </a:ext>
                </a:extLst>
              </p:cNvPr>
              <p:cNvGrpSpPr/>
              <p:nvPr/>
            </p:nvGrpSpPr>
            <p:grpSpPr>
              <a:xfrm>
                <a:off x="7392963" y="2648852"/>
                <a:ext cx="1838947" cy="1835405"/>
                <a:chOff x="7167947" y="1624190"/>
                <a:chExt cx="2677922" cy="2672763"/>
              </a:xfrm>
              <a:grpFill/>
            </p:grpSpPr>
            <p:sp>
              <p:nvSpPr>
                <p:cNvPr id="28" name="Freeform: Shape 27">
                  <a:extLst>
                    <a:ext uri="{FF2B5EF4-FFF2-40B4-BE49-F238E27FC236}">
                      <a16:creationId xmlns="" xmlns:a16="http://schemas.microsoft.com/office/drawing/2014/main" id="{1AB69D80-C161-41AB-A5DD-3B118793A012}"/>
                    </a:ext>
                  </a:extLst>
                </p:cNvPr>
                <p:cNvSpPr/>
                <p:nvPr/>
              </p:nvSpPr>
              <p:spPr>
                <a:xfrm>
                  <a:off x="7167947" y="1624190"/>
                  <a:ext cx="2677922" cy="2672763"/>
                </a:xfrm>
                <a:custGeom>
                  <a:avLst/>
                  <a:gdLst>
                    <a:gd name="connsiteX0" fmla="*/ 2538684 w 2677922"/>
                    <a:gd name="connsiteY0" fmla="*/ 1897505 h 2672762"/>
                    <a:gd name="connsiteX1" fmla="*/ 2456643 w 2677922"/>
                    <a:gd name="connsiteY1" fmla="*/ 1879446 h 2672762"/>
                    <a:gd name="connsiteX2" fmla="*/ 2389566 w 2677922"/>
                    <a:gd name="connsiteY2" fmla="*/ 1863966 h 2672762"/>
                    <a:gd name="connsiteX3" fmla="*/ 2354479 w 2677922"/>
                    <a:gd name="connsiteY3" fmla="*/ 1874802 h 2672762"/>
                    <a:gd name="connsiteX4" fmla="*/ 2312170 w 2677922"/>
                    <a:gd name="connsiteY4" fmla="*/ 1950651 h 2672762"/>
                    <a:gd name="connsiteX5" fmla="*/ 2322489 w 2677922"/>
                    <a:gd name="connsiteY5" fmla="*/ 1983157 h 2672762"/>
                    <a:gd name="connsiteX6" fmla="*/ 2412785 w 2677922"/>
                    <a:gd name="connsiteY6" fmla="*/ 2080161 h 2672762"/>
                    <a:gd name="connsiteX7" fmla="*/ 2418461 w 2677922"/>
                    <a:gd name="connsiteY7" fmla="*/ 2146722 h 2672762"/>
                    <a:gd name="connsiteX8" fmla="*/ 2414849 w 2677922"/>
                    <a:gd name="connsiteY8" fmla="*/ 2151882 h 2672762"/>
                    <a:gd name="connsiteX9" fmla="*/ 2324037 w 2677922"/>
                    <a:gd name="connsiteY9" fmla="*/ 2174585 h 2672762"/>
                    <a:gd name="connsiteX10" fmla="*/ 2219294 w 2677922"/>
                    <a:gd name="connsiteY10" fmla="*/ 2118859 h 2672762"/>
                    <a:gd name="connsiteX11" fmla="*/ 2178531 w 2677922"/>
                    <a:gd name="connsiteY11" fmla="*/ 2120407 h 2672762"/>
                    <a:gd name="connsiteX12" fmla="*/ 2125386 w 2677922"/>
                    <a:gd name="connsiteY12" fmla="*/ 2172521 h 2672762"/>
                    <a:gd name="connsiteX13" fmla="*/ 2122806 w 2677922"/>
                    <a:gd name="connsiteY13" fmla="*/ 2217411 h 2672762"/>
                    <a:gd name="connsiteX14" fmla="*/ 2184723 w 2677922"/>
                    <a:gd name="connsiteY14" fmla="*/ 2334538 h 2672762"/>
                    <a:gd name="connsiteX15" fmla="*/ 2174404 w 2677922"/>
                    <a:gd name="connsiteY15" fmla="*/ 2395423 h 2672762"/>
                    <a:gd name="connsiteX16" fmla="*/ 2164084 w 2677922"/>
                    <a:gd name="connsiteY16" fmla="*/ 2404711 h 2672762"/>
                    <a:gd name="connsiteX17" fmla="*/ 2075336 w 2677922"/>
                    <a:gd name="connsiteY17" fmla="*/ 2401615 h 2672762"/>
                    <a:gd name="connsiteX18" fmla="*/ 1988652 w 2677922"/>
                    <a:gd name="connsiteY18" fmla="*/ 2320606 h 2672762"/>
                    <a:gd name="connsiteX19" fmla="*/ 1944277 w 2677922"/>
                    <a:gd name="connsiteY19" fmla="*/ 2311835 h 2672762"/>
                    <a:gd name="connsiteX20" fmla="*/ 1883392 w 2677922"/>
                    <a:gd name="connsiteY20" fmla="*/ 2346405 h 2672762"/>
                    <a:gd name="connsiteX21" fmla="*/ 1868429 w 2677922"/>
                    <a:gd name="connsiteY21" fmla="*/ 2391811 h 2672762"/>
                    <a:gd name="connsiteX22" fmla="*/ 1899388 w 2677922"/>
                    <a:gd name="connsiteY22" fmla="*/ 2526997 h 2672762"/>
                    <a:gd name="connsiteX23" fmla="*/ 1879264 w 2677922"/>
                    <a:gd name="connsiteY23" fmla="*/ 2571887 h 2672762"/>
                    <a:gd name="connsiteX24" fmla="*/ 1841082 w 2677922"/>
                    <a:gd name="connsiteY24" fmla="*/ 2588915 h 2672762"/>
                    <a:gd name="connsiteX25" fmla="*/ 1782777 w 2677922"/>
                    <a:gd name="connsiteY25" fmla="*/ 2568276 h 2672762"/>
                    <a:gd name="connsiteX26" fmla="*/ 1715184 w 2677922"/>
                    <a:gd name="connsiteY26" fmla="*/ 2459404 h 2672762"/>
                    <a:gd name="connsiteX27" fmla="*/ 1664618 w 2677922"/>
                    <a:gd name="connsiteY27" fmla="*/ 2435669 h 2672762"/>
                    <a:gd name="connsiteX28" fmla="*/ 1610440 w 2677922"/>
                    <a:gd name="connsiteY28" fmla="*/ 2450117 h 2672762"/>
                    <a:gd name="connsiteX29" fmla="*/ 1577418 w 2677922"/>
                    <a:gd name="connsiteY29" fmla="*/ 2495007 h 2672762"/>
                    <a:gd name="connsiteX30" fmla="*/ 1573806 w 2677922"/>
                    <a:gd name="connsiteY30" fmla="*/ 2616777 h 2672762"/>
                    <a:gd name="connsiteX31" fmla="*/ 1526852 w 2677922"/>
                    <a:gd name="connsiteY31" fmla="*/ 2672503 h 2672762"/>
                    <a:gd name="connsiteX32" fmla="*/ 1497441 w 2677922"/>
                    <a:gd name="connsiteY32" fmla="*/ 2676115 h 2672762"/>
                    <a:gd name="connsiteX33" fmla="*/ 1449972 w 2677922"/>
                    <a:gd name="connsiteY33" fmla="*/ 2644124 h 2672762"/>
                    <a:gd name="connsiteX34" fmla="*/ 1410241 w 2677922"/>
                    <a:gd name="connsiteY34" fmla="*/ 2514614 h 2672762"/>
                    <a:gd name="connsiteX35" fmla="*/ 1373091 w 2677922"/>
                    <a:gd name="connsiteY35" fmla="*/ 2482623 h 2672762"/>
                    <a:gd name="connsiteX36" fmla="*/ 1304982 w 2677922"/>
                    <a:gd name="connsiteY36" fmla="*/ 2483139 h 2672762"/>
                    <a:gd name="connsiteX37" fmla="*/ 1271959 w 2677922"/>
                    <a:gd name="connsiteY37" fmla="*/ 2511518 h 2672762"/>
                    <a:gd name="connsiteX38" fmla="*/ 1234293 w 2677922"/>
                    <a:gd name="connsiteY38" fmla="*/ 2633805 h 2672762"/>
                    <a:gd name="connsiteX39" fmla="*/ 1170828 w 2677922"/>
                    <a:gd name="connsiteY39" fmla="*/ 2674567 h 2672762"/>
                    <a:gd name="connsiteX40" fmla="*/ 1106847 w 2677922"/>
                    <a:gd name="connsiteY40" fmla="*/ 2602330 h 2672762"/>
                    <a:gd name="connsiteX41" fmla="*/ 1103751 w 2677922"/>
                    <a:gd name="connsiteY41" fmla="*/ 2491395 h 2672762"/>
                    <a:gd name="connsiteX42" fmla="*/ 1080532 w 2677922"/>
                    <a:gd name="connsiteY42" fmla="*/ 2454244 h 2672762"/>
                    <a:gd name="connsiteX43" fmla="*/ 1005199 w 2677922"/>
                    <a:gd name="connsiteY43" fmla="*/ 2435153 h 2672762"/>
                    <a:gd name="connsiteX44" fmla="*/ 969080 w 2677922"/>
                    <a:gd name="connsiteY44" fmla="*/ 2454244 h 2672762"/>
                    <a:gd name="connsiteX45" fmla="*/ 900456 w 2677922"/>
                    <a:gd name="connsiteY45" fmla="*/ 2564148 h 2672762"/>
                    <a:gd name="connsiteX46" fmla="*/ 836474 w 2677922"/>
                    <a:gd name="connsiteY46" fmla="*/ 2587367 h 2672762"/>
                    <a:gd name="connsiteX47" fmla="*/ 831830 w 2677922"/>
                    <a:gd name="connsiteY47" fmla="*/ 2585819 h 2672762"/>
                    <a:gd name="connsiteX48" fmla="*/ 785392 w 2677922"/>
                    <a:gd name="connsiteY48" fmla="*/ 2504810 h 2672762"/>
                    <a:gd name="connsiteX49" fmla="*/ 811707 w 2677922"/>
                    <a:gd name="connsiteY49" fmla="*/ 2390779 h 2672762"/>
                    <a:gd name="connsiteX50" fmla="*/ 794680 w 2677922"/>
                    <a:gd name="connsiteY50" fmla="*/ 2344341 h 2672762"/>
                    <a:gd name="connsiteX51" fmla="*/ 739470 w 2677922"/>
                    <a:gd name="connsiteY51" fmla="*/ 2312351 h 2672762"/>
                    <a:gd name="connsiteX52" fmla="*/ 689421 w 2677922"/>
                    <a:gd name="connsiteY52" fmla="*/ 2321638 h 2672762"/>
                    <a:gd name="connsiteX53" fmla="*/ 596029 w 2677922"/>
                    <a:gd name="connsiteY53" fmla="*/ 2408838 h 2672762"/>
                    <a:gd name="connsiteX54" fmla="*/ 530500 w 2677922"/>
                    <a:gd name="connsiteY54" fmla="*/ 2415030 h 2672762"/>
                    <a:gd name="connsiteX55" fmla="*/ 521212 w 2677922"/>
                    <a:gd name="connsiteY55" fmla="*/ 2408838 h 2672762"/>
                    <a:gd name="connsiteX56" fmla="*/ 500573 w 2677922"/>
                    <a:gd name="connsiteY56" fmla="*/ 2322670 h 2672762"/>
                    <a:gd name="connsiteX57" fmla="*/ 556298 w 2677922"/>
                    <a:gd name="connsiteY57" fmla="*/ 2217927 h 2672762"/>
                    <a:gd name="connsiteX58" fmla="*/ 552171 w 2677922"/>
                    <a:gd name="connsiteY58" fmla="*/ 2168909 h 2672762"/>
                    <a:gd name="connsiteX59" fmla="*/ 505733 w 2677922"/>
                    <a:gd name="connsiteY59" fmla="*/ 2122987 h 2672762"/>
                    <a:gd name="connsiteX60" fmla="*/ 457747 w 2677922"/>
                    <a:gd name="connsiteY60" fmla="*/ 2119375 h 2672762"/>
                    <a:gd name="connsiteX61" fmla="*/ 341652 w 2677922"/>
                    <a:gd name="connsiteY61" fmla="*/ 2180777 h 2672762"/>
                    <a:gd name="connsiteX62" fmla="*/ 278187 w 2677922"/>
                    <a:gd name="connsiteY62" fmla="*/ 2168909 h 2672762"/>
                    <a:gd name="connsiteX63" fmla="*/ 274059 w 2677922"/>
                    <a:gd name="connsiteY63" fmla="*/ 2164265 h 2672762"/>
                    <a:gd name="connsiteX64" fmla="*/ 276639 w 2677922"/>
                    <a:gd name="connsiteY64" fmla="*/ 2069325 h 2672762"/>
                    <a:gd name="connsiteX65" fmla="*/ 354551 w 2677922"/>
                    <a:gd name="connsiteY65" fmla="*/ 1986253 h 2672762"/>
                    <a:gd name="connsiteX66" fmla="*/ 363839 w 2677922"/>
                    <a:gd name="connsiteY66" fmla="*/ 1940847 h 2672762"/>
                    <a:gd name="connsiteX67" fmla="*/ 328237 w 2677922"/>
                    <a:gd name="connsiteY67" fmla="*/ 1878930 h 2672762"/>
                    <a:gd name="connsiteX68" fmla="*/ 283347 w 2677922"/>
                    <a:gd name="connsiteY68" fmla="*/ 1866030 h 2672762"/>
                    <a:gd name="connsiteX69" fmla="*/ 170864 w 2677922"/>
                    <a:gd name="connsiteY69" fmla="*/ 1891829 h 2672762"/>
                    <a:gd name="connsiteX70" fmla="*/ 155900 w 2677922"/>
                    <a:gd name="connsiteY70" fmla="*/ 1895441 h 2672762"/>
                    <a:gd name="connsiteX71" fmla="*/ 100175 w 2677922"/>
                    <a:gd name="connsiteY71" fmla="*/ 1868094 h 2672762"/>
                    <a:gd name="connsiteX72" fmla="*/ 87275 w 2677922"/>
                    <a:gd name="connsiteY72" fmla="*/ 1838168 h 2672762"/>
                    <a:gd name="connsiteX73" fmla="*/ 107915 w 2677922"/>
                    <a:gd name="connsiteY73" fmla="*/ 1779862 h 2672762"/>
                    <a:gd name="connsiteX74" fmla="*/ 213690 w 2677922"/>
                    <a:gd name="connsiteY74" fmla="*/ 1713817 h 2672762"/>
                    <a:gd name="connsiteX75" fmla="*/ 238972 w 2677922"/>
                    <a:gd name="connsiteY75" fmla="*/ 1654480 h 2672762"/>
                    <a:gd name="connsiteX76" fmla="*/ 222977 w 2677922"/>
                    <a:gd name="connsiteY76" fmla="*/ 1600818 h 2672762"/>
                    <a:gd name="connsiteX77" fmla="*/ 184279 w 2677922"/>
                    <a:gd name="connsiteY77" fmla="*/ 1575019 h 2672762"/>
                    <a:gd name="connsiteX78" fmla="*/ 59413 w 2677922"/>
                    <a:gd name="connsiteY78" fmla="*/ 1571407 h 2672762"/>
                    <a:gd name="connsiteX79" fmla="*/ 3687 w 2677922"/>
                    <a:gd name="connsiteY79" fmla="*/ 1524453 h 2672762"/>
                    <a:gd name="connsiteX80" fmla="*/ 1623 w 2677922"/>
                    <a:gd name="connsiteY80" fmla="*/ 1513618 h 2672762"/>
                    <a:gd name="connsiteX81" fmla="*/ 48577 w 2677922"/>
                    <a:gd name="connsiteY81" fmla="*/ 1442413 h 2672762"/>
                    <a:gd name="connsiteX82" fmla="*/ 160544 w 2677922"/>
                    <a:gd name="connsiteY82" fmla="*/ 1408358 h 2672762"/>
                    <a:gd name="connsiteX83" fmla="*/ 194083 w 2677922"/>
                    <a:gd name="connsiteY83" fmla="*/ 1370692 h 2672762"/>
                    <a:gd name="connsiteX84" fmla="*/ 192534 w 2677922"/>
                    <a:gd name="connsiteY84" fmla="*/ 1298971 h 2672762"/>
                    <a:gd name="connsiteX85" fmla="*/ 166220 w 2677922"/>
                    <a:gd name="connsiteY85" fmla="*/ 1269560 h 2672762"/>
                    <a:gd name="connsiteX86" fmla="*/ 47029 w 2677922"/>
                    <a:gd name="connsiteY86" fmla="*/ 1232926 h 2672762"/>
                    <a:gd name="connsiteX87" fmla="*/ 1623 w 2677922"/>
                    <a:gd name="connsiteY87" fmla="*/ 1166881 h 2672762"/>
                    <a:gd name="connsiteX88" fmla="*/ 6267 w 2677922"/>
                    <a:gd name="connsiteY88" fmla="*/ 1139534 h 2672762"/>
                    <a:gd name="connsiteX89" fmla="*/ 49093 w 2677922"/>
                    <a:gd name="connsiteY89" fmla="*/ 1105480 h 2672762"/>
                    <a:gd name="connsiteX90" fmla="*/ 164672 w 2677922"/>
                    <a:gd name="connsiteY90" fmla="*/ 1101868 h 2672762"/>
                    <a:gd name="connsiteX91" fmla="*/ 181699 w 2677922"/>
                    <a:gd name="connsiteY91" fmla="*/ 1101352 h 2672762"/>
                    <a:gd name="connsiteX92" fmla="*/ 227621 w 2677922"/>
                    <a:gd name="connsiteY92" fmla="*/ 1065233 h 2672762"/>
                    <a:gd name="connsiteX93" fmla="*/ 241036 w 2677922"/>
                    <a:gd name="connsiteY93" fmla="*/ 1014152 h 2672762"/>
                    <a:gd name="connsiteX94" fmla="*/ 219366 w 2677922"/>
                    <a:gd name="connsiteY94" fmla="*/ 965650 h 2672762"/>
                    <a:gd name="connsiteX95" fmla="*/ 113590 w 2677922"/>
                    <a:gd name="connsiteY95" fmla="*/ 899605 h 2672762"/>
                    <a:gd name="connsiteX96" fmla="*/ 89855 w 2677922"/>
                    <a:gd name="connsiteY96" fmla="*/ 832012 h 2672762"/>
                    <a:gd name="connsiteX97" fmla="*/ 104818 w 2677922"/>
                    <a:gd name="connsiteY97" fmla="*/ 799505 h 2672762"/>
                    <a:gd name="connsiteX98" fmla="*/ 151256 w 2677922"/>
                    <a:gd name="connsiteY98" fmla="*/ 779898 h 2672762"/>
                    <a:gd name="connsiteX99" fmla="*/ 283347 w 2677922"/>
                    <a:gd name="connsiteY99" fmla="*/ 810341 h 2672762"/>
                    <a:gd name="connsiteX100" fmla="*/ 331332 w 2677922"/>
                    <a:gd name="connsiteY100" fmla="*/ 794345 h 2672762"/>
                    <a:gd name="connsiteX101" fmla="*/ 363839 w 2677922"/>
                    <a:gd name="connsiteY101" fmla="*/ 737588 h 2672762"/>
                    <a:gd name="connsiteX102" fmla="*/ 354551 w 2677922"/>
                    <a:gd name="connsiteY102" fmla="*/ 689086 h 2672762"/>
                    <a:gd name="connsiteX103" fmla="*/ 266835 w 2677922"/>
                    <a:gd name="connsiteY103" fmla="*/ 595694 h 2672762"/>
                    <a:gd name="connsiteX104" fmla="*/ 261675 w 2677922"/>
                    <a:gd name="connsiteY104" fmla="*/ 529133 h 2672762"/>
                    <a:gd name="connsiteX105" fmla="*/ 270447 w 2677922"/>
                    <a:gd name="connsiteY105" fmla="*/ 516233 h 2672762"/>
                    <a:gd name="connsiteX106" fmla="*/ 349907 w 2677922"/>
                    <a:gd name="connsiteY106" fmla="*/ 498690 h 2672762"/>
                    <a:gd name="connsiteX107" fmla="*/ 457231 w 2677922"/>
                    <a:gd name="connsiteY107" fmla="*/ 555964 h 2672762"/>
                    <a:gd name="connsiteX108" fmla="*/ 507797 w 2677922"/>
                    <a:gd name="connsiteY108" fmla="*/ 551320 h 2672762"/>
                    <a:gd name="connsiteX109" fmla="*/ 551139 w 2677922"/>
                    <a:gd name="connsiteY109" fmla="*/ 508494 h 2672762"/>
                    <a:gd name="connsiteX110" fmla="*/ 556815 w 2677922"/>
                    <a:gd name="connsiteY110" fmla="*/ 456896 h 2672762"/>
                    <a:gd name="connsiteX111" fmla="*/ 494381 w 2677922"/>
                    <a:gd name="connsiteY111" fmla="*/ 339769 h 2672762"/>
                    <a:gd name="connsiteX112" fmla="*/ 505217 w 2677922"/>
                    <a:gd name="connsiteY112" fmla="*/ 280432 h 2672762"/>
                    <a:gd name="connsiteX113" fmla="*/ 537723 w 2677922"/>
                    <a:gd name="connsiteY113" fmla="*/ 256181 h 2672762"/>
                    <a:gd name="connsiteX114" fmla="*/ 590353 w 2677922"/>
                    <a:gd name="connsiteY114" fmla="*/ 261857 h 2672762"/>
                    <a:gd name="connsiteX115" fmla="*/ 679617 w 2677922"/>
                    <a:gd name="connsiteY115" fmla="*/ 344929 h 2672762"/>
                    <a:gd name="connsiteX116" fmla="*/ 754950 w 2677922"/>
                    <a:gd name="connsiteY116" fmla="*/ 355765 h 2672762"/>
                    <a:gd name="connsiteX117" fmla="*/ 797260 w 2677922"/>
                    <a:gd name="connsiteY117" fmla="*/ 329450 h 2672762"/>
                    <a:gd name="connsiteX118" fmla="*/ 811707 w 2677922"/>
                    <a:gd name="connsiteY118" fmla="*/ 285076 h 2672762"/>
                    <a:gd name="connsiteX119" fmla="*/ 781781 w 2677922"/>
                    <a:gd name="connsiteY119" fmla="*/ 156081 h 2672762"/>
                    <a:gd name="connsiteX120" fmla="*/ 807064 w 2677922"/>
                    <a:gd name="connsiteY120" fmla="*/ 100872 h 2672762"/>
                    <a:gd name="connsiteX121" fmla="*/ 841634 w 2677922"/>
                    <a:gd name="connsiteY121" fmla="*/ 86424 h 2672762"/>
                    <a:gd name="connsiteX122" fmla="*/ 896328 w 2677922"/>
                    <a:gd name="connsiteY122" fmla="*/ 106031 h 2672762"/>
                    <a:gd name="connsiteX123" fmla="*/ 965469 w 2677922"/>
                    <a:gd name="connsiteY123" fmla="*/ 217483 h 2672762"/>
                    <a:gd name="connsiteX124" fmla="*/ 1013455 w 2677922"/>
                    <a:gd name="connsiteY124" fmla="*/ 240702 h 2672762"/>
                    <a:gd name="connsiteX125" fmla="*/ 1077952 w 2677922"/>
                    <a:gd name="connsiteY125" fmla="*/ 222642 h 2672762"/>
                    <a:gd name="connsiteX126" fmla="*/ 1101687 w 2677922"/>
                    <a:gd name="connsiteY126" fmla="*/ 188072 h 2672762"/>
                    <a:gd name="connsiteX127" fmla="*/ 1106847 w 2677922"/>
                    <a:gd name="connsiteY127" fmla="*/ 53918 h 2672762"/>
                    <a:gd name="connsiteX128" fmla="*/ 1145029 w 2677922"/>
                    <a:gd name="connsiteY128" fmla="*/ 4900 h 2672762"/>
                    <a:gd name="connsiteX129" fmla="*/ 1158960 w 2677922"/>
                    <a:gd name="connsiteY129" fmla="*/ 1804 h 2672762"/>
                    <a:gd name="connsiteX130" fmla="*/ 1235841 w 2677922"/>
                    <a:gd name="connsiteY130" fmla="*/ 48758 h 2672762"/>
                    <a:gd name="connsiteX131" fmla="*/ 1269895 w 2677922"/>
                    <a:gd name="connsiteY131" fmla="*/ 162273 h 2672762"/>
                    <a:gd name="connsiteX132" fmla="*/ 1303434 w 2677922"/>
                    <a:gd name="connsiteY132" fmla="*/ 192716 h 2672762"/>
                    <a:gd name="connsiteX133" fmla="*/ 1376702 w 2677922"/>
                    <a:gd name="connsiteY133" fmla="*/ 192716 h 2672762"/>
                    <a:gd name="connsiteX134" fmla="*/ 1409209 w 2677922"/>
                    <a:gd name="connsiteY134" fmla="*/ 163305 h 2672762"/>
                    <a:gd name="connsiteX135" fmla="*/ 1447392 w 2677922"/>
                    <a:gd name="connsiteY135" fmla="*/ 37922 h 2672762"/>
                    <a:gd name="connsiteX136" fmla="*/ 1499505 w 2677922"/>
                    <a:gd name="connsiteY136" fmla="*/ 256 h 2672762"/>
                    <a:gd name="connsiteX137" fmla="*/ 1513436 w 2677922"/>
                    <a:gd name="connsiteY137" fmla="*/ 772 h 2672762"/>
                    <a:gd name="connsiteX138" fmla="*/ 1573290 w 2677922"/>
                    <a:gd name="connsiteY138" fmla="*/ 65269 h 2672762"/>
                    <a:gd name="connsiteX139" fmla="*/ 1576902 w 2677922"/>
                    <a:gd name="connsiteY139" fmla="*/ 185492 h 2672762"/>
                    <a:gd name="connsiteX140" fmla="*/ 1598057 w 2677922"/>
                    <a:gd name="connsiteY140" fmla="*/ 220578 h 2672762"/>
                    <a:gd name="connsiteX141" fmla="*/ 1674422 w 2677922"/>
                    <a:gd name="connsiteY141" fmla="*/ 240702 h 2672762"/>
                    <a:gd name="connsiteX142" fmla="*/ 1710540 w 2677922"/>
                    <a:gd name="connsiteY142" fmla="*/ 221610 h 2672762"/>
                    <a:gd name="connsiteX143" fmla="*/ 1779165 w 2677922"/>
                    <a:gd name="connsiteY143" fmla="*/ 111707 h 2672762"/>
                    <a:gd name="connsiteX144" fmla="*/ 1845726 w 2677922"/>
                    <a:gd name="connsiteY144" fmla="*/ 88488 h 2672762"/>
                    <a:gd name="connsiteX145" fmla="*/ 1857594 w 2677922"/>
                    <a:gd name="connsiteY145" fmla="*/ 92616 h 2672762"/>
                    <a:gd name="connsiteX146" fmla="*/ 1895260 w 2677922"/>
                    <a:gd name="connsiteY146" fmla="*/ 166401 h 2672762"/>
                    <a:gd name="connsiteX147" fmla="*/ 1868429 w 2677922"/>
                    <a:gd name="connsiteY147" fmla="*/ 281980 h 2672762"/>
                    <a:gd name="connsiteX148" fmla="*/ 1887004 w 2677922"/>
                    <a:gd name="connsiteY148" fmla="*/ 332030 h 2672762"/>
                    <a:gd name="connsiteX149" fmla="*/ 1946857 w 2677922"/>
                    <a:gd name="connsiteY149" fmla="*/ 365052 h 2672762"/>
                    <a:gd name="connsiteX150" fmla="*/ 1986588 w 2677922"/>
                    <a:gd name="connsiteY150" fmla="*/ 355765 h 2672762"/>
                    <a:gd name="connsiteX151" fmla="*/ 2081528 w 2677922"/>
                    <a:gd name="connsiteY151" fmla="*/ 267532 h 2672762"/>
                    <a:gd name="connsiteX152" fmla="*/ 2151701 w 2677922"/>
                    <a:gd name="connsiteY152" fmla="*/ 261857 h 2672762"/>
                    <a:gd name="connsiteX153" fmla="*/ 2155312 w 2677922"/>
                    <a:gd name="connsiteY153" fmla="*/ 264437 h 2672762"/>
                    <a:gd name="connsiteX154" fmla="*/ 2177500 w 2677922"/>
                    <a:gd name="connsiteY154" fmla="*/ 353701 h 2672762"/>
                    <a:gd name="connsiteX155" fmla="*/ 2122290 w 2677922"/>
                    <a:gd name="connsiteY155" fmla="*/ 456896 h 2672762"/>
                    <a:gd name="connsiteX156" fmla="*/ 2126934 w 2677922"/>
                    <a:gd name="connsiteY156" fmla="*/ 505914 h 2672762"/>
                    <a:gd name="connsiteX157" fmla="*/ 2173372 w 2677922"/>
                    <a:gd name="connsiteY157" fmla="*/ 551836 h 2672762"/>
                    <a:gd name="connsiteX158" fmla="*/ 2219810 w 2677922"/>
                    <a:gd name="connsiteY158" fmla="*/ 555964 h 2672762"/>
                    <a:gd name="connsiteX159" fmla="*/ 2336937 w 2677922"/>
                    <a:gd name="connsiteY159" fmla="*/ 494046 h 2672762"/>
                    <a:gd name="connsiteX160" fmla="*/ 2400917 w 2677922"/>
                    <a:gd name="connsiteY160" fmla="*/ 507462 h 2672762"/>
                    <a:gd name="connsiteX161" fmla="*/ 2420525 w 2677922"/>
                    <a:gd name="connsiteY161" fmla="*/ 533777 h 2672762"/>
                    <a:gd name="connsiteX162" fmla="*/ 2415365 w 2677922"/>
                    <a:gd name="connsiteY162" fmla="*/ 591566 h 2672762"/>
                    <a:gd name="connsiteX163" fmla="*/ 2321973 w 2677922"/>
                    <a:gd name="connsiteY163" fmla="*/ 692182 h 2672762"/>
                    <a:gd name="connsiteX164" fmla="*/ 2313718 w 2677922"/>
                    <a:gd name="connsiteY164" fmla="*/ 733460 h 2672762"/>
                    <a:gd name="connsiteX165" fmla="*/ 2349320 w 2677922"/>
                    <a:gd name="connsiteY165" fmla="*/ 795377 h 2672762"/>
                    <a:gd name="connsiteX166" fmla="*/ 2394726 w 2677922"/>
                    <a:gd name="connsiteY166" fmla="*/ 810341 h 2672762"/>
                    <a:gd name="connsiteX167" fmla="*/ 2526816 w 2677922"/>
                    <a:gd name="connsiteY167" fmla="*/ 780414 h 2672762"/>
                    <a:gd name="connsiteX168" fmla="*/ 2575834 w 2677922"/>
                    <a:gd name="connsiteY168" fmla="*/ 803117 h 2672762"/>
                    <a:gd name="connsiteX169" fmla="*/ 2591313 w 2677922"/>
                    <a:gd name="connsiteY169" fmla="*/ 838719 h 2672762"/>
                    <a:gd name="connsiteX170" fmla="*/ 2570158 w 2677922"/>
                    <a:gd name="connsiteY170" fmla="*/ 896509 h 2672762"/>
                    <a:gd name="connsiteX171" fmla="*/ 2461287 w 2677922"/>
                    <a:gd name="connsiteY171" fmla="*/ 964102 h 2672762"/>
                    <a:gd name="connsiteX172" fmla="*/ 2438068 w 2677922"/>
                    <a:gd name="connsiteY172" fmla="*/ 1014668 h 2672762"/>
                    <a:gd name="connsiteX173" fmla="*/ 2454063 w 2677922"/>
                    <a:gd name="connsiteY173" fmla="*/ 1073489 h 2672762"/>
                    <a:gd name="connsiteX174" fmla="*/ 2492762 w 2677922"/>
                    <a:gd name="connsiteY174" fmla="*/ 1100836 h 2672762"/>
                    <a:gd name="connsiteX175" fmla="*/ 2628464 w 2677922"/>
                    <a:gd name="connsiteY175" fmla="*/ 1105996 h 2672762"/>
                    <a:gd name="connsiteX176" fmla="*/ 2672322 w 2677922"/>
                    <a:gd name="connsiteY176" fmla="*/ 1140566 h 2672762"/>
                    <a:gd name="connsiteX177" fmla="*/ 2677998 w 2677922"/>
                    <a:gd name="connsiteY177" fmla="*/ 1182360 h 2672762"/>
                    <a:gd name="connsiteX178" fmla="*/ 2644459 w 2677922"/>
                    <a:gd name="connsiteY178" fmla="*/ 1229830 h 2672762"/>
                    <a:gd name="connsiteX179" fmla="*/ 2522172 w 2677922"/>
                    <a:gd name="connsiteY179" fmla="*/ 1267497 h 2672762"/>
                    <a:gd name="connsiteX180" fmla="*/ 2483990 w 2677922"/>
                    <a:gd name="connsiteY180" fmla="*/ 1315998 h 2672762"/>
                    <a:gd name="connsiteX181" fmla="*/ 2486570 w 2677922"/>
                    <a:gd name="connsiteY181" fmla="*/ 1379980 h 2672762"/>
                    <a:gd name="connsiteX182" fmla="*/ 2512885 w 2677922"/>
                    <a:gd name="connsiteY182" fmla="*/ 1407842 h 2672762"/>
                    <a:gd name="connsiteX183" fmla="*/ 2641363 w 2677922"/>
                    <a:gd name="connsiteY183" fmla="*/ 1447057 h 2672762"/>
                    <a:gd name="connsiteX184" fmla="*/ 2677998 w 2677922"/>
                    <a:gd name="connsiteY184" fmla="*/ 1498138 h 2672762"/>
                    <a:gd name="connsiteX185" fmla="*/ 2677998 w 2677922"/>
                    <a:gd name="connsiteY185" fmla="*/ 1507426 h 2672762"/>
                    <a:gd name="connsiteX186" fmla="*/ 2611952 w 2677922"/>
                    <a:gd name="connsiteY186" fmla="*/ 1572955 h 2672762"/>
                    <a:gd name="connsiteX187" fmla="*/ 2490182 w 2677922"/>
                    <a:gd name="connsiteY187" fmla="*/ 1576567 h 2672762"/>
                    <a:gd name="connsiteX188" fmla="*/ 2457675 w 2677922"/>
                    <a:gd name="connsiteY188" fmla="*/ 1596690 h 2672762"/>
                    <a:gd name="connsiteX189" fmla="*/ 2437036 w 2677922"/>
                    <a:gd name="connsiteY189" fmla="*/ 1673055 h 2672762"/>
                    <a:gd name="connsiteX190" fmla="*/ 2457159 w 2677922"/>
                    <a:gd name="connsiteY190" fmla="*/ 1710205 h 2672762"/>
                    <a:gd name="connsiteX191" fmla="*/ 2564483 w 2677922"/>
                    <a:gd name="connsiteY191" fmla="*/ 1777282 h 2672762"/>
                    <a:gd name="connsiteX192" fmla="*/ 2588733 w 2677922"/>
                    <a:gd name="connsiteY192" fmla="*/ 1845907 h 2672762"/>
                    <a:gd name="connsiteX193" fmla="*/ 2571706 w 2677922"/>
                    <a:gd name="connsiteY193" fmla="*/ 1880994 h 2672762"/>
                    <a:gd name="connsiteX194" fmla="*/ 2538684 w 2677922"/>
                    <a:gd name="connsiteY194" fmla="*/ 1897505 h 2672762"/>
                    <a:gd name="connsiteX195" fmla="*/ 1338521 w 2677922"/>
                    <a:gd name="connsiteY195" fmla="*/ 2312867 h 2672762"/>
                    <a:gd name="connsiteX196" fmla="*/ 2316814 w 2677922"/>
                    <a:gd name="connsiteY196" fmla="*/ 1335605 h 2672762"/>
                    <a:gd name="connsiteX197" fmla="*/ 1340068 w 2677922"/>
                    <a:gd name="connsiteY197" fmla="*/ 359376 h 2672762"/>
                    <a:gd name="connsiteX198" fmla="*/ 361775 w 2677922"/>
                    <a:gd name="connsiteY198" fmla="*/ 1331994 h 2672762"/>
                    <a:gd name="connsiteX199" fmla="*/ 1338521 w 2677922"/>
                    <a:gd name="connsiteY199" fmla="*/ 2312867 h 2672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</a:cxnLst>
                  <a:rect l="l" t="t" r="r" b="b"/>
                  <a:pathLst>
                    <a:path w="2677922" h="2672762">
                      <a:moveTo>
                        <a:pt x="2538684" y="1897505"/>
                      </a:moveTo>
                      <a:cubicBezTo>
                        <a:pt x="2511337" y="1891313"/>
                        <a:pt x="2483990" y="1885121"/>
                        <a:pt x="2456643" y="1879446"/>
                      </a:cubicBezTo>
                      <a:cubicBezTo>
                        <a:pt x="2434456" y="1874286"/>
                        <a:pt x="2411753" y="1869642"/>
                        <a:pt x="2389566" y="1863966"/>
                      </a:cubicBezTo>
                      <a:cubicBezTo>
                        <a:pt x="2375119" y="1860354"/>
                        <a:pt x="2363767" y="1864482"/>
                        <a:pt x="2354479" y="1874802"/>
                      </a:cubicBezTo>
                      <a:cubicBezTo>
                        <a:pt x="2335389" y="1896989"/>
                        <a:pt x="2320425" y="1922272"/>
                        <a:pt x="2312170" y="1950651"/>
                      </a:cubicBezTo>
                      <a:cubicBezTo>
                        <a:pt x="2308042" y="1964066"/>
                        <a:pt x="2314234" y="1973869"/>
                        <a:pt x="2322489" y="1983157"/>
                      </a:cubicBezTo>
                      <a:cubicBezTo>
                        <a:pt x="2352416" y="2015664"/>
                        <a:pt x="2382858" y="2048170"/>
                        <a:pt x="2412785" y="2080161"/>
                      </a:cubicBezTo>
                      <a:cubicBezTo>
                        <a:pt x="2435488" y="2104412"/>
                        <a:pt x="2436520" y="2118859"/>
                        <a:pt x="2418461" y="2146722"/>
                      </a:cubicBezTo>
                      <a:cubicBezTo>
                        <a:pt x="2417429" y="2148270"/>
                        <a:pt x="2416397" y="2150334"/>
                        <a:pt x="2414849" y="2151882"/>
                      </a:cubicBezTo>
                      <a:cubicBezTo>
                        <a:pt x="2380795" y="2197804"/>
                        <a:pt x="2365831" y="2198320"/>
                        <a:pt x="2324037" y="2174585"/>
                      </a:cubicBezTo>
                      <a:cubicBezTo>
                        <a:pt x="2289982" y="2154978"/>
                        <a:pt x="2253864" y="2137434"/>
                        <a:pt x="2219294" y="2118859"/>
                      </a:cubicBezTo>
                      <a:cubicBezTo>
                        <a:pt x="2204846" y="2111120"/>
                        <a:pt x="2191431" y="2111120"/>
                        <a:pt x="2178531" y="2120407"/>
                      </a:cubicBezTo>
                      <a:cubicBezTo>
                        <a:pt x="2157892" y="2134855"/>
                        <a:pt x="2140349" y="2152398"/>
                        <a:pt x="2125386" y="2172521"/>
                      </a:cubicBezTo>
                      <a:cubicBezTo>
                        <a:pt x="2114550" y="2186968"/>
                        <a:pt x="2114034" y="2201416"/>
                        <a:pt x="2122806" y="2217411"/>
                      </a:cubicBezTo>
                      <a:cubicBezTo>
                        <a:pt x="2143961" y="2256109"/>
                        <a:pt x="2164600" y="2295323"/>
                        <a:pt x="2184723" y="2334538"/>
                      </a:cubicBezTo>
                      <a:cubicBezTo>
                        <a:pt x="2198655" y="2361885"/>
                        <a:pt x="2196591" y="2374268"/>
                        <a:pt x="2174404" y="2395423"/>
                      </a:cubicBezTo>
                      <a:cubicBezTo>
                        <a:pt x="2170792" y="2398519"/>
                        <a:pt x="2167696" y="2402131"/>
                        <a:pt x="2164084" y="2404711"/>
                      </a:cubicBezTo>
                      <a:cubicBezTo>
                        <a:pt x="2131062" y="2428962"/>
                        <a:pt x="2114034" y="2440829"/>
                        <a:pt x="2075336" y="2401615"/>
                      </a:cubicBezTo>
                      <a:cubicBezTo>
                        <a:pt x="2047473" y="2373236"/>
                        <a:pt x="2017547" y="2347953"/>
                        <a:pt x="1988652" y="2320606"/>
                      </a:cubicBezTo>
                      <a:cubicBezTo>
                        <a:pt x="1975236" y="2307707"/>
                        <a:pt x="1960789" y="2305127"/>
                        <a:pt x="1944277" y="2311835"/>
                      </a:cubicBezTo>
                      <a:cubicBezTo>
                        <a:pt x="1922607" y="2320606"/>
                        <a:pt x="1901968" y="2331958"/>
                        <a:pt x="1883392" y="2346405"/>
                      </a:cubicBezTo>
                      <a:cubicBezTo>
                        <a:pt x="1867913" y="2358273"/>
                        <a:pt x="1863785" y="2373236"/>
                        <a:pt x="1868429" y="2391811"/>
                      </a:cubicBezTo>
                      <a:cubicBezTo>
                        <a:pt x="1879264" y="2436701"/>
                        <a:pt x="1889584" y="2482107"/>
                        <a:pt x="1899388" y="2526997"/>
                      </a:cubicBezTo>
                      <a:cubicBezTo>
                        <a:pt x="1903516" y="2546604"/>
                        <a:pt x="1896808" y="2561568"/>
                        <a:pt x="1879264" y="2571887"/>
                      </a:cubicBezTo>
                      <a:cubicBezTo>
                        <a:pt x="1867397" y="2579111"/>
                        <a:pt x="1854498" y="2584787"/>
                        <a:pt x="1841082" y="2588915"/>
                      </a:cubicBezTo>
                      <a:cubicBezTo>
                        <a:pt x="1813736" y="2597686"/>
                        <a:pt x="1798256" y="2592526"/>
                        <a:pt x="1782777" y="2568276"/>
                      </a:cubicBezTo>
                      <a:cubicBezTo>
                        <a:pt x="1760074" y="2532157"/>
                        <a:pt x="1736855" y="2496555"/>
                        <a:pt x="1715184" y="2459404"/>
                      </a:cubicBezTo>
                      <a:cubicBezTo>
                        <a:pt x="1703316" y="2439281"/>
                        <a:pt x="1687837" y="2431542"/>
                        <a:pt x="1664618" y="2435669"/>
                      </a:cubicBezTo>
                      <a:cubicBezTo>
                        <a:pt x="1646043" y="2439281"/>
                        <a:pt x="1627984" y="2443925"/>
                        <a:pt x="1610440" y="2450117"/>
                      </a:cubicBezTo>
                      <a:cubicBezTo>
                        <a:pt x="1586190" y="2458888"/>
                        <a:pt x="1578450" y="2469208"/>
                        <a:pt x="1577418" y="2495007"/>
                      </a:cubicBezTo>
                      <a:cubicBezTo>
                        <a:pt x="1575870" y="2535769"/>
                        <a:pt x="1574838" y="2576015"/>
                        <a:pt x="1573806" y="2616777"/>
                      </a:cubicBezTo>
                      <a:cubicBezTo>
                        <a:pt x="1572774" y="2653928"/>
                        <a:pt x="1563487" y="2665795"/>
                        <a:pt x="1526852" y="2672503"/>
                      </a:cubicBezTo>
                      <a:cubicBezTo>
                        <a:pt x="1517049" y="2674567"/>
                        <a:pt x="1507245" y="2675599"/>
                        <a:pt x="1497441" y="2676115"/>
                      </a:cubicBezTo>
                      <a:cubicBezTo>
                        <a:pt x="1473191" y="2677663"/>
                        <a:pt x="1457711" y="2667859"/>
                        <a:pt x="1449972" y="2644124"/>
                      </a:cubicBezTo>
                      <a:cubicBezTo>
                        <a:pt x="1436040" y="2600782"/>
                        <a:pt x="1422624" y="2557956"/>
                        <a:pt x="1410241" y="2514614"/>
                      </a:cubicBezTo>
                      <a:cubicBezTo>
                        <a:pt x="1404565" y="2495007"/>
                        <a:pt x="1392698" y="2485719"/>
                        <a:pt x="1373091" y="2482623"/>
                      </a:cubicBezTo>
                      <a:cubicBezTo>
                        <a:pt x="1350388" y="2479527"/>
                        <a:pt x="1327685" y="2479527"/>
                        <a:pt x="1304982" y="2483139"/>
                      </a:cubicBezTo>
                      <a:cubicBezTo>
                        <a:pt x="1287955" y="2485719"/>
                        <a:pt x="1277119" y="2494491"/>
                        <a:pt x="1271959" y="2511518"/>
                      </a:cubicBezTo>
                      <a:cubicBezTo>
                        <a:pt x="1260092" y="2552280"/>
                        <a:pt x="1247192" y="2593042"/>
                        <a:pt x="1234293" y="2633805"/>
                      </a:cubicBezTo>
                      <a:cubicBezTo>
                        <a:pt x="1222941" y="2670439"/>
                        <a:pt x="1208494" y="2679727"/>
                        <a:pt x="1170828" y="2674567"/>
                      </a:cubicBezTo>
                      <a:cubicBezTo>
                        <a:pt x="1114070" y="2666827"/>
                        <a:pt x="1107362" y="2659087"/>
                        <a:pt x="1106847" y="2602330"/>
                      </a:cubicBezTo>
                      <a:cubicBezTo>
                        <a:pt x="1106331" y="2565180"/>
                        <a:pt x="1104783" y="2528545"/>
                        <a:pt x="1103751" y="2491395"/>
                      </a:cubicBezTo>
                      <a:cubicBezTo>
                        <a:pt x="1103234" y="2474368"/>
                        <a:pt x="1096527" y="2460952"/>
                        <a:pt x="1080532" y="2454244"/>
                      </a:cubicBezTo>
                      <a:cubicBezTo>
                        <a:pt x="1056281" y="2443925"/>
                        <a:pt x="1031514" y="2436701"/>
                        <a:pt x="1005199" y="2435153"/>
                      </a:cubicBezTo>
                      <a:cubicBezTo>
                        <a:pt x="989203" y="2434121"/>
                        <a:pt x="977852" y="2440313"/>
                        <a:pt x="969080" y="2454244"/>
                      </a:cubicBezTo>
                      <a:cubicBezTo>
                        <a:pt x="946894" y="2491395"/>
                        <a:pt x="923159" y="2527513"/>
                        <a:pt x="900456" y="2564148"/>
                      </a:cubicBezTo>
                      <a:cubicBezTo>
                        <a:pt x="882396" y="2593042"/>
                        <a:pt x="868465" y="2598202"/>
                        <a:pt x="836474" y="2587367"/>
                      </a:cubicBezTo>
                      <a:cubicBezTo>
                        <a:pt x="834926" y="2586851"/>
                        <a:pt x="833379" y="2586335"/>
                        <a:pt x="831830" y="2585819"/>
                      </a:cubicBezTo>
                      <a:cubicBezTo>
                        <a:pt x="782297" y="2565696"/>
                        <a:pt x="772493" y="2554344"/>
                        <a:pt x="785392" y="2504810"/>
                      </a:cubicBezTo>
                      <a:cubicBezTo>
                        <a:pt x="795196" y="2467144"/>
                        <a:pt x="802420" y="2428962"/>
                        <a:pt x="811707" y="2390779"/>
                      </a:cubicBezTo>
                      <a:cubicBezTo>
                        <a:pt x="816351" y="2371172"/>
                        <a:pt x="811191" y="2356209"/>
                        <a:pt x="794680" y="2344341"/>
                      </a:cubicBezTo>
                      <a:cubicBezTo>
                        <a:pt x="777137" y="2331958"/>
                        <a:pt x="759078" y="2321122"/>
                        <a:pt x="739470" y="2312351"/>
                      </a:cubicBezTo>
                      <a:cubicBezTo>
                        <a:pt x="720895" y="2304095"/>
                        <a:pt x="704900" y="2307191"/>
                        <a:pt x="689421" y="2321638"/>
                      </a:cubicBezTo>
                      <a:cubicBezTo>
                        <a:pt x="658462" y="2351049"/>
                        <a:pt x="626988" y="2379944"/>
                        <a:pt x="596029" y="2408838"/>
                      </a:cubicBezTo>
                      <a:cubicBezTo>
                        <a:pt x="572810" y="2431026"/>
                        <a:pt x="557847" y="2432057"/>
                        <a:pt x="530500" y="2415030"/>
                      </a:cubicBezTo>
                      <a:cubicBezTo>
                        <a:pt x="527404" y="2412966"/>
                        <a:pt x="524308" y="2410902"/>
                        <a:pt x="521212" y="2408838"/>
                      </a:cubicBezTo>
                      <a:cubicBezTo>
                        <a:pt x="481482" y="2380460"/>
                        <a:pt x="477870" y="2365496"/>
                        <a:pt x="500573" y="2322670"/>
                      </a:cubicBezTo>
                      <a:cubicBezTo>
                        <a:pt x="519148" y="2287584"/>
                        <a:pt x="537207" y="2252497"/>
                        <a:pt x="556298" y="2217927"/>
                      </a:cubicBezTo>
                      <a:cubicBezTo>
                        <a:pt x="566102" y="2199868"/>
                        <a:pt x="564555" y="2184388"/>
                        <a:pt x="552171" y="2168909"/>
                      </a:cubicBezTo>
                      <a:cubicBezTo>
                        <a:pt x="538756" y="2151882"/>
                        <a:pt x="523276" y="2136402"/>
                        <a:pt x="505733" y="2122987"/>
                      </a:cubicBezTo>
                      <a:cubicBezTo>
                        <a:pt x="490254" y="2111120"/>
                        <a:pt x="474774" y="2110088"/>
                        <a:pt x="457747" y="2119375"/>
                      </a:cubicBezTo>
                      <a:cubicBezTo>
                        <a:pt x="419564" y="2140014"/>
                        <a:pt x="380866" y="2160653"/>
                        <a:pt x="341652" y="2180777"/>
                      </a:cubicBezTo>
                      <a:cubicBezTo>
                        <a:pt x="314305" y="2195224"/>
                        <a:pt x="298310" y="2191612"/>
                        <a:pt x="278187" y="2168909"/>
                      </a:cubicBezTo>
                      <a:cubicBezTo>
                        <a:pt x="276639" y="2167361"/>
                        <a:pt x="275607" y="2165813"/>
                        <a:pt x="274059" y="2164265"/>
                      </a:cubicBezTo>
                      <a:cubicBezTo>
                        <a:pt x="238456" y="2122987"/>
                        <a:pt x="238972" y="2108540"/>
                        <a:pt x="276639" y="2069325"/>
                      </a:cubicBezTo>
                      <a:cubicBezTo>
                        <a:pt x="302954" y="2041463"/>
                        <a:pt x="327721" y="2013084"/>
                        <a:pt x="354551" y="1986253"/>
                      </a:cubicBezTo>
                      <a:cubicBezTo>
                        <a:pt x="367967" y="1972322"/>
                        <a:pt x="370547" y="1957874"/>
                        <a:pt x="363839" y="1940847"/>
                      </a:cubicBezTo>
                      <a:cubicBezTo>
                        <a:pt x="355067" y="1918660"/>
                        <a:pt x="342684" y="1898021"/>
                        <a:pt x="328237" y="1878930"/>
                      </a:cubicBezTo>
                      <a:cubicBezTo>
                        <a:pt x="316369" y="1863450"/>
                        <a:pt x="300374" y="1861902"/>
                        <a:pt x="283347" y="1866030"/>
                      </a:cubicBezTo>
                      <a:cubicBezTo>
                        <a:pt x="245680" y="1874802"/>
                        <a:pt x="208530" y="1883573"/>
                        <a:pt x="170864" y="1891829"/>
                      </a:cubicBezTo>
                      <a:cubicBezTo>
                        <a:pt x="165704" y="1892861"/>
                        <a:pt x="160544" y="1894409"/>
                        <a:pt x="155900" y="1895441"/>
                      </a:cubicBezTo>
                      <a:cubicBezTo>
                        <a:pt x="127521" y="1900601"/>
                        <a:pt x="113074" y="1893893"/>
                        <a:pt x="100175" y="1868094"/>
                      </a:cubicBezTo>
                      <a:cubicBezTo>
                        <a:pt x="95531" y="1858291"/>
                        <a:pt x="90887" y="1848487"/>
                        <a:pt x="87275" y="1838168"/>
                      </a:cubicBezTo>
                      <a:cubicBezTo>
                        <a:pt x="77988" y="1810821"/>
                        <a:pt x="83147" y="1795341"/>
                        <a:pt x="107915" y="1779862"/>
                      </a:cubicBezTo>
                      <a:cubicBezTo>
                        <a:pt x="143001" y="1757675"/>
                        <a:pt x="178603" y="1735488"/>
                        <a:pt x="213690" y="1713817"/>
                      </a:cubicBezTo>
                      <a:cubicBezTo>
                        <a:pt x="241552" y="1696274"/>
                        <a:pt x="245680" y="1686470"/>
                        <a:pt x="238972" y="1654480"/>
                      </a:cubicBezTo>
                      <a:cubicBezTo>
                        <a:pt x="234845" y="1636420"/>
                        <a:pt x="230201" y="1617845"/>
                        <a:pt x="222977" y="1600818"/>
                      </a:cubicBezTo>
                      <a:cubicBezTo>
                        <a:pt x="215753" y="1583791"/>
                        <a:pt x="203370" y="1575535"/>
                        <a:pt x="184279" y="1575019"/>
                      </a:cubicBezTo>
                      <a:cubicBezTo>
                        <a:pt x="142485" y="1574503"/>
                        <a:pt x="101207" y="1572955"/>
                        <a:pt x="59413" y="1571407"/>
                      </a:cubicBezTo>
                      <a:cubicBezTo>
                        <a:pt x="21746" y="1570375"/>
                        <a:pt x="10395" y="1560572"/>
                        <a:pt x="3687" y="1524453"/>
                      </a:cubicBezTo>
                      <a:cubicBezTo>
                        <a:pt x="3171" y="1520841"/>
                        <a:pt x="2139" y="1517230"/>
                        <a:pt x="1623" y="1513618"/>
                      </a:cubicBezTo>
                      <a:cubicBezTo>
                        <a:pt x="-4053" y="1467696"/>
                        <a:pt x="3687" y="1455828"/>
                        <a:pt x="48577" y="1442413"/>
                      </a:cubicBezTo>
                      <a:cubicBezTo>
                        <a:pt x="85727" y="1431061"/>
                        <a:pt x="122877" y="1418678"/>
                        <a:pt x="160544" y="1408358"/>
                      </a:cubicBezTo>
                      <a:cubicBezTo>
                        <a:pt x="181183" y="1402683"/>
                        <a:pt x="192018" y="1390815"/>
                        <a:pt x="194083" y="1370692"/>
                      </a:cubicBezTo>
                      <a:cubicBezTo>
                        <a:pt x="196147" y="1346957"/>
                        <a:pt x="197178" y="1322706"/>
                        <a:pt x="192534" y="1298971"/>
                      </a:cubicBezTo>
                      <a:cubicBezTo>
                        <a:pt x="189954" y="1283492"/>
                        <a:pt x="181183" y="1274204"/>
                        <a:pt x="166220" y="1269560"/>
                      </a:cubicBezTo>
                      <a:cubicBezTo>
                        <a:pt x="126490" y="1257693"/>
                        <a:pt x="86759" y="1245310"/>
                        <a:pt x="47029" y="1232926"/>
                      </a:cubicBezTo>
                      <a:cubicBezTo>
                        <a:pt x="3687" y="1219511"/>
                        <a:pt x="-957" y="1212287"/>
                        <a:pt x="1623" y="1166881"/>
                      </a:cubicBezTo>
                      <a:cubicBezTo>
                        <a:pt x="2139" y="1157593"/>
                        <a:pt x="4203" y="1148306"/>
                        <a:pt x="6267" y="1139534"/>
                      </a:cubicBezTo>
                      <a:cubicBezTo>
                        <a:pt x="12459" y="1116831"/>
                        <a:pt x="25358" y="1106512"/>
                        <a:pt x="49093" y="1105480"/>
                      </a:cubicBezTo>
                      <a:cubicBezTo>
                        <a:pt x="87791" y="1103932"/>
                        <a:pt x="125974" y="1102900"/>
                        <a:pt x="164672" y="1101868"/>
                      </a:cubicBezTo>
                      <a:cubicBezTo>
                        <a:pt x="170348" y="1101868"/>
                        <a:pt x="176023" y="1101352"/>
                        <a:pt x="181699" y="1101352"/>
                      </a:cubicBezTo>
                      <a:cubicBezTo>
                        <a:pt x="207498" y="1102384"/>
                        <a:pt x="220913" y="1087936"/>
                        <a:pt x="227621" y="1065233"/>
                      </a:cubicBezTo>
                      <a:cubicBezTo>
                        <a:pt x="232781" y="1048206"/>
                        <a:pt x="237425" y="1031179"/>
                        <a:pt x="241036" y="1014152"/>
                      </a:cubicBezTo>
                      <a:cubicBezTo>
                        <a:pt x="245680" y="990417"/>
                        <a:pt x="240005" y="979065"/>
                        <a:pt x="219366" y="965650"/>
                      </a:cubicBezTo>
                      <a:cubicBezTo>
                        <a:pt x="184279" y="943463"/>
                        <a:pt x="148676" y="921276"/>
                        <a:pt x="113590" y="899605"/>
                      </a:cubicBezTo>
                      <a:cubicBezTo>
                        <a:pt x="82116" y="879997"/>
                        <a:pt x="77472" y="867614"/>
                        <a:pt x="89855" y="832012"/>
                      </a:cubicBezTo>
                      <a:cubicBezTo>
                        <a:pt x="93467" y="820660"/>
                        <a:pt x="98111" y="809309"/>
                        <a:pt x="104818" y="799505"/>
                      </a:cubicBezTo>
                      <a:cubicBezTo>
                        <a:pt x="115654" y="782994"/>
                        <a:pt x="130617" y="774738"/>
                        <a:pt x="151256" y="779898"/>
                      </a:cubicBezTo>
                      <a:cubicBezTo>
                        <a:pt x="195114" y="790217"/>
                        <a:pt x="239489" y="799505"/>
                        <a:pt x="283347" y="810341"/>
                      </a:cubicBezTo>
                      <a:cubicBezTo>
                        <a:pt x="303469" y="815500"/>
                        <a:pt x="318949" y="810857"/>
                        <a:pt x="331332" y="794345"/>
                      </a:cubicBezTo>
                      <a:cubicBezTo>
                        <a:pt x="344232" y="776802"/>
                        <a:pt x="355584" y="757711"/>
                        <a:pt x="363839" y="737588"/>
                      </a:cubicBezTo>
                      <a:cubicBezTo>
                        <a:pt x="371063" y="719529"/>
                        <a:pt x="368999" y="704049"/>
                        <a:pt x="354551" y="689086"/>
                      </a:cubicBezTo>
                      <a:cubicBezTo>
                        <a:pt x="324625" y="658643"/>
                        <a:pt x="296246" y="627169"/>
                        <a:pt x="266835" y="595694"/>
                      </a:cubicBezTo>
                      <a:cubicBezTo>
                        <a:pt x="244132" y="570927"/>
                        <a:pt x="243100" y="556996"/>
                        <a:pt x="261675" y="529133"/>
                      </a:cubicBezTo>
                      <a:cubicBezTo>
                        <a:pt x="264771" y="525005"/>
                        <a:pt x="267351" y="520361"/>
                        <a:pt x="270447" y="516233"/>
                      </a:cubicBezTo>
                      <a:cubicBezTo>
                        <a:pt x="296762" y="481663"/>
                        <a:pt x="311209" y="478567"/>
                        <a:pt x="349907" y="498690"/>
                      </a:cubicBezTo>
                      <a:cubicBezTo>
                        <a:pt x="386026" y="517781"/>
                        <a:pt x="422144" y="536357"/>
                        <a:pt x="457231" y="555964"/>
                      </a:cubicBezTo>
                      <a:cubicBezTo>
                        <a:pt x="475806" y="566283"/>
                        <a:pt x="492318" y="564219"/>
                        <a:pt x="507797" y="551320"/>
                      </a:cubicBezTo>
                      <a:cubicBezTo>
                        <a:pt x="523276" y="538421"/>
                        <a:pt x="537723" y="523973"/>
                        <a:pt x="551139" y="508494"/>
                      </a:cubicBezTo>
                      <a:cubicBezTo>
                        <a:pt x="564555" y="492499"/>
                        <a:pt x="567650" y="476503"/>
                        <a:pt x="556815" y="456896"/>
                      </a:cubicBezTo>
                      <a:cubicBezTo>
                        <a:pt x="535143" y="418198"/>
                        <a:pt x="515020" y="378983"/>
                        <a:pt x="494381" y="339769"/>
                      </a:cubicBezTo>
                      <a:cubicBezTo>
                        <a:pt x="480966" y="313970"/>
                        <a:pt x="484062" y="300039"/>
                        <a:pt x="505217" y="280432"/>
                      </a:cubicBezTo>
                      <a:cubicBezTo>
                        <a:pt x="515020" y="271144"/>
                        <a:pt x="525856" y="263405"/>
                        <a:pt x="537723" y="256181"/>
                      </a:cubicBezTo>
                      <a:cubicBezTo>
                        <a:pt x="558362" y="244313"/>
                        <a:pt x="572810" y="245861"/>
                        <a:pt x="590353" y="261857"/>
                      </a:cubicBezTo>
                      <a:cubicBezTo>
                        <a:pt x="620280" y="289203"/>
                        <a:pt x="650207" y="317066"/>
                        <a:pt x="679617" y="344929"/>
                      </a:cubicBezTo>
                      <a:cubicBezTo>
                        <a:pt x="710576" y="374340"/>
                        <a:pt x="717284" y="375372"/>
                        <a:pt x="754950" y="355765"/>
                      </a:cubicBezTo>
                      <a:cubicBezTo>
                        <a:pt x="769913" y="348025"/>
                        <a:pt x="783845" y="339769"/>
                        <a:pt x="797260" y="329450"/>
                      </a:cubicBezTo>
                      <a:cubicBezTo>
                        <a:pt x="811707" y="317582"/>
                        <a:pt x="816351" y="303651"/>
                        <a:pt x="811707" y="285076"/>
                      </a:cubicBezTo>
                      <a:cubicBezTo>
                        <a:pt x="800872" y="242249"/>
                        <a:pt x="791585" y="198907"/>
                        <a:pt x="781781" y="156081"/>
                      </a:cubicBezTo>
                      <a:cubicBezTo>
                        <a:pt x="775589" y="128218"/>
                        <a:pt x="782297" y="114287"/>
                        <a:pt x="807064" y="100872"/>
                      </a:cubicBezTo>
                      <a:cubicBezTo>
                        <a:pt x="818415" y="95196"/>
                        <a:pt x="829766" y="90552"/>
                        <a:pt x="841634" y="86424"/>
                      </a:cubicBezTo>
                      <a:cubicBezTo>
                        <a:pt x="866917" y="78685"/>
                        <a:pt x="881364" y="83328"/>
                        <a:pt x="896328" y="106031"/>
                      </a:cubicBezTo>
                      <a:cubicBezTo>
                        <a:pt x="920062" y="142666"/>
                        <a:pt x="943798" y="179300"/>
                        <a:pt x="965469" y="217483"/>
                      </a:cubicBezTo>
                      <a:cubicBezTo>
                        <a:pt x="976820" y="237090"/>
                        <a:pt x="992299" y="243797"/>
                        <a:pt x="1013455" y="240702"/>
                      </a:cubicBezTo>
                      <a:cubicBezTo>
                        <a:pt x="1035641" y="237090"/>
                        <a:pt x="1057313" y="231414"/>
                        <a:pt x="1077952" y="222642"/>
                      </a:cubicBezTo>
                      <a:cubicBezTo>
                        <a:pt x="1092915" y="215935"/>
                        <a:pt x="1101171" y="205615"/>
                        <a:pt x="1101687" y="188072"/>
                      </a:cubicBezTo>
                      <a:cubicBezTo>
                        <a:pt x="1102719" y="143182"/>
                        <a:pt x="1105298" y="98808"/>
                        <a:pt x="1106847" y="53918"/>
                      </a:cubicBezTo>
                      <a:cubicBezTo>
                        <a:pt x="1107878" y="25023"/>
                        <a:pt x="1117166" y="12640"/>
                        <a:pt x="1145029" y="4900"/>
                      </a:cubicBezTo>
                      <a:cubicBezTo>
                        <a:pt x="1149672" y="3868"/>
                        <a:pt x="1154316" y="2320"/>
                        <a:pt x="1158960" y="1804"/>
                      </a:cubicBezTo>
                      <a:cubicBezTo>
                        <a:pt x="1210042" y="-3872"/>
                        <a:pt x="1222426" y="1804"/>
                        <a:pt x="1235841" y="48758"/>
                      </a:cubicBezTo>
                      <a:cubicBezTo>
                        <a:pt x="1246676" y="86940"/>
                        <a:pt x="1259576" y="124091"/>
                        <a:pt x="1269895" y="162273"/>
                      </a:cubicBezTo>
                      <a:cubicBezTo>
                        <a:pt x="1275055" y="180332"/>
                        <a:pt x="1285890" y="190136"/>
                        <a:pt x="1303434" y="192716"/>
                      </a:cubicBezTo>
                      <a:cubicBezTo>
                        <a:pt x="1327685" y="195812"/>
                        <a:pt x="1352452" y="195812"/>
                        <a:pt x="1376702" y="192716"/>
                      </a:cubicBezTo>
                      <a:cubicBezTo>
                        <a:pt x="1393730" y="190652"/>
                        <a:pt x="1404049" y="180332"/>
                        <a:pt x="1409209" y="163305"/>
                      </a:cubicBezTo>
                      <a:cubicBezTo>
                        <a:pt x="1421593" y="121511"/>
                        <a:pt x="1434492" y="79717"/>
                        <a:pt x="1447392" y="37922"/>
                      </a:cubicBezTo>
                      <a:cubicBezTo>
                        <a:pt x="1457195" y="6964"/>
                        <a:pt x="1466998" y="-260"/>
                        <a:pt x="1499505" y="256"/>
                      </a:cubicBezTo>
                      <a:cubicBezTo>
                        <a:pt x="1504149" y="256"/>
                        <a:pt x="1508793" y="256"/>
                        <a:pt x="1513436" y="772"/>
                      </a:cubicBezTo>
                      <a:cubicBezTo>
                        <a:pt x="1559358" y="5416"/>
                        <a:pt x="1572258" y="19347"/>
                        <a:pt x="1573290" y="65269"/>
                      </a:cubicBezTo>
                      <a:cubicBezTo>
                        <a:pt x="1574322" y="105515"/>
                        <a:pt x="1575870" y="145246"/>
                        <a:pt x="1576902" y="185492"/>
                      </a:cubicBezTo>
                      <a:cubicBezTo>
                        <a:pt x="1577418" y="201487"/>
                        <a:pt x="1583093" y="213871"/>
                        <a:pt x="1598057" y="220578"/>
                      </a:cubicBezTo>
                      <a:cubicBezTo>
                        <a:pt x="1622308" y="231414"/>
                        <a:pt x="1647590" y="238638"/>
                        <a:pt x="1674422" y="240702"/>
                      </a:cubicBezTo>
                      <a:cubicBezTo>
                        <a:pt x="1690933" y="241733"/>
                        <a:pt x="1702285" y="235026"/>
                        <a:pt x="1710540" y="221610"/>
                      </a:cubicBezTo>
                      <a:cubicBezTo>
                        <a:pt x="1733243" y="184976"/>
                        <a:pt x="1756462" y="148342"/>
                        <a:pt x="1779165" y="111707"/>
                      </a:cubicBezTo>
                      <a:cubicBezTo>
                        <a:pt x="1798772" y="80749"/>
                        <a:pt x="1810640" y="76621"/>
                        <a:pt x="1845726" y="88488"/>
                      </a:cubicBezTo>
                      <a:cubicBezTo>
                        <a:pt x="1849854" y="90036"/>
                        <a:pt x="1853466" y="91068"/>
                        <a:pt x="1857594" y="92616"/>
                      </a:cubicBezTo>
                      <a:cubicBezTo>
                        <a:pt x="1898356" y="110159"/>
                        <a:pt x="1905063" y="123059"/>
                        <a:pt x="1895260" y="166401"/>
                      </a:cubicBezTo>
                      <a:cubicBezTo>
                        <a:pt x="1886488" y="205099"/>
                        <a:pt x="1877717" y="243281"/>
                        <a:pt x="1868429" y="281980"/>
                      </a:cubicBezTo>
                      <a:cubicBezTo>
                        <a:pt x="1863269" y="303135"/>
                        <a:pt x="1868429" y="319646"/>
                        <a:pt x="1887004" y="332030"/>
                      </a:cubicBezTo>
                      <a:cubicBezTo>
                        <a:pt x="1906096" y="344929"/>
                        <a:pt x="1925187" y="356796"/>
                        <a:pt x="1946857" y="365052"/>
                      </a:cubicBezTo>
                      <a:cubicBezTo>
                        <a:pt x="1962337" y="370728"/>
                        <a:pt x="1974720" y="367116"/>
                        <a:pt x="1986588" y="355765"/>
                      </a:cubicBezTo>
                      <a:cubicBezTo>
                        <a:pt x="2018062" y="325838"/>
                        <a:pt x="2049537" y="296943"/>
                        <a:pt x="2081528" y="267532"/>
                      </a:cubicBezTo>
                      <a:cubicBezTo>
                        <a:pt x="2107843" y="242765"/>
                        <a:pt x="2122290" y="241733"/>
                        <a:pt x="2151701" y="261857"/>
                      </a:cubicBezTo>
                      <a:cubicBezTo>
                        <a:pt x="2153248" y="262889"/>
                        <a:pt x="2154281" y="263405"/>
                        <a:pt x="2155312" y="264437"/>
                      </a:cubicBezTo>
                      <a:cubicBezTo>
                        <a:pt x="2205363" y="300555"/>
                        <a:pt x="2198139" y="316034"/>
                        <a:pt x="2177500" y="353701"/>
                      </a:cubicBezTo>
                      <a:cubicBezTo>
                        <a:pt x="2158925" y="387755"/>
                        <a:pt x="2141381" y="422842"/>
                        <a:pt x="2122290" y="456896"/>
                      </a:cubicBezTo>
                      <a:cubicBezTo>
                        <a:pt x="2112487" y="474955"/>
                        <a:pt x="2114550" y="490435"/>
                        <a:pt x="2126934" y="505914"/>
                      </a:cubicBezTo>
                      <a:cubicBezTo>
                        <a:pt x="2140865" y="522941"/>
                        <a:pt x="2156345" y="538421"/>
                        <a:pt x="2173372" y="551836"/>
                      </a:cubicBezTo>
                      <a:cubicBezTo>
                        <a:pt x="2187819" y="563187"/>
                        <a:pt x="2202783" y="564735"/>
                        <a:pt x="2219810" y="555964"/>
                      </a:cubicBezTo>
                      <a:cubicBezTo>
                        <a:pt x="2258508" y="534809"/>
                        <a:pt x="2297722" y="514170"/>
                        <a:pt x="2336937" y="494046"/>
                      </a:cubicBezTo>
                      <a:cubicBezTo>
                        <a:pt x="2364799" y="479599"/>
                        <a:pt x="2380795" y="482695"/>
                        <a:pt x="2400917" y="507462"/>
                      </a:cubicBezTo>
                      <a:cubicBezTo>
                        <a:pt x="2408141" y="515717"/>
                        <a:pt x="2414849" y="524489"/>
                        <a:pt x="2420525" y="533777"/>
                      </a:cubicBezTo>
                      <a:cubicBezTo>
                        <a:pt x="2434972" y="556480"/>
                        <a:pt x="2433424" y="571443"/>
                        <a:pt x="2415365" y="591566"/>
                      </a:cubicBezTo>
                      <a:cubicBezTo>
                        <a:pt x="2384406" y="625105"/>
                        <a:pt x="2353448" y="659159"/>
                        <a:pt x="2321973" y="692182"/>
                      </a:cubicBezTo>
                      <a:cubicBezTo>
                        <a:pt x="2310106" y="704565"/>
                        <a:pt x="2307526" y="717981"/>
                        <a:pt x="2313718" y="733460"/>
                      </a:cubicBezTo>
                      <a:cubicBezTo>
                        <a:pt x="2323005" y="755647"/>
                        <a:pt x="2334357" y="776286"/>
                        <a:pt x="2349320" y="795377"/>
                      </a:cubicBezTo>
                      <a:cubicBezTo>
                        <a:pt x="2361187" y="810857"/>
                        <a:pt x="2375635" y="814984"/>
                        <a:pt x="2394726" y="810341"/>
                      </a:cubicBezTo>
                      <a:cubicBezTo>
                        <a:pt x="2438584" y="799505"/>
                        <a:pt x="2482958" y="789701"/>
                        <a:pt x="2526816" y="780414"/>
                      </a:cubicBezTo>
                      <a:cubicBezTo>
                        <a:pt x="2550035" y="775254"/>
                        <a:pt x="2563967" y="781962"/>
                        <a:pt x="2575834" y="803117"/>
                      </a:cubicBezTo>
                      <a:cubicBezTo>
                        <a:pt x="2582026" y="814468"/>
                        <a:pt x="2587186" y="826336"/>
                        <a:pt x="2591313" y="838719"/>
                      </a:cubicBezTo>
                      <a:cubicBezTo>
                        <a:pt x="2600085" y="867098"/>
                        <a:pt x="2595441" y="880514"/>
                        <a:pt x="2570158" y="896509"/>
                      </a:cubicBezTo>
                      <a:cubicBezTo>
                        <a:pt x="2534040" y="919212"/>
                        <a:pt x="2498437" y="942947"/>
                        <a:pt x="2461287" y="964102"/>
                      </a:cubicBezTo>
                      <a:cubicBezTo>
                        <a:pt x="2440132" y="976485"/>
                        <a:pt x="2434456" y="992997"/>
                        <a:pt x="2438068" y="1014668"/>
                      </a:cubicBezTo>
                      <a:cubicBezTo>
                        <a:pt x="2441164" y="1034791"/>
                        <a:pt x="2446840" y="1054398"/>
                        <a:pt x="2454063" y="1073489"/>
                      </a:cubicBezTo>
                      <a:cubicBezTo>
                        <a:pt x="2460771" y="1091032"/>
                        <a:pt x="2472638" y="1100320"/>
                        <a:pt x="2492762" y="1100836"/>
                      </a:cubicBezTo>
                      <a:cubicBezTo>
                        <a:pt x="2538168" y="1101352"/>
                        <a:pt x="2583058" y="1104448"/>
                        <a:pt x="2628464" y="1105996"/>
                      </a:cubicBezTo>
                      <a:cubicBezTo>
                        <a:pt x="2653230" y="1107028"/>
                        <a:pt x="2665614" y="1116831"/>
                        <a:pt x="2672322" y="1140566"/>
                      </a:cubicBezTo>
                      <a:cubicBezTo>
                        <a:pt x="2676449" y="1153982"/>
                        <a:pt x="2677998" y="1167913"/>
                        <a:pt x="2677998" y="1182360"/>
                      </a:cubicBezTo>
                      <a:cubicBezTo>
                        <a:pt x="2677998" y="1210223"/>
                        <a:pt x="2670258" y="1221575"/>
                        <a:pt x="2644459" y="1229830"/>
                      </a:cubicBezTo>
                      <a:cubicBezTo>
                        <a:pt x="2603697" y="1242730"/>
                        <a:pt x="2562934" y="1255113"/>
                        <a:pt x="2522172" y="1267497"/>
                      </a:cubicBezTo>
                      <a:cubicBezTo>
                        <a:pt x="2492762" y="1276268"/>
                        <a:pt x="2485022" y="1285556"/>
                        <a:pt x="2483990" y="1315998"/>
                      </a:cubicBezTo>
                      <a:cubicBezTo>
                        <a:pt x="2483474" y="1337153"/>
                        <a:pt x="2481926" y="1358824"/>
                        <a:pt x="2486570" y="1379980"/>
                      </a:cubicBezTo>
                      <a:cubicBezTo>
                        <a:pt x="2489666" y="1394427"/>
                        <a:pt x="2498437" y="1403199"/>
                        <a:pt x="2512885" y="1407842"/>
                      </a:cubicBezTo>
                      <a:cubicBezTo>
                        <a:pt x="2555711" y="1420742"/>
                        <a:pt x="2598537" y="1433641"/>
                        <a:pt x="2641363" y="1447057"/>
                      </a:cubicBezTo>
                      <a:cubicBezTo>
                        <a:pt x="2671290" y="1456344"/>
                        <a:pt x="2678514" y="1466664"/>
                        <a:pt x="2677998" y="1498138"/>
                      </a:cubicBezTo>
                      <a:cubicBezTo>
                        <a:pt x="2677998" y="1501234"/>
                        <a:pt x="2677998" y="1504330"/>
                        <a:pt x="2677998" y="1507426"/>
                      </a:cubicBezTo>
                      <a:cubicBezTo>
                        <a:pt x="2675934" y="1555928"/>
                        <a:pt x="2660454" y="1571407"/>
                        <a:pt x="2611952" y="1572955"/>
                      </a:cubicBezTo>
                      <a:cubicBezTo>
                        <a:pt x="2571190" y="1573987"/>
                        <a:pt x="2530944" y="1576051"/>
                        <a:pt x="2490182" y="1576567"/>
                      </a:cubicBezTo>
                      <a:cubicBezTo>
                        <a:pt x="2474702" y="1577083"/>
                        <a:pt x="2463867" y="1583791"/>
                        <a:pt x="2457675" y="1596690"/>
                      </a:cubicBezTo>
                      <a:cubicBezTo>
                        <a:pt x="2446324" y="1620941"/>
                        <a:pt x="2439100" y="1646224"/>
                        <a:pt x="2437036" y="1673055"/>
                      </a:cubicBezTo>
                      <a:cubicBezTo>
                        <a:pt x="2435488" y="1690082"/>
                        <a:pt x="2442712" y="1701434"/>
                        <a:pt x="2457159" y="1710205"/>
                      </a:cubicBezTo>
                      <a:cubicBezTo>
                        <a:pt x="2493278" y="1732392"/>
                        <a:pt x="2528880" y="1754579"/>
                        <a:pt x="2564483" y="1777282"/>
                      </a:cubicBezTo>
                      <a:cubicBezTo>
                        <a:pt x="2596989" y="1797405"/>
                        <a:pt x="2601117" y="1809789"/>
                        <a:pt x="2588733" y="1845907"/>
                      </a:cubicBezTo>
                      <a:cubicBezTo>
                        <a:pt x="2584606" y="1858291"/>
                        <a:pt x="2578930" y="1870158"/>
                        <a:pt x="2571706" y="1880994"/>
                      </a:cubicBezTo>
                      <a:cubicBezTo>
                        <a:pt x="2564998" y="1890797"/>
                        <a:pt x="2554163" y="1897505"/>
                        <a:pt x="2538684" y="1897505"/>
                      </a:cubicBezTo>
                      <a:close/>
                      <a:moveTo>
                        <a:pt x="1338521" y="2312867"/>
                      </a:moveTo>
                      <a:cubicBezTo>
                        <a:pt x="1869461" y="2314931"/>
                        <a:pt x="2317329" y="1887701"/>
                        <a:pt x="2316814" y="1335605"/>
                      </a:cubicBezTo>
                      <a:cubicBezTo>
                        <a:pt x="2316298" y="792797"/>
                        <a:pt x="1880813" y="359892"/>
                        <a:pt x="1340068" y="359376"/>
                      </a:cubicBezTo>
                      <a:cubicBezTo>
                        <a:pt x="796228" y="358860"/>
                        <a:pt x="363839" y="794861"/>
                        <a:pt x="361775" y="1331994"/>
                      </a:cubicBezTo>
                      <a:cubicBezTo>
                        <a:pt x="359711" y="1882026"/>
                        <a:pt x="806032" y="2314415"/>
                        <a:pt x="1338521" y="2312867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="" xmlns:a16="http://schemas.microsoft.com/office/drawing/2014/main" id="{718FFC3D-130E-4587-9FAD-F134E15CA98A}"/>
                    </a:ext>
                  </a:extLst>
                </p:cNvPr>
                <p:cNvSpPr/>
                <p:nvPr/>
              </p:nvSpPr>
              <p:spPr>
                <a:xfrm>
                  <a:off x="7558586" y="2011427"/>
                  <a:ext cx="1898797" cy="1893637"/>
                </a:xfrm>
                <a:custGeom>
                  <a:avLst/>
                  <a:gdLst>
                    <a:gd name="connsiteX0" fmla="*/ 30 w 1898796"/>
                    <a:gd name="connsiteY0" fmla="*/ 947852 h 1893636"/>
                    <a:gd name="connsiteX1" fmla="*/ 950461 w 1898796"/>
                    <a:gd name="connsiteY1" fmla="*/ 2 h 1893636"/>
                    <a:gd name="connsiteX2" fmla="*/ 1898827 w 1898796"/>
                    <a:gd name="connsiteY2" fmla="*/ 950948 h 1893636"/>
                    <a:gd name="connsiteX3" fmla="*/ 946849 w 1898796"/>
                    <a:gd name="connsiteY3" fmla="*/ 1898283 h 1893636"/>
                    <a:gd name="connsiteX4" fmla="*/ 30 w 1898796"/>
                    <a:gd name="connsiteY4" fmla="*/ 947852 h 1893636"/>
                    <a:gd name="connsiteX5" fmla="*/ 1187811 w 1898796"/>
                    <a:gd name="connsiteY5" fmla="*/ 949916 h 1893636"/>
                    <a:gd name="connsiteX6" fmla="*/ 949429 w 1898796"/>
                    <a:gd name="connsiteY6" fmla="*/ 710503 h 1893636"/>
                    <a:gd name="connsiteX7" fmla="*/ 710532 w 1898796"/>
                    <a:gd name="connsiteY7" fmla="*/ 948368 h 1893636"/>
                    <a:gd name="connsiteX8" fmla="*/ 948397 w 1898796"/>
                    <a:gd name="connsiteY8" fmla="*/ 1188298 h 1893636"/>
                    <a:gd name="connsiteX9" fmla="*/ 1187811 w 1898796"/>
                    <a:gd name="connsiteY9" fmla="*/ 949916 h 1893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98796" h="1893636">
                      <a:moveTo>
                        <a:pt x="30" y="947852"/>
                      </a:moveTo>
                      <a:cubicBezTo>
                        <a:pt x="-3065" y="428263"/>
                        <a:pt x="426228" y="-1030"/>
                        <a:pt x="950461" y="2"/>
                      </a:cubicBezTo>
                      <a:cubicBezTo>
                        <a:pt x="1472114" y="1034"/>
                        <a:pt x="1899859" y="427747"/>
                        <a:pt x="1898827" y="950948"/>
                      </a:cubicBezTo>
                      <a:cubicBezTo>
                        <a:pt x="1897795" y="1468473"/>
                        <a:pt x="1477790" y="1899315"/>
                        <a:pt x="946849" y="1898283"/>
                      </a:cubicBezTo>
                      <a:cubicBezTo>
                        <a:pt x="411781" y="1896735"/>
                        <a:pt x="-4097" y="1460218"/>
                        <a:pt x="30" y="947852"/>
                      </a:cubicBezTo>
                      <a:close/>
                      <a:moveTo>
                        <a:pt x="1187811" y="949916"/>
                      </a:moveTo>
                      <a:cubicBezTo>
                        <a:pt x="1188327" y="817310"/>
                        <a:pt x="1084099" y="710503"/>
                        <a:pt x="949429" y="710503"/>
                      </a:cubicBezTo>
                      <a:cubicBezTo>
                        <a:pt x="805987" y="710503"/>
                        <a:pt x="710015" y="828146"/>
                        <a:pt x="710532" y="948368"/>
                      </a:cubicBezTo>
                      <a:cubicBezTo>
                        <a:pt x="711048" y="1081490"/>
                        <a:pt x="815791" y="1188298"/>
                        <a:pt x="948397" y="1188298"/>
                      </a:cubicBezTo>
                      <a:cubicBezTo>
                        <a:pt x="1081003" y="1188298"/>
                        <a:pt x="1187294" y="1083038"/>
                        <a:pt x="1187811" y="949916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4AE715F5-3FF5-4CC0-99F7-2396CA9783A9}"/>
                </a:ext>
              </a:extLst>
            </p:cNvPr>
            <p:cNvGrpSpPr/>
            <p:nvPr/>
          </p:nvGrpSpPr>
          <p:grpSpPr>
            <a:xfrm rot="18655185">
              <a:off x="7923365" y="4809769"/>
              <a:ext cx="1639387" cy="985059"/>
              <a:chOff x="2753518" y="3556278"/>
              <a:chExt cx="2028524" cy="1218879"/>
            </a:xfrm>
            <a:grpFill/>
          </p:grpSpPr>
          <p:sp>
            <p:nvSpPr>
              <p:cNvPr id="22" name="Freeform: Shape 21">
                <a:extLst>
                  <a:ext uri="{FF2B5EF4-FFF2-40B4-BE49-F238E27FC236}">
                    <a16:creationId xmlns="" xmlns:a16="http://schemas.microsoft.com/office/drawing/2014/main" id="{D307BAC0-5062-49C4-A10C-F15443D0B43E}"/>
                  </a:ext>
                </a:extLst>
              </p:cNvPr>
              <p:cNvSpPr/>
              <p:nvPr/>
            </p:nvSpPr>
            <p:spPr>
              <a:xfrm>
                <a:off x="2753518" y="3683131"/>
                <a:ext cx="796648" cy="799367"/>
              </a:xfrm>
              <a:custGeom>
                <a:avLst/>
                <a:gdLst>
                  <a:gd name="connsiteX0" fmla="*/ 817500 w 1511813"/>
                  <a:gd name="connsiteY0" fmla="*/ 1518710 h 1516973"/>
                  <a:gd name="connsiteX1" fmla="*/ 802537 w 1511813"/>
                  <a:gd name="connsiteY1" fmla="*/ 1507875 h 1516973"/>
                  <a:gd name="connsiteX2" fmla="*/ 780866 w 1511813"/>
                  <a:gd name="connsiteY2" fmla="*/ 1442862 h 1516973"/>
                  <a:gd name="connsiteX3" fmla="*/ 776738 w 1511813"/>
                  <a:gd name="connsiteY3" fmla="*/ 1385072 h 1516973"/>
                  <a:gd name="connsiteX4" fmla="*/ 760227 w 1511813"/>
                  <a:gd name="connsiteY4" fmla="*/ 1369593 h 1516973"/>
                  <a:gd name="connsiteX5" fmla="*/ 694698 w 1511813"/>
                  <a:gd name="connsiteY5" fmla="*/ 1366497 h 1516973"/>
                  <a:gd name="connsiteX6" fmla="*/ 676638 w 1511813"/>
                  <a:gd name="connsiteY6" fmla="*/ 1379912 h 1516973"/>
                  <a:gd name="connsiteX7" fmla="*/ 637940 w 1511813"/>
                  <a:gd name="connsiteY7" fmla="*/ 1501683 h 1516973"/>
                  <a:gd name="connsiteX8" fmla="*/ 622977 w 1511813"/>
                  <a:gd name="connsiteY8" fmla="*/ 1508907 h 1516973"/>
                  <a:gd name="connsiteX9" fmla="*/ 430517 w 1511813"/>
                  <a:gd name="connsiteY9" fmla="*/ 1447505 h 1516973"/>
                  <a:gd name="connsiteX10" fmla="*/ 422262 w 1511813"/>
                  <a:gd name="connsiteY10" fmla="*/ 1431510 h 1516973"/>
                  <a:gd name="connsiteX11" fmla="*/ 435677 w 1511813"/>
                  <a:gd name="connsiteY11" fmla="*/ 1364433 h 1516973"/>
                  <a:gd name="connsiteX12" fmla="*/ 461992 w 1511813"/>
                  <a:gd name="connsiteY12" fmla="*/ 1310255 h 1516973"/>
                  <a:gd name="connsiteX13" fmla="*/ 456316 w 1511813"/>
                  <a:gd name="connsiteY13" fmla="*/ 1290132 h 1516973"/>
                  <a:gd name="connsiteX14" fmla="*/ 395431 w 1511813"/>
                  <a:gd name="connsiteY14" fmla="*/ 1251434 h 1516973"/>
                  <a:gd name="connsiteX15" fmla="*/ 378919 w 1511813"/>
                  <a:gd name="connsiteY15" fmla="*/ 1254014 h 1516973"/>
                  <a:gd name="connsiteX16" fmla="*/ 283464 w 1511813"/>
                  <a:gd name="connsiteY16" fmla="*/ 1342246 h 1516973"/>
                  <a:gd name="connsiteX17" fmla="*/ 265920 w 1511813"/>
                  <a:gd name="connsiteY17" fmla="*/ 1341214 h 1516973"/>
                  <a:gd name="connsiteX18" fmla="*/ 130218 w 1511813"/>
                  <a:gd name="connsiteY18" fmla="*/ 1191580 h 1516973"/>
                  <a:gd name="connsiteX19" fmla="*/ 130734 w 1511813"/>
                  <a:gd name="connsiteY19" fmla="*/ 1174553 h 1516973"/>
                  <a:gd name="connsiteX20" fmla="*/ 177688 w 1511813"/>
                  <a:gd name="connsiteY20" fmla="*/ 1121408 h 1516973"/>
                  <a:gd name="connsiteX21" fmla="*/ 225674 w 1511813"/>
                  <a:gd name="connsiteY21" fmla="*/ 1089417 h 1516973"/>
                  <a:gd name="connsiteX22" fmla="*/ 230834 w 1511813"/>
                  <a:gd name="connsiteY22" fmla="*/ 1067230 h 1516973"/>
                  <a:gd name="connsiteX23" fmla="*/ 198327 w 1511813"/>
                  <a:gd name="connsiteY23" fmla="*/ 1004281 h 1516973"/>
                  <a:gd name="connsiteX24" fmla="*/ 183880 w 1511813"/>
                  <a:gd name="connsiteY24" fmla="*/ 998089 h 1516973"/>
                  <a:gd name="connsiteX25" fmla="*/ 67269 w 1511813"/>
                  <a:gd name="connsiteY25" fmla="*/ 1025952 h 1516973"/>
                  <a:gd name="connsiteX26" fmla="*/ 55918 w 1511813"/>
                  <a:gd name="connsiteY26" fmla="*/ 1027500 h 1516973"/>
                  <a:gd name="connsiteX27" fmla="*/ 41470 w 1511813"/>
                  <a:gd name="connsiteY27" fmla="*/ 1018212 h 1516973"/>
                  <a:gd name="connsiteX28" fmla="*/ 1224 w 1511813"/>
                  <a:gd name="connsiteY28" fmla="*/ 841748 h 1516973"/>
                  <a:gd name="connsiteX29" fmla="*/ 30635 w 1511813"/>
                  <a:gd name="connsiteY29" fmla="*/ 797374 h 1516973"/>
                  <a:gd name="connsiteX30" fmla="*/ 134862 w 1511813"/>
                  <a:gd name="connsiteY30" fmla="*/ 778799 h 1516973"/>
                  <a:gd name="connsiteX31" fmla="*/ 147246 w 1511813"/>
                  <a:gd name="connsiteY31" fmla="*/ 765899 h 1516973"/>
                  <a:gd name="connsiteX32" fmla="*/ 150342 w 1511813"/>
                  <a:gd name="connsiteY32" fmla="*/ 696242 h 1516973"/>
                  <a:gd name="connsiteX33" fmla="*/ 137442 w 1511813"/>
                  <a:gd name="connsiteY33" fmla="*/ 678699 h 1516973"/>
                  <a:gd name="connsiteX34" fmla="*/ 14639 w 1511813"/>
                  <a:gd name="connsiteY34" fmla="*/ 639485 h 1516973"/>
                  <a:gd name="connsiteX35" fmla="*/ 7932 w 1511813"/>
                  <a:gd name="connsiteY35" fmla="*/ 625037 h 1516973"/>
                  <a:gd name="connsiteX36" fmla="*/ 69333 w 1511813"/>
                  <a:gd name="connsiteY36" fmla="*/ 432578 h 1516973"/>
                  <a:gd name="connsiteX37" fmla="*/ 86360 w 1511813"/>
                  <a:gd name="connsiteY37" fmla="*/ 423806 h 1516973"/>
                  <a:gd name="connsiteX38" fmla="*/ 150858 w 1511813"/>
                  <a:gd name="connsiteY38" fmla="*/ 436706 h 1516973"/>
                  <a:gd name="connsiteX39" fmla="*/ 206583 w 1511813"/>
                  <a:gd name="connsiteY39" fmla="*/ 463536 h 1516973"/>
                  <a:gd name="connsiteX40" fmla="*/ 227738 w 1511813"/>
                  <a:gd name="connsiteY40" fmla="*/ 457345 h 1516973"/>
                  <a:gd name="connsiteX41" fmla="*/ 266952 w 1511813"/>
                  <a:gd name="connsiteY41" fmla="*/ 396459 h 1516973"/>
                  <a:gd name="connsiteX42" fmla="*/ 264373 w 1511813"/>
                  <a:gd name="connsiteY42" fmla="*/ 380980 h 1516973"/>
                  <a:gd name="connsiteX43" fmla="*/ 175108 w 1511813"/>
                  <a:gd name="connsiteY43" fmla="*/ 284492 h 1516973"/>
                  <a:gd name="connsiteX44" fmla="*/ 176140 w 1511813"/>
                  <a:gd name="connsiteY44" fmla="*/ 267981 h 1516973"/>
                  <a:gd name="connsiteX45" fmla="*/ 325258 w 1511813"/>
                  <a:gd name="connsiteY45" fmla="*/ 132279 h 1516973"/>
                  <a:gd name="connsiteX46" fmla="*/ 343317 w 1511813"/>
                  <a:gd name="connsiteY46" fmla="*/ 132795 h 1516973"/>
                  <a:gd name="connsiteX47" fmla="*/ 395431 w 1511813"/>
                  <a:gd name="connsiteY47" fmla="*/ 178717 h 1516973"/>
                  <a:gd name="connsiteX48" fmla="*/ 426389 w 1511813"/>
                  <a:gd name="connsiteY48" fmla="*/ 224639 h 1516973"/>
                  <a:gd name="connsiteX49" fmla="*/ 451156 w 1511813"/>
                  <a:gd name="connsiteY49" fmla="*/ 231347 h 1516973"/>
                  <a:gd name="connsiteX50" fmla="*/ 512042 w 1511813"/>
                  <a:gd name="connsiteY50" fmla="*/ 200388 h 1516973"/>
                  <a:gd name="connsiteX51" fmla="*/ 518233 w 1511813"/>
                  <a:gd name="connsiteY51" fmla="*/ 183877 h 1516973"/>
                  <a:gd name="connsiteX52" fmla="*/ 491403 w 1511813"/>
                  <a:gd name="connsiteY52" fmla="*/ 69846 h 1516973"/>
                  <a:gd name="connsiteX53" fmla="*/ 489855 w 1511813"/>
                  <a:gd name="connsiteY53" fmla="*/ 58494 h 1516973"/>
                  <a:gd name="connsiteX54" fmla="*/ 499658 w 1511813"/>
                  <a:gd name="connsiteY54" fmla="*/ 43015 h 1516973"/>
                  <a:gd name="connsiteX55" fmla="*/ 695730 w 1511813"/>
                  <a:gd name="connsiteY55" fmla="*/ 189 h 1516973"/>
                  <a:gd name="connsiteX56" fmla="*/ 713273 w 1511813"/>
                  <a:gd name="connsiteY56" fmla="*/ 12056 h 1516973"/>
                  <a:gd name="connsiteX57" fmla="*/ 721012 w 1511813"/>
                  <a:gd name="connsiteY57" fmla="*/ 35275 h 1516973"/>
                  <a:gd name="connsiteX58" fmla="*/ 738556 w 1511813"/>
                  <a:gd name="connsiteY58" fmla="*/ 134343 h 1516973"/>
                  <a:gd name="connsiteX59" fmla="*/ 753519 w 1511813"/>
                  <a:gd name="connsiteY59" fmla="*/ 148790 h 1516973"/>
                  <a:gd name="connsiteX60" fmla="*/ 820596 w 1511813"/>
                  <a:gd name="connsiteY60" fmla="*/ 151886 h 1516973"/>
                  <a:gd name="connsiteX61" fmla="*/ 838655 w 1511813"/>
                  <a:gd name="connsiteY61" fmla="*/ 138471 h 1516973"/>
                  <a:gd name="connsiteX62" fmla="*/ 877354 w 1511813"/>
                  <a:gd name="connsiteY62" fmla="*/ 16700 h 1516973"/>
                  <a:gd name="connsiteX63" fmla="*/ 892317 w 1511813"/>
                  <a:gd name="connsiteY63" fmla="*/ 9476 h 1516973"/>
                  <a:gd name="connsiteX64" fmla="*/ 1084777 w 1511813"/>
                  <a:gd name="connsiteY64" fmla="*/ 70878 h 1516973"/>
                  <a:gd name="connsiteX65" fmla="*/ 1093032 w 1511813"/>
                  <a:gd name="connsiteY65" fmla="*/ 86873 h 1516973"/>
                  <a:gd name="connsiteX66" fmla="*/ 1079617 w 1511813"/>
                  <a:gd name="connsiteY66" fmla="*/ 152402 h 1516973"/>
                  <a:gd name="connsiteX67" fmla="*/ 1053302 w 1511813"/>
                  <a:gd name="connsiteY67" fmla="*/ 206580 h 1516973"/>
                  <a:gd name="connsiteX68" fmla="*/ 1060010 w 1511813"/>
                  <a:gd name="connsiteY68" fmla="*/ 228251 h 1516973"/>
                  <a:gd name="connsiteX69" fmla="*/ 1118315 w 1511813"/>
                  <a:gd name="connsiteY69" fmla="*/ 265917 h 1516973"/>
                  <a:gd name="connsiteX70" fmla="*/ 1136374 w 1511813"/>
                  <a:gd name="connsiteY70" fmla="*/ 262821 h 1516973"/>
                  <a:gd name="connsiteX71" fmla="*/ 1232346 w 1511813"/>
                  <a:gd name="connsiteY71" fmla="*/ 174589 h 1516973"/>
                  <a:gd name="connsiteX72" fmla="*/ 1247825 w 1511813"/>
                  <a:gd name="connsiteY72" fmla="*/ 175621 h 1516973"/>
                  <a:gd name="connsiteX73" fmla="*/ 1384559 w 1511813"/>
                  <a:gd name="connsiteY73" fmla="*/ 325770 h 1516973"/>
                  <a:gd name="connsiteX74" fmla="*/ 1384043 w 1511813"/>
                  <a:gd name="connsiteY74" fmla="*/ 342798 h 1516973"/>
                  <a:gd name="connsiteX75" fmla="*/ 1336057 w 1511813"/>
                  <a:gd name="connsiteY75" fmla="*/ 396975 h 1516973"/>
                  <a:gd name="connsiteX76" fmla="*/ 1291167 w 1511813"/>
                  <a:gd name="connsiteY76" fmla="*/ 426902 h 1516973"/>
                  <a:gd name="connsiteX77" fmla="*/ 1284976 w 1511813"/>
                  <a:gd name="connsiteY77" fmla="*/ 451153 h 1516973"/>
                  <a:gd name="connsiteX78" fmla="*/ 1316450 w 1511813"/>
                  <a:gd name="connsiteY78" fmla="*/ 513070 h 1516973"/>
                  <a:gd name="connsiteX79" fmla="*/ 1330898 w 1511813"/>
                  <a:gd name="connsiteY79" fmla="*/ 519262 h 1516973"/>
                  <a:gd name="connsiteX80" fmla="*/ 1447509 w 1511813"/>
                  <a:gd name="connsiteY80" fmla="*/ 491399 h 1516973"/>
                  <a:gd name="connsiteX81" fmla="*/ 1458860 w 1511813"/>
                  <a:gd name="connsiteY81" fmla="*/ 489851 h 1516973"/>
                  <a:gd name="connsiteX82" fmla="*/ 1473307 w 1511813"/>
                  <a:gd name="connsiteY82" fmla="*/ 499139 h 1516973"/>
                  <a:gd name="connsiteX83" fmla="*/ 1513554 w 1511813"/>
                  <a:gd name="connsiteY83" fmla="*/ 675603 h 1516973"/>
                  <a:gd name="connsiteX84" fmla="*/ 1514070 w 1511813"/>
                  <a:gd name="connsiteY84" fmla="*/ 679215 h 1516973"/>
                  <a:gd name="connsiteX85" fmla="*/ 1490335 w 1511813"/>
                  <a:gd name="connsiteY85" fmla="*/ 717397 h 1516973"/>
                  <a:gd name="connsiteX86" fmla="*/ 1379916 w 1511813"/>
                  <a:gd name="connsiteY86" fmla="*/ 738036 h 1516973"/>
                  <a:gd name="connsiteX87" fmla="*/ 1367532 w 1511813"/>
                  <a:gd name="connsiteY87" fmla="*/ 749904 h 1516973"/>
                  <a:gd name="connsiteX88" fmla="*/ 1363920 w 1511813"/>
                  <a:gd name="connsiteY88" fmla="*/ 822141 h 1516973"/>
                  <a:gd name="connsiteX89" fmla="*/ 1375788 w 1511813"/>
                  <a:gd name="connsiteY89" fmla="*/ 838136 h 1516973"/>
                  <a:gd name="connsiteX90" fmla="*/ 1498590 w 1511813"/>
                  <a:gd name="connsiteY90" fmla="*/ 876834 h 1516973"/>
                  <a:gd name="connsiteX91" fmla="*/ 1506330 w 1511813"/>
                  <a:gd name="connsiteY91" fmla="*/ 891798 h 1516973"/>
                  <a:gd name="connsiteX92" fmla="*/ 1444413 w 1511813"/>
                  <a:gd name="connsiteY92" fmla="*/ 1085289 h 1516973"/>
                  <a:gd name="connsiteX93" fmla="*/ 1429449 w 1511813"/>
                  <a:gd name="connsiteY93" fmla="*/ 1093029 h 1516973"/>
                  <a:gd name="connsiteX94" fmla="*/ 1306647 w 1511813"/>
                  <a:gd name="connsiteY94" fmla="*/ 1052783 h 1516973"/>
                  <a:gd name="connsiteX95" fmla="*/ 1287556 w 1511813"/>
                  <a:gd name="connsiteY95" fmla="*/ 1057942 h 1516973"/>
                  <a:gd name="connsiteX96" fmla="*/ 1248857 w 1511813"/>
                  <a:gd name="connsiteY96" fmla="*/ 1118828 h 1516973"/>
                  <a:gd name="connsiteX97" fmla="*/ 1250405 w 1511813"/>
                  <a:gd name="connsiteY97" fmla="*/ 1135339 h 1516973"/>
                  <a:gd name="connsiteX98" fmla="*/ 1339153 w 1511813"/>
                  <a:gd name="connsiteY98" fmla="*/ 1230795 h 1516973"/>
                  <a:gd name="connsiteX99" fmla="*/ 1337605 w 1511813"/>
                  <a:gd name="connsiteY99" fmla="*/ 1249370 h 1516973"/>
                  <a:gd name="connsiteX100" fmla="*/ 1189004 w 1511813"/>
                  <a:gd name="connsiteY100" fmla="*/ 1384040 h 1516973"/>
                  <a:gd name="connsiteX101" fmla="*/ 1170945 w 1511813"/>
                  <a:gd name="connsiteY101" fmla="*/ 1383524 h 1516973"/>
                  <a:gd name="connsiteX102" fmla="*/ 1118831 w 1511813"/>
                  <a:gd name="connsiteY102" fmla="*/ 1337602 h 1516973"/>
                  <a:gd name="connsiteX103" fmla="*/ 1086840 w 1511813"/>
                  <a:gd name="connsiteY103" fmla="*/ 1289616 h 1516973"/>
                  <a:gd name="connsiteX104" fmla="*/ 1064137 w 1511813"/>
                  <a:gd name="connsiteY104" fmla="*/ 1284456 h 1516973"/>
                  <a:gd name="connsiteX105" fmla="*/ 1002220 w 1511813"/>
                  <a:gd name="connsiteY105" fmla="*/ 1316447 h 1516973"/>
                  <a:gd name="connsiteX106" fmla="*/ 996028 w 1511813"/>
                  <a:gd name="connsiteY106" fmla="*/ 1332958 h 1516973"/>
                  <a:gd name="connsiteX107" fmla="*/ 1022859 w 1511813"/>
                  <a:gd name="connsiteY107" fmla="*/ 1446989 h 1516973"/>
                  <a:gd name="connsiteX108" fmla="*/ 1024407 w 1511813"/>
                  <a:gd name="connsiteY108" fmla="*/ 1459889 h 1516973"/>
                  <a:gd name="connsiteX109" fmla="*/ 1015636 w 1511813"/>
                  <a:gd name="connsiteY109" fmla="*/ 1473304 h 1516973"/>
                  <a:gd name="connsiteX110" fmla="*/ 817500 w 1511813"/>
                  <a:gd name="connsiteY110" fmla="*/ 1518710 h 1516973"/>
                  <a:gd name="connsiteX111" fmla="*/ 758163 w 1511813"/>
                  <a:gd name="connsiteY111" fmla="*/ 1148238 h 1516973"/>
                  <a:gd name="connsiteX112" fmla="*/ 1145146 w 1511813"/>
                  <a:gd name="connsiteY112" fmla="*/ 758675 h 1516973"/>
                  <a:gd name="connsiteX113" fmla="*/ 757131 w 1511813"/>
                  <a:gd name="connsiteY113" fmla="*/ 371176 h 1516973"/>
                  <a:gd name="connsiteX114" fmla="*/ 368600 w 1511813"/>
                  <a:gd name="connsiteY114" fmla="*/ 759707 h 1516973"/>
                  <a:gd name="connsiteX115" fmla="*/ 758163 w 1511813"/>
                  <a:gd name="connsiteY115" fmla="*/ 1148238 h 1516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511813" h="1516973">
                    <a:moveTo>
                      <a:pt x="817500" y="1518710"/>
                    </a:moveTo>
                    <a:cubicBezTo>
                      <a:pt x="809245" y="1520774"/>
                      <a:pt x="805633" y="1516130"/>
                      <a:pt x="802537" y="1507875"/>
                    </a:cubicBezTo>
                    <a:cubicBezTo>
                      <a:pt x="795829" y="1486204"/>
                      <a:pt x="788090" y="1464532"/>
                      <a:pt x="780866" y="1442862"/>
                    </a:cubicBezTo>
                    <a:cubicBezTo>
                      <a:pt x="774674" y="1424286"/>
                      <a:pt x="777770" y="1404679"/>
                      <a:pt x="776738" y="1385072"/>
                    </a:cubicBezTo>
                    <a:cubicBezTo>
                      <a:pt x="776222" y="1369593"/>
                      <a:pt x="775706" y="1370109"/>
                      <a:pt x="760227" y="1369593"/>
                    </a:cubicBezTo>
                    <a:cubicBezTo>
                      <a:pt x="738556" y="1369593"/>
                      <a:pt x="716369" y="1368045"/>
                      <a:pt x="694698" y="1366497"/>
                    </a:cubicBezTo>
                    <a:cubicBezTo>
                      <a:pt x="683346" y="1365465"/>
                      <a:pt x="676638" y="1365981"/>
                      <a:pt x="676638" y="1379912"/>
                    </a:cubicBezTo>
                    <a:cubicBezTo>
                      <a:pt x="676638" y="1424286"/>
                      <a:pt x="655483" y="1462469"/>
                      <a:pt x="637940" y="1501683"/>
                    </a:cubicBezTo>
                    <a:cubicBezTo>
                      <a:pt x="634844" y="1508907"/>
                      <a:pt x="630716" y="1510454"/>
                      <a:pt x="622977" y="1508907"/>
                    </a:cubicBezTo>
                    <a:cubicBezTo>
                      <a:pt x="556416" y="1496523"/>
                      <a:pt x="492434" y="1475368"/>
                      <a:pt x="430517" y="1447505"/>
                    </a:cubicBezTo>
                    <a:cubicBezTo>
                      <a:pt x="423294" y="1443893"/>
                      <a:pt x="420198" y="1440282"/>
                      <a:pt x="422262" y="1431510"/>
                    </a:cubicBezTo>
                    <a:cubicBezTo>
                      <a:pt x="427421" y="1409323"/>
                      <a:pt x="431033" y="1386620"/>
                      <a:pt x="435677" y="1364433"/>
                    </a:cubicBezTo>
                    <a:cubicBezTo>
                      <a:pt x="439805" y="1344310"/>
                      <a:pt x="452704" y="1327798"/>
                      <a:pt x="461992" y="1310255"/>
                    </a:cubicBezTo>
                    <a:cubicBezTo>
                      <a:pt x="467152" y="1300452"/>
                      <a:pt x="466120" y="1295808"/>
                      <a:pt x="456316" y="1290132"/>
                    </a:cubicBezTo>
                    <a:cubicBezTo>
                      <a:pt x="435677" y="1278265"/>
                      <a:pt x="415554" y="1264849"/>
                      <a:pt x="395431" y="1251434"/>
                    </a:cubicBezTo>
                    <a:cubicBezTo>
                      <a:pt x="388207" y="1246274"/>
                      <a:pt x="383563" y="1246274"/>
                      <a:pt x="378919" y="1254014"/>
                    </a:cubicBezTo>
                    <a:cubicBezTo>
                      <a:pt x="356216" y="1293228"/>
                      <a:pt x="319066" y="1317479"/>
                      <a:pt x="283464" y="1342246"/>
                    </a:cubicBezTo>
                    <a:cubicBezTo>
                      <a:pt x="276240" y="1346890"/>
                      <a:pt x="272112" y="1346374"/>
                      <a:pt x="265920" y="1341214"/>
                    </a:cubicBezTo>
                    <a:cubicBezTo>
                      <a:pt x="214323" y="1297356"/>
                      <a:pt x="169433" y="1246790"/>
                      <a:pt x="130218" y="1191580"/>
                    </a:cubicBezTo>
                    <a:cubicBezTo>
                      <a:pt x="125575" y="1185389"/>
                      <a:pt x="125059" y="1180745"/>
                      <a:pt x="130734" y="1174553"/>
                    </a:cubicBezTo>
                    <a:cubicBezTo>
                      <a:pt x="146730" y="1157010"/>
                      <a:pt x="161177" y="1138435"/>
                      <a:pt x="177688" y="1121408"/>
                    </a:cubicBezTo>
                    <a:cubicBezTo>
                      <a:pt x="191104" y="1107476"/>
                      <a:pt x="209163" y="1099221"/>
                      <a:pt x="225674" y="1089417"/>
                    </a:cubicBezTo>
                    <a:cubicBezTo>
                      <a:pt x="236510" y="1083225"/>
                      <a:pt x="237026" y="1078065"/>
                      <a:pt x="230834" y="1067230"/>
                    </a:cubicBezTo>
                    <a:cubicBezTo>
                      <a:pt x="218967" y="1047107"/>
                      <a:pt x="208647" y="1025436"/>
                      <a:pt x="198327" y="1004281"/>
                    </a:cubicBezTo>
                    <a:cubicBezTo>
                      <a:pt x="194716" y="997057"/>
                      <a:pt x="192136" y="993445"/>
                      <a:pt x="183880" y="998089"/>
                    </a:cubicBezTo>
                    <a:cubicBezTo>
                      <a:pt x="147246" y="1017180"/>
                      <a:pt x="108031" y="1024920"/>
                      <a:pt x="67269" y="1025952"/>
                    </a:cubicBezTo>
                    <a:cubicBezTo>
                      <a:pt x="63657" y="1025952"/>
                      <a:pt x="59529" y="1026984"/>
                      <a:pt x="55918" y="1027500"/>
                    </a:cubicBezTo>
                    <a:cubicBezTo>
                      <a:pt x="48694" y="1028532"/>
                      <a:pt x="44050" y="1025952"/>
                      <a:pt x="41470" y="1018212"/>
                    </a:cubicBezTo>
                    <a:cubicBezTo>
                      <a:pt x="21347" y="960939"/>
                      <a:pt x="6384" y="902117"/>
                      <a:pt x="1224" y="841748"/>
                    </a:cubicBezTo>
                    <a:cubicBezTo>
                      <a:pt x="-1872" y="808725"/>
                      <a:pt x="-1356" y="809241"/>
                      <a:pt x="30635" y="797374"/>
                    </a:cubicBezTo>
                    <a:cubicBezTo>
                      <a:pt x="64173" y="784474"/>
                      <a:pt x="98744" y="775703"/>
                      <a:pt x="134862" y="778799"/>
                    </a:cubicBezTo>
                    <a:cubicBezTo>
                      <a:pt x="144150" y="779315"/>
                      <a:pt x="147246" y="775187"/>
                      <a:pt x="147246" y="765899"/>
                    </a:cubicBezTo>
                    <a:cubicBezTo>
                      <a:pt x="147246" y="742680"/>
                      <a:pt x="148278" y="719461"/>
                      <a:pt x="150342" y="696242"/>
                    </a:cubicBezTo>
                    <a:cubicBezTo>
                      <a:pt x="151373" y="685923"/>
                      <a:pt x="150858" y="678699"/>
                      <a:pt x="137442" y="678699"/>
                    </a:cubicBezTo>
                    <a:cubicBezTo>
                      <a:pt x="92552" y="678699"/>
                      <a:pt x="53854" y="657544"/>
                      <a:pt x="14639" y="639485"/>
                    </a:cubicBezTo>
                    <a:cubicBezTo>
                      <a:pt x="7932" y="636389"/>
                      <a:pt x="6384" y="632261"/>
                      <a:pt x="7932" y="625037"/>
                    </a:cubicBezTo>
                    <a:cubicBezTo>
                      <a:pt x="20315" y="558476"/>
                      <a:pt x="40954" y="494495"/>
                      <a:pt x="69333" y="432578"/>
                    </a:cubicBezTo>
                    <a:cubicBezTo>
                      <a:pt x="72945" y="424838"/>
                      <a:pt x="77073" y="421742"/>
                      <a:pt x="86360" y="423806"/>
                    </a:cubicBezTo>
                    <a:cubicBezTo>
                      <a:pt x="107515" y="428450"/>
                      <a:pt x="129186" y="432578"/>
                      <a:pt x="150858" y="436706"/>
                    </a:cubicBezTo>
                    <a:cubicBezTo>
                      <a:pt x="171497" y="440833"/>
                      <a:pt x="188008" y="453733"/>
                      <a:pt x="206583" y="463536"/>
                    </a:cubicBezTo>
                    <a:cubicBezTo>
                      <a:pt x="216903" y="468696"/>
                      <a:pt x="221546" y="467664"/>
                      <a:pt x="227738" y="457345"/>
                    </a:cubicBezTo>
                    <a:cubicBezTo>
                      <a:pt x="239606" y="436706"/>
                      <a:pt x="253021" y="416582"/>
                      <a:pt x="266952" y="396459"/>
                    </a:cubicBezTo>
                    <a:cubicBezTo>
                      <a:pt x="271596" y="389752"/>
                      <a:pt x="271596" y="385108"/>
                      <a:pt x="264373" y="380980"/>
                    </a:cubicBezTo>
                    <a:cubicBezTo>
                      <a:pt x="225158" y="357761"/>
                      <a:pt x="200391" y="320611"/>
                      <a:pt x="175108" y="284492"/>
                    </a:cubicBezTo>
                    <a:cubicBezTo>
                      <a:pt x="170465" y="277785"/>
                      <a:pt x="170981" y="273657"/>
                      <a:pt x="176140" y="267981"/>
                    </a:cubicBezTo>
                    <a:cubicBezTo>
                      <a:pt x="219998" y="216383"/>
                      <a:pt x="270048" y="171493"/>
                      <a:pt x="325258" y="132279"/>
                    </a:cubicBezTo>
                    <a:cubicBezTo>
                      <a:pt x="331966" y="127635"/>
                      <a:pt x="336609" y="126603"/>
                      <a:pt x="343317" y="132795"/>
                    </a:cubicBezTo>
                    <a:cubicBezTo>
                      <a:pt x="360344" y="148274"/>
                      <a:pt x="378404" y="162722"/>
                      <a:pt x="395431" y="178717"/>
                    </a:cubicBezTo>
                    <a:cubicBezTo>
                      <a:pt x="409362" y="191616"/>
                      <a:pt x="416070" y="209160"/>
                      <a:pt x="426389" y="224639"/>
                    </a:cubicBezTo>
                    <a:cubicBezTo>
                      <a:pt x="437741" y="241666"/>
                      <a:pt x="435161" y="240634"/>
                      <a:pt x="451156" y="231347"/>
                    </a:cubicBezTo>
                    <a:cubicBezTo>
                      <a:pt x="470763" y="219995"/>
                      <a:pt x="491403" y="209676"/>
                      <a:pt x="512042" y="200388"/>
                    </a:cubicBezTo>
                    <a:cubicBezTo>
                      <a:pt x="521329" y="196260"/>
                      <a:pt x="522361" y="192132"/>
                      <a:pt x="518233" y="183877"/>
                    </a:cubicBezTo>
                    <a:cubicBezTo>
                      <a:pt x="499142" y="148274"/>
                      <a:pt x="492434" y="109576"/>
                      <a:pt x="491403" y="69846"/>
                    </a:cubicBezTo>
                    <a:cubicBezTo>
                      <a:pt x="491403" y="66234"/>
                      <a:pt x="490371" y="62106"/>
                      <a:pt x="489855" y="58494"/>
                    </a:cubicBezTo>
                    <a:cubicBezTo>
                      <a:pt x="488307" y="50239"/>
                      <a:pt x="491403" y="46111"/>
                      <a:pt x="499658" y="43015"/>
                    </a:cubicBezTo>
                    <a:cubicBezTo>
                      <a:pt x="563123" y="20312"/>
                      <a:pt x="628653" y="6380"/>
                      <a:pt x="695730" y="189"/>
                    </a:cubicBezTo>
                    <a:cubicBezTo>
                      <a:pt x="706049" y="-843"/>
                      <a:pt x="710693" y="2253"/>
                      <a:pt x="713273" y="12056"/>
                    </a:cubicBezTo>
                    <a:cubicBezTo>
                      <a:pt x="715337" y="19796"/>
                      <a:pt x="717917" y="27536"/>
                      <a:pt x="721012" y="35275"/>
                    </a:cubicBezTo>
                    <a:cubicBezTo>
                      <a:pt x="734428" y="67266"/>
                      <a:pt x="741136" y="99772"/>
                      <a:pt x="738556" y="134343"/>
                    </a:cubicBezTo>
                    <a:cubicBezTo>
                      <a:pt x="737524" y="145694"/>
                      <a:pt x="742168" y="148790"/>
                      <a:pt x="753519" y="148790"/>
                    </a:cubicBezTo>
                    <a:cubicBezTo>
                      <a:pt x="775706" y="148274"/>
                      <a:pt x="797893" y="149822"/>
                      <a:pt x="820596" y="151886"/>
                    </a:cubicBezTo>
                    <a:cubicBezTo>
                      <a:pt x="831948" y="152918"/>
                      <a:pt x="838655" y="152402"/>
                      <a:pt x="838655" y="138471"/>
                    </a:cubicBezTo>
                    <a:cubicBezTo>
                      <a:pt x="838655" y="94097"/>
                      <a:pt x="859810" y="55914"/>
                      <a:pt x="877354" y="16700"/>
                    </a:cubicBezTo>
                    <a:cubicBezTo>
                      <a:pt x="880449" y="9476"/>
                      <a:pt x="885093" y="7928"/>
                      <a:pt x="892317" y="9476"/>
                    </a:cubicBezTo>
                    <a:cubicBezTo>
                      <a:pt x="958878" y="21860"/>
                      <a:pt x="1022859" y="42499"/>
                      <a:pt x="1084777" y="70878"/>
                    </a:cubicBezTo>
                    <a:cubicBezTo>
                      <a:pt x="1092000" y="74489"/>
                      <a:pt x="1095096" y="78617"/>
                      <a:pt x="1093032" y="86873"/>
                    </a:cubicBezTo>
                    <a:cubicBezTo>
                      <a:pt x="1088388" y="108544"/>
                      <a:pt x="1084261" y="130731"/>
                      <a:pt x="1079617" y="152402"/>
                    </a:cubicBezTo>
                    <a:cubicBezTo>
                      <a:pt x="1075489" y="172525"/>
                      <a:pt x="1062590" y="189036"/>
                      <a:pt x="1053302" y="206580"/>
                    </a:cubicBezTo>
                    <a:cubicBezTo>
                      <a:pt x="1047626" y="217415"/>
                      <a:pt x="1048658" y="222575"/>
                      <a:pt x="1060010" y="228251"/>
                    </a:cubicBezTo>
                    <a:cubicBezTo>
                      <a:pt x="1080133" y="239602"/>
                      <a:pt x="1099740" y="252502"/>
                      <a:pt x="1118315" y="265917"/>
                    </a:cubicBezTo>
                    <a:cubicBezTo>
                      <a:pt x="1126571" y="272109"/>
                      <a:pt x="1131214" y="271593"/>
                      <a:pt x="1136374" y="262821"/>
                    </a:cubicBezTo>
                    <a:cubicBezTo>
                      <a:pt x="1159077" y="223607"/>
                      <a:pt x="1196744" y="199872"/>
                      <a:pt x="1232346" y="174589"/>
                    </a:cubicBezTo>
                    <a:cubicBezTo>
                      <a:pt x="1238538" y="170461"/>
                      <a:pt x="1242666" y="170977"/>
                      <a:pt x="1247825" y="175621"/>
                    </a:cubicBezTo>
                    <a:cubicBezTo>
                      <a:pt x="1299939" y="219995"/>
                      <a:pt x="1345345" y="270045"/>
                      <a:pt x="1384559" y="325770"/>
                    </a:cubicBezTo>
                    <a:cubicBezTo>
                      <a:pt x="1389203" y="331962"/>
                      <a:pt x="1389719" y="336606"/>
                      <a:pt x="1384043" y="342798"/>
                    </a:cubicBezTo>
                    <a:cubicBezTo>
                      <a:pt x="1368048" y="360857"/>
                      <a:pt x="1352569" y="379432"/>
                      <a:pt x="1336057" y="396975"/>
                    </a:cubicBezTo>
                    <a:cubicBezTo>
                      <a:pt x="1323674" y="409875"/>
                      <a:pt x="1306131" y="417098"/>
                      <a:pt x="1291167" y="426902"/>
                    </a:cubicBezTo>
                    <a:cubicBezTo>
                      <a:pt x="1276720" y="436706"/>
                      <a:pt x="1276720" y="436190"/>
                      <a:pt x="1284976" y="451153"/>
                    </a:cubicBezTo>
                    <a:cubicBezTo>
                      <a:pt x="1295811" y="471792"/>
                      <a:pt x="1306647" y="492431"/>
                      <a:pt x="1316450" y="513070"/>
                    </a:cubicBezTo>
                    <a:cubicBezTo>
                      <a:pt x="1320062" y="520294"/>
                      <a:pt x="1323158" y="523390"/>
                      <a:pt x="1330898" y="519262"/>
                    </a:cubicBezTo>
                    <a:cubicBezTo>
                      <a:pt x="1367532" y="500171"/>
                      <a:pt x="1406746" y="492431"/>
                      <a:pt x="1447509" y="491399"/>
                    </a:cubicBezTo>
                    <a:cubicBezTo>
                      <a:pt x="1451120" y="491399"/>
                      <a:pt x="1455248" y="490367"/>
                      <a:pt x="1458860" y="489851"/>
                    </a:cubicBezTo>
                    <a:cubicBezTo>
                      <a:pt x="1466600" y="488819"/>
                      <a:pt x="1470728" y="491399"/>
                      <a:pt x="1473307" y="499139"/>
                    </a:cubicBezTo>
                    <a:cubicBezTo>
                      <a:pt x="1493431" y="556412"/>
                      <a:pt x="1508394" y="615234"/>
                      <a:pt x="1513554" y="675603"/>
                    </a:cubicBezTo>
                    <a:cubicBezTo>
                      <a:pt x="1513554" y="676635"/>
                      <a:pt x="1513554" y="678183"/>
                      <a:pt x="1514070" y="679215"/>
                    </a:cubicBezTo>
                    <a:cubicBezTo>
                      <a:pt x="1518713" y="714301"/>
                      <a:pt x="1519745" y="706046"/>
                      <a:pt x="1490335" y="717397"/>
                    </a:cubicBezTo>
                    <a:cubicBezTo>
                      <a:pt x="1454732" y="730813"/>
                      <a:pt x="1418614" y="741648"/>
                      <a:pt x="1379916" y="738036"/>
                    </a:cubicBezTo>
                    <a:cubicBezTo>
                      <a:pt x="1371144" y="737004"/>
                      <a:pt x="1368048" y="740616"/>
                      <a:pt x="1367532" y="749904"/>
                    </a:cubicBezTo>
                    <a:cubicBezTo>
                      <a:pt x="1367016" y="774155"/>
                      <a:pt x="1365984" y="797890"/>
                      <a:pt x="1363920" y="822141"/>
                    </a:cubicBezTo>
                    <a:cubicBezTo>
                      <a:pt x="1363404" y="831944"/>
                      <a:pt x="1363920" y="838136"/>
                      <a:pt x="1375788" y="838136"/>
                    </a:cubicBezTo>
                    <a:cubicBezTo>
                      <a:pt x="1420678" y="838136"/>
                      <a:pt x="1459376" y="858775"/>
                      <a:pt x="1498590" y="876834"/>
                    </a:cubicBezTo>
                    <a:cubicBezTo>
                      <a:pt x="1505298" y="879930"/>
                      <a:pt x="1507878" y="883542"/>
                      <a:pt x="1506330" y="891798"/>
                    </a:cubicBezTo>
                    <a:cubicBezTo>
                      <a:pt x="1493947" y="958875"/>
                      <a:pt x="1472791" y="1023372"/>
                      <a:pt x="1444413" y="1085289"/>
                    </a:cubicBezTo>
                    <a:cubicBezTo>
                      <a:pt x="1441317" y="1092513"/>
                      <a:pt x="1437189" y="1094577"/>
                      <a:pt x="1429449" y="1093029"/>
                    </a:cubicBezTo>
                    <a:cubicBezTo>
                      <a:pt x="1386623" y="1085289"/>
                      <a:pt x="1343797" y="1078581"/>
                      <a:pt x="1306647" y="1052783"/>
                    </a:cubicBezTo>
                    <a:cubicBezTo>
                      <a:pt x="1297875" y="1046591"/>
                      <a:pt x="1293231" y="1048655"/>
                      <a:pt x="1287556" y="1057942"/>
                    </a:cubicBezTo>
                    <a:cubicBezTo>
                      <a:pt x="1275688" y="1078581"/>
                      <a:pt x="1262273" y="1098705"/>
                      <a:pt x="1248857" y="1118828"/>
                    </a:cubicBezTo>
                    <a:cubicBezTo>
                      <a:pt x="1244214" y="1125535"/>
                      <a:pt x="1242150" y="1130179"/>
                      <a:pt x="1250405" y="1135339"/>
                    </a:cubicBezTo>
                    <a:cubicBezTo>
                      <a:pt x="1289620" y="1158558"/>
                      <a:pt x="1313871" y="1194676"/>
                      <a:pt x="1339153" y="1230795"/>
                    </a:cubicBezTo>
                    <a:cubicBezTo>
                      <a:pt x="1344313" y="1238018"/>
                      <a:pt x="1343797" y="1242662"/>
                      <a:pt x="1337605" y="1249370"/>
                    </a:cubicBezTo>
                    <a:cubicBezTo>
                      <a:pt x="1293747" y="1300968"/>
                      <a:pt x="1244214" y="1345342"/>
                      <a:pt x="1189004" y="1384040"/>
                    </a:cubicBezTo>
                    <a:cubicBezTo>
                      <a:pt x="1182296" y="1388684"/>
                      <a:pt x="1177652" y="1389716"/>
                      <a:pt x="1170945" y="1383524"/>
                    </a:cubicBezTo>
                    <a:cubicBezTo>
                      <a:pt x="1153918" y="1368045"/>
                      <a:pt x="1135858" y="1353597"/>
                      <a:pt x="1118831" y="1337602"/>
                    </a:cubicBezTo>
                    <a:cubicBezTo>
                      <a:pt x="1104384" y="1324187"/>
                      <a:pt x="1096644" y="1306128"/>
                      <a:pt x="1086840" y="1289616"/>
                    </a:cubicBezTo>
                    <a:cubicBezTo>
                      <a:pt x="1080133" y="1278265"/>
                      <a:pt x="1074973" y="1277749"/>
                      <a:pt x="1064137" y="1284456"/>
                    </a:cubicBezTo>
                    <a:cubicBezTo>
                      <a:pt x="1044530" y="1296324"/>
                      <a:pt x="1023375" y="1306643"/>
                      <a:pt x="1002220" y="1316447"/>
                    </a:cubicBezTo>
                    <a:cubicBezTo>
                      <a:pt x="993449" y="1320575"/>
                      <a:pt x="991385" y="1324703"/>
                      <a:pt x="996028" y="1332958"/>
                    </a:cubicBezTo>
                    <a:cubicBezTo>
                      <a:pt x="1015120" y="1368561"/>
                      <a:pt x="1021827" y="1407259"/>
                      <a:pt x="1022859" y="1446989"/>
                    </a:cubicBezTo>
                    <a:cubicBezTo>
                      <a:pt x="1022859" y="1451117"/>
                      <a:pt x="1023891" y="1455245"/>
                      <a:pt x="1024407" y="1459889"/>
                    </a:cubicBezTo>
                    <a:cubicBezTo>
                      <a:pt x="1025439" y="1466596"/>
                      <a:pt x="1022859" y="1470724"/>
                      <a:pt x="1015636" y="1473304"/>
                    </a:cubicBezTo>
                    <a:cubicBezTo>
                      <a:pt x="970745" y="1493943"/>
                      <a:pt x="870646" y="1516130"/>
                      <a:pt x="817500" y="1518710"/>
                    </a:cubicBezTo>
                    <a:close/>
                    <a:moveTo>
                      <a:pt x="758163" y="1148238"/>
                    </a:moveTo>
                    <a:cubicBezTo>
                      <a:pt x="974357" y="1144627"/>
                      <a:pt x="1145146" y="976418"/>
                      <a:pt x="1145146" y="758675"/>
                    </a:cubicBezTo>
                    <a:cubicBezTo>
                      <a:pt x="1145146" y="542481"/>
                      <a:pt x="974357" y="371176"/>
                      <a:pt x="757131" y="371176"/>
                    </a:cubicBezTo>
                    <a:cubicBezTo>
                      <a:pt x="539904" y="371176"/>
                      <a:pt x="368600" y="542481"/>
                      <a:pt x="368600" y="759707"/>
                    </a:cubicBezTo>
                    <a:cubicBezTo>
                      <a:pt x="369116" y="977966"/>
                      <a:pt x="541452" y="1145659"/>
                      <a:pt x="758163" y="114823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="" xmlns:a16="http://schemas.microsoft.com/office/drawing/2014/main" id="{1CF69320-9037-483C-B337-9C3798F9516C}"/>
                  </a:ext>
                </a:extLst>
              </p:cNvPr>
              <p:cNvGrpSpPr/>
              <p:nvPr/>
            </p:nvGrpSpPr>
            <p:grpSpPr>
              <a:xfrm>
                <a:off x="3563163" y="3556278"/>
                <a:ext cx="1218879" cy="1218879"/>
                <a:chOff x="3264582" y="1870309"/>
                <a:chExt cx="1774962" cy="1774962"/>
              </a:xfrm>
              <a:grpFill/>
            </p:grpSpPr>
            <p:sp>
              <p:nvSpPr>
                <p:cNvPr id="24" name="Freeform: Shape 23">
                  <a:extLst>
                    <a:ext uri="{FF2B5EF4-FFF2-40B4-BE49-F238E27FC236}">
                      <a16:creationId xmlns="" xmlns:a16="http://schemas.microsoft.com/office/drawing/2014/main" id="{E8FAEED8-8E0A-4D16-BC31-1DD02EB1FE84}"/>
                    </a:ext>
                  </a:extLst>
                </p:cNvPr>
                <p:cNvSpPr/>
                <p:nvPr/>
              </p:nvSpPr>
              <p:spPr>
                <a:xfrm>
                  <a:off x="3264582" y="1870309"/>
                  <a:ext cx="1774962" cy="1774962"/>
                </a:xfrm>
                <a:custGeom>
                  <a:avLst/>
                  <a:gdLst>
                    <a:gd name="connsiteX0" fmla="*/ 894776 w 1774962"/>
                    <a:gd name="connsiteY0" fmla="*/ 1775736 h 1774962"/>
                    <a:gd name="connsiteX1" fmla="*/ 852466 w 1774962"/>
                    <a:gd name="connsiteY1" fmla="*/ 1775736 h 1774962"/>
                    <a:gd name="connsiteX2" fmla="*/ 839567 w 1774962"/>
                    <a:gd name="connsiteY2" fmla="*/ 1764901 h 1774962"/>
                    <a:gd name="connsiteX3" fmla="*/ 819960 w 1774962"/>
                    <a:gd name="connsiteY3" fmla="*/ 1666349 h 1774962"/>
                    <a:gd name="connsiteX4" fmla="*/ 822024 w 1774962"/>
                    <a:gd name="connsiteY4" fmla="*/ 1636938 h 1774962"/>
                    <a:gd name="connsiteX5" fmla="*/ 811704 w 1774962"/>
                    <a:gd name="connsiteY5" fmla="*/ 1623523 h 1774962"/>
                    <a:gd name="connsiteX6" fmla="*/ 695093 w 1774962"/>
                    <a:gd name="connsiteY6" fmla="*/ 1601852 h 1774962"/>
                    <a:gd name="connsiteX7" fmla="*/ 680130 w 1774962"/>
                    <a:gd name="connsiteY7" fmla="*/ 1610623 h 1774962"/>
                    <a:gd name="connsiteX8" fmla="*/ 615116 w 1774962"/>
                    <a:gd name="connsiteY8" fmla="*/ 1727234 h 1774962"/>
                    <a:gd name="connsiteX9" fmla="*/ 603765 w 1774962"/>
                    <a:gd name="connsiteY9" fmla="*/ 1730330 h 1774962"/>
                    <a:gd name="connsiteX10" fmla="*/ 512953 w 1774962"/>
                    <a:gd name="connsiteY10" fmla="*/ 1694212 h 1774962"/>
                    <a:gd name="connsiteX11" fmla="*/ 507277 w 1774962"/>
                    <a:gd name="connsiteY11" fmla="*/ 1681828 h 1774962"/>
                    <a:gd name="connsiteX12" fmla="*/ 527400 w 1774962"/>
                    <a:gd name="connsiteY12" fmla="*/ 1583277 h 1774962"/>
                    <a:gd name="connsiteX13" fmla="*/ 541848 w 1774962"/>
                    <a:gd name="connsiteY13" fmla="*/ 1552834 h 1774962"/>
                    <a:gd name="connsiteX14" fmla="*/ 537720 w 1774962"/>
                    <a:gd name="connsiteY14" fmla="*/ 1539418 h 1774962"/>
                    <a:gd name="connsiteX15" fmla="*/ 435041 w 1774962"/>
                    <a:gd name="connsiteY15" fmla="*/ 1472857 h 1774962"/>
                    <a:gd name="connsiteX16" fmla="*/ 420593 w 1774962"/>
                    <a:gd name="connsiteY16" fmla="*/ 1474921 h 1774962"/>
                    <a:gd name="connsiteX17" fmla="*/ 315334 w 1774962"/>
                    <a:gd name="connsiteY17" fmla="*/ 1559026 h 1774962"/>
                    <a:gd name="connsiteX18" fmla="*/ 302950 w 1774962"/>
                    <a:gd name="connsiteY18" fmla="*/ 1557478 h 1774962"/>
                    <a:gd name="connsiteX19" fmla="*/ 233809 w 1774962"/>
                    <a:gd name="connsiteY19" fmla="*/ 1490401 h 1774962"/>
                    <a:gd name="connsiteX20" fmla="*/ 232777 w 1774962"/>
                    <a:gd name="connsiteY20" fmla="*/ 1476985 h 1774962"/>
                    <a:gd name="connsiteX21" fmla="*/ 289019 w 1774962"/>
                    <a:gd name="connsiteY21" fmla="*/ 1393397 h 1774962"/>
                    <a:gd name="connsiteX22" fmla="*/ 312754 w 1774962"/>
                    <a:gd name="connsiteY22" fmla="*/ 1371726 h 1774962"/>
                    <a:gd name="connsiteX23" fmla="*/ 314818 w 1774962"/>
                    <a:gd name="connsiteY23" fmla="*/ 1355731 h 1774962"/>
                    <a:gd name="connsiteX24" fmla="*/ 246193 w 1774962"/>
                    <a:gd name="connsiteY24" fmla="*/ 1255631 h 1774962"/>
                    <a:gd name="connsiteX25" fmla="*/ 230713 w 1774962"/>
                    <a:gd name="connsiteY25" fmla="*/ 1253051 h 1774962"/>
                    <a:gd name="connsiteX26" fmla="*/ 102751 w 1774962"/>
                    <a:gd name="connsiteY26" fmla="*/ 1289685 h 1774962"/>
                    <a:gd name="connsiteX27" fmla="*/ 91916 w 1774962"/>
                    <a:gd name="connsiteY27" fmla="*/ 1282978 h 1774962"/>
                    <a:gd name="connsiteX28" fmla="*/ 53733 w 1774962"/>
                    <a:gd name="connsiteY28" fmla="*/ 1194230 h 1774962"/>
                    <a:gd name="connsiteX29" fmla="*/ 58377 w 1774962"/>
                    <a:gd name="connsiteY29" fmla="*/ 1181330 h 1774962"/>
                    <a:gd name="connsiteX30" fmla="*/ 142481 w 1774962"/>
                    <a:gd name="connsiteY30" fmla="*/ 1125605 h 1774962"/>
                    <a:gd name="connsiteX31" fmla="*/ 173956 w 1774962"/>
                    <a:gd name="connsiteY31" fmla="*/ 1114253 h 1774962"/>
                    <a:gd name="connsiteX32" fmla="*/ 180664 w 1774962"/>
                    <a:gd name="connsiteY32" fmla="*/ 1101870 h 1774962"/>
                    <a:gd name="connsiteX33" fmla="*/ 154865 w 1774962"/>
                    <a:gd name="connsiteY33" fmla="*/ 981131 h 1774962"/>
                    <a:gd name="connsiteX34" fmla="*/ 144029 w 1774962"/>
                    <a:gd name="connsiteY34" fmla="*/ 973391 h 1774962"/>
                    <a:gd name="connsiteX35" fmla="*/ 10391 w 1774962"/>
                    <a:gd name="connsiteY35" fmla="*/ 958428 h 1774962"/>
                    <a:gd name="connsiteX36" fmla="*/ 2135 w 1774962"/>
                    <a:gd name="connsiteY36" fmla="*/ 948624 h 1774962"/>
                    <a:gd name="connsiteX37" fmla="*/ 588 w 1774962"/>
                    <a:gd name="connsiteY37" fmla="*/ 850589 h 1774962"/>
                    <a:gd name="connsiteX38" fmla="*/ 10391 w 1774962"/>
                    <a:gd name="connsiteY38" fmla="*/ 840785 h 1774962"/>
                    <a:gd name="connsiteX39" fmla="*/ 110491 w 1774962"/>
                    <a:gd name="connsiteY39" fmla="*/ 820662 h 1774962"/>
                    <a:gd name="connsiteX40" fmla="*/ 139901 w 1774962"/>
                    <a:gd name="connsiteY40" fmla="*/ 822726 h 1774962"/>
                    <a:gd name="connsiteX41" fmla="*/ 153317 w 1774962"/>
                    <a:gd name="connsiteY41" fmla="*/ 811890 h 1774962"/>
                    <a:gd name="connsiteX42" fmla="*/ 174472 w 1774962"/>
                    <a:gd name="connsiteY42" fmla="*/ 696827 h 1774962"/>
                    <a:gd name="connsiteX43" fmla="*/ 164152 w 1774962"/>
                    <a:gd name="connsiteY43" fmla="*/ 680316 h 1774962"/>
                    <a:gd name="connsiteX44" fmla="*/ 49090 w 1774962"/>
                    <a:gd name="connsiteY44" fmla="*/ 615819 h 1774962"/>
                    <a:gd name="connsiteX45" fmla="*/ 45993 w 1774962"/>
                    <a:gd name="connsiteY45" fmla="*/ 606015 h 1774962"/>
                    <a:gd name="connsiteX46" fmla="*/ 82628 w 1774962"/>
                    <a:gd name="connsiteY46" fmla="*/ 513655 h 1774962"/>
                    <a:gd name="connsiteX47" fmla="*/ 93979 w 1774962"/>
                    <a:gd name="connsiteY47" fmla="*/ 508496 h 1774962"/>
                    <a:gd name="connsiteX48" fmla="*/ 224006 w 1774962"/>
                    <a:gd name="connsiteY48" fmla="*/ 543066 h 1774962"/>
                    <a:gd name="connsiteX49" fmla="*/ 236905 w 1774962"/>
                    <a:gd name="connsiteY49" fmla="*/ 538938 h 1774962"/>
                    <a:gd name="connsiteX50" fmla="*/ 302434 w 1774962"/>
                    <a:gd name="connsiteY50" fmla="*/ 437291 h 1774962"/>
                    <a:gd name="connsiteX51" fmla="*/ 302950 w 1774962"/>
                    <a:gd name="connsiteY51" fmla="*/ 423359 h 1774962"/>
                    <a:gd name="connsiteX52" fmla="*/ 238453 w 1774962"/>
                    <a:gd name="connsiteY52" fmla="*/ 346995 h 1774962"/>
                    <a:gd name="connsiteX53" fmla="*/ 228650 w 1774962"/>
                    <a:gd name="connsiteY53" fmla="*/ 333063 h 1774962"/>
                    <a:gd name="connsiteX54" fmla="*/ 230713 w 1774962"/>
                    <a:gd name="connsiteY54" fmla="*/ 290237 h 1774962"/>
                    <a:gd name="connsiteX55" fmla="*/ 283859 w 1774962"/>
                    <a:gd name="connsiteY55" fmla="*/ 236060 h 1774962"/>
                    <a:gd name="connsiteX56" fmla="*/ 300370 w 1774962"/>
                    <a:gd name="connsiteY56" fmla="*/ 234512 h 1774962"/>
                    <a:gd name="connsiteX57" fmla="*/ 380863 w 1774962"/>
                    <a:gd name="connsiteY57" fmla="*/ 288173 h 1774962"/>
                    <a:gd name="connsiteX58" fmla="*/ 403050 w 1774962"/>
                    <a:gd name="connsiteY58" fmla="*/ 311392 h 1774962"/>
                    <a:gd name="connsiteX59" fmla="*/ 422141 w 1774962"/>
                    <a:gd name="connsiteY59" fmla="*/ 313972 h 1774962"/>
                    <a:gd name="connsiteX60" fmla="*/ 519661 w 1774962"/>
                    <a:gd name="connsiteY60" fmla="*/ 246895 h 1774962"/>
                    <a:gd name="connsiteX61" fmla="*/ 524820 w 1774962"/>
                    <a:gd name="connsiteY61" fmla="*/ 233996 h 1774962"/>
                    <a:gd name="connsiteX62" fmla="*/ 492314 w 1774962"/>
                    <a:gd name="connsiteY62" fmla="*/ 127704 h 1774962"/>
                    <a:gd name="connsiteX63" fmla="*/ 514501 w 1774962"/>
                    <a:gd name="connsiteY63" fmla="*/ 82298 h 1774962"/>
                    <a:gd name="connsiteX64" fmla="*/ 578482 w 1774962"/>
                    <a:gd name="connsiteY64" fmla="*/ 55468 h 1774962"/>
                    <a:gd name="connsiteX65" fmla="*/ 595509 w 1774962"/>
                    <a:gd name="connsiteY65" fmla="*/ 60111 h 1774962"/>
                    <a:gd name="connsiteX66" fmla="*/ 648655 w 1774962"/>
                    <a:gd name="connsiteY66" fmla="*/ 139572 h 1774962"/>
                    <a:gd name="connsiteX67" fmla="*/ 661039 w 1774962"/>
                    <a:gd name="connsiteY67" fmla="*/ 172078 h 1774962"/>
                    <a:gd name="connsiteX68" fmla="*/ 675486 w 1774962"/>
                    <a:gd name="connsiteY68" fmla="*/ 180334 h 1774962"/>
                    <a:gd name="connsiteX69" fmla="*/ 792613 w 1774962"/>
                    <a:gd name="connsiteY69" fmla="*/ 155567 h 1774962"/>
                    <a:gd name="connsiteX70" fmla="*/ 801900 w 1774962"/>
                    <a:gd name="connsiteY70" fmla="*/ 143700 h 1774962"/>
                    <a:gd name="connsiteX71" fmla="*/ 816864 w 1774962"/>
                    <a:gd name="connsiteY71" fmla="*/ 11094 h 1774962"/>
                    <a:gd name="connsiteX72" fmla="*/ 826151 w 1774962"/>
                    <a:gd name="connsiteY72" fmla="*/ 2322 h 1774962"/>
                    <a:gd name="connsiteX73" fmla="*/ 925219 w 1774962"/>
                    <a:gd name="connsiteY73" fmla="*/ 774 h 1774962"/>
                    <a:gd name="connsiteX74" fmla="*/ 934507 w 1774962"/>
                    <a:gd name="connsiteY74" fmla="*/ 10062 h 1774962"/>
                    <a:gd name="connsiteX75" fmla="*/ 954114 w 1774962"/>
                    <a:gd name="connsiteY75" fmla="*/ 111193 h 1774962"/>
                    <a:gd name="connsiteX76" fmla="*/ 952050 w 1774962"/>
                    <a:gd name="connsiteY76" fmla="*/ 140604 h 1774962"/>
                    <a:gd name="connsiteX77" fmla="*/ 962369 w 1774962"/>
                    <a:gd name="connsiteY77" fmla="*/ 152987 h 1774962"/>
                    <a:gd name="connsiteX78" fmla="*/ 1078980 w 1774962"/>
                    <a:gd name="connsiteY78" fmla="*/ 174658 h 1774962"/>
                    <a:gd name="connsiteX79" fmla="*/ 1093428 w 1774962"/>
                    <a:gd name="connsiteY79" fmla="*/ 168467 h 1774962"/>
                    <a:gd name="connsiteX80" fmla="*/ 1147089 w 1774962"/>
                    <a:gd name="connsiteY80" fmla="*/ 69399 h 1774962"/>
                    <a:gd name="connsiteX81" fmla="*/ 1192495 w 1774962"/>
                    <a:gd name="connsiteY81" fmla="*/ 54436 h 1774962"/>
                    <a:gd name="connsiteX82" fmla="*/ 1258024 w 1774962"/>
                    <a:gd name="connsiteY82" fmla="*/ 81266 h 1774962"/>
                    <a:gd name="connsiteX83" fmla="*/ 1267312 w 1774962"/>
                    <a:gd name="connsiteY83" fmla="*/ 96746 h 1774962"/>
                    <a:gd name="connsiteX84" fmla="*/ 1247705 w 1774962"/>
                    <a:gd name="connsiteY84" fmla="*/ 192718 h 1774962"/>
                    <a:gd name="connsiteX85" fmla="*/ 1233258 w 1774962"/>
                    <a:gd name="connsiteY85" fmla="*/ 224192 h 1774962"/>
                    <a:gd name="connsiteX86" fmla="*/ 1237385 w 1774962"/>
                    <a:gd name="connsiteY86" fmla="*/ 237608 h 1774962"/>
                    <a:gd name="connsiteX87" fmla="*/ 1340065 w 1774962"/>
                    <a:gd name="connsiteY87" fmla="*/ 304169 h 1774962"/>
                    <a:gd name="connsiteX88" fmla="*/ 1354512 w 1774962"/>
                    <a:gd name="connsiteY88" fmla="*/ 302621 h 1774962"/>
                    <a:gd name="connsiteX89" fmla="*/ 1459771 w 1774962"/>
                    <a:gd name="connsiteY89" fmla="*/ 218516 h 1774962"/>
                    <a:gd name="connsiteX90" fmla="*/ 1472155 w 1774962"/>
                    <a:gd name="connsiteY90" fmla="*/ 220064 h 1774962"/>
                    <a:gd name="connsiteX91" fmla="*/ 1541296 w 1774962"/>
                    <a:gd name="connsiteY91" fmla="*/ 287657 h 1774962"/>
                    <a:gd name="connsiteX92" fmla="*/ 1542328 w 1774962"/>
                    <a:gd name="connsiteY92" fmla="*/ 301073 h 1774962"/>
                    <a:gd name="connsiteX93" fmla="*/ 1485570 w 1774962"/>
                    <a:gd name="connsiteY93" fmla="*/ 385693 h 1774962"/>
                    <a:gd name="connsiteX94" fmla="*/ 1462868 w 1774962"/>
                    <a:gd name="connsiteY94" fmla="*/ 406332 h 1774962"/>
                    <a:gd name="connsiteX95" fmla="*/ 1460803 w 1774962"/>
                    <a:gd name="connsiteY95" fmla="*/ 422327 h 1774962"/>
                    <a:gd name="connsiteX96" fmla="*/ 1529428 w 1774962"/>
                    <a:gd name="connsiteY96" fmla="*/ 522427 h 1774962"/>
                    <a:gd name="connsiteX97" fmla="*/ 1544908 w 1774962"/>
                    <a:gd name="connsiteY97" fmla="*/ 525007 h 1774962"/>
                    <a:gd name="connsiteX98" fmla="*/ 1672870 w 1774962"/>
                    <a:gd name="connsiteY98" fmla="*/ 488373 h 1774962"/>
                    <a:gd name="connsiteX99" fmla="*/ 1683706 w 1774962"/>
                    <a:gd name="connsiteY99" fmla="*/ 495080 h 1774962"/>
                    <a:gd name="connsiteX100" fmla="*/ 1721888 w 1774962"/>
                    <a:gd name="connsiteY100" fmla="*/ 583828 h 1774962"/>
                    <a:gd name="connsiteX101" fmla="*/ 1717244 w 1774962"/>
                    <a:gd name="connsiteY101" fmla="*/ 596728 h 1774962"/>
                    <a:gd name="connsiteX102" fmla="*/ 1633140 w 1774962"/>
                    <a:gd name="connsiteY102" fmla="*/ 652453 h 1774962"/>
                    <a:gd name="connsiteX103" fmla="*/ 1601665 w 1774962"/>
                    <a:gd name="connsiteY103" fmla="*/ 663805 h 1774962"/>
                    <a:gd name="connsiteX104" fmla="*/ 1594958 w 1774962"/>
                    <a:gd name="connsiteY104" fmla="*/ 676188 h 1774962"/>
                    <a:gd name="connsiteX105" fmla="*/ 1620241 w 1774962"/>
                    <a:gd name="connsiteY105" fmla="*/ 795895 h 1774962"/>
                    <a:gd name="connsiteX106" fmla="*/ 1631076 w 1774962"/>
                    <a:gd name="connsiteY106" fmla="*/ 804667 h 1774962"/>
                    <a:gd name="connsiteX107" fmla="*/ 1763682 w 1774962"/>
                    <a:gd name="connsiteY107" fmla="*/ 819630 h 1774962"/>
                    <a:gd name="connsiteX108" fmla="*/ 1773486 w 1774962"/>
                    <a:gd name="connsiteY108" fmla="*/ 829950 h 1774962"/>
                    <a:gd name="connsiteX109" fmla="*/ 1775034 w 1774962"/>
                    <a:gd name="connsiteY109" fmla="*/ 927985 h 1774962"/>
                    <a:gd name="connsiteX110" fmla="*/ 1766262 w 1774962"/>
                    <a:gd name="connsiteY110" fmla="*/ 937273 h 1774962"/>
                    <a:gd name="connsiteX111" fmla="*/ 1663583 w 1774962"/>
                    <a:gd name="connsiteY111" fmla="*/ 957396 h 1774962"/>
                    <a:gd name="connsiteX112" fmla="*/ 1636752 w 1774962"/>
                    <a:gd name="connsiteY112" fmla="*/ 955332 h 1774962"/>
                    <a:gd name="connsiteX113" fmla="*/ 1622304 w 1774962"/>
                    <a:gd name="connsiteY113" fmla="*/ 966684 h 1774962"/>
                    <a:gd name="connsiteX114" fmla="*/ 1601149 w 1774962"/>
                    <a:gd name="connsiteY114" fmla="*/ 1081746 h 1774962"/>
                    <a:gd name="connsiteX115" fmla="*/ 1610437 w 1774962"/>
                    <a:gd name="connsiteY115" fmla="*/ 1097742 h 1774962"/>
                    <a:gd name="connsiteX116" fmla="*/ 1726016 w 1774962"/>
                    <a:gd name="connsiteY116" fmla="*/ 1161723 h 1774962"/>
                    <a:gd name="connsiteX117" fmla="*/ 1729112 w 1774962"/>
                    <a:gd name="connsiteY117" fmla="*/ 1174107 h 1774962"/>
                    <a:gd name="connsiteX118" fmla="*/ 1693509 w 1774962"/>
                    <a:gd name="connsiteY118" fmla="*/ 1263887 h 1774962"/>
                    <a:gd name="connsiteX119" fmla="*/ 1681126 w 1774962"/>
                    <a:gd name="connsiteY119" fmla="*/ 1270078 h 1774962"/>
                    <a:gd name="connsiteX120" fmla="*/ 1581542 w 1774962"/>
                    <a:gd name="connsiteY120" fmla="*/ 1249955 h 1774962"/>
                    <a:gd name="connsiteX121" fmla="*/ 1552647 w 1774962"/>
                    <a:gd name="connsiteY121" fmla="*/ 1236024 h 1774962"/>
                    <a:gd name="connsiteX122" fmla="*/ 1538200 w 1774962"/>
                    <a:gd name="connsiteY122" fmla="*/ 1240152 h 1774962"/>
                    <a:gd name="connsiteX123" fmla="*/ 1473187 w 1774962"/>
                    <a:gd name="connsiteY123" fmla="*/ 1340767 h 1774962"/>
                    <a:gd name="connsiteX124" fmla="*/ 1475251 w 1774962"/>
                    <a:gd name="connsiteY124" fmla="*/ 1358310 h 1774962"/>
                    <a:gd name="connsiteX125" fmla="*/ 1535104 w 1774962"/>
                    <a:gd name="connsiteY125" fmla="*/ 1430031 h 1774962"/>
                    <a:gd name="connsiteX126" fmla="*/ 1545424 w 1774962"/>
                    <a:gd name="connsiteY126" fmla="*/ 1444995 h 1774962"/>
                    <a:gd name="connsiteX127" fmla="*/ 1542844 w 1774962"/>
                    <a:gd name="connsiteY127" fmla="*/ 1489885 h 1774962"/>
                    <a:gd name="connsiteX128" fmla="*/ 1491246 w 1774962"/>
                    <a:gd name="connsiteY128" fmla="*/ 1542514 h 1774962"/>
                    <a:gd name="connsiteX129" fmla="*/ 1472155 w 1774962"/>
                    <a:gd name="connsiteY129" fmla="*/ 1544062 h 1774962"/>
                    <a:gd name="connsiteX130" fmla="*/ 1393726 w 1774962"/>
                    <a:gd name="connsiteY130" fmla="*/ 1491948 h 1774962"/>
                    <a:gd name="connsiteX131" fmla="*/ 1369992 w 1774962"/>
                    <a:gd name="connsiteY131" fmla="*/ 1466666 h 1774962"/>
                    <a:gd name="connsiteX132" fmla="*/ 1352964 w 1774962"/>
                    <a:gd name="connsiteY132" fmla="*/ 1464602 h 1774962"/>
                    <a:gd name="connsiteX133" fmla="*/ 1254413 w 1774962"/>
                    <a:gd name="connsiteY133" fmla="*/ 1532711 h 1774962"/>
                    <a:gd name="connsiteX134" fmla="*/ 1248737 w 1774962"/>
                    <a:gd name="connsiteY134" fmla="*/ 1544578 h 1774962"/>
                    <a:gd name="connsiteX135" fmla="*/ 1284339 w 1774962"/>
                    <a:gd name="connsiteY135" fmla="*/ 1662221 h 1774962"/>
                    <a:gd name="connsiteX136" fmla="*/ 1268860 w 1774962"/>
                    <a:gd name="connsiteY136" fmla="*/ 1693180 h 1774962"/>
                    <a:gd name="connsiteX137" fmla="*/ 1195591 w 1774962"/>
                    <a:gd name="connsiteY137" fmla="*/ 1724654 h 1774962"/>
                    <a:gd name="connsiteX138" fmla="*/ 1178564 w 1774962"/>
                    <a:gd name="connsiteY138" fmla="*/ 1719495 h 1774962"/>
                    <a:gd name="connsiteX139" fmla="*/ 1125418 w 1774962"/>
                    <a:gd name="connsiteY139" fmla="*/ 1640034 h 1774962"/>
                    <a:gd name="connsiteX140" fmla="*/ 1113035 w 1774962"/>
                    <a:gd name="connsiteY140" fmla="*/ 1606496 h 1774962"/>
                    <a:gd name="connsiteX141" fmla="*/ 1099619 w 1774962"/>
                    <a:gd name="connsiteY141" fmla="*/ 1599272 h 1774962"/>
                    <a:gd name="connsiteX142" fmla="*/ 979913 w 1774962"/>
                    <a:gd name="connsiteY142" fmla="*/ 1624555 h 1774962"/>
                    <a:gd name="connsiteX143" fmla="*/ 972173 w 1774962"/>
                    <a:gd name="connsiteY143" fmla="*/ 1634874 h 1774962"/>
                    <a:gd name="connsiteX144" fmla="*/ 957726 w 1774962"/>
                    <a:gd name="connsiteY144" fmla="*/ 1767481 h 1774962"/>
                    <a:gd name="connsiteX145" fmla="*/ 945858 w 1774962"/>
                    <a:gd name="connsiteY145" fmla="*/ 1777800 h 1774962"/>
                    <a:gd name="connsiteX146" fmla="*/ 895808 w 1774962"/>
                    <a:gd name="connsiteY146" fmla="*/ 1779864 h 1774962"/>
                    <a:gd name="connsiteX147" fmla="*/ 894776 w 1774962"/>
                    <a:gd name="connsiteY147" fmla="*/ 1775736 h 1774962"/>
                    <a:gd name="connsiteX148" fmla="*/ 890648 w 1774962"/>
                    <a:gd name="connsiteY148" fmla="*/ 1454798 h 1774962"/>
                    <a:gd name="connsiteX149" fmla="*/ 1452548 w 1774962"/>
                    <a:gd name="connsiteY149" fmla="*/ 884127 h 1774962"/>
                    <a:gd name="connsiteX150" fmla="*/ 881361 w 1774962"/>
                    <a:gd name="connsiteY150" fmla="*/ 322228 h 1774962"/>
                    <a:gd name="connsiteX151" fmla="*/ 320494 w 1774962"/>
                    <a:gd name="connsiteY151" fmla="*/ 893415 h 1774962"/>
                    <a:gd name="connsiteX152" fmla="*/ 890648 w 1774962"/>
                    <a:gd name="connsiteY152" fmla="*/ 1454798 h 1774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</a:cxnLst>
                  <a:rect l="l" t="t" r="r" b="b"/>
                  <a:pathLst>
                    <a:path w="1774962" h="1774962">
                      <a:moveTo>
                        <a:pt x="894776" y="1775736"/>
                      </a:moveTo>
                      <a:cubicBezTo>
                        <a:pt x="880845" y="1775736"/>
                        <a:pt x="866397" y="1775736"/>
                        <a:pt x="852466" y="1775736"/>
                      </a:cubicBezTo>
                      <a:cubicBezTo>
                        <a:pt x="844726" y="1775736"/>
                        <a:pt x="840599" y="1772640"/>
                        <a:pt x="839567" y="1764901"/>
                      </a:cubicBezTo>
                      <a:cubicBezTo>
                        <a:pt x="833375" y="1731878"/>
                        <a:pt x="826151" y="1699371"/>
                        <a:pt x="819960" y="1666349"/>
                      </a:cubicBezTo>
                      <a:cubicBezTo>
                        <a:pt x="817896" y="1656545"/>
                        <a:pt x="820992" y="1646742"/>
                        <a:pt x="822024" y="1636938"/>
                      </a:cubicBezTo>
                      <a:cubicBezTo>
                        <a:pt x="823056" y="1628682"/>
                        <a:pt x="820992" y="1624555"/>
                        <a:pt x="811704" y="1623523"/>
                      </a:cubicBezTo>
                      <a:cubicBezTo>
                        <a:pt x="772490" y="1619395"/>
                        <a:pt x="733275" y="1612171"/>
                        <a:pt x="695093" y="1601852"/>
                      </a:cubicBezTo>
                      <a:cubicBezTo>
                        <a:pt x="686837" y="1599788"/>
                        <a:pt x="682194" y="1602368"/>
                        <a:pt x="680130" y="1610623"/>
                      </a:cubicBezTo>
                      <a:cubicBezTo>
                        <a:pt x="669294" y="1655513"/>
                        <a:pt x="636788" y="1688020"/>
                        <a:pt x="615116" y="1727234"/>
                      </a:cubicBezTo>
                      <a:cubicBezTo>
                        <a:pt x="612537" y="1731878"/>
                        <a:pt x="608409" y="1731878"/>
                        <a:pt x="603765" y="1730330"/>
                      </a:cubicBezTo>
                      <a:cubicBezTo>
                        <a:pt x="572807" y="1720011"/>
                        <a:pt x="542364" y="1707627"/>
                        <a:pt x="512953" y="1694212"/>
                      </a:cubicBezTo>
                      <a:cubicBezTo>
                        <a:pt x="506761" y="1691632"/>
                        <a:pt x="506245" y="1686988"/>
                        <a:pt x="507277" y="1681828"/>
                      </a:cubicBezTo>
                      <a:cubicBezTo>
                        <a:pt x="513985" y="1648806"/>
                        <a:pt x="519661" y="1615783"/>
                        <a:pt x="527400" y="1583277"/>
                      </a:cubicBezTo>
                      <a:cubicBezTo>
                        <a:pt x="529980" y="1572441"/>
                        <a:pt x="536172" y="1562637"/>
                        <a:pt x="541848" y="1552834"/>
                      </a:cubicBezTo>
                      <a:cubicBezTo>
                        <a:pt x="545460" y="1546642"/>
                        <a:pt x="544428" y="1543030"/>
                        <a:pt x="537720" y="1539418"/>
                      </a:cubicBezTo>
                      <a:cubicBezTo>
                        <a:pt x="501601" y="1520327"/>
                        <a:pt x="467547" y="1497624"/>
                        <a:pt x="435041" y="1472857"/>
                      </a:cubicBezTo>
                      <a:cubicBezTo>
                        <a:pt x="429365" y="1468214"/>
                        <a:pt x="425237" y="1468214"/>
                        <a:pt x="420593" y="1474921"/>
                      </a:cubicBezTo>
                      <a:cubicBezTo>
                        <a:pt x="393762" y="1512588"/>
                        <a:pt x="350936" y="1531163"/>
                        <a:pt x="315334" y="1559026"/>
                      </a:cubicBezTo>
                      <a:cubicBezTo>
                        <a:pt x="310690" y="1562637"/>
                        <a:pt x="307078" y="1561090"/>
                        <a:pt x="302950" y="1557478"/>
                      </a:cubicBezTo>
                      <a:cubicBezTo>
                        <a:pt x="278699" y="1536323"/>
                        <a:pt x="255996" y="1513104"/>
                        <a:pt x="233809" y="1490401"/>
                      </a:cubicBezTo>
                      <a:cubicBezTo>
                        <a:pt x="229682" y="1485757"/>
                        <a:pt x="229165" y="1482145"/>
                        <a:pt x="232777" y="1476985"/>
                      </a:cubicBezTo>
                      <a:cubicBezTo>
                        <a:pt x="251352" y="1449122"/>
                        <a:pt x="269928" y="1421260"/>
                        <a:pt x="289019" y="1393397"/>
                      </a:cubicBezTo>
                      <a:cubicBezTo>
                        <a:pt x="295210" y="1384625"/>
                        <a:pt x="304498" y="1378949"/>
                        <a:pt x="312754" y="1371726"/>
                      </a:cubicBezTo>
                      <a:cubicBezTo>
                        <a:pt x="318946" y="1366566"/>
                        <a:pt x="319978" y="1361922"/>
                        <a:pt x="314818" y="1355731"/>
                      </a:cubicBezTo>
                      <a:cubicBezTo>
                        <a:pt x="289535" y="1324256"/>
                        <a:pt x="266316" y="1291233"/>
                        <a:pt x="246193" y="1255631"/>
                      </a:cubicBezTo>
                      <a:cubicBezTo>
                        <a:pt x="241549" y="1247375"/>
                        <a:pt x="236905" y="1248923"/>
                        <a:pt x="230713" y="1253051"/>
                      </a:cubicBezTo>
                      <a:cubicBezTo>
                        <a:pt x="191499" y="1277302"/>
                        <a:pt x="145577" y="1277818"/>
                        <a:pt x="102751" y="1289685"/>
                      </a:cubicBezTo>
                      <a:cubicBezTo>
                        <a:pt x="97075" y="1291233"/>
                        <a:pt x="93979" y="1288137"/>
                        <a:pt x="91916" y="1282978"/>
                      </a:cubicBezTo>
                      <a:cubicBezTo>
                        <a:pt x="77984" y="1254083"/>
                        <a:pt x="65085" y="1224156"/>
                        <a:pt x="53733" y="1194230"/>
                      </a:cubicBezTo>
                      <a:cubicBezTo>
                        <a:pt x="51669" y="1188038"/>
                        <a:pt x="53217" y="1184426"/>
                        <a:pt x="58377" y="1181330"/>
                      </a:cubicBezTo>
                      <a:cubicBezTo>
                        <a:pt x="86240" y="1162755"/>
                        <a:pt x="113587" y="1143664"/>
                        <a:pt x="142481" y="1125605"/>
                      </a:cubicBezTo>
                      <a:cubicBezTo>
                        <a:pt x="151769" y="1119929"/>
                        <a:pt x="163120" y="1117349"/>
                        <a:pt x="173956" y="1114253"/>
                      </a:cubicBezTo>
                      <a:cubicBezTo>
                        <a:pt x="180664" y="1112189"/>
                        <a:pt x="182727" y="1109093"/>
                        <a:pt x="180664" y="1101870"/>
                      </a:cubicBezTo>
                      <a:cubicBezTo>
                        <a:pt x="168796" y="1062139"/>
                        <a:pt x="160541" y="1021893"/>
                        <a:pt x="154865" y="981131"/>
                      </a:cubicBezTo>
                      <a:cubicBezTo>
                        <a:pt x="153833" y="974423"/>
                        <a:pt x="150737" y="972359"/>
                        <a:pt x="144029" y="973391"/>
                      </a:cubicBezTo>
                      <a:cubicBezTo>
                        <a:pt x="98107" y="981131"/>
                        <a:pt x="54765" y="963588"/>
                        <a:pt x="10391" y="958428"/>
                      </a:cubicBezTo>
                      <a:cubicBezTo>
                        <a:pt x="4715" y="957912"/>
                        <a:pt x="2652" y="954300"/>
                        <a:pt x="2135" y="948624"/>
                      </a:cubicBezTo>
                      <a:cubicBezTo>
                        <a:pt x="-960" y="916118"/>
                        <a:pt x="72" y="883611"/>
                        <a:pt x="588" y="850589"/>
                      </a:cubicBezTo>
                      <a:cubicBezTo>
                        <a:pt x="588" y="844397"/>
                        <a:pt x="4715" y="841817"/>
                        <a:pt x="10391" y="840785"/>
                      </a:cubicBezTo>
                      <a:cubicBezTo>
                        <a:pt x="43930" y="834077"/>
                        <a:pt x="76952" y="827370"/>
                        <a:pt x="110491" y="820662"/>
                      </a:cubicBezTo>
                      <a:cubicBezTo>
                        <a:pt x="120294" y="818598"/>
                        <a:pt x="130098" y="821694"/>
                        <a:pt x="139901" y="822726"/>
                      </a:cubicBezTo>
                      <a:cubicBezTo>
                        <a:pt x="148157" y="823758"/>
                        <a:pt x="152285" y="820662"/>
                        <a:pt x="153317" y="811890"/>
                      </a:cubicBezTo>
                      <a:cubicBezTo>
                        <a:pt x="157445" y="773192"/>
                        <a:pt x="164668" y="734494"/>
                        <a:pt x="174472" y="696827"/>
                      </a:cubicBezTo>
                      <a:cubicBezTo>
                        <a:pt x="177052" y="687024"/>
                        <a:pt x="173440" y="682380"/>
                        <a:pt x="164152" y="680316"/>
                      </a:cubicBezTo>
                      <a:cubicBezTo>
                        <a:pt x="120294" y="668965"/>
                        <a:pt x="87272" y="636974"/>
                        <a:pt x="49090" y="615819"/>
                      </a:cubicBezTo>
                      <a:cubicBezTo>
                        <a:pt x="44961" y="613755"/>
                        <a:pt x="44961" y="610143"/>
                        <a:pt x="45993" y="606015"/>
                      </a:cubicBezTo>
                      <a:cubicBezTo>
                        <a:pt x="56313" y="574541"/>
                        <a:pt x="69212" y="544098"/>
                        <a:pt x="82628" y="513655"/>
                      </a:cubicBezTo>
                      <a:cubicBezTo>
                        <a:pt x="85208" y="507980"/>
                        <a:pt x="89336" y="506948"/>
                        <a:pt x="93979" y="508496"/>
                      </a:cubicBezTo>
                      <a:cubicBezTo>
                        <a:pt x="137322" y="519847"/>
                        <a:pt x="183760" y="518815"/>
                        <a:pt x="224006" y="543066"/>
                      </a:cubicBezTo>
                      <a:cubicBezTo>
                        <a:pt x="230713" y="547194"/>
                        <a:pt x="233809" y="544614"/>
                        <a:pt x="236905" y="538938"/>
                      </a:cubicBezTo>
                      <a:cubicBezTo>
                        <a:pt x="255996" y="503336"/>
                        <a:pt x="278183" y="469281"/>
                        <a:pt x="302434" y="437291"/>
                      </a:cubicBezTo>
                      <a:cubicBezTo>
                        <a:pt x="305530" y="433163"/>
                        <a:pt x="310690" y="428519"/>
                        <a:pt x="302950" y="423359"/>
                      </a:cubicBezTo>
                      <a:cubicBezTo>
                        <a:pt x="273540" y="404268"/>
                        <a:pt x="258576" y="373826"/>
                        <a:pt x="238453" y="346995"/>
                      </a:cubicBezTo>
                      <a:cubicBezTo>
                        <a:pt x="234841" y="342351"/>
                        <a:pt x="232262" y="337707"/>
                        <a:pt x="228650" y="333063"/>
                      </a:cubicBezTo>
                      <a:cubicBezTo>
                        <a:pt x="212654" y="310360"/>
                        <a:pt x="212138" y="309844"/>
                        <a:pt x="230713" y="290237"/>
                      </a:cubicBezTo>
                      <a:cubicBezTo>
                        <a:pt x="248257" y="271662"/>
                        <a:pt x="266316" y="254119"/>
                        <a:pt x="283859" y="236060"/>
                      </a:cubicBezTo>
                      <a:cubicBezTo>
                        <a:pt x="289535" y="230384"/>
                        <a:pt x="294179" y="229868"/>
                        <a:pt x="300370" y="234512"/>
                      </a:cubicBezTo>
                      <a:cubicBezTo>
                        <a:pt x="327201" y="252571"/>
                        <a:pt x="354032" y="270114"/>
                        <a:pt x="380863" y="288173"/>
                      </a:cubicBezTo>
                      <a:cubicBezTo>
                        <a:pt x="390150" y="294365"/>
                        <a:pt x="396342" y="303137"/>
                        <a:pt x="403050" y="311392"/>
                      </a:cubicBezTo>
                      <a:cubicBezTo>
                        <a:pt x="408726" y="319132"/>
                        <a:pt x="413885" y="320680"/>
                        <a:pt x="422141" y="313972"/>
                      </a:cubicBezTo>
                      <a:cubicBezTo>
                        <a:pt x="452584" y="288689"/>
                        <a:pt x="485606" y="266502"/>
                        <a:pt x="519661" y="246895"/>
                      </a:cubicBezTo>
                      <a:cubicBezTo>
                        <a:pt x="524820" y="243799"/>
                        <a:pt x="529464" y="240703"/>
                        <a:pt x="524820" y="233996"/>
                      </a:cubicBezTo>
                      <a:cubicBezTo>
                        <a:pt x="502633" y="202005"/>
                        <a:pt x="501086" y="163823"/>
                        <a:pt x="492314" y="127704"/>
                      </a:cubicBezTo>
                      <a:cubicBezTo>
                        <a:pt x="484574" y="96230"/>
                        <a:pt x="485606" y="96746"/>
                        <a:pt x="514501" y="82298"/>
                      </a:cubicBezTo>
                      <a:cubicBezTo>
                        <a:pt x="535140" y="71979"/>
                        <a:pt x="557327" y="64239"/>
                        <a:pt x="578482" y="55468"/>
                      </a:cubicBezTo>
                      <a:cubicBezTo>
                        <a:pt x="586222" y="52372"/>
                        <a:pt x="590866" y="52888"/>
                        <a:pt x="595509" y="60111"/>
                      </a:cubicBezTo>
                      <a:cubicBezTo>
                        <a:pt x="613053" y="86942"/>
                        <a:pt x="630596" y="113257"/>
                        <a:pt x="648655" y="139572"/>
                      </a:cubicBezTo>
                      <a:cubicBezTo>
                        <a:pt x="655363" y="149375"/>
                        <a:pt x="657427" y="160727"/>
                        <a:pt x="661039" y="172078"/>
                      </a:cubicBezTo>
                      <a:cubicBezTo>
                        <a:pt x="663618" y="180334"/>
                        <a:pt x="667230" y="182914"/>
                        <a:pt x="675486" y="180334"/>
                      </a:cubicBezTo>
                      <a:cubicBezTo>
                        <a:pt x="713668" y="168983"/>
                        <a:pt x="752882" y="160727"/>
                        <a:pt x="792613" y="155567"/>
                      </a:cubicBezTo>
                      <a:cubicBezTo>
                        <a:pt x="800352" y="154535"/>
                        <a:pt x="802932" y="151439"/>
                        <a:pt x="801900" y="143700"/>
                      </a:cubicBezTo>
                      <a:cubicBezTo>
                        <a:pt x="795193" y="98294"/>
                        <a:pt x="811704" y="55468"/>
                        <a:pt x="816864" y="11094"/>
                      </a:cubicBezTo>
                      <a:cubicBezTo>
                        <a:pt x="817380" y="5934"/>
                        <a:pt x="820476" y="2838"/>
                        <a:pt x="826151" y="2322"/>
                      </a:cubicBezTo>
                      <a:cubicBezTo>
                        <a:pt x="859174" y="-1290"/>
                        <a:pt x="892196" y="258"/>
                        <a:pt x="925219" y="774"/>
                      </a:cubicBezTo>
                      <a:cubicBezTo>
                        <a:pt x="930895" y="774"/>
                        <a:pt x="933475" y="4902"/>
                        <a:pt x="934507" y="10062"/>
                      </a:cubicBezTo>
                      <a:cubicBezTo>
                        <a:pt x="941214" y="43600"/>
                        <a:pt x="948438" y="77139"/>
                        <a:pt x="954114" y="111193"/>
                      </a:cubicBezTo>
                      <a:cubicBezTo>
                        <a:pt x="955662" y="120481"/>
                        <a:pt x="953082" y="130800"/>
                        <a:pt x="952050" y="140604"/>
                      </a:cubicBezTo>
                      <a:cubicBezTo>
                        <a:pt x="951018" y="148343"/>
                        <a:pt x="954114" y="151955"/>
                        <a:pt x="962369" y="152987"/>
                      </a:cubicBezTo>
                      <a:cubicBezTo>
                        <a:pt x="1001584" y="157115"/>
                        <a:pt x="1040798" y="164339"/>
                        <a:pt x="1078980" y="174658"/>
                      </a:cubicBezTo>
                      <a:cubicBezTo>
                        <a:pt x="1085172" y="176206"/>
                        <a:pt x="1091364" y="176722"/>
                        <a:pt x="1093428" y="168467"/>
                      </a:cubicBezTo>
                      <a:cubicBezTo>
                        <a:pt x="1101683" y="130284"/>
                        <a:pt x="1127482" y="101390"/>
                        <a:pt x="1147089" y="69399"/>
                      </a:cubicBezTo>
                      <a:cubicBezTo>
                        <a:pt x="1162569" y="43084"/>
                        <a:pt x="1163601" y="43600"/>
                        <a:pt x="1192495" y="54436"/>
                      </a:cubicBezTo>
                      <a:cubicBezTo>
                        <a:pt x="1214682" y="62691"/>
                        <a:pt x="1236353" y="71979"/>
                        <a:pt x="1258024" y="81266"/>
                      </a:cubicBezTo>
                      <a:cubicBezTo>
                        <a:pt x="1265764" y="84362"/>
                        <a:pt x="1268860" y="88490"/>
                        <a:pt x="1267312" y="96746"/>
                      </a:cubicBezTo>
                      <a:cubicBezTo>
                        <a:pt x="1260604" y="128736"/>
                        <a:pt x="1254928" y="160727"/>
                        <a:pt x="1247705" y="192718"/>
                      </a:cubicBezTo>
                      <a:cubicBezTo>
                        <a:pt x="1245125" y="203553"/>
                        <a:pt x="1238417" y="213873"/>
                        <a:pt x="1233258" y="224192"/>
                      </a:cubicBezTo>
                      <a:cubicBezTo>
                        <a:pt x="1229646" y="230384"/>
                        <a:pt x="1230678" y="233996"/>
                        <a:pt x="1237385" y="237608"/>
                      </a:cubicBezTo>
                      <a:cubicBezTo>
                        <a:pt x="1273504" y="256699"/>
                        <a:pt x="1307558" y="279402"/>
                        <a:pt x="1340065" y="304169"/>
                      </a:cubicBezTo>
                      <a:cubicBezTo>
                        <a:pt x="1345741" y="308812"/>
                        <a:pt x="1349868" y="309328"/>
                        <a:pt x="1354512" y="302621"/>
                      </a:cubicBezTo>
                      <a:cubicBezTo>
                        <a:pt x="1381343" y="264954"/>
                        <a:pt x="1424169" y="246379"/>
                        <a:pt x="1459771" y="218516"/>
                      </a:cubicBezTo>
                      <a:cubicBezTo>
                        <a:pt x="1464415" y="214905"/>
                        <a:pt x="1468027" y="216452"/>
                        <a:pt x="1472155" y="220064"/>
                      </a:cubicBezTo>
                      <a:cubicBezTo>
                        <a:pt x="1496406" y="241219"/>
                        <a:pt x="1519109" y="264438"/>
                        <a:pt x="1541296" y="287657"/>
                      </a:cubicBezTo>
                      <a:cubicBezTo>
                        <a:pt x="1545424" y="292301"/>
                        <a:pt x="1545940" y="296429"/>
                        <a:pt x="1542328" y="301073"/>
                      </a:cubicBezTo>
                      <a:cubicBezTo>
                        <a:pt x="1523237" y="329452"/>
                        <a:pt x="1505177" y="357830"/>
                        <a:pt x="1485570" y="385693"/>
                      </a:cubicBezTo>
                      <a:cubicBezTo>
                        <a:pt x="1479895" y="393949"/>
                        <a:pt x="1470607" y="400140"/>
                        <a:pt x="1462868" y="406332"/>
                      </a:cubicBezTo>
                      <a:cubicBezTo>
                        <a:pt x="1456676" y="411492"/>
                        <a:pt x="1455644" y="416136"/>
                        <a:pt x="1460803" y="422327"/>
                      </a:cubicBezTo>
                      <a:cubicBezTo>
                        <a:pt x="1486086" y="453802"/>
                        <a:pt x="1509305" y="487341"/>
                        <a:pt x="1529428" y="522427"/>
                      </a:cubicBezTo>
                      <a:cubicBezTo>
                        <a:pt x="1534072" y="530167"/>
                        <a:pt x="1538716" y="529135"/>
                        <a:pt x="1544908" y="525007"/>
                      </a:cubicBezTo>
                      <a:cubicBezTo>
                        <a:pt x="1584122" y="500756"/>
                        <a:pt x="1630044" y="500240"/>
                        <a:pt x="1672870" y="488373"/>
                      </a:cubicBezTo>
                      <a:cubicBezTo>
                        <a:pt x="1678546" y="486825"/>
                        <a:pt x="1681642" y="489921"/>
                        <a:pt x="1683706" y="495080"/>
                      </a:cubicBezTo>
                      <a:cubicBezTo>
                        <a:pt x="1697637" y="523975"/>
                        <a:pt x="1710537" y="553902"/>
                        <a:pt x="1721888" y="583828"/>
                      </a:cubicBezTo>
                      <a:cubicBezTo>
                        <a:pt x="1723952" y="590020"/>
                        <a:pt x="1722404" y="593632"/>
                        <a:pt x="1717244" y="596728"/>
                      </a:cubicBezTo>
                      <a:cubicBezTo>
                        <a:pt x="1689381" y="615303"/>
                        <a:pt x="1662035" y="634394"/>
                        <a:pt x="1633140" y="652453"/>
                      </a:cubicBezTo>
                      <a:cubicBezTo>
                        <a:pt x="1623852" y="658129"/>
                        <a:pt x="1612501" y="660709"/>
                        <a:pt x="1601665" y="663805"/>
                      </a:cubicBezTo>
                      <a:cubicBezTo>
                        <a:pt x="1594958" y="665869"/>
                        <a:pt x="1592894" y="668965"/>
                        <a:pt x="1594958" y="676188"/>
                      </a:cubicBezTo>
                      <a:cubicBezTo>
                        <a:pt x="1606309" y="715403"/>
                        <a:pt x="1615081" y="755133"/>
                        <a:pt x="1620241" y="795895"/>
                      </a:cubicBezTo>
                      <a:cubicBezTo>
                        <a:pt x="1621272" y="803119"/>
                        <a:pt x="1624368" y="805699"/>
                        <a:pt x="1631076" y="804667"/>
                      </a:cubicBezTo>
                      <a:cubicBezTo>
                        <a:pt x="1676482" y="797959"/>
                        <a:pt x="1719308" y="814470"/>
                        <a:pt x="1763682" y="819630"/>
                      </a:cubicBezTo>
                      <a:cubicBezTo>
                        <a:pt x="1769874" y="820146"/>
                        <a:pt x="1772454" y="823758"/>
                        <a:pt x="1773486" y="829950"/>
                      </a:cubicBezTo>
                      <a:cubicBezTo>
                        <a:pt x="1776582" y="862456"/>
                        <a:pt x="1775034" y="895479"/>
                        <a:pt x="1775034" y="927985"/>
                      </a:cubicBezTo>
                      <a:cubicBezTo>
                        <a:pt x="1775034" y="933661"/>
                        <a:pt x="1771422" y="936241"/>
                        <a:pt x="1766262" y="937273"/>
                      </a:cubicBezTo>
                      <a:cubicBezTo>
                        <a:pt x="1732207" y="943981"/>
                        <a:pt x="1698153" y="951204"/>
                        <a:pt x="1663583" y="957396"/>
                      </a:cubicBezTo>
                      <a:cubicBezTo>
                        <a:pt x="1654811" y="958944"/>
                        <a:pt x="1645523" y="956364"/>
                        <a:pt x="1636752" y="955332"/>
                      </a:cubicBezTo>
                      <a:cubicBezTo>
                        <a:pt x="1627980" y="954300"/>
                        <a:pt x="1623336" y="956364"/>
                        <a:pt x="1622304" y="966684"/>
                      </a:cubicBezTo>
                      <a:cubicBezTo>
                        <a:pt x="1618177" y="1005382"/>
                        <a:pt x="1610953" y="1044080"/>
                        <a:pt x="1601149" y="1081746"/>
                      </a:cubicBezTo>
                      <a:cubicBezTo>
                        <a:pt x="1598569" y="1091034"/>
                        <a:pt x="1601665" y="1095678"/>
                        <a:pt x="1610437" y="1097742"/>
                      </a:cubicBezTo>
                      <a:cubicBezTo>
                        <a:pt x="1654811" y="1108577"/>
                        <a:pt x="1687318" y="1140568"/>
                        <a:pt x="1726016" y="1161723"/>
                      </a:cubicBezTo>
                      <a:cubicBezTo>
                        <a:pt x="1731176" y="1164819"/>
                        <a:pt x="1731176" y="1168947"/>
                        <a:pt x="1729112" y="1174107"/>
                      </a:cubicBezTo>
                      <a:cubicBezTo>
                        <a:pt x="1718792" y="1204549"/>
                        <a:pt x="1706409" y="1234476"/>
                        <a:pt x="1693509" y="1263887"/>
                      </a:cubicBezTo>
                      <a:cubicBezTo>
                        <a:pt x="1690929" y="1269562"/>
                        <a:pt x="1687318" y="1271626"/>
                        <a:pt x="1681126" y="1270078"/>
                      </a:cubicBezTo>
                      <a:cubicBezTo>
                        <a:pt x="1648103" y="1263371"/>
                        <a:pt x="1614565" y="1257179"/>
                        <a:pt x="1581542" y="1249955"/>
                      </a:cubicBezTo>
                      <a:cubicBezTo>
                        <a:pt x="1571223" y="1247375"/>
                        <a:pt x="1561935" y="1241184"/>
                        <a:pt x="1552647" y="1236024"/>
                      </a:cubicBezTo>
                      <a:cubicBezTo>
                        <a:pt x="1545940" y="1232412"/>
                        <a:pt x="1542328" y="1232928"/>
                        <a:pt x="1538200" y="1240152"/>
                      </a:cubicBezTo>
                      <a:cubicBezTo>
                        <a:pt x="1519109" y="1275238"/>
                        <a:pt x="1497954" y="1309293"/>
                        <a:pt x="1473187" y="1340767"/>
                      </a:cubicBezTo>
                      <a:cubicBezTo>
                        <a:pt x="1467511" y="1347991"/>
                        <a:pt x="1466479" y="1352635"/>
                        <a:pt x="1475251" y="1358310"/>
                      </a:cubicBezTo>
                      <a:cubicBezTo>
                        <a:pt x="1502598" y="1375854"/>
                        <a:pt x="1516013" y="1405264"/>
                        <a:pt x="1535104" y="1430031"/>
                      </a:cubicBezTo>
                      <a:cubicBezTo>
                        <a:pt x="1538716" y="1434675"/>
                        <a:pt x="1541812" y="1439835"/>
                        <a:pt x="1545424" y="1444995"/>
                      </a:cubicBezTo>
                      <a:cubicBezTo>
                        <a:pt x="1566063" y="1474921"/>
                        <a:pt x="1565031" y="1464602"/>
                        <a:pt x="1542844" y="1489885"/>
                      </a:cubicBezTo>
                      <a:cubicBezTo>
                        <a:pt x="1526849" y="1508460"/>
                        <a:pt x="1508273" y="1524971"/>
                        <a:pt x="1491246" y="1542514"/>
                      </a:cubicBezTo>
                      <a:cubicBezTo>
                        <a:pt x="1485054" y="1549222"/>
                        <a:pt x="1479895" y="1549222"/>
                        <a:pt x="1472155" y="1544062"/>
                      </a:cubicBezTo>
                      <a:cubicBezTo>
                        <a:pt x="1446356" y="1526519"/>
                        <a:pt x="1420041" y="1508976"/>
                        <a:pt x="1393726" y="1491948"/>
                      </a:cubicBezTo>
                      <a:cubicBezTo>
                        <a:pt x="1383923" y="1485241"/>
                        <a:pt x="1377215" y="1475437"/>
                        <a:pt x="1369992" y="1466666"/>
                      </a:cubicBezTo>
                      <a:cubicBezTo>
                        <a:pt x="1364316" y="1459958"/>
                        <a:pt x="1359672" y="1458926"/>
                        <a:pt x="1352964" y="1464602"/>
                      </a:cubicBezTo>
                      <a:cubicBezTo>
                        <a:pt x="1322005" y="1489885"/>
                        <a:pt x="1288983" y="1512588"/>
                        <a:pt x="1254413" y="1532711"/>
                      </a:cubicBezTo>
                      <a:cubicBezTo>
                        <a:pt x="1249769" y="1535291"/>
                        <a:pt x="1244609" y="1537871"/>
                        <a:pt x="1248737" y="1544578"/>
                      </a:cubicBezTo>
                      <a:cubicBezTo>
                        <a:pt x="1272472" y="1580181"/>
                        <a:pt x="1274020" y="1622491"/>
                        <a:pt x="1284339" y="1662221"/>
                      </a:cubicBezTo>
                      <a:cubicBezTo>
                        <a:pt x="1290531" y="1685440"/>
                        <a:pt x="1292079" y="1682344"/>
                        <a:pt x="1268860" y="1693180"/>
                      </a:cubicBezTo>
                      <a:cubicBezTo>
                        <a:pt x="1244609" y="1704531"/>
                        <a:pt x="1219842" y="1714335"/>
                        <a:pt x="1195591" y="1724654"/>
                      </a:cubicBezTo>
                      <a:cubicBezTo>
                        <a:pt x="1187851" y="1727750"/>
                        <a:pt x="1183208" y="1726718"/>
                        <a:pt x="1178564" y="1719495"/>
                      </a:cubicBezTo>
                      <a:cubicBezTo>
                        <a:pt x="1161021" y="1692664"/>
                        <a:pt x="1142962" y="1666865"/>
                        <a:pt x="1125418" y="1640034"/>
                      </a:cubicBezTo>
                      <a:cubicBezTo>
                        <a:pt x="1118711" y="1629715"/>
                        <a:pt x="1116131" y="1617847"/>
                        <a:pt x="1113035" y="1606496"/>
                      </a:cubicBezTo>
                      <a:cubicBezTo>
                        <a:pt x="1110971" y="1599272"/>
                        <a:pt x="1107359" y="1597208"/>
                        <a:pt x="1099619" y="1599272"/>
                      </a:cubicBezTo>
                      <a:cubicBezTo>
                        <a:pt x="1060405" y="1611139"/>
                        <a:pt x="1020675" y="1619395"/>
                        <a:pt x="979913" y="1624555"/>
                      </a:cubicBezTo>
                      <a:cubicBezTo>
                        <a:pt x="973205" y="1625587"/>
                        <a:pt x="971141" y="1628682"/>
                        <a:pt x="972173" y="1634874"/>
                      </a:cubicBezTo>
                      <a:cubicBezTo>
                        <a:pt x="979397" y="1680280"/>
                        <a:pt x="962885" y="1723106"/>
                        <a:pt x="957726" y="1767481"/>
                      </a:cubicBezTo>
                      <a:cubicBezTo>
                        <a:pt x="956694" y="1775220"/>
                        <a:pt x="952566" y="1777800"/>
                        <a:pt x="945858" y="1777800"/>
                      </a:cubicBezTo>
                      <a:cubicBezTo>
                        <a:pt x="929347" y="1778316"/>
                        <a:pt x="912320" y="1779348"/>
                        <a:pt x="895808" y="1779864"/>
                      </a:cubicBezTo>
                      <a:cubicBezTo>
                        <a:pt x="894776" y="1776252"/>
                        <a:pt x="894776" y="1776252"/>
                        <a:pt x="894776" y="1775736"/>
                      </a:cubicBezTo>
                      <a:close/>
                      <a:moveTo>
                        <a:pt x="890648" y="1454798"/>
                      </a:moveTo>
                      <a:cubicBezTo>
                        <a:pt x="1199203" y="1449638"/>
                        <a:pt x="1454096" y="1207645"/>
                        <a:pt x="1452548" y="884127"/>
                      </a:cubicBezTo>
                      <a:cubicBezTo>
                        <a:pt x="1451516" y="575057"/>
                        <a:pt x="1205395" y="320164"/>
                        <a:pt x="881361" y="322228"/>
                      </a:cubicBezTo>
                      <a:cubicBezTo>
                        <a:pt x="571775" y="324292"/>
                        <a:pt x="318429" y="570929"/>
                        <a:pt x="320494" y="893415"/>
                      </a:cubicBezTo>
                      <a:cubicBezTo>
                        <a:pt x="323073" y="1202485"/>
                        <a:pt x="569195" y="1452218"/>
                        <a:pt x="890648" y="145479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="" xmlns:a16="http://schemas.microsoft.com/office/drawing/2014/main" id="{ABEF1D94-1333-4CA0-B29B-49A00AFB5E03}"/>
                    </a:ext>
                  </a:extLst>
                </p:cNvPr>
                <p:cNvSpPr/>
                <p:nvPr/>
              </p:nvSpPr>
              <p:spPr>
                <a:xfrm>
                  <a:off x="3733675" y="2339591"/>
                  <a:ext cx="835883" cy="835883"/>
                </a:xfrm>
                <a:custGeom>
                  <a:avLst/>
                  <a:gdLst>
                    <a:gd name="connsiteX0" fmla="*/ 836916 w 835883"/>
                    <a:gd name="connsiteY0" fmla="*/ 418458 h 835883"/>
                    <a:gd name="connsiteX1" fmla="*/ 418459 w 835883"/>
                    <a:gd name="connsiteY1" fmla="*/ 836399 h 835883"/>
                    <a:gd name="connsiteX2" fmla="*/ 1 w 835883"/>
                    <a:gd name="connsiteY2" fmla="*/ 417426 h 835883"/>
                    <a:gd name="connsiteX3" fmla="*/ 418975 w 835883"/>
                    <a:gd name="connsiteY3" fmla="*/ 0 h 835883"/>
                    <a:gd name="connsiteX4" fmla="*/ 836916 w 835883"/>
                    <a:gd name="connsiteY4" fmla="*/ 418458 h 835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5883" h="835883">
                      <a:moveTo>
                        <a:pt x="836916" y="418458"/>
                      </a:moveTo>
                      <a:cubicBezTo>
                        <a:pt x="833821" y="651679"/>
                        <a:pt x="651165" y="836915"/>
                        <a:pt x="418459" y="836399"/>
                      </a:cubicBezTo>
                      <a:cubicBezTo>
                        <a:pt x="182657" y="836399"/>
                        <a:pt x="-515" y="649615"/>
                        <a:pt x="1" y="417426"/>
                      </a:cubicBezTo>
                      <a:cubicBezTo>
                        <a:pt x="517" y="181624"/>
                        <a:pt x="187301" y="0"/>
                        <a:pt x="418975" y="0"/>
                      </a:cubicBezTo>
                      <a:cubicBezTo>
                        <a:pt x="651680" y="516"/>
                        <a:pt x="833821" y="186268"/>
                        <a:pt x="836916" y="41845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="" xmlns:a16="http://schemas.microsoft.com/office/drawing/2014/main" id="{A6943520-8E50-4DAD-A59E-7A5A1DEE2133}"/>
                </a:ext>
              </a:extLst>
            </p:cNvPr>
            <p:cNvGrpSpPr/>
            <p:nvPr/>
          </p:nvGrpSpPr>
          <p:grpSpPr>
            <a:xfrm>
              <a:off x="218787" y="4076953"/>
              <a:ext cx="2745260" cy="2471860"/>
              <a:chOff x="6486650" y="2648852"/>
              <a:chExt cx="2745260" cy="2471860"/>
            </a:xfrm>
            <a:grpFill/>
          </p:grpSpPr>
          <p:sp>
            <p:nvSpPr>
              <p:cNvPr id="18" name="Freeform: Shape 17">
                <a:extLst>
                  <a:ext uri="{FF2B5EF4-FFF2-40B4-BE49-F238E27FC236}">
                    <a16:creationId xmlns="" xmlns:a16="http://schemas.microsoft.com/office/drawing/2014/main" id="{CA826ACA-0EB1-4F7B-86EA-A2622410F84A}"/>
                  </a:ext>
                </a:extLst>
              </p:cNvPr>
              <p:cNvSpPr/>
              <p:nvPr/>
            </p:nvSpPr>
            <p:spPr>
              <a:xfrm>
                <a:off x="6486650" y="3806165"/>
                <a:ext cx="1318090" cy="1314547"/>
              </a:xfrm>
              <a:custGeom>
                <a:avLst/>
                <a:gdLst>
                  <a:gd name="connsiteX0" fmla="*/ 0 w 1919435"/>
                  <a:gd name="connsiteY0" fmla="*/ 987194 h 1914275"/>
                  <a:gd name="connsiteX1" fmla="*/ 37667 w 1919435"/>
                  <a:gd name="connsiteY1" fmla="*/ 959846 h 1914275"/>
                  <a:gd name="connsiteX2" fmla="*/ 169757 w 1919435"/>
                  <a:gd name="connsiteY2" fmla="*/ 922696 h 1914275"/>
                  <a:gd name="connsiteX3" fmla="*/ 215163 w 1919435"/>
                  <a:gd name="connsiteY3" fmla="*/ 872130 h 1914275"/>
                  <a:gd name="connsiteX4" fmla="*/ 217743 w 1919435"/>
                  <a:gd name="connsiteY4" fmla="*/ 850459 h 1914275"/>
                  <a:gd name="connsiteX5" fmla="*/ 189364 w 1919435"/>
                  <a:gd name="connsiteY5" fmla="*/ 797830 h 1914275"/>
                  <a:gd name="connsiteX6" fmla="*/ 69657 w 1919435"/>
                  <a:gd name="connsiteY6" fmla="*/ 727657 h 1914275"/>
                  <a:gd name="connsiteX7" fmla="*/ 43858 w 1919435"/>
                  <a:gd name="connsiteY7" fmla="*/ 664708 h 1914275"/>
                  <a:gd name="connsiteX8" fmla="*/ 46438 w 1919435"/>
                  <a:gd name="connsiteY8" fmla="*/ 655936 h 1914275"/>
                  <a:gd name="connsiteX9" fmla="*/ 114547 w 1919435"/>
                  <a:gd name="connsiteY9" fmla="*/ 608982 h 1914275"/>
                  <a:gd name="connsiteX10" fmla="*/ 241478 w 1919435"/>
                  <a:gd name="connsiteY10" fmla="*/ 623429 h 1914275"/>
                  <a:gd name="connsiteX11" fmla="*/ 306491 w 1919435"/>
                  <a:gd name="connsiteY11" fmla="*/ 593503 h 1914275"/>
                  <a:gd name="connsiteX12" fmla="*/ 301331 w 1919435"/>
                  <a:gd name="connsiteY12" fmla="*/ 505271 h 1914275"/>
                  <a:gd name="connsiteX13" fmla="*/ 222386 w 1919435"/>
                  <a:gd name="connsiteY13" fmla="*/ 400527 h 1914275"/>
                  <a:gd name="connsiteX14" fmla="*/ 222386 w 1919435"/>
                  <a:gd name="connsiteY14" fmla="*/ 342222 h 1914275"/>
                  <a:gd name="connsiteX15" fmla="*/ 248185 w 1919435"/>
                  <a:gd name="connsiteY15" fmla="*/ 313327 h 1914275"/>
                  <a:gd name="connsiteX16" fmla="*/ 303395 w 1919435"/>
                  <a:gd name="connsiteY16" fmla="*/ 307135 h 1914275"/>
                  <a:gd name="connsiteX17" fmla="*/ 420522 w 1919435"/>
                  <a:gd name="connsiteY17" fmla="*/ 373180 h 1914275"/>
                  <a:gd name="connsiteX18" fmla="*/ 525265 w 1919435"/>
                  <a:gd name="connsiteY18" fmla="*/ 343770 h 1914275"/>
                  <a:gd name="connsiteX19" fmla="*/ 527845 w 1919435"/>
                  <a:gd name="connsiteY19" fmla="*/ 298364 h 1914275"/>
                  <a:gd name="connsiteX20" fmla="*/ 493791 w 1919435"/>
                  <a:gd name="connsiteY20" fmla="*/ 166789 h 1914275"/>
                  <a:gd name="connsiteX21" fmla="*/ 518557 w 1919435"/>
                  <a:gd name="connsiteY21" fmla="*/ 105904 h 1914275"/>
                  <a:gd name="connsiteX22" fmla="*/ 537649 w 1919435"/>
                  <a:gd name="connsiteY22" fmla="*/ 95585 h 1914275"/>
                  <a:gd name="connsiteX23" fmla="*/ 608853 w 1919435"/>
                  <a:gd name="connsiteY23" fmla="*/ 113128 h 1914275"/>
                  <a:gd name="connsiteX24" fmla="*/ 690894 w 1919435"/>
                  <a:gd name="connsiteY24" fmla="*/ 217355 h 1914275"/>
                  <a:gd name="connsiteX25" fmla="*/ 802861 w 1919435"/>
                  <a:gd name="connsiteY25" fmla="*/ 216839 h 1914275"/>
                  <a:gd name="connsiteX26" fmla="*/ 816277 w 1919435"/>
                  <a:gd name="connsiteY26" fmla="*/ 169369 h 1914275"/>
                  <a:gd name="connsiteX27" fmla="*/ 832788 w 1919435"/>
                  <a:gd name="connsiteY27" fmla="*/ 48631 h 1914275"/>
                  <a:gd name="connsiteX28" fmla="*/ 877677 w 1919435"/>
                  <a:gd name="connsiteY28" fmla="*/ 2193 h 1914275"/>
                  <a:gd name="connsiteX29" fmla="*/ 917924 w 1919435"/>
                  <a:gd name="connsiteY29" fmla="*/ 645 h 1914275"/>
                  <a:gd name="connsiteX30" fmla="*/ 956106 w 1919435"/>
                  <a:gd name="connsiteY30" fmla="*/ 31603 h 1914275"/>
                  <a:gd name="connsiteX31" fmla="*/ 993772 w 1919435"/>
                  <a:gd name="connsiteY31" fmla="*/ 163693 h 1914275"/>
                  <a:gd name="connsiteX32" fmla="*/ 1089745 w 1919435"/>
                  <a:gd name="connsiteY32" fmla="*/ 217871 h 1914275"/>
                  <a:gd name="connsiteX33" fmla="*/ 1120703 w 1919435"/>
                  <a:gd name="connsiteY33" fmla="*/ 191040 h 1914275"/>
                  <a:gd name="connsiteX34" fmla="*/ 1192940 w 1919435"/>
                  <a:gd name="connsiteY34" fmla="*/ 68754 h 1914275"/>
                  <a:gd name="connsiteX35" fmla="*/ 1251245 w 1919435"/>
                  <a:gd name="connsiteY35" fmla="*/ 44503 h 1914275"/>
                  <a:gd name="connsiteX36" fmla="*/ 1309035 w 1919435"/>
                  <a:gd name="connsiteY36" fmla="*/ 137895 h 1914275"/>
                  <a:gd name="connsiteX37" fmla="*/ 1294587 w 1919435"/>
                  <a:gd name="connsiteY37" fmla="*/ 255538 h 1914275"/>
                  <a:gd name="connsiteX38" fmla="*/ 1294587 w 1919435"/>
                  <a:gd name="connsiteY38" fmla="*/ 267921 h 1914275"/>
                  <a:gd name="connsiteX39" fmla="*/ 1399331 w 1919435"/>
                  <a:gd name="connsiteY39" fmla="*/ 314359 h 1914275"/>
                  <a:gd name="connsiteX40" fmla="*/ 1514394 w 1919435"/>
                  <a:gd name="connsiteY40" fmla="*/ 228191 h 1914275"/>
                  <a:gd name="connsiteX41" fmla="*/ 1584050 w 1919435"/>
                  <a:gd name="connsiteY41" fmla="*/ 229223 h 1914275"/>
                  <a:gd name="connsiteX42" fmla="*/ 1594886 w 1919435"/>
                  <a:gd name="connsiteY42" fmla="*/ 238510 h 1914275"/>
                  <a:gd name="connsiteX43" fmla="*/ 1606754 w 1919435"/>
                  <a:gd name="connsiteY43" fmla="*/ 317971 h 1914275"/>
                  <a:gd name="connsiteX44" fmla="*/ 1543288 w 1919435"/>
                  <a:gd name="connsiteY44" fmla="*/ 430970 h 1914275"/>
                  <a:gd name="connsiteX45" fmla="*/ 1552060 w 1919435"/>
                  <a:gd name="connsiteY45" fmla="*/ 504239 h 1914275"/>
                  <a:gd name="connsiteX46" fmla="*/ 1619137 w 1919435"/>
                  <a:gd name="connsiteY46" fmla="*/ 531069 h 1914275"/>
                  <a:gd name="connsiteX47" fmla="*/ 1754839 w 1919435"/>
                  <a:gd name="connsiteY47" fmla="*/ 495467 h 1914275"/>
                  <a:gd name="connsiteX48" fmla="*/ 1812629 w 1919435"/>
                  <a:gd name="connsiteY48" fmla="*/ 517654 h 1914275"/>
                  <a:gd name="connsiteX49" fmla="*/ 1830172 w 1919435"/>
                  <a:gd name="connsiteY49" fmla="*/ 552225 h 1914275"/>
                  <a:gd name="connsiteX50" fmla="*/ 1815724 w 1919435"/>
                  <a:gd name="connsiteY50" fmla="*/ 603306 h 1914275"/>
                  <a:gd name="connsiteX51" fmla="*/ 1699630 w 1919435"/>
                  <a:gd name="connsiteY51" fmla="*/ 695666 h 1914275"/>
                  <a:gd name="connsiteX52" fmla="*/ 1678990 w 1919435"/>
                  <a:gd name="connsiteY52" fmla="*/ 751908 h 1914275"/>
                  <a:gd name="connsiteX53" fmla="*/ 1685182 w 1919435"/>
                  <a:gd name="connsiteY53" fmla="*/ 774611 h 1914275"/>
                  <a:gd name="connsiteX54" fmla="*/ 1732652 w 1919435"/>
                  <a:gd name="connsiteY54" fmla="*/ 815373 h 1914275"/>
                  <a:gd name="connsiteX55" fmla="*/ 1872998 w 1919435"/>
                  <a:gd name="connsiteY55" fmla="*/ 834464 h 1914275"/>
                  <a:gd name="connsiteX56" fmla="*/ 1918404 w 1919435"/>
                  <a:gd name="connsiteY56" fmla="*/ 879354 h 1914275"/>
                  <a:gd name="connsiteX57" fmla="*/ 1919952 w 1919435"/>
                  <a:gd name="connsiteY57" fmla="*/ 919600 h 1914275"/>
                  <a:gd name="connsiteX58" fmla="*/ 1886930 w 1919435"/>
                  <a:gd name="connsiteY58" fmla="*/ 958299 h 1914275"/>
                  <a:gd name="connsiteX59" fmla="*/ 1754839 w 1919435"/>
                  <a:gd name="connsiteY59" fmla="*/ 995965 h 1914275"/>
                  <a:gd name="connsiteX60" fmla="*/ 1701178 w 1919435"/>
                  <a:gd name="connsiteY60" fmla="*/ 1085229 h 1914275"/>
                  <a:gd name="connsiteX61" fmla="*/ 1728524 w 1919435"/>
                  <a:gd name="connsiteY61" fmla="*/ 1121348 h 1914275"/>
                  <a:gd name="connsiteX62" fmla="*/ 1849779 w 1919435"/>
                  <a:gd name="connsiteY62" fmla="*/ 1192552 h 1914275"/>
                  <a:gd name="connsiteX63" fmla="*/ 1876094 w 1919435"/>
                  <a:gd name="connsiteY63" fmla="*/ 1253954 h 1914275"/>
                  <a:gd name="connsiteX64" fmla="*/ 1875062 w 1919435"/>
                  <a:gd name="connsiteY64" fmla="*/ 1260145 h 1914275"/>
                  <a:gd name="connsiteX65" fmla="*/ 1802309 w 1919435"/>
                  <a:gd name="connsiteY65" fmla="*/ 1312259 h 1914275"/>
                  <a:gd name="connsiteX66" fmla="*/ 1675379 w 1919435"/>
                  <a:gd name="connsiteY66" fmla="*/ 1296264 h 1914275"/>
                  <a:gd name="connsiteX67" fmla="*/ 1611398 w 1919435"/>
                  <a:gd name="connsiteY67" fmla="*/ 1329286 h 1914275"/>
                  <a:gd name="connsiteX68" fmla="*/ 1610365 w 1919435"/>
                  <a:gd name="connsiteY68" fmla="*/ 1405651 h 1914275"/>
                  <a:gd name="connsiteX69" fmla="*/ 1692406 w 1919435"/>
                  <a:gd name="connsiteY69" fmla="*/ 1514006 h 1914275"/>
                  <a:gd name="connsiteX70" fmla="*/ 1692406 w 1919435"/>
                  <a:gd name="connsiteY70" fmla="*/ 1584695 h 1914275"/>
                  <a:gd name="connsiteX71" fmla="*/ 1689310 w 1919435"/>
                  <a:gd name="connsiteY71" fmla="*/ 1588307 h 1914275"/>
                  <a:gd name="connsiteX72" fmla="*/ 1600562 w 1919435"/>
                  <a:gd name="connsiteY72" fmla="*/ 1605850 h 1914275"/>
                  <a:gd name="connsiteX73" fmla="*/ 1490659 w 1919435"/>
                  <a:gd name="connsiteY73" fmla="*/ 1543933 h 1914275"/>
                  <a:gd name="connsiteX74" fmla="*/ 1415326 w 1919435"/>
                  <a:gd name="connsiteY74" fmla="*/ 1554769 h 1914275"/>
                  <a:gd name="connsiteX75" fmla="*/ 1391075 w 1919435"/>
                  <a:gd name="connsiteY75" fmla="*/ 1622877 h 1914275"/>
                  <a:gd name="connsiteX76" fmla="*/ 1426677 w 1919435"/>
                  <a:gd name="connsiteY76" fmla="*/ 1760128 h 1914275"/>
                  <a:gd name="connsiteX77" fmla="*/ 1406554 w 1919435"/>
                  <a:gd name="connsiteY77" fmla="*/ 1811725 h 1914275"/>
                  <a:gd name="connsiteX78" fmla="*/ 1370436 w 1919435"/>
                  <a:gd name="connsiteY78" fmla="*/ 1830300 h 1914275"/>
                  <a:gd name="connsiteX79" fmla="*/ 1316258 w 1919435"/>
                  <a:gd name="connsiteY79" fmla="*/ 1815337 h 1914275"/>
                  <a:gd name="connsiteX80" fmla="*/ 1231122 w 1919435"/>
                  <a:gd name="connsiteY80" fmla="*/ 1707498 h 1914275"/>
                  <a:gd name="connsiteX81" fmla="*/ 1121219 w 1919435"/>
                  <a:gd name="connsiteY81" fmla="*/ 1698210 h 1914275"/>
                  <a:gd name="connsiteX82" fmla="*/ 1106771 w 1919435"/>
                  <a:gd name="connsiteY82" fmla="*/ 1727105 h 1914275"/>
                  <a:gd name="connsiteX83" fmla="*/ 1087165 w 1919435"/>
                  <a:gd name="connsiteY83" fmla="*/ 1868999 h 1914275"/>
                  <a:gd name="connsiteX84" fmla="*/ 1050014 w 1919435"/>
                  <a:gd name="connsiteY84" fmla="*/ 1919049 h 1914275"/>
                  <a:gd name="connsiteX85" fmla="*/ 987581 w 1919435"/>
                  <a:gd name="connsiteY85" fmla="*/ 1919049 h 1914275"/>
                  <a:gd name="connsiteX86" fmla="*/ 960234 w 1919435"/>
                  <a:gd name="connsiteY86" fmla="*/ 1880866 h 1914275"/>
                  <a:gd name="connsiteX87" fmla="*/ 921535 w 1919435"/>
                  <a:gd name="connsiteY87" fmla="*/ 1744132 h 1914275"/>
                  <a:gd name="connsiteX88" fmla="*/ 875614 w 1919435"/>
                  <a:gd name="connsiteY88" fmla="*/ 1703886 h 1914275"/>
                  <a:gd name="connsiteX89" fmla="*/ 847751 w 1919435"/>
                  <a:gd name="connsiteY89" fmla="*/ 1700790 h 1914275"/>
                  <a:gd name="connsiteX90" fmla="*/ 800281 w 1919435"/>
                  <a:gd name="connsiteY90" fmla="*/ 1727105 h 1914275"/>
                  <a:gd name="connsiteX91" fmla="*/ 788414 w 1919435"/>
                  <a:gd name="connsiteY91" fmla="*/ 1747228 h 1914275"/>
                  <a:gd name="connsiteX92" fmla="*/ 723401 w 1919435"/>
                  <a:gd name="connsiteY92" fmla="*/ 1857131 h 1914275"/>
                  <a:gd name="connsiteX93" fmla="*/ 674383 w 1919435"/>
                  <a:gd name="connsiteY93" fmla="*/ 1877254 h 1914275"/>
                  <a:gd name="connsiteX94" fmla="*/ 634652 w 1919435"/>
                  <a:gd name="connsiteY94" fmla="*/ 1863839 h 1914275"/>
                  <a:gd name="connsiteX95" fmla="*/ 607822 w 1919435"/>
                  <a:gd name="connsiteY95" fmla="*/ 1813789 h 1914275"/>
                  <a:gd name="connsiteX96" fmla="*/ 624848 w 1919435"/>
                  <a:gd name="connsiteY96" fmla="*/ 1672927 h 1914275"/>
                  <a:gd name="connsiteX97" fmla="*/ 586150 w 1919435"/>
                  <a:gd name="connsiteY97" fmla="*/ 1607398 h 1914275"/>
                  <a:gd name="connsiteX98" fmla="*/ 514430 w 1919435"/>
                  <a:gd name="connsiteY98" fmla="*/ 1611010 h 1914275"/>
                  <a:gd name="connsiteX99" fmla="*/ 413814 w 1919435"/>
                  <a:gd name="connsiteY99" fmla="*/ 1687375 h 1914275"/>
                  <a:gd name="connsiteX100" fmla="*/ 324550 w 1919435"/>
                  <a:gd name="connsiteY100" fmla="*/ 1682215 h 1914275"/>
                  <a:gd name="connsiteX101" fmla="*/ 316810 w 1919435"/>
                  <a:gd name="connsiteY101" fmla="*/ 1674475 h 1914275"/>
                  <a:gd name="connsiteX102" fmla="*/ 309071 w 1919435"/>
                  <a:gd name="connsiteY102" fmla="*/ 1612558 h 1914275"/>
                  <a:gd name="connsiteX103" fmla="*/ 376148 w 1919435"/>
                  <a:gd name="connsiteY103" fmla="*/ 1492851 h 1914275"/>
                  <a:gd name="connsiteX104" fmla="*/ 387499 w 1919435"/>
                  <a:gd name="connsiteY104" fmla="*/ 1456217 h 1914275"/>
                  <a:gd name="connsiteX105" fmla="*/ 297203 w 1919435"/>
                  <a:gd name="connsiteY105" fmla="*/ 1391720 h 1914275"/>
                  <a:gd name="connsiteX106" fmla="*/ 158405 w 1919435"/>
                  <a:gd name="connsiteY106" fmla="*/ 1427838 h 1914275"/>
                  <a:gd name="connsiteX107" fmla="*/ 114031 w 1919435"/>
                  <a:gd name="connsiteY107" fmla="*/ 1412875 h 1914275"/>
                  <a:gd name="connsiteX108" fmla="*/ 91844 w 1919435"/>
                  <a:gd name="connsiteY108" fmla="*/ 1373660 h 1914275"/>
                  <a:gd name="connsiteX109" fmla="*/ 106808 w 1919435"/>
                  <a:gd name="connsiteY109" fmla="*/ 1315871 h 1914275"/>
                  <a:gd name="connsiteX110" fmla="*/ 209487 w 1919435"/>
                  <a:gd name="connsiteY110" fmla="*/ 1234347 h 1914275"/>
                  <a:gd name="connsiteX111" fmla="*/ 236834 w 1919435"/>
                  <a:gd name="connsiteY111" fmla="*/ 1151274 h 1914275"/>
                  <a:gd name="connsiteX112" fmla="*/ 181624 w 1919435"/>
                  <a:gd name="connsiteY112" fmla="*/ 1104836 h 1914275"/>
                  <a:gd name="connsiteX113" fmla="*/ 52114 w 1919435"/>
                  <a:gd name="connsiteY113" fmla="*/ 1087293 h 1914275"/>
                  <a:gd name="connsiteX114" fmla="*/ 1032 w 1919435"/>
                  <a:gd name="connsiteY114" fmla="*/ 1051175 h 1914275"/>
                  <a:gd name="connsiteX115" fmla="*/ 0 w 1919435"/>
                  <a:gd name="connsiteY115" fmla="*/ 987194 h 1914275"/>
                  <a:gd name="connsiteX116" fmla="*/ 1198616 w 1919435"/>
                  <a:gd name="connsiteY116" fmla="*/ 960879 h 1914275"/>
                  <a:gd name="connsiteX117" fmla="*/ 958686 w 1919435"/>
                  <a:gd name="connsiteY117" fmla="*/ 720949 h 1914275"/>
                  <a:gd name="connsiteX118" fmla="*/ 720304 w 1919435"/>
                  <a:gd name="connsiteY118" fmla="*/ 959331 h 1914275"/>
                  <a:gd name="connsiteX119" fmla="*/ 957654 w 1919435"/>
                  <a:gd name="connsiteY119" fmla="*/ 1198744 h 1914275"/>
                  <a:gd name="connsiteX120" fmla="*/ 1198616 w 1919435"/>
                  <a:gd name="connsiteY120" fmla="*/ 960879 h 1914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1919435" h="1914275">
                    <a:moveTo>
                      <a:pt x="0" y="987194"/>
                    </a:moveTo>
                    <a:cubicBezTo>
                      <a:pt x="8256" y="971714"/>
                      <a:pt x="21155" y="963975"/>
                      <a:pt x="37667" y="959846"/>
                    </a:cubicBezTo>
                    <a:cubicBezTo>
                      <a:pt x="82041" y="947979"/>
                      <a:pt x="125383" y="934564"/>
                      <a:pt x="169757" y="922696"/>
                    </a:cubicBezTo>
                    <a:cubicBezTo>
                      <a:pt x="196587" y="915473"/>
                      <a:pt x="212583" y="900509"/>
                      <a:pt x="215163" y="872130"/>
                    </a:cubicBezTo>
                    <a:cubicBezTo>
                      <a:pt x="215679" y="864907"/>
                      <a:pt x="216710" y="857683"/>
                      <a:pt x="217743" y="850459"/>
                    </a:cubicBezTo>
                    <a:cubicBezTo>
                      <a:pt x="220323" y="826209"/>
                      <a:pt x="209487" y="809697"/>
                      <a:pt x="189364" y="797830"/>
                    </a:cubicBezTo>
                    <a:cubicBezTo>
                      <a:pt x="149118" y="774611"/>
                      <a:pt x="109388" y="750876"/>
                      <a:pt x="69657" y="727657"/>
                    </a:cubicBezTo>
                    <a:cubicBezTo>
                      <a:pt x="40246" y="710629"/>
                      <a:pt x="35087" y="697730"/>
                      <a:pt x="43858" y="664708"/>
                    </a:cubicBezTo>
                    <a:cubicBezTo>
                      <a:pt x="44890" y="661612"/>
                      <a:pt x="45406" y="658516"/>
                      <a:pt x="46438" y="655936"/>
                    </a:cubicBezTo>
                    <a:cubicBezTo>
                      <a:pt x="59337" y="613110"/>
                      <a:pt x="70689" y="604854"/>
                      <a:pt x="114547" y="608982"/>
                    </a:cubicBezTo>
                    <a:cubicBezTo>
                      <a:pt x="156857" y="613110"/>
                      <a:pt x="199167" y="617754"/>
                      <a:pt x="241478" y="623429"/>
                    </a:cubicBezTo>
                    <a:cubicBezTo>
                      <a:pt x="275016" y="627557"/>
                      <a:pt x="289463" y="621881"/>
                      <a:pt x="306491" y="593503"/>
                    </a:cubicBezTo>
                    <a:cubicBezTo>
                      <a:pt x="330741" y="554288"/>
                      <a:pt x="329710" y="541905"/>
                      <a:pt x="301331" y="505271"/>
                    </a:cubicBezTo>
                    <a:cubicBezTo>
                      <a:pt x="274500" y="470700"/>
                      <a:pt x="248185" y="435614"/>
                      <a:pt x="222386" y="400527"/>
                    </a:cubicBezTo>
                    <a:cubicBezTo>
                      <a:pt x="206907" y="379888"/>
                      <a:pt x="206907" y="362861"/>
                      <a:pt x="222386" y="342222"/>
                    </a:cubicBezTo>
                    <a:cubicBezTo>
                      <a:pt x="230126" y="331902"/>
                      <a:pt x="238382" y="321583"/>
                      <a:pt x="248185" y="313327"/>
                    </a:cubicBezTo>
                    <a:cubicBezTo>
                      <a:pt x="267792" y="296816"/>
                      <a:pt x="281208" y="294752"/>
                      <a:pt x="303395" y="307135"/>
                    </a:cubicBezTo>
                    <a:cubicBezTo>
                      <a:pt x="342609" y="328806"/>
                      <a:pt x="382856" y="348929"/>
                      <a:pt x="420522" y="373180"/>
                    </a:cubicBezTo>
                    <a:cubicBezTo>
                      <a:pt x="463864" y="401043"/>
                      <a:pt x="493791" y="382468"/>
                      <a:pt x="525265" y="343770"/>
                    </a:cubicBezTo>
                    <a:cubicBezTo>
                      <a:pt x="535585" y="330870"/>
                      <a:pt x="531973" y="313843"/>
                      <a:pt x="527845" y="298364"/>
                    </a:cubicBezTo>
                    <a:cubicBezTo>
                      <a:pt x="516493" y="254506"/>
                      <a:pt x="505142" y="210647"/>
                      <a:pt x="493791" y="166789"/>
                    </a:cubicBezTo>
                    <a:cubicBezTo>
                      <a:pt x="485535" y="135315"/>
                      <a:pt x="490694" y="122415"/>
                      <a:pt x="518557" y="105904"/>
                    </a:cubicBezTo>
                    <a:cubicBezTo>
                      <a:pt x="524749" y="102292"/>
                      <a:pt x="530941" y="98680"/>
                      <a:pt x="537649" y="95585"/>
                    </a:cubicBezTo>
                    <a:cubicBezTo>
                      <a:pt x="571187" y="80105"/>
                      <a:pt x="586150" y="83717"/>
                      <a:pt x="608853" y="113128"/>
                    </a:cubicBezTo>
                    <a:cubicBezTo>
                      <a:pt x="636200" y="147698"/>
                      <a:pt x="663547" y="182785"/>
                      <a:pt x="690894" y="217355"/>
                    </a:cubicBezTo>
                    <a:cubicBezTo>
                      <a:pt x="716693" y="249346"/>
                      <a:pt x="777062" y="249346"/>
                      <a:pt x="802861" y="216839"/>
                    </a:cubicBezTo>
                    <a:cubicBezTo>
                      <a:pt x="813697" y="202908"/>
                      <a:pt x="813697" y="185365"/>
                      <a:pt x="816277" y="169369"/>
                    </a:cubicBezTo>
                    <a:cubicBezTo>
                      <a:pt x="822468" y="129123"/>
                      <a:pt x="827628" y="88877"/>
                      <a:pt x="832788" y="48631"/>
                    </a:cubicBezTo>
                    <a:cubicBezTo>
                      <a:pt x="836916" y="16640"/>
                      <a:pt x="845687" y="7868"/>
                      <a:pt x="877677" y="2193"/>
                    </a:cubicBezTo>
                    <a:cubicBezTo>
                      <a:pt x="891093" y="-387"/>
                      <a:pt x="904509" y="-387"/>
                      <a:pt x="917924" y="645"/>
                    </a:cubicBezTo>
                    <a:cubicBezTo>
                      <a:pt x="937531" y="1677"/>
                      <a:pt x="950947" y="11996"/>
                      <a:pt x="956106" y="31603"/>
                    </a:cubicBezTo>
                    <a:cubicBezTo>
                      <a:pt x="968490" y="75461"/>
                      <a:pt x="981389" y="119835"/>
                      <a:pt x="993772" y="163693"/>
                    </a:cubicBezTo>
                    <a:cubicBezTo>
                      <a:pt x="1006672" y="208584"/>
                      <a:pt x="1043822" y="229739"/>
                      <a:pt x="1089745" y="217871"/>
                    </a:cubicBezTo>
                    <a:cubicBezTo>
                      <a:pt x="1104707" y="214259"/>
                      <a:pt x="1113479" y="203424"/>
                      <a:pt x="1120703" y="191040"/>
                    </a:cubicBezTo>
                    <a:cubicBezTo>
                      <a:pt x="1144438" y="150278"/>
                      <a:pt x="1168689" y="109516"/>
                      <a:pt x="1192940" y="68754"/>
                    </a:cubicBezTo>
                    <a:cubicBezTo>
                      <a:pt x="1208419" y="42439"/>
                      <a:pt x="1221835" y="36763"/>
                      <a:pt x="1251245" y="44503"/>
                    </a:cubicBezTo>
                    <a:cubicBezTo>
                      <a:pt x="1310067" y="59466"/>
                      <a:pt x="1317806" y="72366"/>
                      <a:pt x="1309035" y="137895"/>
                    </a:cubicBezTo>
                    <a:cubicBezTo>
                      <a:pt x="1303875" y="177109"/>
                      <a:pt x="1299231" y="216323"/>
                      <a:pt x="1294587" y="255538"/>
                    </a:cubicBezTo>
                    <a:cubicBezTo>
                      <a:pt x="1294071" y="259665"/>
                      <a:pt x="1294071" y="263793"/>
                      <a:pt x="1294587" y="267921"/>
                    </a:cubicBezTo>
                    <a:cubicBezTo>
                      <a:pt x="1301295" y="309715"/>
                      <a:pt x="1364760" y="338610"/>
                      <a:pt x="1399331" y="314359"/>
                    </a:cubicBezTo>
                    <a:cubicBezTo>
                      <a:pt x="1438545" y="286496"/>
                      <a:pt x="1476211" y="257085"/>
                      <a:pt x="1514394" y="228191"/>
                    </a:cubicBezTo>
                    <a:cubicBezTo>
                      <a:pt x="1542256" y="207036"/>
                      <a:pt x="1556188" y="207552"/>
                      <a:pt x="1584050" y="229223"/>
                    </a:cubicBezTo>
                    <a:cubicBezTo>
                      <a:pt x="1587663" y="232319"/>
                      <a:pt x="1591274" y="234898"/>
                      <a:pt x="1594886" y="238510"/>
                    </a:cubicBezTo>
                    <a:cubicBezTo>
                      <a:pt x="1627393" y="269469"/>
                      <a:pt x="1628941" y="278757"/>
                      <a:pt x="1606754" y="317971"/>
                    </a:cubicBezTo>
                    <a:cubicBezTo>
                      <a:pt x="1585599" y="355637"/>
                      <a:pt x="1565475" y="393819"/>
                      <a:pt x="1543288" y="430970"/>
                    </a:cubicBezTo>
                    <a:cubicBezTo>
                      <a:pt x="1527293" y="458317"/>
                      <a:pt x="1534517" y="481020"/>
                      <a:pt x="1552060" y="504239"/>
                    </a:cubicBezTo>
                    <a:cubicBezTo>
                      <a:pt x="1569604" y="527458"/>
                      <a:pt x="1589726" y="538809"/>
                      <a:pt x="1619137" y="531069"/>
                    </a:cubicBezTo>
                    <a:cubicBezTo>
                      <a:pt x="1664543" y="519202"/>
                      <a:pt x="1709949" y="507850"/>
                      <a:pt x="1754839" y="495467"/>
                    </a:cubicBezTo>
                    <a:cubicBezTo>
                      <a:pt x="1783734" y="487727"/>
                      <a:pt x="1796634" y="492371"/>
                      <a:pt x="1812629" y="517654"/>
                    </a:cubicBezTo>
                    <a:cubicBezTo>
                      <a:pt x="1819853" y="528490"/>
                      <a:pt x="1826044" y="539841"/>
                      <a:pt x="1830172" y="552225"/>
                    </a:cubicBezTo>
                    <a:cubicBezTo>
                      <a:pt x="1837912" y="574412"/>
                      <a:pt x="1834299" y="588343"/>
                      <a:pt x="1815724" y="603306"/>
                    </a:cubicBezTo>
                    <a:cubicBezTo>
                      <a:pt x="1777026" y="634265"/>
                      <a:pt x="1738844" y="665224"/>
                      <a:pt x="1699630" y="695666"/>
                    </a:cubicBezTo>
                    <a:cubicBezTo>
                      <a:pt x="1680022" y="710629"/>
                      <a:pt x="1674862" y="729205"/>
                      <a:pt x="1678990" y="751908"/>
                    </a:cubicBezTo>
                    <a:cubicBezTo>
                      <a:pt x="1680539" y="759647"/>
                      <a:pt x="1683119" y="766871"/>
                      <a:pt x="1685182" y="774611"/>
                    </a:cubicBezTo>
                    <a:cubicBezTo>
                      <a:pt x="1691890" y="798862"/>
                      <a:pt x="1707885" y="812277"/>
                      <a:pt x="1732652" y="815373"/>
                    </a:cubicBezTo>
                    <a:cubicBezTo>
                      <a:pt x="1779606" y="821565"/>
                      <a:pt x="1826560" y="828272"/>
                      <a:pt x="1872998" y="834464"/>
                    </a:cubicBezTo>
                    <a:cubicBezTo>
                      <a:pt x="1900861" y="838076"/>
                      <a:pt x="1915308" y="851491"/>
                      <a:pt x="1918404" y="879354"/>
                    </a:cubicBezTo>
                    <a:cubicBezTo>
                      <a:pt x="1919952" y="892770"/>
                      <a:pt x="1921500" y="906185"/>
                      <a:pt x="1919952" y="919600"/>
                    </a:cubicBezTo>
                    <a:cubicBezTo>
                      <a:pt x="1917372" y="940755"/>
                      <a:pt x="1906536" y="952623"/>
                      <a:pt x="1886930" y="958299"/>
                    </a:cubicBezTo>
                    <a:cubicBezTo>
                      <a:pt x="1843071" y="970682"/>
                      <a:pt x="1798697" y="983065"/>
                      <a:pt x="1754839" y="995965"/>
                    </a:cubicBezTo>
                    <a:cubicBezTo>
                      <a:pt x="1712013" y="1008348"/>
                      <a:pt x="1692406" y="1040855"/>
                      <a:pt x="1701178" y="1085229"/>
                    </a:cubicBezTo>
                    <a:cubicBezTo>
                      <a:pt x="1704273" y="1102256"/>
                      <a:pt x="1714077" y="1113092"/>
                      <a:pt x="1728524" y="1121348"/>
                    </a:cubicBezTo>
                    <a:cubicBezTo>
                      <a:pt x="1768771" y="1145083"/>
                      <a:pt x="1809016" y="1168817"/>
                      <a:pt x="1849779" y="1192552"/>
                    </a:cubicBezTo>
                    <a:cubicBezTo>
                      <a:pt x="1879706" y="1210096"/>
                      <a:pt x="1884350" y="1220415"/>
                      <a:pt x="1876094" y="1253954"/>
                    </a:cubicBezTo>
                    <a:cubicBezTo>
                      <a:pt x="1875578" y="1256018"/>
                      <a:pt x="1875578" y="1258082"/>
                      <a:pt x="1875062" y="1260145"/>
                    </a:cubicBezTo>
                    <a:cubicBezTo>
                      <a:pt x="1862678" y="1300908"/>
                      <a:pt x="1848747" y="1321031"/>
                      <a:pt x="1802309" y="1312259"/>
                    </a:cubicBezTo>
                    <a:cubicBezTo>
                      <a:pt x="1760515" y="1304003"/>
                      <a:pt x="1717689" y="1302456"/>
                      <a:pt x="1675379" y="1296264"/>
                    </a:cubicBezTo>
                    <a:cubicBezTo>
                      <a:pt x="1645452" y="1292136"/>
                      <a:pt x="1625845" y="1304003"/>
                      <a:pt x="1611398" y="1329286"/>
                    </a:cubicBezTo>
                    <a:cubicBezTo>
                      <a:pt x="1596434" y="1355085"/>
                      <a:pt x="1589726" y="1379336"/>
                      <a:pt x="1610365" y="1405651"/>
                    </a:cubicBezTo>
                    <a:cubicBezTo>
                      <a:pt x="1638228" y="1441254"/>
                      <a:pt x="1665059" y="1477888"/>
                      <a:pt x="1692406" y="1514006"/>
                    </a:cubicBezTo>
                    <a:cubicBezTo>
                      <a:pt x="1715109" y="1543417"/>
                      <a:pt x="1715109" y="1555285"/>
                      <a:pt x="1692406" y="1584695"/>
                    </a:cubicBezTo>
                    <a:cubicBezTo>
                      <a:pt x="1691374" y="1585727"/>
                      <a:pt x="1690342" y="1587275"/>
                      <a:pt x="1689310" y="1588307"/>
                    </a:cubicBezTo>
                    <a:cubicBezTo>
                      <a:pt x="1659383" y="1620298"/>
                      <a:pt x="1647516" y="1634229"/>
                      <a:pt x="1600562" y="1605850"/>
                    </a:cubicBezTo>
                    <a:cubicBezTo>
                      <a:pt x="1564444" y="1584179"/>
                      <a:pt x="1526261" y="1565604"/>
                      <a:pt x="1490659" y="1543933"/>
                    </a:cubicBezTo>
                    <a:cubicBezTo>
                      <a:pt x="1461248" y="1526390"/>
                      <a:pt x="1438545" y="1536709"/>
                      <a:pt x="1415326" y="1554769"/>
                    </a:cubicBezTo>
                    <a:cubicBezTo>
                      <a:pt x="1392107" y="1572312"/>
                      <a:pt x="1382819" y="1593467"/>
                      <a:pt x="1391075" y="1622877"/>
                    </a:cubicBezTo>
                    <a:cubicBezTo>
                      <a:pt x="1403974" y="1668284"/>
                      <a:pt x="1415326" y="1714205"/>
                      <a:pt x="1426677" y="1760128"/>
                    </a:cubicBezTo>
                    <a:cubicBezTo>
                      <a:pt x="1432870" y="1784894"/>
                      <a:pt x="1427710" y="1798310"/>
                      <a:pt x="1406554" y="1811725"/>
                    </a:cubicBezTo>
                    <a:cubicBezTo>
                      <a:pt x="1395203" y="1818949"/>
                      <a:pt x="1383335" y="1825657"/>
                      <a:pt x="1370436" y="1830300"/>
                    </a:cubicBezTo>
                    <a:cubicBezTo>
                      <a:pt x="1347733" y="1838556"/>
                      <a:pt x="1331222" y="1834428"/>
                      <a:pt x="1316258" y="1815337"/>
                    </a:cubicBezTo>
                    <a:cubicBezTo>
                      <a:pt x="1287879" y="1779735"/>
                      <a:pt x="1259501" y="1743616"/>
                      <a:pt x="1231122" y="1707498"/>
                    </a:cubicBezTo>
                    <a:cubicBezTo>
                      <a:pt x="1203775" y="1673443"/>
                      <a:pt x="1154242" y="1668800"/>
                      <a:pt x="1121219" y="1698210"/>
                    </a:cubicBezTo>
                    <a:cubicBezTo>
                      <a:pt x="1112447" y="1705950"/>
                      <a:pt x="1108320" y="1715753"/>
                      <a:pt x="1106771" y="1727105"/>
                    </a:cubicBezTo>
                    <a:cubicBezTo>
                      <a:pt x="1100064" y="1774575"/>
                      <a:pt x="1092324" y="1821529"/>
                      <a:pt x="1087165" y="1868999"/>
                    </a:cubicBezTo>
                    <a:cubicBezTo>
                      <a:pt x="1084068" y="1893766"/>
                      <a:pt x="1074265" y="1911309"/>
                      <a:pt x="1050014" y="1919049"/>
                    </a:cubicBezTo>
                    <a:cubicBezTo>
                      <a:pt x="1029375" y="1919049"/>
                      <a:pt x="1008220" y="1919049"/>
                      <a:pt x="987581" y="1919049"/>
                    </a:cubicBezTo>
                    <a:cubicBezTo>
                      <a:pt x="973133" y="1910277"/>
                      <a:pt x="964878" y="1897377"/>
                      <a:pt x="960234" y="1880866"/>
                    </a:cubicBezTo>
                    <a:cubicBezTo>
                      <a:pt x="947851" y="1835460"/>
                      <a:pt x="933919" y="1790054"/>
                      <a:pt x="921535" y="1744132"/>
                    </a:cubicBezTo>
                    <a:cubicBezTo>
                      <a:pt x="914828" y="1719881"/>
                      <a:pt x="899865" y="1706982"/>
                      <a:pt x="875614" y="1703886"/>
                    </a:cubicBezTo>
                    <a:cubicBezTo>
                      <a:pt x="866326" y="1702854"/>
                      <a:pt x="857038" y="1701306"/>
                      <a:pt x="847751" y="1700790"/>
                    </a:cubicBezTo>
                    <a:cubicBezTo>
                      <a:pt x="826080" y="1699242"/>
                      <a:pt x="811117" y="1709046"/>
                      <a:pt x="800281" y="1727105"/>
                    </a:cubicBezTo>
                    <a:cubicBezTo>
                      <a:pt x="796153" y="1733813"/>
                      <a:pt x="792541" y="1740520"/>
                      <a:pt x="788414" y="1747228"/>
                    </a:cubicBezTo>
                    <a:cubicBezTo>
                      <a:pt x="766742" y="1783862"/>
                      <a:pt x="745587" y="1821013"/>
                      <a:pt x="723401" y="1857131"/>
                    </a:cubicBezTo>
                    <a:cubicBezTo>
                      <a:pt x="711533" y="1877254"/>
                      <a:pt x="697085" y="1882414"/>
                      <a:pt x="674383" y="1877254"/>
                    </a:cubicBezTo>
                    <a:cubicBezTo>
                      <a:pt x="660451" y="1874158"/>
                      <a:pt x="647552" y="1869515"/>
                      <a:pt x="634652" y="1863839"/>
                    </a:cubicBezTo>
                    <a:cubicBezTo>
                      <a:pt x="611949" y="1853003"/>
                      <a:pt x="604726" y="1839072"/>
                      <a:pt x="607822" y="1813789"/>
                    </a:cubicBezTo>
                    <a:cubicBezTo>
                      <a:pt x="613497" y="1766835"/>
                      <a:pt x="618141" y="1719881"/>
                      <a:pt x="624848" y="1672927"/>
                    </a:cubicBezTo>
                    <a:cubicBezTo>
                      <a:pt x="629492" y="1639905"/>
                      <a:pt x="611949" y="1621846"/>
                      <a:pt x="586150" y="1607398"/>
                    </a:cubicBezTo>
                    <a:cubicBezTo>
                      <a:pt x="560868" y="1593467"/>
                      <a:pt x="538165" y="1591403"/>
                      <a:pt x="514430" y="1611010"/>
                    </a:cubicBezTo>
                    <a:cubicBezTo>
                      <a:pt x="481407" y="1637325"/>
                      <a:pt x="446836" y="1661576"/>
                      <a:pt x="413814" y="1687375"/>
                    </a:cubicBezTo>
                    <a:cubicBezTo>
                      <a:pt x="380276" y="1713690"/>
                      <a:pt x="365828" y="1719365"/>
                      <a:pt x="324550" y="1682215"/>
                    </a:cubicBezTo>
                    <a:cubicBezTo>
                      <a:pt x="321970" y="1679635"/>
                      <a:pt x="319390" y="1677055"/>
                      <a:pt x="316810" y="1674475"/>
                    </a:cubicBezTo>
                    <a:cubicBezTo>
                      <a:pt x="296687" y="1653836"/>
                      <a:pt x="294623" y="1637841"/>
                      <a:pt x="309071" y="1612558"/>
                    </a:cubicBezTo>
                    <a:cubicBezTo>
                      <a:pt x="331258" y="1572828"/>
                      <a:pt x="353960" y="1532581"/>
                      <a:pt x="376148" y="1492851"/>
                    </a:cubicBezTo>
                    <a:cubicBezTo>
                      <a:pt x="382339" y="1481500"/>
                      <a:pt x="389047" y="1470148"/>
                      <a:pt x="387499" y="1456217"/>
                    </a:cubicBezTo>
                    <a:cubicBezTo>
                      <a:pt x="383887" y="1414423"/>
                      <a:pt x="337449" y="1381400"/>
                      <a:pt x="297203" y="1391720"/>
                    </a:cubicBezTo>
                    <a:cubicBezTo>
                      <a:pt x="250765" y="1403587"/>
                      <a:pt x="204327" y="1415455"/>
                      <a:pt x="158405" y="1427838"/>
                    </a:cubicBezTo>
                    <a:cubicBezTo>
                      <a:pt x="139830" y="1432998"/>
                      <a:pt x="125899" y="1427322"/>
                      <a:pt x="114031" y="1412875"/>
                    </a:cubicBezTo>
                    <a:cubicBezTo>
                      <a:pt x="104228" y="1401007"/>
                      <a:pt x="98036" y="1387592"/>
                      <a:pt x="91844" y="1373660"/>
                    </a:cubicBezTo>
                    <a:cubicBezTo>
                      <a:pt x="81525" y="1349409"/>
                      <a:pt x="86169" y="1331866"/>
                      <a:pt x="106808" y="1315871"/>
                    </a:cubicBezTo>
                    <a:cubicBezTo>
                      <a:pt x="140862" y="1288524"/>
                      <a:pt x="175432" y="1261693"/>
                      <a:pt x="209487" y="1234347"/>
                    </a:cubicBezTo>
                    <a:cubicBezTo>
                      <a:pt x="245605" y="1206484"/>
                      <a:pt x="248701" y="1194616"/>
                      <a:pt x="236834" y="1151274"/>
                    </a:cubicBezTo>
                    <a:cubicBezTo>
                      <a:pt x="228578" y="1122896"/>
                      <a:pt x="211551" y="1107932"/>
                      <a:pt x="181624" y="1104836"/>
                    </a:cubicBezTo>
                    <a:cubicBezTo>
                      <a:pt x="138282" y="1100192"/>
                      <a:pt x="95456" y="1091937"/>
                      <a:pt x="52114" y="1087293"/>
                    </a:cubicBezTo>
                    <a:cubicBezTo>
                      <a:pt x="27347" y="1084713"/>
                      <a:pt x="9804" y="1074910"/>
                      <a:pt x="1032" y="1051175"/>
                    </a:cubicBezTo>
                    <a:cubicBezTo>
                      <a:pt x="0" y="1028988"/>
                      <a:pt x="0" y="1008348"/>
                      <a:pt x="0" y="987194"/>
                    </a:cubicBezTo>
                    <a:close/>
                    <a:moveTo>
                      <a:pt x="1198616" y="960879"/>
                    </a:moveTo>
                    <a:cubicBezTo>
                      <a:pt x="1200163" y="838592"/>
                      <a:pt x="1104192" y="720433"/>
                      <a:pt x="958686" y="720949"/>
                    </a:cubicBezTo>
                    <a:cubicBezTo>
                      <a:pt x="824016" y="721465"/>
                      <a:pt x="720821" y="824145"/>
                      <a:pt x="720304" y="959331"/>
                    </a:cubicBezTo>
                    <a:cubicBezTo>
                      <a:pt x="719788" y="1096581"/>
                      <a:pt x="827628" y="1197712"/>
                      <a:pt x="957654" y="1198744"/>
                    </a:cubicBezTo>
                    <a:cubicBezTo>
                      <a:pt x="1090776" y="1199776"/>
                      <a:pt x="1198100" y="1092969"/>
                      <a:pt x="1198616" y="960879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="" xmlns:a16="http://schemas.microsoft.com/office/drawing/2014/main" id="{C1613B70-341B-437A-A0D4-569BDB3F76E5}"/>
                  </a:ext>
                </a:extLst>
              </p:cNvPr>
              <p:cNvGrpSpPr/>
              <p:nvPr/>
            </p:nvGrpSpPr>
            <p:grpSpPr>
              <a:xfrm>
                <a:off x="7392963" y="2648852"/>
                <a:ext cx="1838947" cy="1835405"/>
                <a:chOff x="7167947" y="1624190"/>
                <a:chExt cx="2677922" cy="2672763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="" xmlns:a16="http://schemas.microsoft.com/office/drawing/2014/main" id="{A96EF5B8-28BF-47BD-A097-7ADED01EDC98}"/>
                    </a:ext>
                  </a:extLst>
                </p:cNvPr>
                <p:cNvSpPr/>
                <p:nvPr/>
              </p:nvSpPr>
              <p:spPr>
                <a:xfrm>
                  <a:off x="7167947" y="1624190"/>
                  <a:ext cx="2677922" cy="2672763"/>
                </a:xfrm>
                <a:custGeom>
                  <a:avLst/>
                  <a:gdLst>
                    <a:gd name="connsiteX0" fmla="*/ 2538684 w 2677922"/>
                    <a:gd name="connsiteY0" fmla="*/ 1897505 h 2672762"/>
                    <a:gd name="connsiteX1" fmla="*/ 2456643 w 2677922"/>
                    <a:gd name="connsiteY1" fmla="*/ 1879446 h 2672762"/>
                    <a:gd name="connsiteX2" fmla="*/ 2389566 w 2677922"/>
                    <a:gd name="connsiteY2" fmla="*/ 1863966 h 2672762"/>
                    <a:gd name="connsiteX3" fmla="*/ 2354479 w 2677922"/>
                    <a:gd name="connsiteY3" fmla="*/ 1874802 h 2672762"/>
                    <a:gd name="connsiteX4" fmla="*/ 2312170 w 2677922"/>
                    <a:gd name="connsiteY4" fmla="*/ 1950651 h 2672762"/>
                    <a:gd name="connsiteX5" fmla="*/ 2322489 w 2677922"/>
                    <a:gd name="connsiteY5" fmla="*/ 1983157 h 2672762"/>
                    <a:gd name="connsiteX6" fmla="*/ 2412785 w 2677922"/>
                    <a:gd name="connsiteY6" fmla="*/ 2080161 h 2672762"/>
                    <a:gd name="connsiteX7" fmla="*/ 2418461 w 2677922"/>
                    <a:gd name="connsiteY7" fmla="*/ 2146722 h 2672762"/>
                    <a:gd name="connsiteX8" fmla="*/ 2414849 w 2677922"/>
                    <a:gd name="connsiteY8" fmla="*/ 2151882 h 2672762"/>
                    <a:gd name="connsiteX9" fmla="*/ 2324037 w 2677922"/>
                    <a:gd name="connsiteY9" fmla="*/ 2174585 h 2672762"/>
                    <a:gd name="connsiteX10" fmla="*/ 2219294 w 2677922"/>
                    <a:gd name="connsiteY10" fmla="*/ 2118859 h 2672762"/>
                    <a:gd name="connsiteX11" fmla="*/ 2178531 w 2677922"/>
                    <a:gd name="connsiteY11" fmla="*/ 2120407 h 2672762"/>
                    <a:gd name="connsiteX12" fmla="*/ 2125386 w 2677922"/>
                    <a:gd name="connsiteY12" fmla="*/ 2172521 h 2672762"/>
                    <a:gd name="connsiteX13" fmla="*/ 2122806 w 2677922"/>
                    <a:gd name="connsiteY13" fmla="*/ 2217411 h 2672762"/>
                    <a:gd name="connsiteX14" fmla="*/ 2184723 w 2677922"/>
                    <a:gd name="connsiteY14" fmla="*/ 2334538 h 2672762"/>
                    <a:gd name="connsiteX15" fmla="*/ 2174404 w 2677922"/>
                    <a:gd name="connsiteY15" fmla="*/ 2395423 h 2672762"/>
                    <a:gd name="connsiteX16" fmla="*/ 2164084 w 2677922"/>
                    <a:gd name="connsiteY16" fmla="*/ 2404711 h 2672762"/>
                    <a:gd name="connsiteX17" fmla="*/ 2075336 w 2677922"/>
                    <a:gd name="connsiteY17" fmla="*/ 2401615 h 2672762"/>
                    <a:gd name="connsiteX18" fmla="*/ 1988652 w 2677922"/>
                    <a:gd name="connsiteY18" fmla="*/ 2320606 h 2672762"/>
                    <a:gd name="connsiteX19" fmla="*/ 1944277 w 2677922"/>
                    <a:gd name="connsiteY19" fmla="*/ 2311835 h 2672762"/>
                    <a:gd name="connsiteX20" fmla="*/ 1883392 w 2677922"/>
                    <a:gd name="connsiteY20" fmla="*/ 2346405 h 2672762"/>
                    <a:gd name="connsiteX21" fmla="*/ 1868429 w 2677922"/>
                    <a:gd name="connsiteY21" fmla="*/ 2391811 h 2672762"/>
                    <a:gd name="connsiteX22" fmla="*/ 1899388 w 2677922"/>
                    <a:gd name="connsiteY22" fmla="*/ 2526997 h 2672762"/>
                    <a:gd name="connsiteX23" fmla="*/ 1879264 w 2677922"/>
                    <a:gd name="connsiteY23" fmla="*/ 2571887 h 2672762"/>
                    <a:gd name="connsiteX24" fmla="*/ 1841082 w 2677922"/>
                    <a:gd name="connsiteY24" fmla="*/ 2588915 h 2672762"/>
                    <a:gd name="connsiteX25" fmla="*/ 1782777 w 2677922"/>
                    <a:gd name="connsiteY25" fmla="*/ 2568276 h 2672762"/>
                    <a:gd name="connsiteX26" fmla="*/ 1715184 w 2677922"/>
                    <a:gd name="connsiteY26" fmla="*/ 2459404 h 2672762"/>
                    <a:gd name="connsiteX27" fmla="*/ 1664618 w 2677922"/>
                    <a:gd name="connsiteY27" fmla="*/ 2435669 h 2672762"/>
                    <a:gd name="connsiteX28" fmla="*/ 1610440 w 2677922"/>
                    <a:gd name="connsiteY28" fmla="*/ 2450117 h 2672762"/>
                    <a:gd name="connsiteX29" fmla="*/ 1577418 w 2677922"/>
                    <a:gd name="connsiteY29" fmla="*/ 2495007 h 2672762"/>
                    <a:gd name="connsiteX30" fmla="*/ 1573806 w 2677922"/>
                    <a:gd name="connsiteY30" fmla="*/ 2616777 h 2672762"/>
                    <a:gd name="connsiteX31" fmla="*/ 1526852 w 2677922"/>
                    <a:gd name="connsiteY31" fmla="*/ 2672503 h 2672762"/>
                    <a:gd name="connsiteX32" fmla="*/ 1497441 w 2677922"/>
                    <a:gd name="connsiteY32" fmla="*/ 2676115 h 2672762"/>
                    <a:gd name="connsiteX33" fmla="*/ 1449972 w 2677922"/>
                    <a:gd name="connsiteY33" fmla="*/ 2644124 h 2672762"/>
                    <a:gd name="connsiteX34" fmla="*/ 1410241 w 2677922"/>
                    <a:gd name="connsiteY34" fmla="*/ 2514614 h 2672762"/>
                    <a:gd name="connsiteX35" fmla="*/ 1373091 w 2677922"/>
                    <a:gd name="connsiteY35" fmla="*/ 2482623 h 2672762"/>
                    <a:gd name="connsiteX36" fmla="*/ 1304982 w 2677922"/>
                    <a:gd name="connsiteY36" fmla="*/ 2483139 h 2672762"/>
                    <a:gd name="connsiteX37" fmla="*/ 1271959 w 2677922"/>
                    <a:gd name="connsiteY37" fmla="*/ 2511518 h 2672762"/>
                    <a:gd name="connsiteX38" fmla="*/ 1234293 w 2677922"/>
                    <a:gd name="connsiteY38" fmla="*/ 2633805 h 2672762"/>
                    <a:gd name="connsiteX39" fmla="*/ 1170828 w 2677922"/>
                    <a:gd name="connsiteY39" fmla="*/ 2674567 h 2672762"/>
                    <a:gd name="connsiteX40" fmla="*/ 1106847 w 2677922"/>
                    <a:gd name="connsiteY40" fmla="*/ 2602330 h 2672762"/>
                    <a:gd name="connsiteX41" fmla="*/ 1103751 w 2677922"/>
                    <a:gd name="connsiteY41" fmla="*/ 2491395 h 2672762"/>
                    <a:gd name="connsiteX42" fmla="*/ 1080532 w 2677922"/>
                    <a:gd name="connsiteY42" fmla="*/ 2454244 h 2672762"/>
                    <a:gd name="connsiteX43" fmla="*/ 1005199 w 2677922"/>
                    <a:gd name="connsiteY43" fmla="*/ 2435153 h 2672762"/>
                    <a:gd name="connsiteX44" fmla="*/ 969080 w 2677922"/>
                    <a:gd name="connsiteY44" fmla="*/ 2454244 h 2672762"/>
                    <a:gd name="connsiteX45" fmla="*/ 900456 w 2677922"/>
                    <a:gd name="connsiteY45" fmla="*/ 2564148 h 2672762"/>
                    <a:gd name="connsiteX46" fmla="*/ 836474 w 2677922"/>
                    <a:gd name="connsiteY46" fmla="*/ 2587367 h 2672762"/>
                    <a:gd name="connsiteX47" fmla="*/ 831830 w 2677922"/>
                    <a:gd name="connsiteY47" fmla="*/ 2585819 h 2672762"/>
                    <a:gd name="connsiteX48" fmla="*/ 785392 w 2677922"/>
                    <a:gd name="connsiteY48" fmla="*/ 2504810 h 2672762"/>
                    <a:gd name="connsiteX49" fmla="*/ 811707 w 2677922"/>
                    <a:gd name="connsiteY49" fmla="*/ 2390779 h 2672762"/>
                    <a:gd name="connsiteX50" fmla="*/ 794680 w 2677922"/>
                    <a:gd name="connsiteY50" fmla="*/ 2344341 h 2672762"/>
                    <a:gd name="connsiteX51" fmla="*/ 739470 w 2677922"/>
                    <a:gd name="connsiteY51" fmla="*/ 2312351 h 2672762"/>
                    <a:gd name="connsiteX52" fmla="*/ 689421 w 2677922"/>
                    <a:gd name="connsiteY52" fmla="*/ 2321638 h 2672762"/>
                    <a:gd name="connsiteX53" fmla="*/ 596029 w 2677922"/>
                    <a:gd name="connsiteY53" fmla="*/ 2408838 h 2672762"/>
                    <a:gd name="connsiteX54" fmla="*/ 530500 w 2677922"/>
                    <a:gd name="connsiteY54" fmla="*/ 2415030 h 2672762"/>
                    <a:gd name="connsiteX55" fmla="*/ 521212 w 2677922"/>
                    <a:gd name="connsiteY55" fmla="*/ 2408838 h 2672762"/>
                    <a:gd name="connsiteX56" fmla="*/ 500573 w 2677922"/>
                    <a:gd name="connsiteY56" fmla="*/ 2322670 h 2672762"/>
                    <a:gd name="connsiteX57" fmla="*/ 556298 w 2677922"/>
                    <a:gd name="connsiteY57" fmla="*/ 2217927 h 2672762"/>
                    <a:gd name="connsiteX58" fmla="*/ 552171 w 2677922"/>
                    <a:gd name="connsiteY58" fmla="*/ 2168909 h 2672762"/>
                    <a:gd name="connsiteX59" fmla="*/ 505733 w 2677922"/>
                    <a:gd name="connsiteY59" fmla="*/ 2122987 h 2672762"/>
                    <a:gd name="connsiteX60" fmla="*/ 457747 w 2677922"/>
                    <a:gd name="connsiteY60" fmla="*/ 2119375 h 2672762"/>
                    <a:gd name="connsiteX61" fmla="*/ 341652 w 2677922"/>
                    <a:gd name="connsiteY61" fmla="*/ 2180777 h 2672762"/>
                    <a:gd name="connsiteX62" fmla="*/ 278187 w 2677922"/>
                    <a:gd name="connsiteY62" fmla="*/ 2168909 h 2672762"/>
                    <a:gd name="connsiteX63" fmla="*/ 274059 w 2677922"/>
                    <a:gd name="connsiteY63" fmla="*/ 2164265 h 2672762"/>
                    <a:gd name="connsiteX64" fmla="*/ 276639 w 2677922"/>
                    <a:gd name="connsiteY64" fmla="*/ 2069325 h 2672762"/>
                    <a:gd name="connsiteX65" fmla="*/ 354551 w 2677922"/>
                    <a:gd name="connsiteY65" fmla="*/ 1986253 h 2672762"/>
                    <a:gd name="connsiteX66" fmla="*/ 363839 w 2677922"/>
                    <a:gd name="connsiteY66" fmla="*/ 1940847 h 2672762"/>
                    <a:gd name="connsiteX67" fmla="*/ 328237 w 2677922"/>
                    <a:gd name="connsiteY67" fmla="*/ 1878930 h 2672762"/>
                    <a:gd name="connsiteX68" fmla="*/ 283347 w 2677922"/>
                    <a:gd name="connsiteY68" fmla="*/ 1866030 h 2672762"/>
                    <a:gd name="connsiteX69" fmla="*/ 170864 w 2677922"/>
                    <a:gd name="connsiteY69" fmla="*/ 1891829 h 2672762"/>
                    <a:gd name="connsiteX70" fmla="*/ 155900 w 2677922"/>
                    <a:gd name="connsiteY70" fmla="*/ 1895441 h 2672762"/>
                    <a:gd name="connsiteX71" fmla="*/ 100175 w 2677922"/>
                    <a:gd name="connsiteY71" fmla="*/ 1868094 h 2672762"/>
                    <a:gd name="connsiteX72" fmla="*/ 87275 w 2677922"/>
                    <a:gd name="connsiteY72" fmla="*/ 1838168 h 2672762"/>
                    <a:gd name="connsiteX73" fmla="*/ 107915 w 2677922"/>
                    <a:gd name="connsiteY73" fmla="*/ 1779862 h 2672762"/>
                    <a:gd name="connsiteX74" fmla="*/ 213690 w 2677922"/>
                    <a:gd name="connsiteY74" fmla="*/ 1713817 h 2672762"/>
                    <a:gd name="connsiteX75" fmla="*/ 238972 w 2677922"/>
                    <a:gd name="connsiteY75" fmla="*/ 1654480 h 2672762"/>
                    <a:gd name="connsiteX76" fmla="*/ 222977 w 2677922"/>
                    <a:gd name="connsiteY76" fmla="*/ 1600818 h 2672762"/>
                    <a:gd name="connsiteX77" fmla="*/ 184279 w 2677922"/>
                    <a:gd name="connsiteY77" fmla="*/ 1575019 h 2672762"/>
                    <a:gd name="connsiteX78" fmla="*/ 59413 w 2677922"/>
                    <a:gd name="connsiteY78" fmla="*/ 1571407 h 2672762"/>
                    <a:gd name="connsiteX79" fmla="*/ 3687 w 2677922"/>
                    <a:gd name="connsiteY79" fmla="*/ 1524453 h 2672762"/>
                    <a:gd name="connsiteX80" fmla="*/ 1623 w 2677922"/>
                    <a:gd name="connsiteY80" fmla="*/ 1513618 h 2672762"/>
                    <a:gd name="connsiteX81" fmla="*/ 48577 w 2677922"/>
                    <a:gd name="connsiteY81" fmla="*/ 1442413 h 2672762"/>
                    <a:gd name="connsiteX82" fmla="*/ 160544 w 2677922"/>
                    <a:gd name="connsiteY82" fmla="*/ 1408358 h 2672762"/>
                    <a:gd name="connsiteX83" fmla="*/ 194083 w 2677922"/>
                    <a:gd name="connsiteY83" fmla="*/ 1370692 h 2672762"/>
                    <a:gd name="connsiteX84" fmla="*/ 192534 w 2677922"/>
                    <a:gd name="connsiteY84" fmla="*/ 1298971 h 2672762"/>
                    <a:gd name="connsiteX85" fmla="*/ 166220 w 2677922"/>
                    <a:gd name="connsiteY85" fmla="*/ 1269560 h 2672762"/>
                    <a:gd name="connsiteX86" fmla="*/ 47029 w 2677922"/>
                    <a:gd name="connsiteY86" fmla="*/ 1232926 h 2672762"/>
                    <a:gd name="connsiteX87" fmla="*/ 1623 w 2677922"/>
                    <a:gd name="connsiteY87" fmla="*/ 1166881 h 2672762"/>
                    <a:gd name="connsiteX88" fmla="*/ 6267 w 2677922"/>
                    <a:gd name="connsiteY88" fmla="*/ 1139534 h 2672762"/>
                    <a:gd name="connsiteX89" fmla="*/ 49093 w 2677922"/>
                    <a:gd name="connsiteY89" fmla="*/ 1105480 h 2672762"/>
                    <a:gd name="connsiteX90" fmla="*/ 164672 w 2677922"/>
                    <a:gd name="connsiteY90" fmla="*/ 1101868 h 2672762"/>
                    <a:gd name="connsiteX91" fmla="*/ 181699 w 2677922"/>
                    <a:gd name="connsiteY91" fmla="*/ 1101352 h 2672762"/>
                    <a:gd name="connsiteX92" fmla="*/ 227621 w 2677922"/>
                    <a:gd name="connsiteY92" fmla="*/ 1065233 h 2672762"/>
                    <a:gd name="connsiteX93" fmla="*/ 241036 w 2677922"/>
                    <a:gd name="connsiteY93" fmla="*/ 1014152 h 2672762"/>
                    <a:gd name="connsiteX94" fmla="*/ 219366 w 2677922"/>
                    <a:gd name="connsiteY94" fmla="*/ 965650 h 2672762"/>
                    <a:gd name="connsiteX95" fmla="*/ 113590 w 2677922"/>
                    <a:gd name="connsiteY95" fmla="*/ 899605 h 2672762"/>
                    <a:gd name="connsiteX96" fmla="*/ 89855 w 2677922"/>
                    <a:gd name="connsiteY96" fmla="*/ 832012 h 2672762"/>
                    <a:gd name="connsiteX97" fmla="*/ 104818 w 2677922"/>
                    <a:gd name="connsiteY97" fmla="*/ 799505 h 2672762"/>
                    <a:gd name="connsiteX98" fmla="*/ 151256 w 2677922"/>
                    <a:gd name="connsiteY98" fmla="*/ 779898 h 2672762"/>
                    <a:gd name="connsiteX99" fmla="*/ 283347 w 2677922"/>
                    <a:gd name="connsiteY99" fmla="*/ 810341 h 2672762"/>
                    <a:gd name="connsiteX100" fmla="*/ 331332 w 2677922"/>
                    <a:gd name="connsiteY100" fmla="*/ 794345 h 2672762"/>
                    <a:gd name="connsiteX101" fmla="*/ 363839 w 2677922"/>
                    <a:gd name="connsiteY101" fmla="*/ 737588 h 2672762"/>
                    <a:gd name="connsiteX102" fmla="*/ 354551 w 2677922"/>
                    <a:gd name="connsiteY102" fmla="*/ 689086 h 2672762"/>
                    <a:gd name="connsiteX103" fmla="*/ 266835 w 2677922"/>
                    <a:gd name="connsiteY103" fmla="*/ 595694 h 2672762"/>
                    <a:gd name="connsiteX104" fmla="*/ 261675 w 2677922"/>
                    <a:gd name="connsiteY104" fmla="*/ 529133 h 2672762"/>
                    <a:gd name="connsiteX105" fmla="*/ 270447 w 2677922"/>
                    <a:gd name="connsiteY105" fmla="*/ 516233 h 2672762"/>
                    <a:gd name="connsiteX106" fmla="*/ 349907 w 2677922"/>
                    <a:gd name="connsiteY106" fmla="*/ 498690 h 2672762"/>
                    <a:gd name="connsiteX107" fmla="*/ 457231 w 2677922"/>
                    <a:gd name="connsiteY107" fmla="*/ 555964 h 2672762"/>
                    <a:gd name="connsiteX108" fmla="*/ 507797 w 2677922"/>
                    <a:gd name="connsiteY108" fmla="*/ 551320 h 2672762"/>
                    <a:gd name="connsiteX109" fmla="*/ 551139 w 2677922"/>
                    <a:gd name="connsiteY109" fmla="*/ 508494 h 2672762"/>
                    <a:gd name="connsiteX110" fmla="*/ 556815 w 2677922"/>
                    <a:gd name="connsiteY110" fmla="*/ 456896 h 2672762"/>
                    <a:gd name="connsiteX111" fmla="*/ 494381 w 2677922"/>
                    <a:gd name="connsiteY111" fmla="*/ 339769 h 2672762"/>
                    <a:gd name="connsiteX112" fmla="*/ 505217 w 2677922"/>
                    <a:gd name="connsiteY112" fmla="*/ 280432 h 2672762"/>
                    <a:gd name="connsiteX113" fmla="*/ 537723 w 2677922"/>
                    <a:gd name="connsiteY113" fmla="*/ 256181 h 2672762"/>
                    <a:gd name="connsiteX114" fmla="*/ 590353 w 2677922"/>
                    <a:gd name="connsiteY114" fmla="*/ 261857 h 2672762"/>
                    <a:gd name="connsiteX115" fmla="*/ 679617 w 2677922"/>
                    <a:gd name="connsiteY115" fmla="*/ 344929 h 2672762"/>
                    <a:gd name="connsiteX116" fmla="*/ 754950 w 2677922"/>
                    <a:gd name="connsiteY116" fmla="*/ 355765 h 2672762"/>
                    <a:gd name="connsiteX117" fmla="*/ 797260 w 2677922"/>
                    <a:gd name="connsiteY117" fmla="*/ 329450 h 2672762"/>
                    <a:gd name="connsiteX118" fmla="*/ 811707 w 2677922"/>
                    <a:gd name="connsiteY118" fmla="*/ 285076 h 2672762"/>
                    <a:gd name="connsiteX119" fmla="*/ 781781 w 2677922"/>
                    <a:gd name="connsiteY119" fmla="*/ 156081 h 2672762"/>
                    <a:gd name="connsiteX120" fmla="*/ 807064 w 2677922"/>
                    <a:gd name="connsiteY120" fmla="*/ 100872 h 2672762"/>
                    <a:gd name="connsiteX121" fmla="*/ 841634 w 2677922"/>
                    <a:gd name="connsiteY121" fmla="*/ 86424 h 2672762"/>
                    <a:gd name="connsiteX122" fmla="*/ 896328 w 2677922"/>
                    <a:gd name="connsiteY122" fmla="*/ 106031 h 2672762"/>
                    <a:gd name="connsiteX123" fmla="*/ 965469 w 2677922"/>
                    <a:gd name="connsiteY123" fmla="*/ 217483 h 2672762"/>
                    <a:gd name="connsiteX124" fmla="*/ 1013455 w 2677922"/>
                    <a:gd name="connsiteY124" fmla="*/ 240702 h 2672762"/>
                    <a:gd name="connsiteX125" fmla="*/ 1077952 w 2677922"/>
                    <a:gd name="connsiteY125" fmla="*/ 222642 h 2672762"/>
                    <a:gd name="connsiteX126" fmla="*/ 1101687 w 2677922"/>
                    <a:gd name="connsiteY126" fmla="*/ 188072 h 2672762"/>
                    <a:gd name="connsiteX127" fmla="*/ 1106847 w 2677922"/>
                    <a:gd name="connsiteY127" fmla="*/ 53918 h 2672762"/>
                    <a:gd name="connsiteX128" fmla="*/ 1145029 w 2677922"/>
                    <a:gd name="connsiteY128" fmla="*/ 4900 h 2672762"/>
                    <a:gd name="connsiteX129" fmla="*/ 1158960 w 2677922"/>
                    <a:gd name="connsiteY129" fmla="*/ 1804 h 2672762"/>
                    <a:gd name="connsiteX130" fmla="*/ 1235841 w 2677922"/>
                    <a:gd name="connsiteY130" fmla="*/ 48758 h 2672762"/>
                    <a:gd name="connsiteX131" fmla="*/ 1269895 w 2677922"/>
                    <a:gd name="connsiteY131" fmla="*/ 162273 h 2672762"/>
                    <a:gd name="connsiteX132" fmla="*/ 1303434 w 2677922"/>
                    <a:gd name="connsiteY132" fmla="*/ 192716 h 2672762"/>
                    <a:gd name="connsiteX133" fmla="*/ 1376702 w 2677922"/>
                    <a:gd name="connsiteY133" fmla="*/ 192716 h 2672762"/>
                    <a:gd name="connsiteX134" fmla="*/ 1409209 w 2677922"/>
                    <a:gd name="connsiteY134" fmla="*/ 163305 h 2672762"/>
                    <a:gd name="connsiteX135" fmla="*/ 1447392 w 2677922"/>
                    <a:gd name="connsiteY135" fmla="*/ 37922 h 2672762"/>
                    <a:gd name="connsiteX136" fmla="*/ 1499505 w 2677922"/>
                    <a:gd name="connsiteY136" fmla="*/ 256 h 2672762"/>
                    <a:gd name="connsiteX137" fmla="*/ 1513436 w 2677922"/>
                    <a:gd name="connsiteY137" fmla="*/ 772 h 2672762"/>
                    <a:gd name="connsiteX138" fmla="*/ 1573290 w 2677922"/>
                    <a:gd name="connsiteY138" fmla="*/ 65269 h 2672762"/>
                    <a:gd name="connsiteX139" fmla="*/ 1576902 w 2677922"/>
                    <a:gd name="connsiteY139" fmla="*/ 185492 h 2672762"/>
                    <a:gd name="connsiteX140" fmla="*/ 1598057 w 2677922"/>
                    <a:gd name="connsiteY140" fmla="*/ 220578 h 2672762"/>
                    <a:gd name="connsiteX141" fmla="*/ 1674422 w 2677922"/>
                    <a:gd name="connsiteY141" fmla="*/ 240702 h 2672762"/>
                    <a:gd name="connsiteX142" fmla="*/ 1710540 w 2677922"/>
                    <a:gd name="connsiteY142" fmla="*/ 221610 h 2672762"/>
                    <a:gd name="connsiteX143" fmla="*/ 1779165 w 2677922"/>
                    <a:gd name="connsiteY143" fmla="*/ 111707 h 2672762"/>
                    <a:gd name="connsiteX144" fmla="*/ 1845726 w 2677922"/>
                    <a:gd name="connsiteY144" fmla="*/ 88488 h 2672762"/>
                    <a:gd name="connsiteX145" fmla="*/ 1857594 w 2677922"/>
                    <a:gd name="connsiteY145" fmla="*/ 92616 h 2672762"/>
                    <a:gd name="connsiteX146" fmla="*/ 1895260 w 2677922"/>
                    <a:gd name="connsiteY146" fmla="*/ 166401 h 2672762"/>
                    <a:gd name="connsiteX147" fmla="*/ 1868429 w 2677922"/>
                    <a:gd name="connsiteY147" fmla="*/ 281980 h 2672762"/>
                    <a:gd name="connsiteX148" fmla="*/ 1887004 w 2677922"/>
                    <a:gd name="connsiteY148" fmla="*/ 332030 h 2672762"/>
                    <a:gd name="connsiteX149" fmla="*/ 1946857 w 2677922"/>
                    <a:gd name="connsiteY149" fmla="*/ 365052 h 2672762"/>
                    <a:gd name="connsiteX150" fmla="*/ 1986588 w 2677922"/>
                    <a:gd name="connsiteY150" fmla="*/ 355765 h 2672762"/>
                    <a:gd name="connsiteX151" fmla="*/ 2081528 w 2677922"/>
                    <a:gd name="connsiteY151" fmla="*/ 267532 h 2672762"/>
                    <a:gd name="connsiteX152" fmla="*/ 2151701 w 2677922"/>
                    <a:gd name="connsiteY152" fmla="*/ 261857 h 2672762"/>
                    <a:gd name="connsiteX153" fmla="*/ 2155312 w 2677922"/>
                    <a:gd name="connsiteY153" fmla="*/ 264437 h 2672762"/>
                    <a:gd name="connsiteX154" fmla="*/ 2177500 w 2677922"/>
                    <a:gd name="connsiteY154" fmla="*/ 353701 h 2672762"/>
                    <a:gd name="connsiteX155" fmla="*/ 2122290 w 2677922"/>
                    <a:gd name="connsiteY155" fmla="*/ 456896 h 2672762"/>
                    <a:gd name="connsiteX156" fmla="*/ 2126934 w 2677922"/>
                    <a:gd name="connsiteY156" fmla="*/ 505914 h 2672762"/>
                    <a:gd name="connsiteX157" fmla="*/ 2173372 w 2677922"/>
                    <a:gd name="connsiteY157" fmla="*/ 551836 h 2672762"/>
                    <a:gd name="connsiteX158" fmla="*/ 2219810 w 2677922"/>
                    <a:gd name="connsiteY158" fmla="*/ 555964 h 2672762"/>
                    <a:gd name="connsiteX159" fmla="*/ 2336937 w 2677922"/>
                    <a:gd name="connsiteY159" fmla="*/ 494046 h 2672762"/>
                    <a:gd name="connsiteX160" fmla="*/ 2400917 w 2677922"/>
                    <a:gd name="connsiteY160" fmla="*/ 507462 h 2672762"/>
                    <a:gd name="connsiteX161" fmla="*/ 2420525 w 2677922"/>
                    <a:gd name="connsiteY161" fmla="*/ 533777 h 2672762"/>
                    <a:gd name="connsiteX162" fmla="*/ 2415365 w 2677922"/>
                    <a:gd name="connsiteY162" fmla="*/ 591566 h 2672762"/>
                    <a:gd name="connsiteX163" fmla="*/ 2321973 w 2677922"/>
                    <a:gd name="connsiteY163" fmla="*/ 692182 h 2672762"/>
                    <a:gd name="connsiteX164" fmla="*/ 2313718 w 2677922"/>
                    <a:gd name="connsiteY164" fmla="*/ 733460 h 2672762"/>
                    <a:gd name="connsiteX165" fmla="*/ 2349320 w 2677922"/>
                    <a:gd name="connsiteY165" fmla="*/ 795377 h 2672762"/>
                    <a:gd name="connsiteX166" fmla="*/ 2394726 w 2677922"/>
                    <a:gd name="connsiteY166" fmla="*/ 810341 h 2672762"/>
                    <a:gd name="connsiteX167" fmla="*/ 2526816 w 2677922"/>
                    <a:gd name="connsiteY167" fmla="*/ 780414 h 2672762"/>
                    <a:gd name="connsiteX168" fmla="*/ 2575834 w 2677922"/>
                    <a:gd name="connsiteY168" fmla="*/ 803117 h 2672762"/>
                    <a:gd name="connsiteX169" fmla="*/ 2591313 w 2677922"/>
                    <a:gd name="connsiteY169" fmla="*/ 838719 h 2672762"/>
                    <a:gd name="connsiteX170" fmla="*/ 2570158 w 2677922"/>
                    <a:gd name="connsiteY170" fmla="*/ 896509 h 2672762"/>
                    <a:gd name="connsiteX171" fmla="*/ 2461287 w 2677922"/>
                    <a:gd name="connsiteY171" fmla="*/ 964102 h 2672762"/>
                    <a:gd name="connsiteX172" fmla="*/ 2438068 w 2677922"/>
                    <a:gd name="connsiteY172" fmla="*/ 1014668 h 2672762"/>
                    <a:gd name="connsiteX173" fmla="*/ 2454063 w 2677922"/>
                    <a:gd name="connsiteY173" fmla="*/ 1073489 h 2672762"/>
                    <a:gd name="connsiteX174" fmla="*/ 2492762 w 2677922"/>
                    <a:gd name="connsiteY174" fmla="*/ 1100836 h 2672762"/>
                    <a:gd name="connsiteX175" fmla="*/ 2628464 w 2677922"/>
                    <a:gd name="connsiteY175" fmla="*/ 1105996 h 2672762"/>
                    <a:gd name="connsiteX176" fmla="*/ 2672322 w 2677922"/>
                    <a:gd name="connsiteY176" fmla="*/ 1140566 h 2672762"/>
                    <a:gd name="connsiteX177" fmla="*/ 2677998 w 2677922"/>
                    <a:gd name="connsiteY177" fmla="*/ 1182360 h 2672762"/>
                    <a:gd name="connsiteX178" fmla="*/ 2644459 w 2677922"/>
                    <a:gd name="connsiteY178" fmla="*/ 1229830 h 2672762"/>
                    <a:gd name="connsiteX179" fmla="*/ 2522172 w 2677922"/>
                    <a:gd name="connsiteY179" fmla="*/ 1267497 h 2672762"/>
                    <a:gd name="connsiteX180" fmla="*/ 2483990 w 2677922"/>
                    <a:gd name="connsiteY180" fmla="*/ 1315998 h 2672762"/>
                    <a:gd name="connsiteX181" fmla="*/ 2486570 w 2677922"/>
                    <a:gd name="connsiteY181" fmla="*/ 1379980 h 2672762"/>
                    <a:gd name="connsiteX182" fmla="*/ 2512885 w 2677922"/>
                    <a:gd name="connsiteY182" fmla="*/ 1407842 h 2672762"/>
                    <a:gd name="connsiteX183" fmla="*/ 2641363 w 2677922"/>
                    <a:gd name="connsiteY183" fmla="*/ 1447057 h 2672762"/>
                    <a:gd name="connsiteX184" fmla="*/ 2677998 w 2677922"/>
                    <a:gd name="connsiteY184" fmla="*/ 1498138 h 2672762"/>
                    <a:gd name="connsiteX185" fmla="*/ 2677998 w 2677922"/>
                    <a:gd name="connsiteY185" fmla="*/ 1507426 h 2672762"/>
                    <a:gd name="connsiteX186" fmla="*/ 2611952 w 2677922"/>
                    <a:gd name="connsiteY186" fmla="*/ 1572955 h 2672762"/>
                    <a:gd name="connsiteX187" fmla="*/ 2490182 w 2677922"/>
                    <a:gd name="connsiteY187" fmla="*/ 1576567 h 2672762"/>
                    <a:gd name="connsiteX188" fmla="*/ 2457675 w 2677922"/>
                    <a:gd name="connsiteY188" fmla="*/ 1596690 h 2672762"/>
                    <a:gd name="connsiteX189" fmla="*/ 2437036 w 2677922"/>
                    <a:gd name="connsiteY189" fmla="*/ 1673055 h 2672762"/>
                    <a:gd name="connsiteX190" fmla="*/ 2457159 w 2677922"/>
                    <a:gd name="connsiteY190" fmla="*/ 1710205 h 2672762"/>
                    <a:gd name="connsiteX191" fmla="*/ 2564483 w 2677922"/>
                    <a:gd name="connsiteY191" fmla="*/ 1777282 h 2672762"/>
                    <a:gd name="connsiteX192" fmla="*/ 2588733 w 2677922"/>
                    <a:gd name="connsiteY192" fmla="*/ 1845907 h 2672762"/>
                    <a:gd name="connsiteX193" fmla="*/ 2571706 w 2677922"/>
                    <a:gd name="connsiteY193" fmla="*/ 1880994 h 2672762"/>
                    <a:gd name="connsiteX194" fmla="*/ 2538684 w 2677922"/>
                    <a:gd name="connsiteY194" fmla="*/ 1897505 h 2672762"/>
                    <a:gd name="connsiteX195" fmla="*/ 1338521 w 2677922"/>
                    <a:gd name="connsiteY195" fmla="*/ 2312867 h 2672762"/>
                    <a:gd name="connsiteX196" fmla="*/ 2316814 w 2677922"/>
                    <a:gd name="connsiteY196" fmla="*/ 1335605 h 2672762"/>
                    <a:gd name="connsiteX197" fmla="*/ 1340068 w 2677922"/>
                    <a:gd name="connsiteY197" fmla="*/ 359376 h 2672762"/>
                    <a:gd name="connsiteX198" fmla="*/ 361775 w 2677922"/>
                    <a:gd name="connsiteY198" fmla="*/ 1331994 h 2672762"/>
                    <a:gd name="connsiteX199" fmla="*/ 1338521 w 2677922"/>
                    <a:gd name="connsiteY199" fmla="*/ 2312867 h 2672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</a:cxnLst>
                  <a:rect l="l" t="t" r="r" b="b"/>
                  <a:pathLst>
                    <a:path w="2677922" h="2672762">
                      <a:moveTo>
                        <a:pt x="2538684" y="1897505"/>
                      </a:moveTo>
                      <a:cubicBezTo>
                        <a:pt x="2511337" y="1891313"/>
                        <a:pt x="2483990" y="1885121"/>
                        <a:pt x="2456643" y="1879446"/>
                      </a:cubicBezTo>
                      <a:cubicBezTo>
                        <a:pt x="2434456" y="1874286"/>
                        <a:pt x="2411753" y="1869642"/>
                        <a:pt x="2389566" y="1863966"/>
                      </a:cubicBezTo>
                      <a:cubicBezTo>
                        <a:pt x="2375119" y="1860354"/>
                        <a:pt x="2363767" y="1864482"/>
                        <a:pt x="2354479" y="1874802"/>
                      </a:cubicBezTo>
                      <a:cubicBezTo>
                        <a:pt x="2335389" y="1896989"/>
                        <a:pt x="2320425" y="1922272"/>
                        <a:pt x="2312170" y="1950651"/>
                      </a:cubicBezTo>
                      <a:cubicBezTo>
                        <a:pt x="2308042" y="1964066"/>
                        <a:pt x="2314234" y="1973869"/>
                        <a:pt x="2322489" y="1983157"/>
                      </a:cubicBezTo>
                      <a:cubicBezTo>
                        <a:pt x="2352416" y="2015664"/>
                        <a:pt x="2382858" y="2048170"/>
                        <a:pt x="2412785" y="2080161"/>
                      </a:cubicBezTo>
                      <a:cubicBezTo>
                        <a:pt x="2435488" y="2104412"/>
                        <a:pt x="2436520" y="2118859"/>
                        <a:pt x="2418461" y="2146722"/>
                      </a:cubicBezTo>
                      <a:cubicBezTo>
                        <a:pt x="2417429" y="2148270"/>
                        <a:pt x="2416397" y="2150334"/>
                        <a:pt x="2414849" y="2151882"/>
                      </a:cubicBezTo>
                      <a:cubicBezTo>
                        <a:pt x="2380795" y="2197804"/>
                        <a:pt x="2365831" y="2198320"/>
                        <a:pt x="2324037" y="2174585"/>
                      </a:cubicBezTo>
                      <a:cubicBezTo>
                        <a:pt x="2289982" y="2154978"/>
                        <a:pt x="2253864" y="2137434"/>
                        <a:pt x="2219294" y="2118859"/>
                      </a:cubicBezTo>
                      <a:cubicBezTo>
                        <a:pt x="2204846" y="2111120"/>
                        <a:pt x="2191431" y="2111120"/>
                        <a:pt x="2178531" y="2120407"/>
                      </a:cubicBezTo>
                      <a:cubicBezTo>
                        <a:pt x="2157892" y="2134855"/>
                        <a:pt x="2140349" y="2152398"/>
                        <a:pt x="2125386" y="2172521"/>
                      </a:cubicBezTo>
                      <a:cubicBezTo>
                        <a:pt x="2114550" y="2186968"/>
                        <a:pt x="2114034" y="2201416"/>
                        <a:pt x="2122806" y="2217411"/>
                      </a:cubicBezTo>
                      <a:cubicBezTo>
                        <a:pt x="2143961" y="2256109"/>
                        <a:pt x="2164600" y="2295323"/>
                        <a:pt x="2184723" y="2334538"/>
                      </a:cubicBezTo>
                      <a:cubicBezTo>
                        <a:pt x="2198655" y="2361885"/>
                        <a:pt x="2196591" y="2374268"/>
                        <a:pt x="2174404" y="2395423"/>
                      </a:cubicBezTo>
                      <a:cubicBezTo>
                        <a:pt x="2170792" y="2398519"/>
                        <a:pt x="2167696" y="2402131"/>
                        <a:pt x="2164084" y="2404711"/>
                      </a:cubicBezTo>
                      <a:cubicBezTo>
                        <a:pt x="2131062" y="2428962"/>
                        <a:pt x="2114034" y="2440829"/>
                        <a:pt x="2075336" y="2401615"/>
                      </a:cubicBezTo>
                      <a:cubicBezTo>
                        <a:pt x="2047473" y="2373236"/>
                        <a:pt x="2017547" y="2347953"/>
                        <a:pt x="1988652" y="2320606"/>
                      </a:cubicBezTo>
                      <a:cubicBezTo>
                        <a:pt x="1975236" y="2307707"/>
                        <a:pt x="1960789" y="2305127"/>
                        <a:pt x="1944277" y="2311835"/>
                      </a:cubicBezTo>
                      <a:cubicBezTo>
                        <a:pt x="1922607" y="2320606"/>
                        <a:pt x="1901968" y="2331958"/>
                        <a:pt x="1883392" y="2346405"/>
                      </a:cubicBezTo>
                      <a:cubicBezTo>
                        <a:pt x="1867913" y="2358273"/>
                        <a:pt x="1863785" y="2373236"/>
                        <a:pt x="1868429" y="2391811"/>
                      </a:cubicBezTo>
                      <a:cubicBezTo>
                        <a:pt x="1879264" y="2436701"/>
                        <a:pt x="1889584" y="2482107"/>
                        <a:pt x="1899388" y="2526997"/>
                      </a:cubicBezTo>
                      <a:cubicBezTo>
                        <a:pt x="1903516" y="2546604"/>
                        <a:pt x="1896808" y="2561568"/>
                        <a:pt x="1879264" y="2571887"/>
                      </a:cubicBezTo>
                      <a:cubicBezTo>
                        <a:pt x="1867397" y="2579111"/>
                        <a:pt x="1854498" y="2584787"/>
                        <a:pt x="1841082" y="2588915"/>
                      </a:cubicBezTo>
                      <a:cubicBezTo>
                        <a:pt x="1813736" y="2597686"/>
                        <a:pt x="1798256" y="2592526"/>
                        <a:pt x="1782777" y="2568276"/>
                      </a:cubicBezTo>
                      <a:cubicBezTo>
                        <a:pt x="1760074" y="2532157"/>
                        <a:pt x="1736855" y="2496555"/>
                        <a:pt x="1715184" y="2459404"/>
                      </a:cubicBezTo>
                      <a:cubicBezTo>
                        <a:pt x="1703316" y="2439281"/>
                        <a:pt x="1687837" y="2431542"/>
                        <a:pt x="1664618" y="2435669"/>
                      </a:cubicBezTo>
                      <a:cubicBezTo>
                        <a:pt x="1646043" y="2439281"/>
                        <a:pt x="1627984" y="2443925"/>
                        <a:pt x="1610440" y="2450117"/>
                      </a:cubicBezTo>
                      <a:cubicBezTo>
                        <a:pt x="1586190" y="2458888"/>
                        <a:pt x="1578450" y="2469208"/>
                        <a:pt x="1577418" y="2495007"/>
                      </a:cubicBezTo>
                      <a:cubicBezTo>
                        <a:pt x="1575870" y="2535769"/>
                        <a:pt x="1574838" y="2576015"/>
                        <a:pt x="1573806" y="2616777"/>
                      </a:cubicBezTo>
                      <a:cubicBezTo>
                        <a:pt x="1572774" y="2653928"/>
                        <a:pt x="1563487" y="2665795"/>
                        <a:pt x="1526852" y="2672503"/>
                      </a:cubicBezTo>
                      <a:cubicBezTo>
                        <a:pt x="1517049" y="2674567"/>
                        <a:pt x="1507245" y="2675599"/>
                        <a:pt x="1497441" y="2676115"/>
                      </a:cubicBezTo>
                      <a:cubicBezTo>
                        <a:pt x="1473191" y="2677663"/>
                        <a:pt x="1457711" y="2667859"/>
                        <a:pt x="1449972" y="2644124"/>
                      </a:cubicBezTo>
                      <a:cubicBezTo>
                        <a:pt x="1436040" y="2600782"/>
                        <a:pt x="1422624" y="2557956"/>
                        <a:pt x="1410241" y="2514614"/>
                      </a:cubicBezTo>
                      <a:cubicBezTo>
                        <a:pt x="1404565" y="2495007"/>
                        <a:pt x="1392698" y="2485719"/>
                        <a:pt x="1373091" y="2482623"/>
                      </a:cubicBezTo>
                      <a:cubicBezTo>
                        <a:pt x="1350388" y="2479527"/>
                        <a:pt x="1327685" y="2479527"/>
                        <a:pt x="1304982" y="2483139"/>
                      </a:cubicBezTo>
                      <a:cubicBezTo>
                        <a:pt x="1287955" y="2485719"/>
                        <a:pt x="1277119" y="2494491"/>
                        <a:pt x="1271959" y="2511518"/>
                      </a:cubicBezTo>
                      <a:cubicBezTo>
                        <a:pt x="1260092" y="2552280"/>
                        <a:pt x="1247192" y="2593042"/>
                        <a:pt x="1234293" y="2633805"/>
                      </a:cubicBezTo>
                      <a:cubicBezTo>
                        <a:pt x="1222941" y="2670439"/>
                        <a:pt x="1208494" y="2679727"/>
                        <a:pt x="1170828" y="2674567"/>
                      </a:cubicBezTo>
                      <a:cubicBezTo>
                        <a:pt x="1114070" y="2666827"/>
                        <a:pt x="1107362" y="2659087"/>
                        <a:pt x="1106847" y="2602330"/>
                      </a:cubicBezTo>
                      <a:cubicBezTo>
                        <a:pt x="1106331" y="2565180"/>
                        <a:pt x="1104783" y="2528545"/>
                        <a:pt x="1103751" y="2491395"/>
                      </a:cubicBezTo>
                      <a:cubicBezTo>
                        <a:pt x="1103234" y="2474368"/>
                        <a:pt x="1096527" y="2460952"/>
                        <a:pt x="1080532" y="2454244"/>
                      </a:cubicBezTo>
                      <a:cubicBezTo>
                        <a:pt x="1056281" y="2443925"/>
                        <a:pt x="1031514" y="2436701"/>
                        <a:pt x="1005199" y="2435153"/>
                      </a:cubicBezTo>
                      <a:cubicBezTo>
                        <a:pt x="989203" y="2434121"/>
                        <a:pt x="977852" y="2440313"/>
                        <a:pt x="969080" y="2454244"/>
                      </a:cubicBezTo>
                      <a:cubicBezTo>
                        <a:pt x="946894" y="2491395"/>
                        <a:pt x="923159" y="2527513"/>
                        <a:pt x="900456" y="2564148"/>
                      </a:cubicBezTo>
                      <a:cubicBezTo>
                        <a:pt x="882396" y="2593042"/>
                        <a:pt x="868465" y="2598202"/>
                        <a:pt x="836474" y="2587367"/>
                      </a:cubicBezTo>
                      <a:cubicBezTo>
                        <a:pt x="834926" y="2586851"/>
                        <a:pt x="833379" y="2586335"/>
                        <a:pt x="831830" y="2585819"/>
                      </a:cubicBezTo>
                      <a:cubicBezTo>
                        <a:pt x="782297" y="2565696"/>
                        <a:pt x="772493" y="2554344"/>
                        <a:pt x="785392" y="2504810"/>
                      </a:cubicBezTo>
                      <a:cubicBezTo>
                        <a:pt x="795196" y="2467144"/>
                        <a:pt x="802420" y="2428962"/>
                        <a:pt x="811707" y="2390779"/>
                      </a:cubicBezTo>
                      <a:cubicBezTo>
                        <a:pt x="816351" y="2371172"/>
                        <a:pt x="811191" y="2356209"/>
                        <a:pt x="794680" y="2344341"/>
                      </a:cubicBezTo>
                      <a:cubicBezTo>
                        <a:pt x="777137" y="2331958"/>
                        <a:pt x="759078" y="2321122"/>
                        <a:pt x="739470" y="2312351"/>
                      </a:cubicBezTo>
                      <a:cubicBezTo>
                        <a:pt x="720895" y="2304095"/>
                        <a:pt x="704900" y="2307191"/>
                        <a:pt x="689421" y="2321638"/>
                      </a:cubicBezTo>
                      <a:cubicBezTo>
                        <a:pt x="658462" y="2351049"/>
                        <a:pt x="626988" y="2379944"/>
                        <a:pt x="596029" y="2408838"/>
                      </a:cubicBezTo>
                      <a:cubicBezTo>
                        <a:pt x="572810" y="2431026"/>
                        <a:pt x="557847" y="2432057"/>
                        <a:pt x="530500" y="2415030"/>
                      </a:cubicBezTo>
                      <a:cubicBezTo>
                        <a:pt x="527404" y="2412966"/>
                        <a:pt x="524308" y="2410902"/>
                        <a:pt x="521212" y="2408838"/>
                      </a:cubicBezTo>
                      <a:cubicBezTo>
                        <a:pt x="481482" y="2380460"/>
                        <a:pt x="477870" y="2365496"/>
                        <a:pt x="500573" y="2322670"/>
                      </a:cubicBezTo>
                      <a:cubicBezTo>
                        <a:pt x="519148" y="2287584"/>
                        <a:pt x="537207" y="2252497"/>
                        <a:pt x="556298" y="2217927"/>
                      </a:cubicBezTo>
                      <a:cubicBezTo>
                        <a:pt x="566102" y="2199868"/>
                        <a:pt x="564555" y="2184388"/>
                        <a:pt x="552171" y="2168909"/>
                      </a:cubicBezTo>
                      <a:cubicBezTo>
                        <a:pt x="538756" y="2151882"/>
                        <a:pt x="523276" y="2136402"/>
                        <a:pt x="505733" y="2122987"/>
                      </a:cubicBezTo>
                      <a:cubicBezTo>
                        <a:pt x="490254" y="2111120"/>
                        <a:pt x="474774" y="2110088"/>
                        <a:pt x="457747" y="2119375"/>
                      </a:cubicBezTo>
                      <a:cubicBezTo>
                        <a:pt x="419564" y="2140014"/>
                        <a:pt x="380866" y="2160653"/>
                        <a:pt x="341652" y="2180777"/>
                      </a:cubicBezTo>
                      <a:cubicBezTo>
                        <a:pt x="314305" y="2195224"/>
                        <a:pt x="298310" y="2191612"/>
                        <a:pt x="278187" y="2168909"/>
                      </a:cubicBezTo>
                      <a:cubicBezTo>
                        <a:pt x="276639" y="2167361"/>
                        <a:pt x="275607" y="2165813"/>
                        <a:pt x="274059" y="2164265"/>
                      </a:cubicBezTo>
                      <a:cubicBezTo>
                        <a:pt x="238456" y="2122987"/>
                        <a:pt x="238972" y="2108540"/>
                        <a:pt x="276639" y="2069325"/>
                      </a:cubicBezTo>
                      <a:cubicBezTo>
                        <a:pt x="302954" y="2041463"/>
                        <a:pt x="327721" y="2013084"/>
                        <a:pt x="354551" y="1986253"/>
                      </a:cubicBezTo>
                      <a:cubicBezTo>
                        <a:pt x="367967" y="1972322"/>
                        <a:pt x="370547" y="1957874"/>
                        <a:pt x="363839" y="1940847"/>
                      </a:cubicBezTo>
                      <a:cubicBezTo>
                        <a:pt x="355067" y="1918660"/>
                        <a:pt x="342684" y="1898021"/>
                        <a:pt x="328237" y="1878930"/>
                      </a:cubicBezTo>
                      <a:cubicBezTo>
                        <a:pt x="316369" y="1863450"/>
                        <a:pt x="300374" y="1861902"/>
                        <a:pt x="283347" y="1866030"/>
                      </a:cubicBezTo>
                      <a:cubicBezTo>
                        <a:pt x="245680" y="1874802"/>
                        <a:pt x="208530" y="1883573"/>
                        <a:pt x="170864" y="1891829"/>
                      </a:cubicBezTo>
                      <a:cubicBezTo>
                        <a:pt x="165704" y="1892861"/>
                        <a:pt x="160544" y="1894409"/>
                        <a:pt x="155900" y="1895441"/>
                      </a:cubicBezTo>
                      <a:cubicBezTo>
                        <a:pt x="127521" y="1900601"/>
                        <a:pt x="113074" y="1893893"/>
                        <a:pt x="100175" y="1868094"/>
                      </a:cubicBezTo>
                      <a:cubicBezTo>
                        <a:pt x="95531" y="1858291"/>
                        <a:pt x="90887" y="1848487"/>
                        <a:pt x="87275" y="1838168"/>
                      </a:cubicBezTo>
                      <a:cubicBezTo>
                        <a:pt x="77988" y="1810821"/>
                        <a:pt x="83147" y="1795341"/>
                        <a:pt x="107915" y="1779862"/>
                      </a:cubicBezTo>
                      <a:cubicBezTo>
                        <a:pt x="143001" y="1757675"/>
                        <a:pt x="178603" y="1735488"/>
                        <a:pt x="213690" y="1713817"/>
                      </a:cubicBezTo>
                      <a:cubicBezTo>
                        <a:pt x="241552" y="1696274"/>
                        <a:pt x="245680" y="1686470"/>
                        <a:pt x="238972" y="1654480"/>
                      </a:cubicBezTo>
                      <a:cubicBezTo>
                        <a:pt x="234845" y="1636420"/>
                        <a:pt x="230201" y="1617845"/>
                        <a:pt x="222977" y="1600818"/>
                      </a:cubicBezTo>
                      <a:cubicBezTo>
                        <a:pt x="215753" y="1583791"/>
                        <a:pt x="203370" y="1575535"/>
                        <a:pt x="184279" y="1575019"/>
                      </a:cubicBezTo>
                      <a:cubicBezTo>
                        <a:pt x="142485" y="1574503"/>
                        <a:pt x="101207" y="1572955"/>
                        <a:pt x="59413" y="1571407"/>
                      </a:cubicBezTo>
                      <a:cubicBezTo>
                        <a:pt x="21746" y="1570375"/>
                        <a:pt x="10395" y="1560572"/>
                        <a:pt x="3687" y="1524453"/>
                      </a:cubicBezTo>
                      <a:cubicBezTo>
                        <a:pt x="3171" y="1520841"/>
                        <a:pt x="2139" y="1517230"/>
                        <a:pt x="1623" y="1513618"/>
                      </a:cubicBezTo>
                      <a:cubicBezTo>
                        <a:pt x="-4053" y="1467696"/>
                        <a:pt x="3687" y="1455828"/>
                        <a:pt x="48577" y="1442413"/>
                      </a:cubicBezTo>
                      <a:cubicBezTo>
                        <a:pt x="85727" y="1431061"/>
                        <a:pt x="122877" y="1418678"/>
                        <a:pt x="160544" y="1408358"/>
                      </a:cubicBezTo>
                      <a:cubicBezTo>
                        <a:pt x="181183" y="1402683"/>
                        <a:pt x="192018" y="1390815"/>
                        <a:pt x="194083" y="1370692"/>
                      </a:cubicBezTo>
                      <a:cubicBezTo>
                        <a:pt x="196147" y="1346957"/>
                        <a:pt x="197178" y="1322706"/>
                        <a:pt x="192534" y="1298971"/>
                      </a:cubicBezTo>
                      <a:cubicBezTo>
                        <a:pt x="189954" y="1283492"/>
                        <a:pt x="181183" y="1274204"/>
                        <a:pt x="166220" y="1269560"/>
                      </a:cubicBezTo>
                      <a:cubicBezTo>
                        <a:pt x="126490" y="1257693"/>
                        <a:pt x="86759" y="1245310"/>
                        <a:pt x="47029" y="1232926"/>
                      </a:cubicBezTo>
                      <a:cubicBezTo>
                        <a:pt x="3687" y="1219511"/>
                        <a:pt x="-957" y="1212287"/>
                        <a:pt x="1623" y="1166881"/>
                      </a:cubicBezTo>
                      <a:cubicBezTo>
                        <a:pt x="2139" y="1157593"/>
                        <a:pt x="4203" y="1148306"/>
                        <a:pt x="6267" y="1139534"/>
                      </a:cubicBezTo>
                      <a:cubicBezTo>
                        <a:pt x="12459" y="1116831"/>
                        <a:pt x="25358" y="1106512"/>
                        <a:pt x="49093" y="1105480"/>
                      </a:cubicBezTo>
                      <a:cubicBezTo>
                        <a:pt x="87791" y="1103932"/>
                        <a:pt x="125974" y="1102900"/>
                        <a:pt x="164672" y="1101868"/>
                      </a:cubicBezTo>
                      <a:cubicBezTo>
                        <a:pt x="170348" y="1101868"/>
                        <a:pt x="176023" y="1101352"/>
                        <a:pt x="181699" y="1101352"/>
                      </a:cubicBezTo>
                      <a:cubicBezTo>
                        <a:pt x="207498" y="1102384"/>
                        <a:pt x="220913" y="1087936"/>
                        <a:pt x="227621" y="1065233"/>
                      </a:cubicBezTo>
                      <a:cubicBezTo>
                        <a:pt x="232781" y="1048206"/>
                        <a:pt x="237425" y="1031179"/>
                        <a:pt x="241036" y="1014152"/>
                      </a:cubicBezTo>
                      <a:cubicBezTo>
                        <a:pt x="245680" y="990417"/>
                        <a:pt x="240005" y="979065"/>
                        <a:pt x="219366" y="965650"/>
                      </a:cubicBezTo>
                      <a:cubicBezTo>
                        <a:pt x="184279" y="943463"/>
                        <a:pt x="148676" y="921276"/>
                        <a:pt x="113590" y="899605"/>
                      </a:cubicBezTo>
                      <a:cubicBezTo>
                        <a:pt x="82116" y="879997"/>
                        <a:pt x="77472" y="867614"/>
                        <a:pt x="89855" y="832012"/>
                      </a:cubicBezTo>
                      <a:cubicBezTo>
                        <a:pt x="93467" y="820660"/>
                        <a:pt x="98111" y="809309"/>
                        <a:pt x="104818" y="799505"/>
                      </a:cubicBezTo>
                      <a:cubicBezTo>
                        <a:pt x="115654" y="782994"/>
                        <a:pt x="130617" y="774738"/>
                        <a:pt x="151256" y="779898"/>
                      </a:cubicBezTo>
                      <a:cubicBezTo>
                        <a:pt x="195114" y="790217"/>
                        <a:pt x="239489" y="799505"/>
                        <a:pt x="283347" y="810341"/>
                      </a:cubicBezTo>
                      <a:cubicBezTo>
                        <a:pt x="303469" y="815500"/>
                        <a:pt x="318949" y="810857"/>
                        <a:pt x="331332" y="794345"/>
                      </a:cubicBezTo>
                      <a:cubicBezTo>
                        <a:pt x="344232" y="776802"/>
                        <a:pt x="355584" y="757711"/>
                        <a:pt x="363839" y="737588"/>
                      </a:cubicBezTo>
                      <a:cubicBezTo>
                        <a:pt x="371063" y="719529"/>
                        <a:pt x="368999" y="704049"/>
                        <a:pt x="354551" y="689086"/>
                      </a:cubicBezTo>
                      <a:cubicBezTo>
                        <a:pt x="324625" y="658643"/>
                        <a:pt x="296246" y="627169"/>
                        <a:pt x="266835" y="595694"/>
                      </a:cubicBezTo>
                      <a:cubicBezTo>
                        <a:pt x="244132" y="570927"/>
                        <a:pt x="243100" y="556996"/>
                        <a:pt x="261675" y="529133"/>
                      </a:cubicBezTo>
                      <a:cubicBezTo>
                        <a:pt x="264771" y="525005"/>
                        <a:pt x="267351" y="520361"/>
                        <a:pt x="270447" y="516233"/>
                      </a:cubicBezTo>
                      <a:cubicBezTo>
                        <a:pt x="296762" y="481663"/>
                        <a:pt x="311209" y="478567"/>
                        <a:pt x="349907" y="498690"/>
                      </a:cubicBezTo>
                      <a:cubicBezTo>
                        <a:pt x="386026" y="517781"/>
                        <a:pt x="422144" y="536357"/>
                        <a:pt x="457231" y="555964"/>
                      </a:cubicBezTo>
                      <a:cubicBezTo>
                        <a:pt x="475806" y="566283"/>
                        <a:pt x="492318" y="564219"/>
                        <a:pt x="507797" y="551320"/>
                      </a:cubicBezTo>
                      <a:cubicBezTo>
                        <a:pt x="523276" y="538421"/>
                        <a:pt x="537723" y="523973"/>
                        <a:pt x="551139" y="508494"/>
                      </a:cubicBezTo>
                      <a:cubicBezTo>
                        <a:pt x="564555" y="492499"/>
                        <a:pt x="567650" y="476503"/>
                        <a:pt x="556815" y="456896"/>
                      </a:cubicBezTo>
                      <a:cubicBezTo>
                        <a:pt x="535143" y="418198"/>
                        <a:pt x="515020" y="378983"/>
                        <a:pt x="494381" y="339769"/>
                      </a:cubicBezTo>
                      <a:cubicBezTo>
                        <a:pt x="480966" y="313970"/>
                        <a:pt x="484062" y="300039"/>
                        <a:pt x="505217" y="280432"/>
                      </a:cubicBezTo>
                      <a:cubicBezTo>
                        <a:pt x="515020" y="271144"/>
                        <a:pt x="525856" y="263405"/>
                        <a:pt x="537723" y="256181"/>
                      </a:cubicBezTo>
                      <a:cubicBezTo>
                        <a:pt x="558362" y="244313"/>
                        <a:pt x="572810" y="245861"/>
                        <a:pt x="590353" y="261857"/>
                      </a:cubicBezTo>
                      <a:cubicBezTo>
                        <a:pt x="620280" y="289203"/>
                        <a:pt x="650207" y="317066"/>
                        <a:pt x="679617" y="344929"/>
                      </a:cubicBezTo>
                      <a:cubicBezTo>
                        <a:pt x="710576" y="374340"/>
                        <a:pt x="717284" y="375372"/>
                        <a:pt x="754950" y="355765"/>
                      </a:cubicBezTo>
                      <a:cubicBezTo>
                        <a:pt x="769913" y="348025"/>
                        <a:pt x="783845" y="339769"/>
                        <a:pt x="797260" y="329450"/>
                      </a:cubicBezTo>
                      <a:cubicBezTo>
                        <a:pt x="811707" y="317582"/>
                        <a:pt x="816351" y="303651"/>
                        <a:pt x="811707" y="285076"/>
                      </a:cubicBezTo>
                      <a:cubicBezTo>
                        <a:pt x="800872" y="242249"/>
                        <a:pt x="791585" y="198907"/>
                        <a:pt x="781781" y="156081"/>
                      </a:cubicBezTo>
                      <a:cubicBezTo>
                        <a:pt x="775589" y="128218"/>
                        <a:pt x="782297" y="114287"/>
                        <a:pt x="807064" y="100872"/>
                      </a:cubicBezTo>
                      <a:cubicBezTo>
                        <a:pt x="818415" y="95196"/>
                        <a:pt x="829766" y="90552"/>
                        <a:pt x="841634" y="86424"/>
                      </a:cubicBezTo>
                      <a:cubicBezTo>
                        <a:pt x="866917" y="78685"/>
                        <a:pt x="881364" y="83328"/>
                        <a:pt x="896328" y="106031"/>
                      </a:cubicBezTo>
                      <a:cubicBezTo>
                        <a:pt x="920062" y="142666"/>
                        <a:pt x="943798" y="179300"/>
                        <a:pt x="965469" y="217483"/>
                      </a:cubicBezTo>
                      <a:cubicBezTo>
                        <a:pt x="976820" y="237090"/>
                        <a:pt x="992299" y="243797"/>
                        <a:pt x="1013455" y="240702"/>
                      </a:cubicBezTo>
                      <a:cubicBezTo>
                        <a:pt x="1035641" y="237090"/>
                        <a:pt x="1057313" y="231414"/>
                        <a:pt x="1077952" y="222642"/>
                      </a:cubicBezTo>
                      <a:cubicBezTo>
                        <a:pt x="1092915" y="215935"/>
                        <a:pt x="1101171" y="205615"/>
                        <a:pt x="1101687" y="188072"/>
                      </a:cubicBezTo>
                      <a:cubicBezTo>
                        <a:pt x="1102719" y="143182"/>
                        <a:pt x="1105298" y="98808"/>
                        <a:pt x="1106847" y="53918"/>
                      </a:cubicBezTo>
                      <a:cubicBezTo>
                        <a:pt x="1107878" y="25023"/>
                        <a:pt x="1117166" y="12640"/>
                        <a:pt x="1145029" y="4900"/>
                      </a:cubicBezTo>
                      <a:cubicBezTo>
                        <a:pt x="1149672" y="3868"/>
                        <a:pt x="1154316" y="2320"/>
                        <a:pt x="1158960" y="1804"/>
                      </a:cubicBezTo>
                      <a:cubicBezTo>
                        <a:pt x="1210042" y="-3872"/>
                        <a:pt x="1222426" y="1804"/>
                        <a:pt x="1235841" y="48758"/>
                      </a:cubicBezTo>
                      <a:cubicBezTo>
                        <a:pt x="1246676" y="86940"/>
                        <a:pt x="1259576" y="124091"/>
                        <a:pt x="1269895" y="162273"/>
                      </a:cubicBezTo>
                      <a:cubicBezTo>
                        <a:pt x="1275055" y="180332"/>
                        <a:pt x="1285890" y="190136"/>
                        <a:pt x="1303434" y="192716"/>
                      </a:cubicBezTo>
                      <a:cubicBezTo>
                        <a:pt x="1327685" y="195812"/>
                        <a:pt x="1352452" y="195812"/>
                        <a:pt x="1376702" y="192716"/>
                      </a:cubicBezTo>
                      <a:cubicBezTo>
                        <a:pt x="1393730" y="190652"/>
                        <a:pt x="1404049" y="180332"/>
                        <a:pt x="1409209" y="163305"/>
                      </a:cubicBezTo>
                      <a:cubicBezTo>
                        <a:pt x="1421593" y="121511"/>
                        <a:pt x="1434492" y="79717"/>
                        <a:pt x="1447392" y="37922"/>
                      </a:cubicBezTo>
                      <a:cubicBezTo>
                        <a:pt x="1457195" y="6964"/>
                        <a:pt x="1466998" y="-260"/>
                        <a:pt x="1499505" y="256"/>
                      </a:cubicBezTo>
                      <a:cubicBezTo>
                        <a:pt x="1504149" y="256"/>
                        <a:pt x="1508793" y="256"/>
                        <a:pt x="1513436" y="772"/>
                      </a:cubicBezTo>
                      <a:cubicBezTo>
                        <a:pt x="1559358" y="5416"/>
                        <a:pt x="1572258" y="19347"/>
                        <a:pt x="1573290" y="65269"/>
                      </a:cubicBezTo>
                      <a:cubicBezTo>
                        <a:pt x="1574322" y="105515"/>
                        <a:pt x="1575870" y="145246"/>
                        <a:pt x="1576902" y="185492"/>
                      </a:cubicBezTo>
                      <a:cubicBezTo>
                        <a:pt x="1577418" y="201487"/>
                        <a:pt x="1583093" y="213871"/>
                        <a:pt x="1598057" y="220578"/>
                      </a:cubicBezTo>
                      <a:cubicBezTo>
                        <a:pt x="1622308" y="231414"/>
                        <a:pt x="1647590" y="238638"/>
                        <a:pt x="1674422" y="240702"/>
                      </a:cubicBezTo>
                      <a:cubicBezTo>
                        <a:pt x="1690933" y="241733"/>
                        <a:pt x="1702285" y="235026"/>
                        <a:pt x="1710540" y="221610"/>
                      </a:cubicBezTo>
                      <a:cubicBezTo>
                        <a:pt x="1733243" y="184976"/>
                        <a:pt x="1756462" y="148342"/>
                        <a:pt x="1779165" y="111707"/>
                      </a:cubicBezTo>
                      <a:cubicBezTo>
                        <a:pt x="1798772" y="80749"/>
                        <a:pt x="1810640" y="76621"/>
                        <a:pt x="1845726" y="88488"/>
                      </a:cubicBezTo>
                      <a:cubicBezTo>
                        <a:pt x="1849854" y="90036"/>
                        <a:pt x="1853466" y="91068"/>
                        <a:pt x="1857594" y="92616"/>
                      </a:cubicBezTo>
                      <a:cubicBezTo>
                        <a:pt x="1898356" y="110159"/>
                        <a:pt x="1905063" y="123059"/>
                        <a:pt x="1895260" y="166401"/>
                      </a:cubicBezTo>
                      <a:cubicBezTo>
                        <a:pt x="1886488" y="205099"/>
                        <a:pt x="1877717" y="243281"/>
                        <a:pt x="1868429" y="281980"/>
                      </a:cubicBezTo>
                      <a:cubicBezTo>
                        <a:pt x="1863269" y="303135"/>
                        <a:pt x="1868429" y="319646"/>
                        <a:pt x="1887004" y="332030"/>
                      </a:cubicBezTo>
                      <a:cubicBezTo>
                        <a:pt x="1906096" y="344929"/>
                        <a:pt x="1925187" y="356796"/>
                        <a:pt x="1946857" y="365052"/>
                      </a:cubicBezTo>
                      <a:cubicBezTo>
                        <a:pt x="1962337" y="370728"/>
                        <a:pt x="1974720" y="367116"/>
                        <a:pt x="1986588" y="355765"/>
                      </a:cubicBezTo>
                      <a:cubicBezTo>
                        <a:pt x="2018062" y="325838"/>
                        <a:pt x="2049537" y="296943"/>
                        <a:pt x="2081528" y="267532"/>
                      </a:cubicBezTo>
                      <a:cubicBezTo>
                        <a:pt x="2107843" y="242765"/>
                        <a:pt x="2122290" y="241733"/>
                        <a:pt x="2151701" y="261857"/>
                      </a:cubicBezTo>
                      <a:cubicBezTo>
                        <a:pt x="2153248" y="262889"/>
                        <a:pt x="2154281" y="263405"/>
                        <a:pt x="2155312" y="264437"/>
                      </a:cubicBezTo>
                      <a:cubicBezTo>
                        <a:pt x="2205363" y="300555"/>
                        <a:pt x="2198139" y="316034"/>
                        <a:pt x="2177500" y="353701"/>
                      </a:cubicBezTo>
                      <a:cubicBezTo>
                        <a:pt x="2158925" y="387755"/>
                        <a:pt x="2141381" y="422842"/>
                        <a:pt x="2122290" y="456896"/>
                      </a:cubicBezTo>
                      <a:cubicBezTo>
                        <a:pt x="2112487" y="474955"/>
                        <a:pt x="2114550" y="490435"/>
                        <a:pt x="2126934" y="505914"/>
                      </a:cubicBezTo>
                      <a:cubicBezTo>
                        <a:pt x="2140865" y="522941"/>
                        <a:pt x="2156345" y="538421"/>
                        <a:pt x="2173372" y="551836"/>
                      </a:cubicBezTo>
                      <a:cubicBezTo>
                        <a:pt x="2187819" y="563187"/>
                        <a:pt x="2202783" y="564735"/>
                        <a:pt x="2219810" y="555964"/>
                      </a:cubicBezTo>
                      <a:cubicBezTo>
                        <a:pt x="2258508" y="534809"/>
                        <a:pt x="2297722" y="514170"/>
                        <a:pt x="2336937" y="494046"/>
                      </a:cubicBezTo>
                      <a:cubicBezTo>
                        <a:pt x="2364799" y="479599"/>
                        <a:pt x="2380795" y="482695"/>
                        <a:pt x="2400917" y="507462"/>
                      </a:cubicBezTo>
                      <a:cubicBezTo>
                        <a:pt x="2408141" y="515717"/>
                        <a:pt x="2414849" y="524489"/>
                        <a:pt x="2420525" y="533777"/>
                      </a:cubicBezTo>
                      <a:cubicBezTo>
                        <a:pt x="2434972" y="556480"/>
                        <a:pt x="2433424" y="571443"/>
                        <a:pt x="2415365" y="591566"/>
                      </a:cubicBezTo>
                      <a:cubicBezTo>
                        <a:pt x="2384406" y="625105"/>
                        <a:pt x="2353448" y="659159"/>
                        <a:pt x="2321973" y="692182"/>
                      </a:cubicBezTo>
                      <a:cubicBezTo>
                        <a:pt x="2310106" y="704565"/>
                        <a:pt x="2307526" y="717981"/>
                        <a:pt x="2313718" y="733460"/>
                      </a:cubicBezTo>
                      <a:cubicBezTo>
                        <a:pt x="2323005" y="755647"/>
                        <a:pt x="2334357" y="776286"/>
                        <a:pt x="2349320" y="795377"/>
                      </a:cubicBezTo>
                      <a:cubicBezTo>
                        <a:pt x="2361187" y="810857"/>
                        <a:pt x="2375635" y="814984"/>
                        <a:pt x="2394726" y="810341"/>
                      </a:cubicBezTo>
                      <a:cubicBezTo>
                        <a:pt x="2438584" y="799505"/>
                        <a:pt x="2482958" y="789701"/>
                        <a:pt x="2526816" y="780414"/>
                      </a:cubicBezTo>
                      <a:cubicBezTo>
                        <a:pt x="2550035" y="775254"/>
                        <a:pt x="2563967" y="781962"/>
                        <a:pt x="2575834" y="803117"/>
                      </a:cubicBezTo>
                      <a:cubicBezTo>
                        <a:pt x="2582026" y="814468"/>
                        <a:pt x="2587186" y="826336"/>
                        <a:pt x="2591313" y="838719"/>
                      </a:cubicBezTo>
                      <a:cubicBezTo>
                        <a:pt x="2600085" y="867098"/>
                        <a:pt x="2595441" y="880514"/>
                        <a:pt x="2570158" y="896509"/>
                      </a:cubicBezTo>
                      <a:cubicBezTo>
                        <a:pt x="2534040" y="919212"/>
                        <a:pt x="2498437" y="942947"/>
                        <a:pt x="2461287" y="964102"/>
                      </a:cubicBezTo>
                      <a:cubicBezTo>
                        <a:pt x="2440132" y="976485"/>
                        <a:pt x="2434456" y="992997"/>
                        <a:pt x="2438068" y="1014668"/>
                      </a:cubicBezTo>
                      <a:cubicBezTo>
                        <a:pt x="2441164" y="1034791"/>
                        <a:pt x="2446840" y="1054398"/>
                        <a:pt x="2454063" y="1073489"/>
                      </a:cubicBezTo>
                      <a:cubicBezTo>
                        <a:pt x="2460771" y="1091032"/>
                        <a:pt x="2472638" y="1100320"/>
                        <a:pt x="2492762" y="1100836"/>
                      </a:cubicBezTo>
                      <a:cubicBezTo>
                        <a:pt x="2538168" y="1101352"/>
                        <a:pt x="2583058" y="1104448"/>
                        <a:pt x="2628464" y="1105996"/>
                      </a:cubicBezTo>
                      <a:cubicBezTo>
                        <a:pt x="2653230" y="1107028"/>
                        <a:pt x="2665614" y="1116831"/>
                        <a:pt x="2672322" y="1140566"/>
                      </a:cubicBezTo>
                      <a:cubicBezTo>
                        <a:pt x="2676449" y="1153982"/>
                        <a:pt x="2677998" y="1167913"/>
                        <a:pt x="2677998" y="1182360"/>
                      </a:cubicBezTo>
                      <a:cubicBezTo>
                        <a:pt x="2677998" y="1210223"/>
                        <a:pt x="2670258" y="1221575"/>
                        <a:pt x="2644459" y="1229830"/>
                      </a:cubicBezTo>
                      <a:cubicBezTo>
                        <a:pt x="2603697" y="1242730"/>
                        <a:pt x="2562934" y="1255113"/>
                        <a:pt x="2522172" y="1267497"/>
                      </a:cubicBezTo>
                      <a:cubicBezTo>
                        <a:pt x="2492762" y="1276268"/>
                        <a:pt x="2485022" y="1285556"/>
                        <a:pt x="2483990" y="1315998"/>
                      </a:cubicBezTo>
                      <a:cubicBezTo>
                        <a:pt x="2483474" y="1337153"/>
                        <a:pt x="2481926" y="1358824"/>
                        <a:pt x="2486570" y="1379980"/>
                      </a:cubicBezTo>
                      <a:cubicBezTo>
                        <a:pt x="2489666" y="1394427"/>
                        <a:pt x="2498437" y="1403199"/>
                        <a:pt x="2512885" y="1407842"/>
                      </a:cubicBezTo>
                      <a:cubicBezTo>
                        <a:pt x="2555711" y="1420742"/>
                        <a:pt x="2598537" y="1433641"/>
                        <a:pt x="2641363" y="1447057"/>
                      </a:cubicBezTo>
                      <a:cubicBezTo>
                        <a:pt x="2671290" y="1456344"/>
                        <a:pt x="2678514" y="1466664"/>
                        <a:pt x="2677998" y="1498138"/>
                      </a:cubicBezTo>
                      <a:cubicBezTo>
                        <a:pt x="2677998" y="1501234"/>
                        <a:pt x="2677998" y="1504330"/>
                        <a:pt x="2677998" y="1507426"/>
                      </a:cubicBezTo>
                      <a:cubicBezTo>
                        <a:pt x="2675934" y="1555928"/>
                        <a:pt x="2660454" y="1571407"/>
                        <a:pt x="2611952" y="1572955"/>
                      </a:cubicBezTo>
                      <a:cubicBezTo>
                        <a:pt x="2571190" y="1573987"/>
                        <a:pt x="2530944" y="1576051"/>
                        <a:pt x="2490182" y="1576567"/>
                      </a:cubicBezTo>
                      <a:cubicBezTo>
                        <a:pt x="2474702" y="1577083"/>
                        <a:pt x="2463867" y="1583791"/>
                        <a:pt x="2457675" y="1596690"/>
                      </a:cubicBezTo>
                      <a:cubicBezTo>
                        <a:pt x="2446324" y="1620941"/>
                        <a:pt x="2439100" y="1646224"/>
                        <a:pt x="2437036" y="1673055"/>
                      </a:cubicBezTo>
                      <a:cubicBezTo>
                        <a:pt x="2435488" y="1690082"/>
                        <a:pt x="2442712" y="1701434"/>
                        <a:pt x="2457159" y="1710205"/>
                      </a:cubicBezTo>
                      <a:cubicBezTo>
                        <a:pt x="2493278" y="1732392"/>
                        <a:pt x="2528880" y="1754579"/>
                        <a:pt x="2564483" y="1777282"/>
                      </a:cubicBezTo>
                      <a:cubicBezTo>
                        <a:pt x="2596989" y="1797405"/>
                        <a:pt x="2601117" y="1809789"/>
                        <a:pt x="2588733" y="1845907"/>
                      </a:cubicBezTo>
                      <a:cubicBezTo>
                        <a:pt x="2584606" y="1858291"/>
                        <a:pt x="2578930" y="1870158"/>
                        <a:pt x="2571706" y="1880994"/>
                      </a:cubicBezTo>
                      <a:cubicBezTo>
                        <a:pt x="2564998" y="1890797"/>
                        <a:pt x="2554163" y="1897505"/>
                        <a:pt x="2538684" y="1897505"/>
                      </a:cubicBezTo>
                      <a:close/>
                      <a:moveTo>
                        <a:pt x="1338521" y="2312867"/>
                      </a:moveTo>
                      <a:cubicBezTo>
                        <a:pt x="1869461" y="2314931"/>
                        <a:pt x="2317329" y="1887701"/>
                        <a:pt x="2316814" y="1335605"/>
                      </a:cubicBezTo>
                      <a:cubicBezTo>
                        <a:pt x="2316298" y="792797"/>
                        <a:pt x="1880813" y="359892"/>
                        <a:pt x="1340068" y="359376"/>
                      </a:cubicBezTo>
                      <a:cubicBezTo>
                        <a:pt x="796228" y="358860"/>
                        <a:pt x="363839" y="794861"/>
                        <a:pt x="361775" y="1331994"/>
                      </a:cubicBezTo>
                      <a:cubicBezTo>
                        <a:pt x="359711" y="1882026"/>
                        <a:pt x="806032" y="2314415"/>
                        <a:pt x="1338521" y="2312867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="" xmlns:a16="http://schemas.microsoft.com/office/drawing/2014/main" id="{A9D3A2AA-E3A6-42DB-936E-D30F8E2F943A}"/>
                    </a:ext>
                  </a:extLst>
                </p:cNvPr>
                <p:cNvSpPr/>
                <p:nvPr/>
              </p:nvSpPr>
              <p:spPr>
                <a:xfrm>
                  <a:off x="7558586" y="2011427"/>
                  <a:ext cx="1898797" cy="1893637"/>
                </a:xfrm>
                <a:custGeom>
                  <a:avLst/>
                  <a:gdLst>
                    <a:gd name="connsiteX0" fmla="*/ 30 w 1898796"/>
                    <a:gd name="connsiteY0" fmla="*/ 947852 h 1893636"/>
                    <a:gd name="connsiteX1" fmla="*/ 950461 w 1898796"/>
                    <a:gd name="connsiteY1" fmla="*/ 2 h 1893636"/>
                    <a:gd name="connsiteX2" fmla="*/ 1898827 w 1898796"/>
                    <a:gd name="connsiteY2" fmla="*/ 950948 h 1893636"/>
                    <a:gd name="connsiteX3" fmla="*/ 946849 w 1898796"/>
                    <a:gd name="connsiteY3" fmla="*/ 1898283 h 1893636"/>
                    <a:gd name="connsiteX4" fmla="*/ 30 w 1898796"/>
                    <a:gd name="connsiteY4" fmla="*/ 947852 h 1893636"/>
                    <a:gd name="connsiteX5" fmla="*/ 1187811 w 1898796"/>
                    <a:gd name="connsiteY5" fmla="*/ 949916 h 1893636"/>
                    <a:gd name="connsiteX6" fmla="*/ 949429 w 1898796"/>
                    <a:gd name="connsiteY6" fmla="*/ 710503 h 1893636"/>
                    <a:gd name="connsiteX7" fmla="*/ 710532 w 1898796"/>
                    <a:gd name="connsiteY7" fmla="*/ 948368 h 1893636"/>
                    <a:gd name="connsiteX8" fmla="*/ 948397 w 1898796"/>
                    <a:gd name="connsiteY8" fmla="*/ 1188298 h 1893636"/>
                    <a:gd name="connsiteX9" fmla="*/ 1187811 w 1898796"/>
                    <a:gd name="connsiteY9" fmla="*/ 949916 h 1893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98796" h="1893636">
                      <a:moveTo>
                        <a:pt x="30" y="947852"/>
                      </a:moveTo>
                      <a:cubicBezTo>
                        <a:pt x="-3065" y="428263"/>
                        <a:pt x="426228" y="-1030"/>
                        <a:pt x="950461" y="2"/>
                      </a:cubicBezTo>
                      <a:cubicBezTo>
                        <a:pt x="1472114" y="1034"/>
                        <a:pt x="1899859" y="427747"/>
                        <a:pt x="1898827" y="950948"/>
                      </a:cubicBezTo>
                      <a:cubicBezTo>
                        <a:pt x="1897795" y="1468473"/>
                        <a:pt x="1477790" y="1899315"/>
                        <a:pt x="946849" y="1898283"/>
                      </a:cubicBezTo>
                      <a:cubicBezTo>
                        <a:pt x="411781" y="1896735"/>
                        <a:pt x="-4097" y="1460218"/>
                        <a:pt x="30" y="947852"/>
                      </a:cubicBezTo>
                      <a:close/>
                      <a:moveTo>
                        <a:pt x="1187811" y="949916"/>
                      </a:moveTo>
                      <a:cubicBezTo>
                        <a:pt x="1188327" y="817310"/>
                        <a:pt x="1084099" y="710503"/>
                        <a:pt x="949429" y="710503"/>
                      </a:cubicBezTo>
                      <a:cubicBezTo>
                        <a:pt x="805987" y="710503"/>
                        <a:pt x="710015" y="828146"/>
                        <a:pt x="710532" y="948368"/>
                      </a:cubicBezTo>
                      <a:cubicBezTo>
                        <a:pt x="711048" y="1081490"/>
                        <a:pt x="815791" y="1188298"/>
                        <a:pt x="948397" y="1188298"/>
                      </a:cubicBezTo>
                      <a:cubicBezTo>
                        <a:pt x="1081003" y="1188298"/>
                        <a:pt x="1187294" y="1083038"/>
                        <a:pt x="1187811" y="949916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4" name="Freeform: Shape 13">
              <a:extLst>
                <a:ext uri="{FF2B5EF4-FFF2-40B4-BE49-F238E27FC236}">
                  <a16:creationId xmlns="" xmlns:a16="http://schemas.microsoft.com/office/drawing/2014/main" id="{07C996FD-CF0A-4F68-895E-6062455A1573}"/>
                </a:ext>
              </a:extLst>
            </p:cNvPr>
            <p:cNvSpPr/>
            <p:nvPr/>
          </p:nvSpPr>
          <p:spPr>
            <a:xfrm>
              <a:off x="4309443" y="5224203"/>
              <a:ext cx="936646" cy="931442"/>
            </a:xfrm>
            <a:custGeom>
              <a:avLst/>
              <a:gdLst>
                <a:gd name="connsiteX0" fmla="*/ 959201 w 1857518"/>
                <a:gd name="connsiteY0" fmla="*/ 1852264 h 1847198"/>
                <a:gd name="connsiteX1" fmla="*/ 910700 w 1857518"/>
                <a:gd name="connsiteY1" fmla="*/ 1852264 h 1847198"/>
                <a:gd name="connsiteX2" fmla="*/ 891608 w 1857518"/>
                <a:gd name="connsiteY2" fmla="*/ 1830593 h 1847198"/>
                <a:gd name="connsiteX3" fmla="*/ 838463 w 1857518"/>
                <a:gd name="connsiteY3" fmla="*/ 1669608 h 1847198"/>
                <a:gd name="connsiteX4" fmla="*/ 813180 w 1857518"/>
                <a:gd name="connsiteY4" fmla="*/ 1646905 h 1847198"/>
                <a:gd name="connsiteX5" fmla="*/ 730624 w 1857518"/>
                <a:gd name="connsiteY5" fmla="*/ 1628330 h 1847198"/>
                <a:gd name="connsiteX6" fmla="*/ 693990 w 1857518"/>
                <a:gd name="connsiteY6" fmla="*/ 1639165 h 1847198"/>
                <a:gd name="connsiteX7" fmla="*/ 573251 w 1857518"/>
                <a:gd name="connsiteY7" fmla="*/ 1761452 h 1847198"/>
                <a:gd name="connsiteX8" fmla="*/ 542292 w 1857518"/>
                <a:gd name="connsiteY8" fmla="*/ 1766612 h 1847198"/>
                <a:gd name="connsiteX9" fmla="*/ 412782 w 1857518"/>
                <a:gd name="connsiteY9" fmla="*/ 1693859 h 1847198"/>
                <a:gd name="connsiteX10" fmla="*/ 398334 w 1857518"/>
                <a:gd name="connsiteY10" fmla="*/ 1660836 h 1847198"/>
                <a:gd name="connsiteX11" fmla="*/ 440644 w 1857518"/>
                <a:gd name="connsiteY11" fmla="*/ 1494176 h 1847198"/>
                <a:gd name="connsiteX12" fmla="*/ 432904 w 1857518"/>
                <a:gd name="connsiteY12" fmla="*/ 1462185 h 1847198"/>
                <a:gd name="connsiteX13" fmla="*/ 370471 w 1857518"/>
                <a:gd name="connsiteY13" fmla="*/ 1397172 h 1847198"/>
                <a:gd name="connsiteX14" fmla="*/ 340545 w 1857518"/>
                <a:gd name="connsiteY14" fmla="*/ 1388400 h 1847198"/>
                <a:gd name="connsiteX15" fmla="*/ 310618 w 1857518"/>
                <a:gd name="connsiteY15" fmla="*/ 1395108 h 1847198"/>
                <a:gd name="connsiteX16" fmla="*/ 170273 w 1857518"/>
                <a:gd name="connsiteY16" fmla="*/ 1426583 h 1847198"/>
                <a:gd name="connsiteX17" fmla="*/ 141377 w 1857518"/>
                <a:gd name="connsiteY17" fmla="*/ 1413683 h 1847198"/>
                <a:gd name="connsiteX18" fmla="*/ 70689 w 1857518"/>
                <a:gd name="connsiteY18" fmla="*/ 1276949 h 1847198"/>
                <a:gd name="connsiteX19" fmla="*/ 75848 w 1857518"/>
                <a:gd name="connsiteY19" fmla="*/ 1247539 h 1847198"/>
                <a:gd name="connsiteX20" fmla="*/ 206391 w 1857518"/>
                <a:gd name="connsiteY20" fmla="*/ 1126284 h 1847198"/>
                <a:gd name="connsiteX21" fmla="*/ 216710 w 1857518"/>
                <a:gd name="connsiteY21" fmla="*/ 1096873 h 1847198"/>
                <a:gd name="connsiteX22" fmla="*/ 201231 w 1857518"/>
                <a:gd name="connsiteY22" fmla="*/ 1012769 h 1847198"/>
                <a:gd name="connsiteX23" fmla="*/ 181108 w 1857518"/>
                <a:gd name="connsiteY23" fmla="*/ 989034 h 1847198"/>
                <a:gd name="connsiteX24" fmla="*/ 67077 w 1857518"/>
                <a:gd name="connsiteY24" fmla="*/ 947240 h 1847198"/>
                <a:gd name="connsiteX25" fmla="*/ 0 w 1857518"/>
                <a:gd name="connsiteY25" fmla="*/ 921957 h 1847198"/>
                <a:gd name="connsiteX26" fmla="*/ 0 w 1857518"/>
                <a:gd name="connsiteY26" fmla="*/ 893062 h 1847198"/>
                <a:gd name="connsiteX27" fmla="*/ 4643 w 1857518"/>
                <a:gd name="connsiteY27" fmla="*/ 842496 h 1847198"/>
                <a:gd name="connsiteX28" fmla="*/ 17543 w 1857518"/>
                <a:gd name="connsiteY28" fmla="*/ 743945 h 1847198"/>
                <a:gd name="connsiteX29" fmla="*/ 38182 w 1857518"/>
                <a:gd name="connsiteY29" fmla="*/ 723305 h 1847198"/>
                <a:gd name="connsiteX30" fmla="*/ 214131 w 1857518"/>
                <a:gd name="connsiteY30" fmla="*/ 691315 h 1847198"/>
                <a:gd name="connsiteX31" fmla="*/ 239929 w 1857518"/>
                <a:gd name="connsiteY31" fmla="*/ 671192 h 1847198"/>
                <a:gd name="connsiteX32" fmla="*/ 266760 w 1857518"/>
                <a:gd name="connsiteY32" fmla="*/ 606695 h 1847198"/>
                <a:gd name="connsiteX33" fmla="*/ 262116 w 1857518"/>
                <a:gd name="connsiteY33" fmla="*/ 570060 h 1847198"/>
                <a:gd name="connsiteX34" fmla="*/ 159437 w 1857518"/>
                <a:gd name="connsiteY34" fmla="*/ 434874 h 1847198"/>
                <a:gd name="connsiteX35" fmla="*/ 159953 w 1857518"/>
                <a:gd name="connsiteY35" fmla="*/ 401336 h 1847198"/>
                <a:gd name="connsiteX36" fmla="*/ 259536 w 1857518"/>
                <a:gd name="connsiteY36" fmla="*/ 278017 h 1847198"/>
                <a:gd name="connsiteX37" fmla="*/ 294623 w 1857518"/>
                <a:gd name="connsiteY37" fmla="*/ 268729 h 1847198"/>
                <a:gd name="connsiteX38" fmla="*/ 457672 w 1857518"/>
                <a:gd name="connsiteY38" fmla="*/ 336322 h 1847198"/>
                <a:gd name="connsiteX39" fmla="*/ 489146 w 1857518"/>
                <a:gd name="connsiteY39" fmla="*/ 333743 h 1847198"/>
                <a:gd name="connsiteX40" fmla="*/ 540744 w 1857518"/>
                <a:gd name="connsiteY40" fmla="*/ 298140 h 1847198"/>
                <a:gd name="connsiteX41" fmla="*/ 553127 w 1857518"/>
                <a:gd name="connsiteY41" fmla="*/ 273889 h 1847198"/>
                <a:gd name="connsiteX42" fmla="*/ 552096 w 1857518"/>
                <a:gd name="connsiteY42" fmla="*/ 255830 h 1847198"/>
                <a:gd name="connsiteX43" fmla="*/ 545904 w 1857518"/>
                <a:gd name="connsiteY43" fmla="*/ 175854 h 1847198"/>
                <a:gd name="connsiteX44" fmla="*/ 539712 w 1857518"/>
                <a:gd name="connsiteY44" fmla="*/ 95877 h 1847198"/>
                <a:gd name="connsiteX45" fmla="*/ 556739 w 1857518"/>
                <a:gd name="connsiteY45" fmla="*/ 69562 h 1847198"/>
                <a:gd name="connsiteX46" fmla="*/ 716176 w 1857518"/>
                <a:gd name="connsiteY46" fmla="*/ 15901 h 1847198"/>
                <a:gd name="connsiteX47" fmla="*/ 726496 w 1857518"/>
                <a:gd name="connsiteY47" fmla="*/ 14353 h 1847198"/>
                <a:gd name="connsiteX48" fmla="*/ 748167 w 1857518"/>
                <a:gd name="connsiteY48" fmla="*/ 28800 h 1847198"/>
                <a:gd name="connsiteX49" fmla="*/ 847750 w 1857518"/>
                <a:gd name="connsiteY49" fmla="*/ 172758 h 1847198"/>
                <a:gd name="connsiteX50" fmla="*/ 878709 w 1857518"/>
                <a:gd name="connsiteY50" fmla="*/ 187721 h 1847198"/>
                <a:gd name="connsiteX51" fmla="*/ 931855 w 1857518"/>
                <a:gd name="connsiteY51" fmla="*/ 185657 h 1847198"/>
                <a:gd name="connsiteX52" fmla="*/ 948366 w 1857518"/>
                <a:gd name="connsiteY52" fmla="*/ 177401 h 1847198"/>
                <a:gd name="connsiteX53" fmla="*/ 954042 w 1857518"/>
                <a:gd name="connsiteY53" fmla="*/ 169146 h 1847198"/>
                <a:gd name="connsiteX54" fmla="*/ 979840 w 1857518"/>
                <a:gd name="connsiteY54" fmla="*/ 121676 h 1847198"/>
                <a:gd name="connsiteX55" fmla="*/ 1037630 w 1857518"/>
                <a:gd name="connsiteY55" fmla="*/ 13837 h 1847198"/>
                <a:gd name="connsiteX56" fmla="*/ 1066525 w 1857518"/>
                <a:gd name="connsiteY56" fmla="*/ 937 h 1847198"/>
                <a:gd name="connsiteX57" fmla="*/ 1233702 w 1857518"/>
                <a:gd name="connsiteY57" fmla="*/ 40667 h 1847198"/>
                <a:gd name="connsiteX58" fmla="*/ 1253309 w 1857518"/>
                <a:gd name="connsiteY58" fmla="*/ 64918 h 1847198"/>
                <a:gd name="connsiteX59" fmla="*/ 1254341 w 1857518"/>
                <a:gd name="connsiteY59" fmla="*/ 85042 h 1847198"/>
                <a:gd name="connsiteX60" fmla="*/ 1258468 w 1857518"/>
                <a:gd name="connsiteY60" fmla="*/ 209908 h 1847198"/>
                <a:gd name="connsiteX61" fmla="*/ 1260016 w 1857518"/>
                <a:gd name="connsiteY61" fmla="*/ 244478 h 1847198"/>
                <a:gd name="connsiteX62" fmla="*/ 1276012 w 1857518"/>
                <a:gd name="connsiteY62" fmla="*/ 270277 h 1847198"/>
                <a:gd name="connsiteX63" fmla="*/ 1313678 w 1857518"/>
                <a:gd name="connsiteY63" fmla="*/ 291948 h 1847198"/>
                <a:gd name="connsiteX64" fmla="*/ 1349797 w 1857518"/>
                <a:gd name="connsiteY64" fmla="*/ 291948 h 1847198"/>
                <a:gd name="connsiteX65" fmla="*/ 1502526 w 1857518"/>
                <a:gd name="connsiteY65" fmla="*/ 206812 h 1847198"/>
                <a:gd name="connsiteX66" fmla="*/ 1535033 w 1857518"/>
                <a:gd name="connsiteY66" fmla="*/ 211456 h 1847198"/>
                <a:gd name="connsiteX67" fmla="*/ 1653707 w 1857518"/>
                <a:gd name="connsiteY67" fmla="*/ 332711 h 1847198"/>
                <a:gd name="connsiteX68" fmla="*/ 1657835 w 1857518"/>
                <a:gd name="connsiteY68" fmla="*/ 366249 h 1847198"/>
                <a:gd name="connsiteX69" fmla="*/ 1569087 w 1857518"/>
                <a:gd name="connsiteY69" fmla="*/ 515883 h 1847198"/>
                <a:gd name="connsiteX70" fmla="*/ 1568571 w 1857518"/>
                <a:gd name="connsiteY70" fmla="*/ 550453 h 1847198"/>
                <a:gd name="connsiteX71" fmla="*/ 1591274 w 1857518"/>
                <a:gd name="connsiteY71" fmla="*/ 592247 h 1847198"/>
                <a:gd name="connsiteX72" fmla="*/ 1617589 w 1857518"/>
                <a:gd name="connsiteY72" fmla="*/ 608759 h 1847198"/>
                <a:gd name="connsiteX73" fmla="*/ 1676926 w 1857518"/>
                <a:gd name="connsiteY73" fmla="*/ 612886 h 1847198"/>
                <a:gd name="connsiteX74" fmla="*/ 1797665 w 1857518"/>
                <a:gd name="connsiteY74" fmla="*/ 620626 h 1847198"/>
                <a:gd name="connsiteX75" fmla="*/ 1820884 w 1857518"/>
                <a:gd name="connsiteY75" fmla="*/ 640233 h 1847198"/>
                <a:gd name="connsiteX76" fmla="*/ 1857518 w 1857518"/>
                <a:gd name="connsiteY76" fmla="*/ 808442 h 1847198"/>
                <a:gd name="connsiteX77" fmla="*/ 1851842 w 1857518"/>
                <a:gd name="connsiteY77" fmla="*/ 829081 h 1847198"/>
                <a:gd name="connsiteX78" fmla="*/ 1841523 w 1857518"/>
                <a:gd name="connsiteY78" fmla="*/ 836305 h 1847198"/>
                <a:gd name="connsiteX79" fmla="*/ 1686214 w 1857518"/>
                <a:gd name="connsiteY79" fmla="*/ 913701 h 1847198"/>
                <a:gd name="connsiteX80" fmla="*/ 1668670 w 1857518"/>
                <a:gd name="connsiteY80" fmla="*/ 940016 h 1847198"/>
                <a:gd name="connsiteX81" fmla="*/ 1665059 w 1857518"/>
                <a:gd name="connsiteY81" fmla="*/ 998322 h 1847198"/>
                <a:gd name="connsiteX82" fmla="*/ 1678474 w 1857518"/>
                <a:gd name="connsiteY82" fmla="*/ 1026184 h 1847198"/>
                <a:gd name="connsiteX83" fmla="*/ 1821916 w 1857518"/>
                <a:gd name="connsiteY83" fmla="*/ 1131960 h 1847198"/>
                <a:gd name="connsiteX84" fmla="*/ 1831720 w 1857518"/>
                <a:gd name="connsiteY84" fmla="*/ 1163950 h 1847198"/>
                <a:gd name="connsiteX85" fmla="*/ 1805404 w 1857518"/>
                <a:gd name="connsiteY85" fmla="*/ 1236703 h 1847198"/>
                <a:gd name="connsiteX86" fmla="*/ 1775478 w 1857518"/>
                <a:gd name="connsiteY86" fmla="*/ 1317711 h 1847198"/>
                <a:gd name="connsiteX87" fmla="*/ 1750195 w 1857518"/>
                <a:gd name="connsiteY87" fmla="*/ 1334223 h 1847198"/>
                <a:gd name="connsiteX88" fmla="*/ 1685698 w 1857518"/>
                <a:gd name="connsiteY88" fmla="*/ 1327515 h 1847198"/>
                <a:gd name="connsiteX89" fmla="*/ 1574247 w 1857518"/>
                <a:gd name="connsiteY89" fmla="*/ 1315648 h 1847198"/>
                <a:gd name="connsiteX90" fmla="*/ 1545868 w 1857518"/>
                <a:gd name="connsiteY90" fmla="*/ 1328547 h 1847198"/>
                <a:gd name="connsiteX91" fmla="*/ 1505622 w 1857518"/>
                <a:gd name="connsiteY91" fmla="*/ 1383241 h 1847198"/>
                <a:gd name="connsiteX92" fmla="*/ 1500978 w 1857518"/>
                <a:gd name="connsiteY92" fmla="*/ 1417811 h 1847198"/>
                <a:gd name="connsiteX93" fmla="*/ 1563411 w 1857518"/>
                <a:gd name="connsiteY93" fmla="*/ 1581892 h 1847198"/>
                <a:gd name="connsiteX94" fmla="*/ 1554124 w 1857518"/>
                <a:gd name="connsiteY94" fmla="*/ 1615430 h 1847198"/>
                <a:gd name="connsiteX95" fmla="*/ 1430805 w 1857518"/>
                <a:gd name="connsiteY95" fmla="*/ 1708822 h 1847198"/>
                <a:gd name="connsiteX96" fmla="*/ 1397266 w 1857518"/>
                <a:gd name="connsiteY96" fmla="*/ 1708306 h 1847198"/>
                <a:gd name="connsiteX97" fmla="*/ 1263628 w 1857518"/>
                <a:gd name="connsiteY97" fmla="*/ 1600467 h 1847198"/>
                <a:gd name="connsiteX98" fmla="*/ 1232154 w 1857518"/>
                <a:gd name="connsiteY98" fmla="*/ 1594275 h 1847198"/>
                <a:gd name="connsiteX99" fmla="*/ 1153725 w 1857518"/>
                <a:gd name="connsiteY99" fmla="*/ 1624202 h 1847198"/>
                <a:gd name="connsiteX100" fmla="*/ 1134634 w 1857518"/>
                <a:gd name="connsiteY100" fmla="*/ 1646905 h 1847198"/>
                <a:gd name="connsiteX101" fmla="*/ 1123798 w 1857518"/>
                <a:gd name="connsiteY101" fmla="*/ 1698503 h 1847198"/>
                <a:gd name="connsiteX102" fmla="*/ 1097999 w 1857518"/>
                <a:gd name="connsiteY102" fmla="*/ 1821821 h 1847198"/>
                <a:gd name="connsiteX103" fmla="*/ 1076329 w 1857518"/>
                <a:gd name="connsiteY103" fmla="*/ 1842460 h 1847198"/>
                <a:gd name="connsiteX104" fmla="*/ 994288 w 1857518"/>
                <a:gd name="connsiteY104" fmla="*/ 1851232 h 1847198"/>
                <a:gd name="connsiteX105" fmla="*/ 959201 w 1857518"/>
                <a:gd name="connsiteY105" fmla="*/ 1852264 h 1847198"/>
                <a:gd name="connsiteX106" fmla="*/ 928759 w 1857518"/>
                <a:gd name="connsiteY106" fmla="*/ 382245 h 1847198"/>
                <a:gd name="connsiteX107" fmla="*/ 386983 w 1857518"/>
                <a:gd name="connsiteY107" fmla="*/ 921957 h 1847198"/>
                <a:gd name="connsiteX108" fmla="*/ 926695 w 1857518"/>
                <a:gd name="connsiteY108" fmla="*/ 1465797 h 1847198"/>
                <a:gd name="connsiteX109" fmla="*/ 1470535 w 1857518"/>
                <a:gd name="connsiteY109" fmla="*/ 924537 h 1847198"/>
                <a:gd name="connsiteX110" fmla="*/ 928759 w 1857518"/>
                <a:gd name="connsiteY110" fmla="*/ 382245 h 1847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857518" h="1847198">
                  <a:moveTo>
                    <a:pt x="959201" y="1852264"/>
                  </a:moveTo>
                  <a:cubicBezTo>
                    <a:pt x="943206" y="1852264"/>
                    <a:pt x="927211" y="1852264"/>
                    <a:pt x="910700" y="1852264"/>
                  </a:cubicBezTo>
                  <a:cubicBezTo>
                    <a:pt x="900380" y="1848652"/>
                    <a:pt x="894704" y="1840913"/>
                    <a:pt x="891608" y="1830593"/>
                  </a:cubicBezTo>
                  <a:cubicBezTo>
                    <a:pt x="874065" y="1776931"/>
                    <a:pt x="856006" y="1723270"/>
                    <a:pt x="838463" y="1669608"/>
                  </a:cubicBezTo>
                  <a:cubicBezTo>
                    <a:pt x="834335" y="1657224"/>
                    <a:pt x="826080" y="1649485"/>
                    <a:pt x="813180" y="1646905"/>
                  </a:cubicBezTo>
                  <a:cubicBezTo>
                    <a:pt x="785833" y="1640713"/>
                    <a:pt x="757970" y="1635037"/>
                    <a:pt x="730624" y="1628330"/>
                  </a:cubicBezTo>
                  <a:cubicBezTo>
                    <a:pt x="716176" y="1624718"/>
                    <a:pt x="704309" y="1628330"/>
                    <a:pt x="693990" y="1639165"/>
                  </a:cubicBezTo>
                  <a:cubicBezTo>
                    <a:pt x="654259" y="1680443"/>
                    <a:pt x="613497" y="1720690"/>
                    <a:pt x="573251" y="1761452"/>
                  </a:cubicBezTo>
                  <a:cubicBezTo>
                    <a:pt x="563963" y="1770739"/>
                    <a:pt x="553127" y="1772804"/>
                    <a:pt x="542292" y="1766612"/>
                  </a:cubicBezTo>
                  <a:cubicBezTo>
                    <a:pt x="498950" y="1742361"/>
                    <a:pt x="456123" y="1718110"/>
                    <a:pt x="412782" y="1693859"/>
                  </a:cubicBezTo>
                  <a:cubicBezTo>
                    <a:pt x="397818" y="1685603"/>
                    <a:pt x="394206" y="1676832"/>
                    <a:pt x="398334" y="1660836"/>
                  </a:cubicBezTo>
                  <a:cubicBezTo>
                    <a:pt x="412265" y="1605111"/>
                    <a:pt x="426713" y="1549901"/>
                    <a:pt x="440644" y="1494176"/>
                  </a:cubicBezTo>
                  <a:cubicBezTo>
                    <a:pt x="443741" y="1482308"/>
                    <a:pt x="441676" y="1471473"/>
                    <a:pt x="432904" y="1462185"/>
                  </a:cubicBezTo>
                  <a:cubicBezTo>
                    <a:pt x="412265" y="1440514"/>
                    <a:pt x="391110" y="1418843"/>
                    <a:pt x="370471" y="1397172"/>
                  </a:cubicBezTo>
                  <a:cubicBezTo>
                    <a:pt x="362216" y="1388400"/>
                    <a:pt x="351896" y="1385820"/>
                    <a:pt x="340545" y="1388400"/>
                  </a:cubicBezTo>
                  <a:cubicBezTo>
                    <a:pt x="330226" y="1390464"/>
                    <a:pt x="320422" y="1393044"/>
                    <a:pt x="310618" y="1395108"/>
                  </a:cubicBezTo>
                  <a:cubicBezTo>
                    <a:pt x="263664" y="1405428"/>
                    <a:pt x="217226" y="1416263"/>
                    <a:pt x="170273" y="1426583"/>
                  </a:cubicBezTo>
                  <a:cubicBezTo>
                    <a:pt x="157373" y="1429679"/>
                    <a:pt x="147054" y="1425035"/>
                    <a:pt x="141377" y="1413683"/>
                  </a:cubicBezTo>
                  <a:cubicBezTo>
                    <a:pt x="117642" y="1368277"/>
                    <a:pt x="94423" y="1322355"/>
                    <a:pt x="70689" y="1276949"/>
                  </a:cubicBezTo>
                  <a:cubicBezTo>
                    <a:pt x="65529" y="1266630"/>
                    <a:pt x="67593" y="1255278"/>
                    <a:pt x="75848" y="1247539"/>
                  </a:cubicBezTo>
                  <a:cubicBezTo>
                    <a:pt x="119191" y="1207292"/>
                    <a:pt x="163049" y="1166530"/>
                    <a:pt x="206391" y="1126284"/>
                  </a:cubicBezTo>
                  <a:cubicBezTo>
                    <a:pt x="215162" y="1118544"/>
                    <a:pt x="218258" y="1108225"/>
                    <a:pt x="216710" y="1096873"/>
                  </a:cubicBezTo>
                  <a:cubicBezTo>
                    <a:pt x="211551" y="1069010"/>
                    <a:pt x="206391" y="1040631"/>
                    <a:pt x="201231" y="1012769"/>
                  </a:cubicBezTo>
                  <a:cubicBezTo>
                    <a:pt x="199167" y="1000901"/>
                    <a:pt x="192459" y="993162"/>
                    <a:pt x="181108" y="989034"/>
                  </a:cubicBezTo>
                  <a:cubicBezTo>
                    <a:pt x="142925" y="975103"/>
                    <a:pt x="104743" y="961171"/>
                    <a:pt x="67077" y="947240"/>
                  </a:cubicBezTo>
                  <a:cubicBezTo>
                    <a:pt x="44890" y="938984"/>
                    <a:pt x="22187" y="931760"/>
                    <a:pt x="0" y="921957"/>
                  </a:cubicBezTo>
                  <a:cubicBezTo>
                    <a:pt x="0" y="912153"/>
                    <a:pt x="0" y="902866"/>
                    <a:pt x="0" y="893062"/>
                  </a:cubicBezTo>
                  <a:cubicBezTo>
                    <a:pt x="1548" y="876035"/>
                    <a:pt x="3096" y="859524"/>
                    <a:pt x="4643" y="842496"/>
                  </a:cubicBezTo>
                  <a:cubicBezTo>
                    <a:pt x="7740" y="809474"/>
                    <a:pt x="12383" y="776451"/>
                    <a:pt x="17543" y="743945"/>
                  </a:cubicBezTo>
                  <a:cubicBezTo>
                    <a:pt x="19091" y="733109"/>
                    <a:pt x="26831" y="725369"/>
                    <a:pt x="38182" y="723305"/>
                  </a:cubicBezTo>
                  <a:cubicBezTo>
                    <a:pt x="97003" y="712470"/>
                    <a:pt x="155309" y="702150"/>
                    <a:pt x="214131" y="691315"/>
                  </a:cubicBezTo>
                  <a:cubicBezTo>
                    <a:pt x="226514" y="689251"/>
                    <a:pt x="234770" y="682543"/>
                    <a:pt x="239929" y="671192"/>
                  </a:cubicBezTo>
                  <a:cubicBezTo>
                    <a:pt x="248701" y="649521"/>
                    <a:pt x="257989" y="627850"/>
                    <a:pt x="266760" y="606695"/>
                  </a:cubicBezTo>
                  <a:cubicBezTo>
                    <a:pt x="272436" y="593279"/>
                    <a:pt x="270888" y="581928"/>
                    <a:pt x="262116" y="570060"/>
                  </a:cubicBezTo>
                  <a:cubicBezTo>
                    <a:pt x="227546" y="525170"/>
                    <a:pt x="193492" y="479764"/>
                    <a:pt x="159437" y="434874"/>
                  </a:cubicBezTo>
                  <a:cubicBezTo>
                    <a:pt x="150665" y="423007"/>
                    <a:pt x="150665" y="412687"/>
                    <a:pt x="159953" y="401336"/>
                  </a:cubicBezTo>
                  <a:cubicBezTo>
                    <a:pt x="192975" y="360058"/>
                    <a:pt x="225998" y="319295"/>
                    <a:pt x="259536" y="278017"/>
                  </a:cubicBezTo>
                  <a:cubicBezTo>
                    <a:pt x="270372" y="265118"/>
                    <a:pt x="279144" y="262538"/>
                    <a:pt x="294623" y="268729"/>
                  </a:cubicBezTo>
                  <a:cubicBezTo>
                    <a:pt x="348801" y="291433"/>
                    <a:pt x="402978" y="313620"/>
                    <a:pt x="457672" y="336322"/>
                  </a:cubicBezTo>
                  <a:cubicBezTo>
                    <a:pt x="468507" y="340966"/>
                    <a:pt x="479342" y="340450"/>
                    <a:pt x="489146" y="333743"/>
                  </a:cubicBezTo>
                  <a:cubicBezTo>
                    <a:pt x="506690" y="321875"/>
                    <a:pt x="523717" y="310008"/>
                    <a:pt x="540744" y="298140"/>
                  </a:cubicBezTo>
                  <a:cubicBezTo>
                    <a:pt x="548999" y="292464"/>
                    <a:pt x="553127" y="284209"/>
                    <a:pt x="553127" y="273889"/>
                  </a:cubicBezTo>
                  <a:cubicBezTo>
                    <a:pt x="553127" y="267697"/>
                    <a:pt x="552612" y="261506"/>
                    <a:pt x="552096" y="255830"/>
                  </a:cubicBezTo>
                  <a:cubicBezTo>
                    <a:pt x="550032" y="228999"/>
                    <a:pt x="547968" y="202684"/>
                    <a:pt x="545904" y="175854"/>
                  </a:cubicBezTo>
                  <a:cubicBezTo>
                    <a:pt x="543840" y="149023"/>
                    <a:pt x="541776" y="122708"/>
                    <a:pt x="539712" y="95877"/>
                  </a:cubicBezTo>
                  <a:cubicBezTo>
                    <a:pt x="538680" y="83493"/>
                    <a:pt x="544872" y="73690"/>
                    <a:pt x="556739" y="69562"/>
                  </a:cubicBezTo>
                  <a:cubicBezTo>
                    <a:pt x="609885" y="51503"/>
                    <a:pt x="663031" y="33444"/>
                    <a:pt x="716176" y="15901"/>
                  </a:cubicBezTo>
                  <a:cubicBezTo>
                    <a:pt x="719788" y="14869"/>
                    <a:pt x="722884" y="14353"/>
                    <a:pt x="726496" y="14353"/>
                  </a:cubicBezTo>
                  <a:cubicBezTo>
                    <a:pt x="736299" y="14869"/>
                    <a:pt x="742491" y="21060"/>
                    <a:pt x="748167" y="28800"/>
                  </a:cubicBezTo>
                  <a:cubicBezTo>
                    <a:pt x="781189" y="76786"/>
                    <a:pt x="814728" y="124772"/>
                    <a:pt x="847750" y="172758"/>
                  </a:cubicBezTo>
                  <a:cubicBezTo>
                    <a:pt x="855490" y="183593"/>
                    <a:pt x="865810" y="188753"/>
                    <a:pt x="878709" y="187721"/>
                  </a:cubicBezTo>
                  <a:cubicBezTo>
                    <a:pt x="896252" y="186173"/>
                    <a:pt x="914312" y="185657"/>
                    <a:pt x="931855" y="185657"/>
                  </a:cubicBezTo>
                  <a:cubicBezTo>
                    <a:pt x="939079" y="185657"/>
                    <a:pt x="944239" y="183077"/>
                    <a:pt x="948366" y="177401"/>
                  </a:cubicBezTo>
                  <a:cubicBezTo>
                    <a:pt x="950430" y="174822"/>
                    <a:pt x="952494" y="171726"/>
                    <a:pt x="954042" y="169146"/>
                  </a:cubicBezTo>
                  <a:cubicBezTo>
                    <a:pt x="962814" y="153150"/>
                    <a:pt x="971069" y="137155"/>
                    <a:pt x="979840" y="121676"/>
                  </a:cubicBezTo>
                  <a:cubicBezTo>
                    <a:pt x="998932" y="85558"/>
                    <a:pt x="1018539" y="49955"/>
                    <a:pt x="1037630" y="13837"/>
                  </a:cubicBezTo>
                  <a:cubicBezTo>
                    <a:pt x="1043822" y="2485"/>
                    <a:pt x="1053626" y="-2159"/>
                    <a:pt x="1066525" y="937"/>
                  </a:cubicBezTo>
                  <a:cubicBezTo>
                    <a:pt x="1122251" y="14353"/>
                    <a:pt x="1177976" y="27252"/>
                    <a:pt x="1233702" y="40667"/>
                  </a:cubicBezTo>
                  <a:cubicBezTo>
                    <a:pt x="1245569" y="43763"/>
                    <a:pt x="1252793" y="52535"/>
                    <a:pt x="1253309" y="64918"/>
                  </a:cubicBezTo>
                  <a:cubicBezTo>
                    <a:pt x="1253825" y="71626"/>
                    <a:pt x="1253825" y="78334"/>
                    <a:pt x="1254341" y="85042"/>
                  </a:cubicBezTo>
                  <a:cubicBezTo>
                    <a:pt x="1255888" y="126836"/>
                    <a:pt x="1256921" y="168630"/>
                    <a:pt x="1258468" y="209908"/>
                  </a:cubicBezTo>
                  <a:cubicBezTo>
                    <a:pt x="1258985" y="221260"/>
                    <a:pt x="1259501" y="233127"/>
                    <a:pt x="1260016" y="244478"/>
                  </a:cubicBezTo>
                  <a:cubicBezTo>
                    <a:pt x="1260532" y="255830"/>
                    <a:pt x="1266208" y="264602"/>
                    <a:pt x="1276012" y="270277"/>
                  </a:cubicBezTo>
                  <a:cubicBezTo>
                    <a:pt x="1288395" y="277501"/>
                    <a:pt x="1301295" y="284209"/>
                    <a:pt x="1313678" y="291948"/>
                  </a:cubicBezTo>
                  <a:cubicBezTo>
                    <a:pt x="1326062" y="299172"/>
                    <a:pt x="1337413" y="298656"/>
                    <a:pt x="1349797" y="291948"/>
                  </a:cubicBezTo>
                  <a:cubicBezTo>
                    <a:pt x="1400879" y="263570"/>
                    <a:pt x="1451444" y="235191"/>
                    <a:pt x="1502526" y="206812"/>
                  </a:cubicBezTo>
                  <a:cubicBezTo>
                    <a:pt x="1514394" y="200105"/>
                    <a:pt x="1525745" y="202168"/>
                    <a:pt x="1535033" y="211456"/>
                  </a:cubicBezTo>
                  <a:cubicBezTo>
                    <a:pt x="1574763" y="251702"/>
                    <a:pt x="1613977" y="292464"/>
                    <a:pt x="1653707" y="332711"/>
                  </a:cubicBezTo>
                  <a:cubicBezTo>
                    <a:pt x="1664027" y="343546"/>
                    <a:pt x="1665575" y="353350"/>
                    <a:pt x="1657835" y="366249"/>
                  </a:cubicBezTo>
                  <a:cubicBezTo>
                    <a:pt x="1628424" y="416299"/>
                    <a:pt x="1598497" y="465833"/>
                    <a:pt x="1569087" y="515883"/>
                  </a:cubicBezTo>
                  <a:cubicBezTo>
                    <a:pt x="1562379" y="527234"/>
                    <a:pt x="1561863" y="539102"/>
                    <a:pt x="1568571" y="550453"/>
                  </a:cubicBezTo>
                  <a:cubicBezTo>
                    <a:pt x="1576311" y="564384"/>
                    <a:pt x="1583534" y="578316"/>
                    <a:pt x="1591274" y="592247"/>
                  </a:cubicBezTo>
                  <a:cubicBezTo>
                    <a:pt x="1596950" y="602567"/>
                    <a:pt x="1605721" y="608243"/>
                    <a:pt x="1617589" y="608759"/>
                  </a:cubicBezTo>
                  <a:cubicBezTo>
                    <a:pt x="1637196" y="610307"/>
                    <a:pt x="1657319" y="611339"/>
                    <a:pt x="1676926" y="612886"/>
                  </a:cubicBezTo>
                  <a:cubicBezTo>
                    <a:pt x="1717172" y="615466"/>
                    <a:pt x="1757419" y="618046"/>
                    <a:pt x="1797665" y="620626"/>
                  </a:cubicBezTo>
                  <a:cubicBezTo>
                    <a:pt x="1809016" y="621142"/>
                    <a:pt x="1818304" y="628882"/>
                    <a:pt x="1820884" y="640233"/>
                  </a:cubicBezTo>
                  <a:cubicBezTo>
                    <a:pt x="1833267" y="695959"/>
                    <a:pt x="1845135" y="752200"/>
                    <a:pt x="1857518" y="808442"/>
                  </a:cubicBezTo>
                  <a:cubicBezTo>
                    <a:pt x="1859066" y="816181"/>
                    <a:pt x="1857002" y="822889"/>
                    <a:pt x="1851842" y="829081"/>
                  </a:cubicBezTo>
                  <a:cubicBezTo>
                    <a:pt x="1849262" y="832177"/>
                    <a:pt x="1845135" y="834241"/>
                    <a:pt x="1841523" y="836305"/>
                  </a:cubicBezTo>
                  <a:cubicBezTo>
                    <a:pt x="1789925" y="862103"/>
                    <a:pt x="1738327" y="887902"/>
                    <a:pt x="1686214" y="913701"/>
                  </a:cubicBezTo>
                  <a:cubicBezTo>
                    <a:pt x="1675378" y="919377"/>
                    <a:pt x="1669187" y="927633"/>
                    <a:pt x="1668670" y="940016"/>
                  </a:cubicBezTo>
                  <a:cubicBezTo>
                    <a:pt x="1667639" y="959623"/>
                    <a:pt x="1666090" y="978714"/>
                    <a:pt x="1665059" y="998322"/>
                  </a:cubicBezTo>
                  <a:cubicBezTo>
                    <a:pt x="1664543" y="1009673"/>
                    <a:pt x="1668670" y="1019477"/>
                    <a:pt x="1678474" y="1026184"/>
                  </a:cubicBezTo>
                  <a:cubicBezTo>
                    <a:pt x="1726460" y="1061271"/>
                    <a:pt x="1773930" y="1096873"/>
                    <a:pt x="1821916" y="1131960"/>
                  </a:cubicBezTo>
                  <a:cubicBezTo>
                    <a:pt x="1833267" y="1140215"/>
                    <a:pt x="1836879" y="1150535"/>
                    <a:pt x="1831720" y="1163950"/>
                  </a:cubicBezTo>
                  <a:cubicBezTo>
                    <a:pt x="1822948" y="1188201"/>
                    <a:pt x="1814176" y="1212452"/>
                    <a:pt x="1805404" y="1236703"/>
                  </a:cubicBezTo>
                  <a:cubicBezTo>
                    <a:pt x="1795601" y="1263534"/>
                    <a:pt x="1785798" y="1290881"/>
                    <a:pt x="1775478" y="1317711"/>
                  </a:cubicBezTo>
                  <a:cubicBezTo>
                    <a:pt x="1771350" y="1329063"/>
                    <a:pt x="1761546" y="1335255"/>
                    <a:pt x="1750195" y="1334223"/>
                  </a:cubicBezTo>
                  <a:cubicBezTo>
                    <a:pt x="1728524" y="1332159"/>
                    <a:pt x="1707369" y="1329579"/>
                    <a:pt x="1685698" y="1327515"/>
                  </a:cubicBezTo>
                  <a:cubicBezTo>
                    <a:pt x="1648548" y="1323387"/>
                    <a:pt x="1611397" y="1319259"/>
                    <a:pt x="1574247" y="1315648"/>
                  </a:cubicBezTo>
                  <a:cubicBezTo>
                    <a:pt x="1562379" y="1314616"/>
                    <a:pt x="1553092" y="1318743"/>
                    <a:pt x="1545868" y="1328547"/>
                  </a:cubicBezTo>
                  <a:cubicBezTo>
                    <a:pt x="1532453" y="1346606"/>
                    <a:pt x="1519553" y="1365181"/>
                    <a:pt x="1505622" y="1383241"/>
                  </a:cubicBezTo>
                  <a:cubicBezTo>
                    <a:pt x="1497366" y="1394076"/>
                    <a:pt x="1496334" y="1405428"/>
                    <a:pt x="1500978" y="1417811"/>
                  </a:cubicBezTo>
                  <a:cubicBezTo>
                    <a:pt x="1521617" y="1472505"/>
                    <a:pt x="1542772" y="1527198"/>
                    <a:pt x="1563411" y="1581892"/>
                  </a:cubicBezTo>
                  <a:cubicBezTo>
                    <a:pt x="1569087" y="1596339"/>
                    <a:pt x="1565991" y="1606143"/>
                    <a:pt x="1554124" y="1615430"/>
                  </a:cubicBezTo>
                  <a:cubicBezTo>
                    <a:pt x="1512845" y="1646389"/>
                    <a:pt x="1472083" y="1677864"/>
                    <a:pt x="1430805" y="1708822"/>
                  </a:cubicBezTo>
                  <a:cubicBezTo>
                    <a:pt x="1418938" y="1717594"/>
                    <a:pt x="1408618" y="1717594"/>
                    <a:pt x="1397266" y="1708306"/>
                  </a:cubicBezTo>
                  <a:cubicBezTo>
                    <a:pt x="1352892" y="1672704"/>
                    <a:pt x="1308003" y="1636585"/>
                    <a:pt x="1263628" y="1600467"/>
                  </a:cubicBezTo>
                  <a:cubicBezTo>
                    <a:pt x="1253825" y="1592727"/>
                    <a:pt x="1243505" y="1590147"/>
                    <a:pt x="1232154" y="1594275"/>
                  </a:cubicBezTo>
                  <a:cubicBezTo>
                    <a:pt x="1205839" y="1604079"/>
                    <a:pt x="1179524" y="1613883"/>
                    <a:pt x="1153725" y="1624202"/>
                  </a:cubicBezTo>
                  <a:cubicBezTo>
                    <a:pt x="1143406" y="1628330"/>
                    <a:pt x="1137214" y="1636070"/>
                    <a:pt x="1134634" y="1646905"/>
                  </a:cubicBezTo>
                  <a:cubicBezTo>
                    <a:pt x="1131022" y="1663932"/>
                    <a:pt x="1127411" y="1681475"/>
                    <a:pt x="1123798" y="1698503"/>
                  </a:cubicBezTo>
                  <a:cubicBezTo>
                    <a:pt x="1115027" y="1739781"/>
                    <a:pt x="1106771" y="1780543"/>
                    <a:pt x="1097999" y="1821821"/>
                  </a:cubicBezTo>
                  <a:cubicBezTo>
                    <a:pt x="1095420" y="1833689"/>
                    <a:pt x="1088196" y="1840913"/>
                    <a:pt x="1076329" y="1842460"/>
                  </a:cubicBezTo>
                  <a:cubicBezTo>
                    <a:pt x="1048982" y="1846072"/>
                    <a:pt x="1021635" y="1848652"/>
                    <a:pt x="994288" y="1851232"/>
                  </a:cubicBezTo>
                  <a:cubicBezTo>
                    <a:pt x="980873" y="1850200"/>
                    <a:pt x="970037" y="1851232"/>
                    <a:pt x="959201" y="1852264"/>
                  </a:cubicBezTo>
                  <a:close/>
                  <a:moveTo>
                    <a:pt x="928759" y="382245"/>
                  </a:moveTo>
                  <a:cubicBezTo>
                    <a:pt x="633620" y="381729"/>
                    <a:pt x="388015" y="619594"/>
                    <a:pt x="386983" y="921957"/>
                  </a:cubicBezTo>
                  <a:cubicBezTo>
                    <a:pt x="385951" y="1222772"/>
                    <a:pt x="627428" y="1464765"/>
                    <a:pt x="926695" y="1465797"/>
                  </a:cubicBezTo>
                  <a:cubicBezTo>
                    <a:pt x="1229058" y="1466829"/>
                    <a:pt x="1470019" y="1222772"/>
                    <a:pt x="1470535" y="924537"/>
                  </a:cubicBezTo>
                  <a:cubicBezTo>
                    <a:pt x="1470535" y="625270"/>
                    <a:pt x="1228026" y="381729"/>
                    <a:pt x="928759" y="382245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="" xmlns:a16="http://schemas.microsoft.com/office/drawing/2014/main" id="{96A48627-8991-4822-BA51-E0B5CA3A4F9C}"/>
                </a:ext>
              </a:extLst>
            </p:cNvPr>
            <p:cNvSpPr/>
            <p:nvPr/>
          </p:nvSpPr>
          <p:spPr>
            <a:xfrm>
              <a:off x="3167084" y="4595897"/>
              <a:ext cx="1051669" cy="1070562"/>
            </a:xfrm>
            <a:custGeom>
              <a:avLst/>
              <a:gdLst>
                <a:gd name="connsiteX0" fmla="*/ 879664 w 1723364"/>
                <a:gd name="connsiteY0" fmla="*/ 267 h 1754322"/>
                <a:gd name="connsiteX1" fmla="*/ 964801 w 1723364"/>
                <a:gd name="connsiteY1" fmla="*/ 5943 h 1754322"/>
                <a:gd name="connsiteX2" fmla="*/ 979248 w 1723364"/>
                <a:gd name="connsiteY2" fmla="*/ 18843 h 1754322"/>
                <a:gd name="connsiteX3" fmla="*/ 977700 w 1723364"/>
                <a:gd name="connsiteY3" fmla="*/ 158673 h 1754322"/>
                <a:gd name="connsiteX4" fmla="*/ 968928 w 1723364"/>
                <a:gd name="connsiteY4" fmla="*/ 213366 h 1754322"/>
                <a:gd name="connsiteX5" fmla="*/ 979764 w 1723364"/>
                <a:gd name="connsiteY5" fmla="*/ 229877 h 1754322"/>
                <a:gd name="connsiteX6" fmla="*/ 1149520 w 1723364"/>
                <a:gd name="connsiteY6" fmla="*/ 285087 h 1754322"/>
                <a:gd name="connsiteX7" fmla="*/ 1166548 w 1723364"/>
                <a:gd name="connsiteY7" fmla="*/ 278379 h 1754322"/>
                <a:gd name="connsiteX8" fmla="*/ 1210406 w 1723364"/>
                <a:gd name="connsiteY8" fmla="*/ 190663 h 1754322"/>
                <a:gd name="connsiteX9" fmla="*/ 1263035 w 1723364"/>
                <a:gd name="connsiteY9" fmla="*/ 123070 h 1754322"/>
                <a:gd name="connsiteX10" fmla="*/ 1304314 w 1723364"/>
                <a:gd name="connsiteY10" fmla="*/ 119458 h 1754322"/>
                <a:gd name="connsiteX11" fmla="*/ 1458075 w 1723364"/>
                <a:gd name="connsiteY11" fmla="*/ 231941 h 1754322"/>
                <a:gd name="connsiteX12" fmla="*/ 1462203 w 1723364"/>
                <a:gd name="connsiteY12" fmla="*/ 251549 h 1754322"/>
                <a:gd name="connsiteX13" fmla="*/ 1461171 w 1723364"/>
                <a:gd name="connsiteY13" fmla="*/ 254128 h 1754322"/>
                <a:gd name="connsiteX14" fmla="*/ 1396158 w 1723364"/>
                <a:gd name="connsiteY14" fmla="*/ 347004 h 1754322"/>
                <a:gd name="connsiteX15" fmla="*/ 1337336 w 1723364"/>
                <a:gd name="connsiteY15" fmla="*/ 404794 h 1754322"/>
                <a:gd name="connsiteX16" fmla="*/ 1336304 w 1723364"/>
                <a:gd name="connsiteY16" fmla="*/ 419757 h 1754322"/>
                <a:gd name="connsiteX17" fmla="*/ 1369327 w 1723364"/>
                <a:gd name="connsiteY17" fmla="*/ 457939 h 1754322"/>
                <a:gd name="connsiteX18" fmla="*/ 1442596 w 1723364"/>
                <a:gd name="connsiteY18" fmla="*/ 565263 h 1754322"/>
                <a:gd name="connsiteX19" fmla="*/ 1462719 w 1723364"/>
                <a:gd name="connsiteY19" fmla="*/ 570938 h 1754322"/>
                <a:gd name="connsiteX20" fmla="*/ 1573138 w 1723364"/>
                <a:gd name="connsiteY20" fmla="*/ 514697 h 1754322"/>
                <a:gd name="connsiteX21" fmla="*/ 1650018 w 1723364"/>
                <a:gd name="connsiteY21" fmla="*/ 501281 h 1754322"/>
                <a:gd name="connsiteX22" fmla="*/ 1659822 w 1723364"/>
                <a:gd name="connsiteY22" fmla="*/ 509537 h 1754322"/>
                <a:gd name="connsiteX23" fmla="*/ 1724835 w 1723364"/>
                <a:gd name="connsiteY23" fmla="*/ 709220 h 1754322"/>
                <a:gd name="connsiteX24" fmla="*/ 1717611 w 1723364"/>
                <a:gd name="connsiteY24" fmla="*/ 723668 h 1754322"/>
                <a:gd name="connsiteX25" fmla="*/ 1671173 w 1723364"/>
                <a:gd name="connsiteY25" fmla="*/ 748950 h 1754322"/>
                <a:gd name="connsiteX26" fmla="*/ 1618544 w 1723364"/>
                <a:gd name="connsiteY26" fmla="*/ 760302 h 1754322"/>
                <a:gd name="connsiteX27" fmla="*/ 1529280 w 1723364"/>
                <a:gd name="connsiteY27" fmla="*/ 774234 h 1754322"/>
                <a:gd name="connsiteX28" fmla="*/ 1515349 w 1723364"/>
                <a:gd name="connsiteY28" fmla="*/ 791777 h 1754322"/>
                <a:gd name="connsiteX29" fmla="*/ 1521024 w 1723364"/>
                <a:gd name="connsiteY29" fmla="*/ 857306 h 1754322"/>
                <a:gd name="connsiteX30" fmla="*/ 1516380 w 1723364"/>
                <a:gd name="connsiteY30" fmla="*/ 953794 h 1754322"/>
                <a:gd name="connsiteX31" fmla="*/ 1538567 w 1723364"/>
                <a:gd name="connsiteY31" fmla="*/ 983720 h 1754322"/>
                <a:gd name="connsiteX32" fmla="*/ 1653114 w 1723364"/>
                <a:gd name="connsiteY32" fmla="*/ 1001779 h 1754322"/>
                <a:gd name="connsiteX33" fmla="*/ 1700584 w 1723364"/>
                <a:gd name="connsiteY33" fmla="*/ 1024483 h 1754322"/>
                <a:gd name="connsiteX34" fmla="*/ 1719675 w 1723364"/>
                <a:gd name="connsiteY34" fmla="*/ 1067825 h 1754322"/>
                <a:gd name="connsiteX35" fmla="*/ 1661370 w 1723364"/>
                <a:gd name="connsiteY35" fmla="*/ 1243773 h 1754322"/>
                <a:gd name="connsiteX36" fmla="*/ 1641763 w 1723364"/>
                <a:gd name="connsiteY36" fmla="*/ 1255124 h 1754322"/>
                <a:gd name="connsiteX37" fmla="*/ 1541663 w 1723364"/>
                <a:gd name="connsiteY37" fmla="*/ 1226230 h 1754322"/>
                <a:gd name="connsiteX38" fmla="*/ 1461687 w 1723364"/>
                <a:gd name="connsiteY38" fmla="*/ 1184436 h 1754322"/>
                <a:gd name="connsiteX39" fmla="*/ 1444143 w 1723364"/>
                <a:gd name="connsiteY39" fmla="*/ 1189079 h 1754322"/>
                <a:gd name="connsiteX40" fmla="*/ 1339400 w 1723364"/>
                <a:gd name="connsiteY40" fmla="*/ 1333553 h 1754322"/>
                <a:gd name="connsiteX41" fmla="*/ 1339916 w 1723364"/>
                <a:gd name="connsiteY41" fmla="*/ 1353160 h 1754322"/>
                <a:gd name="connsiteX42" fmla="*/ 1430212 w 1723364"/>
                <a:gd name="connsiteY42" fmla="*/ 1443456 h 1754322"/>
                <a:gd name="connsiteX43" fmla="*/ 1465814 w 1723364"/>
                <a:gd name="connsiteY43" fmla="*/ 1511565 h 1754322"/>
                <a:gd name="connsiteX44" fmla="*/ 1461171 w 1723364"/>
                <a:gd name="connsiteY44" fmla="*/ 1521369 h 1754322"/>
                <a:gd name="connsiteX45" fmla="*/ 1290382 w 1723364"/>
                <a:gd name="connsiteY45" fmla="*/ 1645203 h 1754322"/>
                <a:gd name="connsiteX46" fmla="*/ 1275419 w 1723364"/>
                <a:gd name="connsiteY46" fmla="*/ 1643655 h 1754322"/>
                <a:gd name="connsiteX47" fmla="*/ 1207310 w 1723364"/>
                <a:gd name="connsiteY47" fmla="*/ 1558003 h 1754322"/>
                <a:gd name="connsiteX48" fmla="*/ 1167064 w 1723364"/>
                <a:gd name="connsiteY48" fmla="*/ 1477511 h 1754322"/>
                <a:gd name="connsiteX49" fmla="*/ 1150036 w 1723364"/>
                <a:gd name="connsiteY49" fmla="*/ 1470803 h 1754322"/>
                <a:gd name="connsiteX50" fmla="*/ 981312 w 1723364"/>
                <a:gd name="connsiteY50" fmla="*/ 1526013 h 1754322"/>
                <a:gd name="connsiteX51" fmla="*/ 969960 w 1723364"/>
                <a:gd name="connsiteY51" fmla="*/ 1544072 h 1754322"/>
                <a:gd name="connsiteX52" fmla="*/ 989052 w 1723364"/>
                <a:gd name="connsiteY52" fmla="*/ 1663779 h 1754322"/>
                <a:gd name="connsiteX53" fmla="*/ 978216 w 1723364"/>
                <a:gd name="connsiteY53" fmla="*/ 1743755 h 1754322"/>
                <a:gd name="connsiteX54" fmla="*/ 966864 w 1723364"/>
                <a:gd name="connsiteY54" fmla="*/ 1749947 h 1754322"/>
                <a:gd name="connsiteX55" fmla="*/ 758410 w 1723364"/>
                <a:gd name="connsiteY55" fmla="*/ 1749947 h 1754322"/>
                <a:gd name="connsiteX56" fmla="*/ 745510 w 1723364"/>
                <a:gd name="connsiteY56" fmla="*/ 1737047 h 1754322"/>
                <a:gd name="connsiteX57" fmla="*/ 747058 w 1723364"/>
                <a:gd name="connsiteY57" fmla="*/ 1598249 h 1754322"/>
                <a:gd name="connsiteX58" fmla="*/ 756346 w 1723364"/>
                <a:gd name="connsiteY58" fmla="*/ 1543556 h 1754322"/>
                <a:gd name="connsiteX59" fmla="*/ 744478 w 1723364"/>
                <a:gd name="connsiteY59" fmla="*/ 1525496 h 1754322"/>
                <a:gd name="connsiteX60" fmla="*/ 575754 w 1723364"/>
                <a:gd name="connsiteY60" fmla="*/ 1470287 h 1754322"/>
                <a:gd name="connsiteX61" fmla="*/ 559758 w 1723364"/>
                <a:gd name="connsiteY61" fmla="*/ 1475963 h 1754322"/>
                <a:gd name="connsiteX62" fmla="*/ 504549 w 1723364"/>
                <a:gd name="connsiteY62" fmla="*/ 1585350 h 1754322"/>
                <a:gd name="connsiteX63" fmla="*/ 447275 w 1723364"/>
                <a:gd name="connsiteY63" fmla="*/ 1645719 h 1754322"/>
                <a:gd name="connsiteX64" fmla="*/ 434376 w 1723364"/>
                <a:gd name="connsiteY64" fmla="*/ 1643655 h 1754322"/>
                <a:gd name="connsiteX65" fmla="*/ 290418 w 1723364"/>
                <a:gd name="connsiteY65" fmla="*/ 1542008 h 1754322"/>
                <a:gd name="connsiteX66" fmla="*/ 265651 w 1723364"/>
                <a:gd name="connsiteY66" fmla="*/ 1521369 h 1754322"/>
                <a:gd name="connsiteX67" fmla="*/ 262039 w 1723364"/>
                <a:gd name="connsiteY67" fmla="*/ 1505889 h 1754322"/>
                <a:gd name="connsiteX68" fmla="*/ 321893 w 1723364"/>
                <a:gd name="connsiteY68" fmla="*/ 1415593 h 1754322"/>
                <a:gd name="connsiteX69" fmla="*/ 386906 w 1723364"/>
                <a:gd name="connsiteY69" fmla="*/ 1351096 h 1754322"/>
                <a:gd name="connsiteX70" fmla="*/ 387938 w 1723364"/>
                <a:gd name="connsiteY70" fmla="*/ 1334069 h 1754322"/>
                <a:gd name="connsiteX71" fmla="*/ 354915 w 1723364"/>
                <a:gd name="connsiteY71" fmla="*/ 1295887 h 1754322"/>
                <a:gd name="connsiteX72" fmla="*/ 282678 w 1723364"/>
                <a:gd name="connsiteY72" fmla="*/ 1189595 h 1754322"/>
                <a:gd name="connsiteX73" fmla="*/ 262555 w 1723364"/>
                <a:gd name="connsiteY73" fmla="*/ 1183920 h 1754322"/>
                <a:gd name="connsiteX74" fmla="*/ 152136 w 1723364"/>
                <a:gd name="connsiteY74" fmla="*/ 1240161 h 1754322"/>
                <a:gd name="connsiteX75" fmla="*/ 75256 w 1723364"/>
                <a:gd name="connsiteY75" fmla="*/ 1253577 h 1754322"/>
                <a:gd name="connsiteX76" fmla="*/ 65452 w 1723364"/>
                <a:gd name="connsiteY76" fmla="*/ 1245321 h 1754322"/>
                <a:gd name="connsiteX77" fmla="*/ 439 w 1723364"/>
                <a:gd name="connsiteY77" fmla="*/ 1045637 h 1754322"/>
                <a:gd name="connsiteX78" fmla="*/ 7663 w 1723364"/>
                <a:gd name="connsiteY78" fmla="*/ 1031190 h 1754322"/>
                <a:gd name="connsiteX79" fmla="*/ 54101 w 1723364"/>
                <a:gd name="connsiteY79" fmla="*/ 1005907 h 1754322"/>
                <a:gd name="connsiteX80" fmla="*/ 106730 w 1723364"/>
                <a:gd name="connsiteY80" fmla="*/ 994556 h 1754322"/>
                <a:gd name="connsiteX81" fmla="*/ 197026 w 1723364"/>
                <a:gd name="connsiteY81" fmla="*/ 980109 h 1754322"/>
                <a:gd name="connsiteX82" fmla="*/ 209410 w 1723364"/>
                <a:gd name="connsiteY82" fmla="*/ 964113 h 1754322"/>
                <a:gd name="connsiteX83" fmla="*/ 203734 w 1723364"/>
                <a:gd name="connsiteY83" fmla="*/ 897552 h 1754322"/>
                <a:gd name="connsiteX84" fmla="*/ 208378 w 1723364"/>
                <a:gd name="connsiteY84" fmla="*/ 801064 h 1754322"/>
                <a:gd name="connsiteX85" fmla="*/ 185159 w 1723364"/>
                <a:gd name="connsiteY85" fmla="*/ 770622 h 1754322"/>
                <a:gd name="connsiteX86" fmla="*/ 73192 w 1723364"/>
                <a:gd name="connsiteY86" fmla="*/ 753079 h 1754322"/>
                <a:gd name="connsiteX87" fmla="*/ 24690 w 1723364"/>
                <a:gd name="connsiteY87" fmla="*/ 730375 h 1754322"/>
                <a:gd name="connsiteX88" fmla="*/ 5599 w 1723364"/>
                <a:gd name="connsiteY88" fmla="*/ 687033 h 1754322"/>
                <a:gd name="connsiteX89" fmla="*/ 63904 w 1723364"/>
                <a:gd name="connsiteY89" fmla="*/ 511085 h 1754322"/>
                <a:gd name="connsiteX90" fmla="*/ 83511 w 1723364"/>
                <a:gd name="connsiteY90" fmla="*/ 499733 h 1754322"/>
                <a:gd name="connsiteX91" fmla="*/ 183611 w 1723364"/>
                <a:gd name="connsiteY91" fmla="*/ 528628 h 1754322"/>
                <a:gd name="connsiteX92" fmla="*/ 262555 w 1723364"/>
                <a:gd name="connsiteY92" fmla="*/ 569390 h 1754322"/>
                <a:gd name="connsiteX93" fmla="*/ 282163 w 1723364"/>
                <a:gd name="connsiteY93" fmla="*/ 564231 h 1754322"/>
                <a:gd name="connsiteX94" fmla="*/ 386906 w 1723364"/>
                <a:gd name="connsiteY94" fmla="*/ 419757 h 1754322"/>
                <a:gd name="connsiteX95" fmla="*/ 386390 w 1723364"/>
                <a:gd name="connsiteY95" fmla="*/ 402214 h 1754322"/>
                <a:gd name="connsiteX96" fmla="*/ 296094 w 1723364"/>
                <a:gd name="connsiteY96" fmla="*/ 311918 h 1754322"/>
                <a:gd name="connsiteX97" fmla="*/ 259975 w 1723364"/>
                <a:gd name="connsiteY97" fmla="*/ 242777 h 1754322"/>
                <a:gd name="connsiteX98" fmla="*/ 264619 w 1723364"/>
                <a:gd name="connsiteY98" fmla="*/ 232973 h 1754322"/>
                <a:gd name="connsiteX99" fmla="*/ 435408 w 1723364"/>
                <a:gd name="connsiteY99" fmla="*/ 109139 h 1754322"/>
                <a:gd name="connsiteX100" fmla="*/ 450371 w 1723364"/>
                <a:gd name="connsiteY100" fmla="*/ 110687 h 1754322"/>
                <a:gd name="connsiteX101" fmla="*/ 518480 w 1723364"/>
                <a:gd name="connsiteY101" fmla="*/ 196339 h 1754322"/>
                <a:gd name="connsiteX102" fmla="*/ 559758 w 1723364"/>
                <a:gd name="connsiteY102" fmla="*/ 277863 h 1754322"/>
                <a:gd name="connsiteX103" fmla="*/ 574722 w 1723364"/>
                <a:gd name="connsiteY103" fmla="*/ 283539 h 1754322"/>
                <a:gd name="connsiteX104" fmla="*/ 746026 w 1723364"/>
                <a:gd name="connsiteY104" fmla="*/ 227813 h 1754322"/>
                <a:gd name="connsiteX105" fmla="*/ 756346 w 1723364"/>
                <a:gd name="connsiteY105" fmla="*/ 211302 h 1754322"/>
                <a:gd name="connsiteX106" fmla="*/ 737254 w 1723364"/>
                <a:gd name="connsiteY106" fmla="*/ 91596 h 1754322"/>
                <a:gd name="connsiteX107" fmla="*/ 748090 w 1723364"/>
                <a:gd name="connsiteY107" fmla="*/ 10587 h 1754322"/>
                <a:gd name="connsiteX108" fmla="*/ 758410 w 1723364"/>
                <a:gd name="connsiteY108" fmla="*/ 4395 h 1754322"/>
                <a:gd name="connsiteX109" fmla="*/ 879664 w 1723364"/>
                <a:gd name="connsiteY109" fmla="*/ 267 h 1754322"/>
                <a:gd name="connsiteX110" fmla="*/ 861605 w 1723364"/>
                <a:gd name="connsiteY110" fmla="*/ 1409918 h 1754322"/>
                <a:gd name="connsiteX111" fmla="*/ 1392546 w 1723364"/>
                <a:gd name="connsiteY111" fmla="*/ 879493 h 1754322"/>
                <a:gd name="connsiteX112" fmla="*/ 862637 w 1723364"/>
                <a:gd name="connsiteY112" fmla="*/ 348552 h 1754322"/>
                <a:gd name="connsiteX113" fmla="*/ 331180 w 1723364"/>
                <a:gd name="connsiteY113" fmla="*/ 879493 h 1754322"/>
                <a:gd name="connsiteX114" fmla="*/ 861605 w 1723364"/>
                <a:gd name="connsiteY114" fmla="*/ 1409918 h 1754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1723364" h="1754322">
                  <a:moveTo>
                    <a:pt x="879664" y="267"/>
                  </a:moveTo>
                  <a:cubicBezTo>
                    <a:pt x="907527" y="2332"/>
                    <a:pt x="935906" y="4395"/>
                    <a:pt x="964801" y="5943"/>
                  </a:cubicBezTo>
                  <a:cubicBezTo>
                    <a:pt x="974088" y="6459"/>
                    <a:pt x="976668" y="11103"/>
                    <a:pt x="979248" y="18843"/>
                  </a:cubicBezTo>
                  <a:cubicBezTo>
                    <a:pt x="994727" y="65797"/>
                    <a:pt x="985956" y="112235"/>
                    <a:pt x="977700" y="158673"/>
                  </a:cubicBezTo>
                  <a:cubicBezTo>
                    <a:pt x="974604" y="176732"/>
                    <a:pt x="972024" y="195307"/>
                    <a:pt x="968928" y="213366"/>
                  </a:cubicBezTo>
                  <a:cubicBezTo>
                    <a:pt x="967380" y="222654"/>
                    <a:pt x="969960" y="227813"/>
                    <a:pt x="979764" y="229877"/>
                  </a:cubicBezTo>
                  <a:cubicBezTo>
                    <a:pt x="1038585" y="240713"/>
                    <a:pt x="1095343" y="259804"/>
                    <a:pt x="1149520" y="285087"/>
                  </a:cubicBezTo>
                  <a:cubicBezTo>
                    <a:pt x="1158808" y="289215"/>
                    <a:pt x="1162420" y="286119"/>
                    <a:pt x="1166548" y="278379"/>
                  </a:cubicBezTo>
                  <a:cubicBezTo>
                    <a:pt x="1180995" y="248969"/>
                    <a:pt x="1197506" y="220590"/>
                    <a:pt x="1210406" y="190663"/>
                  </a:cubicBezTo>
                  <a:cubicBezTo>
                    <a:pt x="1222273" y="163316"/>
                    <a:pt x="1240848" y="142161"/>
                    <a:pt x="1263035" y="123070"/>
                  </a:cubicBezTo>
                  <a:cubicBezTo>
                    <a:pt x="1282643" y="106043"/>
                    <a:pt x="1282127" y="106559"/>
                    <a:pt x="1304314" y="119458"/>
                  </a:cubicBezTo>
                  <a:cubicBezTo>
                    <a:pt x="1359523" y="151449"/>
                    <a:pt x="1409573" y="190663"/>
                    <a:pt x="1458075" y="231941"/>
                  </a:cubicBezTo>
                  <a:cubicBezTo>
                    <a:pt x="1465299" y="238133"/>
                    <a:pt x="1467362" y="243809"/>
                    <a:pt x="1462203" y="251549"/>
                  </a:cubicBezTo>
                  <a:cubicBezTo>
                    <a:pt x="1461687" y="252064"/>
                    <a:pt x="1461171" y="253096"/>
                    <a:pt x="1461171" y="254128"/>
                  </a:cubicBezTo>
                  <a:cubicBezTo>
                    <a:pt x="1448271" y="291279"/>
                    <a:pt x="1425052" y="320689"/>
                    <a:pt x="1396158" y="347004"/>
                  </a:cubicBezTo>
                  <a:cubicBezTo>
                    <a:pt x="1375518" y="365064"/>
                    <a:pt x="1356943" y="385703"/>
                    <a:pt x="1337336" y="404794"/>
                  </a:cubicBezTo>
                  <a:cubicBezTo>
                    <a:pt x="1332177" y="409954"/>
                    <a:pt x="1330628" y="413565"/>
                    <a:pt x="1336304" y="419757"/>
                  </a:cubicBezTo>
                  <a:cubicBezTo>
                    <a:pt x="1347656" y="432141"/>
                    <a:pt x="1357459" y="445556"/>
                    <a:pt x="1369327" y="457939"/>
                  </a:cubicBezTo>
                  <a:cubicBezTo>
                    <a:pt x="1399769" y="489930"/>
                    <a:pt x="1419893" y="528628"/>
                    <a:pt x="1442596" y="565263"/>
                  </a:cubicBezTo>
                  <a:cubicBezTo>
                    <a:pt x="1448271" y="574550"/>
                    <a:pt x="1452915" y="576098"/>
                    <a:pt x="1462719" y="570938"/>
                  </a:cubicBezTo>
                  <a:cubicBezTo>
                    <a:pt x="1499353" y="551847"/>
                    <a:pt x="1535988" y="533272"/>
                    <a:pt x="1573138" y="514697"/>
                  </a:cubicBezTo>
                  <a:cubicBezTo>
                    <a:pt x="1597389" y="502830"/>
                    <a:pt x="1624220" y="504893"/>
                    <a:pt x="1650018" y="501281"/>
                  </a:cubicBezTo>
                  <a:cubicBezTo>
                    <a:pt x="1655694" y="500250"/>
                    <a:pt x="1658274" y="505409"/>
                    <a:pt x="1659822" y="509537"/>
                  </a:cubicBezTo>
                  <a:cubicBezTo>
                    <a:pt x="1687685" y="574034"/>
                    <a:pt x="1709872" y="640595"/>
                    <a:pt x="1724835" y="709220"/>
                  </a:cubicBezTo>
                  <a:cubicBezTo>
                    <a:pt x="1726383" y="716444"/>
                    <a:pt x="1723803" y="720572"/>
                    <a:pt x="1717611" y="723668"/>
                  </a:cubicBezTo>
                  <a:cubicBezTo>
                    <a:pt x="1702132" y="731923"/>
                    <a:pt x="1686653" y="740695"/>
                    <a:pt x="1671173" y="748950"/>
                  </a:cubicBezTo>
                  <a:cubicBezTo>
                    <a:pt x="1654662" y="757722"/>
                    <a:pt x="1636087" y="757206"/>
                    <a:pt x="1618544" y="760302"/>
                  </a:cubicBezTo>
                  <a:cubicBezTo>
                    <a:pt x="1589133" y="765462"/>
                    <a:pt x="1559207" y="770106"/>
                    <a:pt x="1529280" y="774234"/>
                  </a:cubicBezTo>
                  <a:cubicBezTo>
                    <a:pt x="1517412" y="775781"/>
                    <a:pt x="1514316" y="780941"/>
                    <a:pt x="1515349" y="791777"/>
                  </a:cubicBezTo>
                  <a:cubicBezTo>
                    <a:pt x="1517412" y="813448"/>
                    <a:pt x="1518444" y="835635"/>
                    <a:pt x="1521024" y="857306"/>
                  </a:cubicBezTo>
                  <a:cubicBezTo>
                    <a:pt x="1524636" y="889813"/>
                    <a:pt x="1518960" y="921803"/>
                    <a:pt x="1516380" y="953794"/>
                  </a:cubicBezTo>
                  <a:cubicBezTo>
                    <a:pt x="1514316" y="980109"/>
                    <a:pt x="1513284" y="980109"/>
                    <a:pt x="1538567" y="983720"/>
                  </a:cubicBezTo>
                  <a:cubicBezTo>
                    <a:pt x="1576750" y="989912"/>
                    <a:pt x="1614932" y="995588"/>
                    <a:pt x="1653114" y="1001779"/>
                  </a:cubicBezTo>
                  <a:cubicBezTo>
                    <a:pt x="1671173" y="1004875"/>
                    <a:pt x="1685105" y="1016227"/>
                    <a:pt x="1700584" y="1024483"/>
                  </a:cubicBezTo>
                  <a:cubicBezTo>
                    <a:pt x="1726899" y="1038414"/>
                    <a:pt x="1725867" y="1038930"/>
                    <a:pt x="1719675" y="1067825"/>
                  </a:cubicBezTo>
                  <a:cubicBezTo>
                    <a:pt x="1706260" y="1128710"/>
                    <a:pt x="1685105" y="1186500"/>
                    <a:pt x="1661370" y="1243773"/>
                  </a:cubicBezTo>
                  <a:cubicBezTo>
                    <a:pt x="1657242" y="1253577"/>
                    <a:pt x="1651566" y="1256157"/>
                    <a:pt x="1641763" y="1255124"/>
                  </a:cubicBezTo>
                  <a:cubicBezTo>
                    <a:pt x="1606160" y="1252028"/>
                    <a:pt x="1572622" y="1244805"/>
                    <a:pt x="1541663" y="1226230"/>
                  </a:cubicBezTo>
                  <a:cubicBezTo>
                    <a:pt x="1515864" y="1210750"/>
                    <a:pt x="1488001" y="1198883"/>
                    <a:pt x="1461687" y="1184436"/>
                  </a:cubicBezTo>
                  <a:cubicBezTo>
                    <a:pt x="1453947" y="1180308"/>
                    <a:pt x="1448787" y="1180308"/>
                    <a:pt x="1444143" y="1189079"/>
                  </a:cubicBezTo>
                  <a:cubicBezTo>
                    <a:pt x="1415249" y="1241709"/>
                    <a:pt x="1380162" y="1290211"/>
                    <a:pt x="1339400" y="1333553"/>
                  </a:cubicBezTo>
                  <a:cubicBezTo>
                    <a:pt x="1332177" y="1341293"/>
                    <a:pt x="1332177" y="1345936"/>
                    <a:pt x="1339916" y="1353160"/>
                  </a:cubicBezTo>
                  <a:cubicBezTo>
                    <a:pt x="1370359" y="1382571"/>
                    <a:pt x="1400801" y="1412498"/>
                    <a:pt x="1430212" y="1443456"/>
                  </a:cubicBezTo>
                  <a:cubicBezTo>
                    <a:pt x="1448271" y="1462547"/>
                    <a:pt x="1453947" y="1488862"/>
                    <a:pt x="1465814" y="1511565"/>
                  </a:cubicBezTo>
                  <a:cubicBezTo>
                    <a:pt x="1467879" y="1515693"/>
                    <a:pt x="1464267" y="1518789"/>
                    <a:pt x="1461171" y="1521369"/>
                  </a:cubicBezTo>
                  <a:cubicBezTo>
                    <a:pt x="1408025" y="1568323"/>
                    <a:pt x="1351784" y="1610117"/>
                    <a:pt x="1290382" y="1645203"/>
                  </a:cubicBezTo>
                  <a:cubicBezTo>
                    <a:pt x="1284707" y="1648815"/>
                    <a:pt x="1280579" y="1648299"/>
                    <a:pt x="1275419" y="1643655"/>
                  </a:cubicBezTo>
                  <a:cubicBezTo>
                    <a:pt x="1247040" y="1619404"/>
                    <a:pt x="1221757" y="1593606"/>
                    <a:pt x="1207310" y="1558003"/>
                  </a:cubicBezTo>
                  <a:cubicBezTo>
                    <a:pt x="1195958" y="1530140"/>
                    <a:pt x="1179963" y="1504341"/>
                    <a:pt x="1167064" y="1477511"/>
                  </a:cubicBezTo>
                  <a:cubicBezTo>
                    <a:pt x="1162936" y="1469255"/>
                    <a:pt x="1158808" y="1467191"/>
                    <a:pt x="1150036" y="1470803"/>
                  </a:cubicBezTo>
                  <a:cubicBezTo>
                    <a:pt x="1096375" y="1496086"/>
                    <a:pt x="1040133" y="1514661"/>
                    <a:pt x="981312" y="1526013"/>
                  </a:cubicBezTo>
                  <a:cubicBezTo>
                    <a:pt x="969960" y="1528076"/>
                    <a:pt x="967896" y="1534268"/>
                    <a:pt x="969960" y="1544072"/>
                  </a:cubicBezTo>
                  <a:cubicBezTo>
                    <a:pt x="976668" y="1583802"/>
                    <a:pt x="982860" y="1623532"/>
                    <a:pt x="989052" y="1663779"/>
                  </a:cubicBezTo>
                  <a:cubicBezTo>
                    <a:pt x="993179" y="1691641"/>
                    <a:pt x="982344" y="1716924"/>
                    <a:pt x="978216" y="1743755"/>
                  </a:cubicBezTo>
                  <a:cubicBezTo>
                    <a:pt x="977184" y="1749431"/>
                    <a:pt x="971508" y="1749431"/>
                    <a:pt x="966864" y="1749947"/>
                  </a:cubicBezTo>
                  <a:cubicBezTo>
                    <a:pt x="897207" y="1757170"/>
                    <a:pt x="828067" y="1756655"/>
                    <a:pt x="758410" y="1749947"/>
                  </a:cubicBezTo>
                  <a:cubicBezTo>
                    <a:pt x="749638" y="1748915"/>
                    <a:pt x="748090" y="1744271"/>
                    <a:pt x="745510" y="1737047"/>
                  </a:cubicBezTo>
                  <a:cubicBezTo>
                    <a:pt x="730031" y="1690609"/>
                    <a:pt x="738286" y="1644687"/>
                    <a:pt x="747058" y="1598249"/>
                  </a:cubicBezTo>
                  <a:cubicBezTo>
                    <a:pt x="750154" y="1580190"/>
                    <a:pt x="752734" y="1561615"/>
                    <a:pt x="756346" y="1543556"/>
                  </a:cubicBezTo>
                  <a:cubicBezTo>
                    <a:pt x="758410" y="1533236"/>
                    <a:pt x="755314" y="1527560"/>
                    <a:pt x="744478" y="1525496"/>
                  </a:cubicBezTo>
                  <a:cubicBezTo>
                    <a:pt x="685657" y="1514661"/>
                    <a:pt x="629931" y="1496086"/>
                    <a:pt x="575754" y="1470287"/>
                  </a:cubicBezTo>
                  <a:cubicBezTo>
                    <a:pt x="568014" y="1466675"/>
                    <a:pt x="563886" y="1467707"/>
                    <a:pt x="559758" y="1475963"/>
                  </a:cubicBezTo>
                  <a:cubicBezTo>
                    <a:pt x="541699" y="1512597"/>
                    <a:pt x="522608" y="1548715"/>
                    <a:pt x="504549" y="1585350"/>
                  </a:cubicBezTo>
                  <a:cubicBezTo>
                    <a:pt x="491649" y="1611149"/>
                    <a:pt x="466882" y="1626112"/>
                    <a:pt x="447275" y="1645719"/>
                  </a:cubicBezTo>
                  <a:cubicBezTo>
                    <a:pt x="442631" y="1650363"/>
                    <a:pt x="438504" y="1646235"/>
                    <a:pt x="434376" y="1643655"/>
                  </a:cubicBezTo>
                  <a:cubicBezTo>
                    <a:pt x="384326" y="1612697"/>
                    <a:pt x="334276" y="1581738"/>
                    <a:pt x="290418" y="1542008"/>
                  </a:cubicBezTo>
                  <a:cubicBezTo>
                    <a:pt x="282678" y="1534784"/>
                    <a:pt x="273907" y="1528076"/>
                    <a:pt x="265651" y="1521369"/>
                  </a:cubicBezTo>
                  <a:cubicBezTo>
                    <a:pt x="259975" y="1516725"/>
                    <a:pt x="259459" y="1512597"/>
                    <a:pt x="262039" y="1505889"/>
                  </a:cubicBezTo>
                  <a:cubicBezTo>
                    <a:pt x="276487" y="1472351"/>
                    <a:pt x="292998" y="1440360"/>
                    <a:pt x="321893" y="1415593"/>
                  </a:cubicBezTo>
                  <a:cubicBezTo>
                    <a:pt x="345112" y="1395986"/>
                    <a:pt x="365235" y="1372767"/>
                    <a:pt x="386906" y="1351096"/>
                  </a:cubicBezTo>
                  <a:cubicBezTo>
                    <a:pt x="393098" y="1345421"/>
                    <a:pt x="394129" y="1341293"/>
                    <a:pt x="387938" y="1334069"/>
                  </a:cubicBezTo>
                  <a:cubicBezTo>
                    <a:pt x="376586" y="1321685"/>
                    <a:pt x="366783" y="1308270"/>
                    <a:pt x="354915" y="1295887"/>
                  </a:cubicBezTo>
                  <a:cubicBezTo>
                    <a:pt x="324989" y="1264412"/>
                    <a:pt x="305382" y="1225714"/>
                    <a:pt x="282678" y="1189595"/>
                  </a:cubicBezTo>
                  <a:cubicBezTo>
                    <a:pt x="277003" y="1180308"/>
                    <a:pt x="272359" y="1178760"/>
                    <a:pt x="262555" y="1183920"/>
                  </a:cubicBezTo>
                  <a:cubicBezTo>
                    <a:pt x="225921" y="1203011"/>
                    <a:pt x="189287" y="1221586"/>
                    <a:pt x="152136" y="1240161"/>
                  </a:cubicBezTo>
                  <a:cubicBezTo>
                    <a:pt x="127885" y="1252545"/>
                    <a:pt x="101054" y="1249965"/>
                    <a:pt x="75256" y="1253577"/>
                  </a:cubicBezTo>
                  <a:cubicBezTo>
                    <a:pt x="69580" y="1254608"/>
                    <a:pt x="67000" y="1249965"/>
                    <a:pt x="65452" y="1245321"/>
                  </a:cubicBezTo>
                  <a:cubicBezTo>
                    <a:pt x="37589" y="1180824"/>
                    <a:pt x="15402" y="1114263"/>
                    <a:pt x="439" y="1045637"/>
                  </a:cubicBezTo>
                  <a:cubicBezTo>
                    <a:pt x="-1109" y="1038414"/>
                    <a:pt x="1471" y="1034286"/>
                    <a:pt x="7663" y="1031190"/>
                  </a:cubicBezTo>
                  <a:cubicBezTo>
                    <a:pt x="23142" y="1022935"/>
                    <a:pt x="38621" y="1014163"/>
                    <a:pt x="54101" y="1005907"/>
                  </a:cubicBezTo>
                  <a:cubicBezTo>
                    <a:pt x="70612" y="997136"/>
                    <a:pt x="89187" y="997652"/>
                    <a:pt x="106730" y="994556"/>
                  </a:cubicBezTo>
                  <a:cubicBezTo>
                    <a:pt x="136657" y="989396"/>
                    <a:pt x="167099" y="984236"/>
                    <a:pt x="197026" y="980109"/>
                  </a:cubicBezTo>
                  <a:cubicBezTo>
                    <a:pt x="207346" y="978560"/>
                    <a:pt x="210442" y="973917"/>
                    <a:pt x="209410" y="964113"/>
                  </a:cubicBezTo>
                  <a:cubicBezTo>
                    <a:pt x="207346" y="941926"/>
                    <a:pt x="206314" y="919739"/>
                    <a:pt x="203734" y="897552"/>
                  </a:cubicBezTo>
                  <a:cubicBezTo>
                    <a:pt x="200122" y="865045"/>
                    <a:pt x="205798" y="833055"/>
                    <a:pt x="208378" y="801064"/>
                  </a:cubicBezTo>
                  <a:cubicBezTo>
                    <a:pt x="210442" y="774749"/>
                    <a:pt x="211474" y="774749"/>
                    <a:pt x="185159" y="770622"/>
                  </a:cubicBezTo>
                  <a:cubicBezTo>
                    <a:pt x="148009" y="764430"/>
                    <a:pt x="110342" y="758754"/>
                    <a:pt x="73192" y="753079"/>
                  </a:cubicBezTo>
                  <a:cubicBezTo>
                    <a:pt x="54616" y="750499"/>
                    <a:pt x="40169" y="738631"/>
                    <a:pt x="24690" y="730375"/>
                  </a:cubicBezTo>
                  <a:cubicBezTo>
                    <a:pt x="-1625" y="715928"/>
                    <a:pt x="-593" y="715928"/>
                    <a:pt x="5599" y="687033"/>
                  </a:cubicBezTo>
                  <a:cubicBezTo>
                    <a:pt x="19014" y="626148"/>
                    <a:pt x="40169" y="568358"/>
                    <a:pt x="63904" y="511085"/>
                  </a:cubicBezTo>
                  <a:cubicBezTo>
                    <a:pt x="68032" y="501281"/>
                    <a:pt x="73192" y="498701"/>
                    <a:pt x="83511" y="499733"/>
                  </a:cubicBezTo>
                  <a:cubicBezTo>
                    <a:pt x="119114" y="502830"/>
                    <a:pt x="152652" y="510053"/>
                    <a:pt x="183611" y="528628"/>
                  </a:cubicBezTo>
                  <a:cubicBezTo>
                    <a:pt x="208894" y="543592"/>
                    <a:pt x="236241" y="555459"/>
                    <a:pt x="262555" y="569390"/>
                  </a:cubicBezTo>
                  <a:cubicBezTo>
                    <a:pt x="271327" y="574034"/>
                    <a:pt x="277003" y="574034"/>
                    <a:pt x="282163" y="564231"/>
                  </a:cubicBezTo>
                  <a:cubicBezTo>
                    <a:pt x="311057" y="511601"/>
                    <a:pt x="346144" y="463615"/>
                    <a:pt x="386906" y="419757"/>
                  </a:cubicBezTo>
                  <a:cubicBezTo>
                    <a:pt x="393614" y="412534"/>
                    <a:pt x="393098" y="408922"/>
                    <a:pt x="386390" y="402214"/>
                  </a:cubicBezTo>
                  <a:cubicBezTo>
                    <a:pt x="355947" y="372287"/>
                    <a:pt x="325505" y="342360"/>
                    <a:pt x="296094" y="311918"/>
                  </a:cubicBezTo>
                  <a:cubicBezTo>
                    <a:pt x="277519" y="292827"/>
                    <a:pt x="271843" y="265996"/>
                    <a:pt x="259975" y="242777"/>
                  </a:cubicBezTo>
                  <a:cubicBezTo>
                    <a:pt x="257912" y="238649"/>
                    <a:pt x="261524" y="235553"/>
                    <a:pt x="264619" y="232973"/>
                  </a:cubicBezTo>
                  <a:cubicBezTo>
                    <a:pt x="317765" y="186019"/>
                    <a:pt x="374007" y="144225"/>
                    <a:pt x="435408" y="109139"/>
                  </a:cubicBezTo>
                  <a:cubicBezTo>
                    <a:pt x="441084" y="105527"/>
                    <a:pt x="445211" y="106043"/>
                    <a:pt x="450371" y="110687"/>
                  </a:cubicBezTo>
                  <a:cubicBezTo>
                    <a:pt x="478750" y="134937"/>
                    <a:pt x="504033" y="160736"/>
                    <a:pt x="518480" y="196339"/>
                  </a:cubicBezTo>
                  <a:cubicBezTo>
                    <a:pt x="530348" y="224202"/>
                    <a:pt x="545827" y="250516"/>
                    <a:pt x="559758" y="277863"/>
                  </a:cubicBezTo>
                  <a:cubicBezTo>
                    <a:pt x="563370" y="285087"/>
                    <a:pt x="566982" y="287151"/>
                    <a:pt x="574722" y="283539"/>
                  </a:cubicBezTo>
                  <a:cubicBezTo>
                    <a:pt x="629415" y="257740"/>
                    <a:pt x="686173" y="238649"/>
                    <a:pt x="746026" y="227813"/>
                  </a:cubicBezTo>
                  <a:cubicBezTo>
                    <a:pt x="756346" y="225750"/>
                    <a:pt x="757893" y="220074"/>
                    <a:pt x="756346" y="211302"/>
                  </a:cubicBezTo>
                  <a:cubicBezTo>
                    <a:pt x="749638" y="171572"/>
                    <a:pt x="743446" y="131326"/>
                    <a:pt x="737254" y="91596"/>
                  </a:cubicBezTo>
                  <a:cubicBezTo>
                    <a:pt x="732611" y="63217"/>
                    <a:pt x="743446" y="37418"/>
                    <a:pt x="748090" y="10587"/>
                  </a:cubicBezTo>
                  <a:cubicBezTo>
                    <a:pt x="749122" y="5427"/>
                    <a:pt x="753766" y="4395"/>
                    <a:pt x="758410" y="4395"/>
                  </a:cubicBezTo>
                  <a:cubicBezTo>
                    <a:pt x="797624" y="4395"/>
                    <a:pt x="837870" y="-1280"/>
                    <a:pt x="879664" y="267"/>
                  </a:cubicBezTo>
                  <a:close/>
                  <a:moveTo>
                    <a:pt x="861605" y="1409918"/>
                  </a:moveTo>
                  <a:cubicBezTo>
                    <a:pt x="1155712" y="1407338"/>
                    <a:pt x="1392030" y="1176180"/>
                    <a:pt x="1392546" y="879493"/>
                  </a:cubicBezTo>
                  <a:cubicBezTo>
                    <a:pt x="1393062" y="585902"/>
                    <a:pt x="1160356" y="349068"/>
                    <a:pt x="862637" y="348552"/>
                  </a:cubicBezTo>
                  <a:cubicBezTo>
                    <a:pt x="568014" y="348036"/>
                    <a:pt x="331180" y="581774"/>
                    <a:pt x="331180" y="879493"/>
                  </a:cubicBezTo>
                  <a:cubicBezTo>
                    <a:pt x="331180" y="1173600"/>
                    <a:pt x="565950" y="1406822"/>
                    <a:pt x="861605" y="140991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95F068BD-5041-4E65-88AE-B9DC621AE8FB}"/>
                </a:ext>
              </a:extLst>
            </p:cNvPr>
            <p:cNvSpPr/>
            <p:nvPr/>
          </p:nvSpPr>
          <p:spPr>
            <a:xfrm rot="2246763">
              <a:off x="322349" y="3332008"/>
              <a:ext cx="1218879" cy="1218879"/>
            </a:xfrm>
            <a:custGeom>
              <a:avLst/>
              <a:gdLst>
                <a:gd name="connsiteX0" fmla="*/ 894776 w 1774962"/>
                <a:gd name="connsiteY0" fmla="*/ 1775736 h 1774962"/>
                <a:gd name="connsiteX1" fmla="*/ 852466 w 1774962"/>
                <a:gd name="connsiteY1" fmla="*/ 1775736 h 1774962"/>
                <a:gd name="connsiteX2" fmla="*/ 839567 w 1774962"/>
                <a:gd name="connsiteY2" fmla="*/ 1764901 h 1774962"/>
                <a:gd name="connsiteX3" fmla="*/ 819960 w 1774962"/>
                <a:gd name="connsiteY3" fmla="*/ 1666349 h 1774962"/>
                <a:gd name="connsiteX4" fmla="*/ 822024 w 1774962"/>
                <a:gd name="connsiteY4" fmla="*/ 1636938 h 1774962"/>
                <a:gd name="connsiteX5" fmla="*/ 811704 w 1774962"/>
                <a:gd name="connsiteY5" fmla="*/ 1623523 h 1774962"/>
                <a:gd name="connsiteX6" fmla="*/ 695093 w 1774962"/>
                <a:gd name="connsiteY6" fmla="*/ 1601852 h 1774962"/>
                <a:gd name="connsiteX7" fmla="*/ 680130 w 1774962"/>
                <a:gd name="connsiteY7" fmla="*/ 1610623 h 1774962"/>
                <a:gd name="connsiteX8" fmla="*/ 615116 w 1774962"/>
                <a:gd name="connsiteY8" fmla="*/ 1727234 h 1774962"/>
                <a:gd name="connsiteX9" fmla="*/ 603765 w 1774962"/>
                <a:gd name="connsiteY9" fmla="*/ 1730330 h 1774962"/>
                <a:gd name="connsiteX10" fmla="*/ 512953 w 1774962"/>
                <a:gd name="connsiteY10" fmla="*/ 1694212 h 1774962"/>
                <a:gd name="connsiteX11" fmla="*/ 507277 w 1774962"/>
                <a:gd name="connsiteY11" fmla="*/ 1681828 h 1774962"/>
                <a:gd name="connsiteX12" fmla="*/ 527400 w 1774962"/>
                <a:gd name="connsiteY12" fmla="*/ 1583277 h 1774962"/>
                <a:gd name="connsiteX13" fmla="*/ 541848 w 1774962"/>
                <a:gd name="connsiteY13" fmla="*/ 1552834 h 1774962"/>
                <a:gd name="connsiteX14" fmla="*/ 537720 w 1774962"/>
                <a:gd name="connsiteY14" fmla="*/ 1539418 h 1774962"/>
                <a:gd name="connsiteX15" fmla="*/ 435041 w 1774962"/>
                <a:gd name="connsiteY15" fmla="*/ 1472857 h 1774962"/>
                <a:gd name="connsiteX16" fmla="*/ 420593 w 1774962"/>
                <a:gd name="connsiteY16" fmla="*/ 1474921 h 1774962"/>
                <a:gd name="connsiteX17" fmla="*/ 315334 w 1774962"/>
                <a:gd name="connsiteY17" fmla="*/ 1559026 h 1774962"/>
                <a:gd name="connsiteX18" fmla="*/ 302950 w 1774962"/>
                <a:gd name="connsiteY18" fmla="*/ 1557478 h 1774962"/>
                <a:gd name="connsiteX19" fmla="*/ 233809 w 1774962"/>
                <a:gd name="connsiteY19" fmla="*/ 1490401 h 1774962"/>
                <a:gd name="connsiteX20" fmla="*/ 232777 w 1774962"/>
                <a:gd name="connsiteY20" fmla="*/ 1476985 h 1774962"/>
                <a:gd name="connsiteX21" fmla="*/ 289019 w 1774962"/>
                <a:gd name="connsiteY21" fmla="*/ 1393397 h 1774962"/>
                <a:gd name="connsiteX22" fmla="*/ 312754 w 1774962"/>
                <a:gd name="connsiteY22" fmla="*/ 1371726 h 1774962"/>
                <a:gd name="connsiteX23" fmla="*/ 314818 w 1774962"/>
                <a:gd name="connsiteY23" fmla="*/ 1355731 h 1774962"/>
                <a:gd name="connsiteX24" fmla="*/ 246193 w 1774962"/>
                <a:gd name="connsiteY24" fmla="*/ 1255631 h 1774962"/>
                <a:gd name="connsiteX25" fmla="*/ 230713 w 1774962"/>
                <a:gd name="connsiteY25" fmla="*/ 1253051 h 1774962"/>
                <a:gd name="connsiteX26" fmla="*/ 102751 w 1774962"/>
                <a:gd name="connsiteY26" fmla="*/ 1289685 h 1774962"/>
                <a:gd name="connsiteX27" fmla="*/ 91916 w 1774962"/>
                <a:gd name="connsiteY27" fmla="*/ 1282978 h 1774962"/>
                <a:gd name="connsiteX28" fmla="*/ 53733 w 1774962"/>
                <a:gd name="connsiteY28" fmla="*/ 1194230 h 1774962"/>
                <a:gd name="connsiteX29" fmla="*/ 58377 w 1774962"/>
                <a:gd name="connsiteY29" fmla="*/ 1181330 h 1774962"/>
                <a:gd name="connsiteX30" fmla="*/ 142481 w 1774962"/>
                <a:gd name="connsiteY30" fmla="*/ 1125605 h 1774962"/>
                <a:gd name="connsiteX31" fmla="*/ 173956 w 1774962"/>
                <a:gd name="connsiteY31" fmla="*/ 1114253 h 1774962"/>
                <a:gd name="connsiteX32" fmla="*/ 180664 w 1774962"/>
                <a:gd name="connsiteY32" fmla="*/ 1101870 h 1774962"/>
                <a:gd name="connsiteX33" fmla="*/ 154865 w 1774962"/>
                <a:gd name="connsiteY33" fmla="*/ 981131 h 1774962"/>
                <a:gd name="connsiteX34" fmla="*/ 144029 w 1774962"/>
                <a:gd name="connsiteY34" fmla="*/ 973391 h 1774962"/>
                <a:gd name="connsiteX35" fmla="*/ 10391 w 1774962"/>
                <a:gd name="connsiteY35" fmla="*/ 958428 h 1774962"/>
                <a:gd name="connsiteX36" fmla="*/ 2135 w 1774962"/>
                <a:gd name="connsiteY36" fmla="*/ 948624 h 1774962"/>
                <a:gd name="connsiteX37" fmla="*/ 588 w 1774962"/>
                <a:gd name="connsiteY37" fmla="*/ 850589 h 1774962"/>
                <a:gd name="connsiteX38" fmla="*/ 10391 w 1774962"/>
                <a:gd name="connsiteY38" fmla="*/ 840785 h 1774962"/>
                <a:gd name="connsiteX39" fmla="*/ 110491 w 1774962"/>
                <a:gd name="connsiteY39" fmla="*/ 820662 h 1774962"/>
                <a:gd name="connsiteX40" fmla="*/ 139901 w 1774962"/>
                <a:gd name="connsiteY40" fmla="*/ 822726 h 1774962"/>
                <a:gd name="connsiteX41" fmla="*/ 153317 w 1774962"/>
                <a:gd name="connsiteY41" fmla="*/ 811890 h 1774962"/>
                <a:gd name="connsiteX42" fmla="*/ 174472 w 1774962"/>
                <a:gd name="connsiteY42" fmla="*/ 696827 h 1774962"/>
                <a:gd name="connsiteX43" fmla="*/ 164152 w 1774962"/>
                <a:gd name="connsiteY43" fmla="*/ 680316 h 1774962"/>
                <a:gd name="connsiteX44" fmla="*/ 49090 w 1774962"/>
                <a:gd name="connsiteY44" fmla="*/ 615819 h 1774962"/>
                <a:gd name="connsiteX45" fmla="*/ 45993 w 1774962"/>
                <a:gd name="connsiteY45" fmla="*/ 606015 h 1774962"/>
                <a:gd name="connsiteX46" fmla="*/ 82628 w 1774962"/>
                <a:gd name="connsiteY46" fmla="*/ 513655 h 1774962"/>
                <a:gd name="connsiteX47" fmla="*/ 93979 w 1774962"/>
                <a:gd name="connsiteY47" fmla="*/ 508496 h 1774962"/>
                <a:gd name="connsiteX48" fmla="*/ 224006 w 1774962"/>
                <a:gd name="connsiteY48" fmla="*/ 543066 h 1774962"/>
                <a:gd name="connsiteX49" fmla="*/ 236905 w 1774962"/>
                <a:gd name="connsiteY49" fmla="*/ 538938 h 1774962"/>
                <a:gd name="connsiteX50" fmla="*/ 302434 w 1774962"/>
                <a:gd name="connsiteY50" fmla="*/ 437291 h 1774962"/>
                <a:gd name="connsiteX51" fmla="*/ 302950 w 1774962"/>
                <a:gd name="connsiteY51" fmla="*/ 423359 h 1774962"/>
                <a:gd name="connsiteX52" fmla="*/ 238453 w 1774962"/>
                <a:gd name="connsiteY52" fmla="*/ 346995 h 1774962"/>
                <a:gd name="connsiteX53" fmla="*/ 228650 w 1774962"/>
                <a:gd name="connsiteY53" fmla="*/ 333063 h 1774962"/>
                <a:gd name="connsiteX54" fmla="*/ 230713 w 1774962"/>
                <a:gd name="connsiteY54" fmla="*/ 290237 h 1774962"/>
                <a:gd name="connsiteX55" fmla="*/ 283859 w 1774962"/>
                <a:gd name="connsiteY55" fmla="*/ 236060 h 1774962"/>
                <a:gd name="connsiteX56" fmla="*/ 300370 w 1774962"/>
                <a:gd name="connsiteY56" fmla="*/ 234512 h 1774962"/>
                <a:gd name="connsiteX57" fmla="*/ 380863 w 1774962"/>
                <a:gd name="connsiteY57" fmla="*/ 288173 h 1774962"/>
                <a:gd name="connsiteX58" fmla="*/ 403050 w 1774962"/>
                <a:gd name="connsiteY58" fmla="*/ 311392 h 1774962"/>
                <a:gd name="connsiteX59" fmla="*/ 422141 w 1774962"/>
                <a:gd name="connsiteY59" fmla="*/ 313972 h 1774962"/>
                <a:gd name="connsiteX60" fmla="*/ 519661 w 1774962"/>
                <a:gd name="connsiteY60" fmla="*/ 246895 h 1774962"/>
                <a:gd name="connsiteX61" fmla="*/ 524820 w 1774962"/>
                <a:gd name="connsiteY61" fmla="*/ 233996 h 1774962"/>
                <a:gd name="connsiteX62" fmla="*/ 492314 w 1774962"/>
                <a:gd name="connsiteY62" fmla="*/ 127704 h 1774962"/>
                <a:gd name="connsiteX63" fmla="*/ 514501 w 1774962"/>
                <a:gd name="connsiteY63" fmla="*/ 82298 h 1774962"/>
                <a:gd name="connsiteX64" fmla="*/ 578482 w 1774962"/>
                <a:gd name="connsiteY64" fmla="*/ 55468 h 1774962"/>
                <a:gd name="connsiteX65" fmla="*/ 595509 w 1774962"/>
                <a:gd name="connsiteY65" fmla="*/ 60111 h 1774962"/>
                <a:gd name="connsiteX66" fmla="*/ 648655 w 1774962"/>
                <a:gd name="connsiteY66" fmla="*/ 139572 h 1774962"/>
                <a:gd name="connsiteX67" fmla="*/ 661039 w 1774962"/>
                <a:gd name="connsiteY67" fmla="*/ 172078 h 1774962"/>
                <a:gd name="connsiteX68" fmla="*/ 675486 w 1774962"/>
                <a:gd name="connsiteY68" fmla="*/ 180334 h 1774962"/>
                <a:gd name="connsiteX69" fmla="*/ 792613 w 1774962"/>
                <a:gd name="connsiteY69" fmla="*/ 155567 h 1774962"/>
                <a:gd name="connsiteX70" fmla="*/ 801900 w 1774962"/>
                <a:gd name="connsiteY70" fmla="*/ 143700 h 1774962"/>
                <a:gd name="connsiteX71" fmla="*/ 816864 w 1774962"/>
                <a:gd name="connsiteY71" fmla="*/ 11094 h 1774962"/>
                <a:gd name="connsiteX72" fmla="*/ 826151 w 1774962"/>
                <a:gd name="connsiteY72" fmla="*/ 2322 h 1774962"/>
                <a:gd name="connsiteX73" fmla="*/ 925219 w 1774962"/>
                <a:gd name="connsiteY73" fmla="*/ 774 h 1774962"/>
                <a:gd name="connsiteX74" fmla="*/ 934507 w 1774962"/>
                <a:gd name="connsiteY74" fmla="*/ 10062 h 1774962"/>
                <a:gd name="connsiteX75" fmla="*/ 954114 w 1774962"/>
                <a:gd name="connsiteY75" fmla="*/ 111193 h 1774962"/>
                <a:gd name="connsiteX76" fmla="*/ 952050 w 1774962"/>
                <a:gd name="connsiteY76" fmla="*/ 140604 h 1774962"/>
                <a:gd name="connsiteX77" fmla="*/ 962369 w 1774962"/>
                <a:gd name="connsiteY77" fmla="*/ 152987 h 1774962"/>
                <a:gd name="connsiteX78" fmla="*/ 1078980 w 1774962"/>
                <a:gd name="connsiteY78" fmla="*/ 174658 h 1774962"/>
                <a:gd name="connsiteX79" fmla="*/ 1093428 w 1774962"/>
                <a:gd name="connsiteY79" fmla="*/ 168467 h 1774962"/>
                <a:gd name="connsiteX80" fmla="*/ 1147089 w 1774962"/>
                <a:gd name="connsiteY80" fmla="*/ 69399 h 1774962"/>
                <a:gd name="connsiteX81" fmla="*/ 1192495 w 1774962"/>
                <a:gd name="connsiteY81" fmla="*/ 54436 h 1774962"/>
                <a:gd name="connsiteX82" fmla="*/ 1258024 w 1774962"/>
                <a:gd name="connsiteY82" fmla="*/ 81266 h 1774962"/>
                <a:gd name="connsiteX83" fmla="*/ 1267312 w 1774962"/>
                <a:gd name="connsiteY83" fmla="*/ 96746 h 1774962"/>
                <a:gd name="connsiteX84" fmla="*/ 1247705 w 1774962"/>
                <a:gd name="connsiteY84" fmla="*/ 192718 h 1774962"/>
                <a:gd name="connsiteX85" fmla="*/ 1233258 w 1774962"/>
                <a:gd name="connsiteY85" fmla="*/ 224192 h 1774962"/>
                <a:gd name="connsiteX86" fmla="*/ 1237385 w 1774962"/>
                <a:gd name="connsiteY86" fmla="*/ 237608 h 1774962"/>
                <a:gd name="connsiteX87" fmla="*/ 1340065 w 1774962"/>
                <a:gd name="connsiteY87" fmla="*/ 304169 h 1774962"/>
                <a:gd name="connsiteX88" fmla="*/ 1354512 w 1774962"/>
                <a:gd name="connsiteY88" fmla="*/ 302621 h 1774962"/>
                <a:gd name="connsiteX89" fmla="*/ 1459771 w 1774962"/>
                <a:gd name="connsiteY89" fmla="*/ 218516 h 1774962"/>
                <a:gd name="connsiteX90" fmla="*/ 1472155 w 1774962"/>
                <a:gd name="connsiteY90" fmla="*/ 220064 h 1774962"/>
                <a:gd name="connsiteX91" fmla="*/ 1541296 w 1774962"/>
                <a:gd name="connsiteY91" fmla="*/ 287657 h 1774962"/>
                <a:gd name="connsiteX92" fmla="*/ 1542328 w 1774962"/>
                <a:gd name="connsiteY92" fmla="*/ 301073 h 1774962"/>
                <a:gd name="connsiteX93" fmla="*/ 1485570 w 1774962"/>
                <a:gd name="connsiteY93" fmla="*/ 385693 h 1774962"/>
                <a:gd name="connsiteX94" fmla="*/ 1462868 w 1774962"/>
                <a:gd name="connsiteY94" fmla="*/ 406332 h 1774962"/>
                <a:gd name="connsiteX95" fmla="*/ 1460803 w 1774962"/>
                <a:gd name="connsiteY95" fmla="*/ 422327 h 1774962"/>
                <a:gd name="connsiteX96" fmla="*/ 1529428 w 1774962"/>
                <a:gd name="connsiteY96" fmla="*/ 522427 h 1774962"/>
                <a:gd name="connsiteX97" fmla="*/ 1544908 w 1774962"/>
                <a:gd name="connsiteY97" fmla="*/ 525007 h 1774962"/>
                <a:gd name="connsiteX98" fmla="*/ 1672870 w 1774962"/>
                <a:gd name="connsiteY98" fmla="*/ 488373 h 1774962"/>
                <a:gd name="connsiteX99" fmla="*/ 1683706 w 1774962"/>
                <a:gd name="connsiteY99" fmla="*/ 495080 h 1774962"/>
                <a:gd name="connsiteX100" fmla="*/ 1721888 w 1774962"/>
                <a:gd name="connsiteY100" fmla="*/ 583828 h 1774962"/>
                <a:gd name="connsiteX101" fmla="*/ 1717244 w 1774962"/>
                <a:gd name="connsiteY101" fmla="*/ 596728 h 1774962"/>
                <a:gd name="connsiteX102" fmla="*/ 1633140 w 1774962"/>
                <a:gd name="connsiteY102" fmla="*/ 652453 h 1774962"/>
                <a:gd name="connsiteX103" fmla="*/ 1601665 w 1774962"/>
                <a:gd name="connsiteY103" fmla="*/ 663805 h 1774962"/>
                <a:gd name="connsiteX104" fmla="*/ 1594958 w 1774962"/>
                <a:gd name="connsiteY104" fmla="*/ 676188 h 1774962"/>
                <a:gd name="connsiteX105" fmla="*/ 1620241 w 1774962"/>
                <a:gd name="connsiteY105" fmla="*/ 795895 h 1774962"/>
                <a:gd name="connsiteX106" fmla="*/ 1631076 w 1774962"/>
                <a:gd name="connsiteY106" fmla="*/ 804667 h 1774962"/>
                <a:gd name="connsiteX107" fmla="*/ 1763682 w 1774962"/>
                <a:gd name="connsiteY107" fmla="*/ 819630 h 1774962"/>
                <a:gd name="connsiteX108" fmla="*/ 1773486 w 1774962"/>
                <a:gd name="connsiteY108" fmla="*/ 829950 h 1774962"/>
                <a:gd name="connsiteX109" fmla="*/ 1775034 w 1774962"/>
                <a:gd name="connsiteY109" fmla="*/ 927985 h 1774962"/>
                <a:gd name="connsiteX110" fmla="*/ 1766262 w 1774962"/>
                <a:gd name="connsiteY110" fmla="*/ 937273 h 1774962"/>
                <a:gd name="connsiteX111" fmla="*/ 1663583 w 1774962"/>
                <a:gd name="connsiteY111" fmla="*/ 957396 h 1774962"/>
                <a:gd name="connsiteX112" fmla="*/ 1636752 w 1774962"/>
                <a:gd name="connsiteY112" fmla="*/ 955332 h 1774962"/>
                <a:gd name="connsiteX113" fmla="*/ 1622304 w 1774962"/>
                <a:gd name="connsiteY113" fmla="*/ 966684 h 1774962"/>
                <a:gd name="connsiteX114" fmla="*/ 1601149 w 1774962"/>
                <a:gd name="connsiteY114" fmla="*/ 1081746 h 1774962"/>
                <a:gd name="connsiteX115" fmla="*/ 1610437 w 1774962"/>
                <a:gd name="connsiteY115" fmla="*/ 1097742 h 1774962"/>
                <a:gd name="connsiteX116" fmla="*/ 1726016 w 1774962"/>
                <a:gd name="connsiteY116" fmla="*/ 1161723 h 1774962"/>
                <a:gd name="connsiteX117" fmla="*/ 1729112 w 1774962"/>
                <a:gd name="connsiteY117" fmla="*/ 1174107 h 1774962"/>
                <a:gd name="connsiteX118" fmla="*/ 1693509 w 1774962"/>
                <a:gd name="connsiteY118" fmla="*/ 1263887 h 1774962"/>
                <a:gd name="connsiteX119" fmla="*/ 1681126 w 1774962"/>
                <a:gd name="connsiteY119" fmla="*/ 1270078 h 1774962"/>
                <a:gd name="connsiteX120" fmla="*/ 1581542 w 1774962"/>
                <a:gd name="connsiteY120" fmla="*/ 1249955 h 1774962"/>
                <a:gd name="connsiteX121" fmla="*/ 1552647 w 1774962"/>
                <a:gd name="connsiteY121" fmla="*/ 1236024 h 1774962"/>
                <a:gd name="connsiteX122" fmla="*/ 1538200 w 1774962"/>
                <a:gd name="connsiteY122" fmla="*/ 1240152 h 1774962"/>
                <a:gd name="connsiteX123" fmla="*/ 1473187 w 1774962"/>
                <a:gd name="connsiteY123" fmla="*/ 1340767 h 1774962"/>
                <a:gd name="connsiteX124" fmla="*/ 1475251 w 1774962"/>
                <a:gd name="connsiteY124" fmla="*/ 1358310 h 1774962"/>
                <a:gd name="connsiteX125" fmla="*/ 1535104 w 1774962"/>
                <a:gd name="connsiteY125" fmla="*/ 1430031 h 1774962"/>
                <a:gd name="connsiteX126" fmla="*/ 1545424 w 1774962"/>
                <a:gd name="connsiteY126" fmla="*/ 1444995 h 1774962"/>
                <a:gd name="connsiteX127" fmla="*/ 1542844 w 1774962"/>
                <a:gd name="connsiteY127" fmla="*/ 1489885 h 1774962"/>
                <a:gd name="connsiteX128" fmla="*/ 1491246 w 1774962"/>
                <a:gd name="connsiteY128" fmla="*/ 1542514 h 1774962"/>
                <a:gd name="connsiteX129" fmla="*/ 1472155 w 1774962"/>
                <a:gd name="connsiteY129" fmla="*/ 1544062 h 1774962"/>
                <a:gd name="connsiteX130" fmla="*/ 1393726 w 1774962"/>
                <a:gd name="connsiteY130" fmla="*/ 1491948 h 1774962"/>
                <a:gd name="connsiteX131" fmla="*/ 1369992 w 1774962"/>
                <a:gd name="connsiteY131" fmla="*/ 1466666 h 1774962"/>
                <a:gd name="connsiteX132" fmla="*/ 1352964 w 1774962"/>
                <a:gd name="connsiteY132" fmla="*/ 1464602 h 1774962"/>
                <a:gd name="connsiteX133" fmla="*/ 1254413 w 1774962"/>
                <a:gd name="connsiteY133" fmla="*/ 1532711 h 1774962"/>
                <a:gd name="connsiteX134" fmla="*/ 1248737 w 1774962"/>
                <a:gd name="connsiteY134" fmla="*/ 1544578 h 1774962"/>
                <a:gd name="connsiteX135" fmla="*/ 1284339 w 1774962"/>
                <a:gd name="connsiteY135" fmla="*/ 1662221 h 1774962"/>
                <a:gd name="connsiteX136" fmla="*/ 1268860 w 1774962"/>
                <a:gd name="connsiteY136" fmla="*/ 1693180 h 1774962"/>
                <a:gd name="connsiteX137" fmla="*/ 1195591 w 1774962"/>
                <a:gd name="connsiteY137" fmla="*/ 1724654 h 1774962"/>
                <a:gd name="connsiteX138" fmla="*/ 1178564 w 1774962"/>
                <a:gd name="connsiteY138" fmla="*/ 1719495 h 1774962"/>
                <a:gd name="connsiteX139" fmla="*/ 1125418 w 1774962"/>
                <a:gd name="connsiteY139" fmla="*/ 1640034 h 1774962"/>
                <a:gd name="connsiteX140" fmla="*/ 1113035 w 1774962"/>
                <a:gd name="connsiteY140" fmla="*/ 1606496 h 1774962"/>
                <a:gd name="connsiteX141" fmla="*/ 1099619 w 1774962"/>
                <a:gd name="connsiteY141" fmla="*/ 1599272 h 1774962"/>
                <a:gd name="connsiteX142" fmla="*/ 979913 w 1774962"/>
                <a:gd name="connsiteY142" fmla="*/ 1624555 h 1774962"/>
                <a:gd name="connsiteX143" fmla="*/ 972173 w 1774962"/>
                <a:gd name="connsiteY143" fmla="*/ 1634874 h 1774962"/>
                <a:gd name="connsiteX144" fmla="*/ 957726 w 1774962"/>
                <a:gd name="connsiteY144" fmla="*/ 1767481 h 1774962"/>
                <a:gd name="connsiteX145" fmla="*/ 945858 w 1774962"/>
                <a:gd name="connsiteY145" fmla="*/ 1777800 h 1774962"/>
                <a:gd name="connsiteX146" fmla="*/ 895808 w 1774962"/>
                <a:gd name="connsiteY146" fmla="*/ 1779864 h 1774962"/>
                <a:gd name="connsiteX147" fmla="*/ 894776 w 1774962"/>
                <a:gd name="connsiteY147" fmla="*/ 1775736 h 1774962"/>
                <a:gd name="connsiteX148" fmla="*/ 890648 w 1774962"/>
                <a:gd name="connsiteY148" fmla="*/ 1454798 h 1774962"/>
                <a:gd name="connsiteX149" fmla="*/ 1452548 w 1774962"/>
                <a:gd name="connsiteY149" fmla="*/ 884127 h 1774962"/>
                <a:gd name="connsiteX150" fmla="*/ 881361 w 1774962"/>
                <a:gd name="connsiteY150" fmla="*/ 322228 h 1774962"/>
                <a:gd name="connsiteX151" fmla="*/ 320494 w 1774962"/>
                <a:gd name="connsiteY151" fmla="*/ 893415 h 1774962"/>
                <a:gd name="connsiteX152" fmla="*/ 890648 w 1774962"/>
                <a:gd name="connsiteY152" fmla="*/ 1454798 h 1774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1774962" h="1774962">
                  <a:moveTo>
                    <a:pt x="894776" y="1775736"/>
                  </a:moveTo>
                  <a:cubicBezTo>
                    <a:pt x="880845" y="1775736"/>
                    <a:pt x="866397" y="1775736"/>
                    <a:pt x="852466" y="1775736"/>
                  </a:cubicBezTo>
                  <a:cubicBezTo>
                    <a:pt x="844726" y="1775736"/>
                    <a:pt x="840599" y="1772640"/>
                    <a:pt x="839567" y="1764901"/>
                  </a:cubicBezTo>
                  <a:cubicBezTo>
                    <a:pt x="833375" y="1731878"/>
                    <a:pt x="826151" y="1699371"/>
                    <a:pt x="819960" y="1666349"/>
                  </a:cubicBezTo>
                  <a:cubicBezTo>
                    <a:pt x="817896" y="1656545"/>
                    <a:pt x="820992" y="1646742"/>
                    <a:pt x="822024" y="1636938"/>
                  </a:cubicBezTo>
                  <a:cubicBezTo>
                    <a:pt x="823056" y="1628682"/>
                    <a:pt x="820992" y="1624555"/>
                    <a:pt x="811704" y="1623523"/>
                  </a:cubicBezTo>
                  <a:cubicBezTo>
                    <a:pt x="772490" y="1619395"/>
                    <a:pt x="733275" y="1612171"/>
                    <a:pt x="695093" y="1601852"/>
                  </a:cubicBezTo>
                  <a:cubicBezTo>
                    <a:pt x="686837" y="1599788"/>
                    <a:pt x="682194" y="1602368"/>
                    <a:pt x="680130" y="1610623"/>
                  </a:cubicBezTo>
                  <a:cubicBezTo>
                    <a:pt x="669294" y="1655513"/>
                    <a:pt x="636788" y="1688020"/>
                    <a:pt x="615116" y="1727234"/>
                  </a:cubicBezTo>
                  <a:cubicBezTo>
                    <a:pt x="612537" y="1731878"/>
                    <a:pt x="608409" y="1731878"/>
                    <a:pt x="603765" y="1730330"/>
                  </a:cubicBezTo>
                  <a:cubicBezTo>
                    <a:pt x="572807" y="1720011"/>
                    <a:pt x="542364" y="1707627"/>
                    <a:pt x="512953" y="1694212"/>
                  </a:cubicBezTo>
                  <a:cubicBezTo>
                    <a:pt x="506761" y="1691632"/>
                    <a:pt x="506245" y="1686988"/>
                    <a:pt x="507277" y="1681828"/>
                  </a:cubicBezTo>
                  <a:cubicBezTo>
                    <a:pt x="513985" y="1648806"/>
                    <a:pt x="519661" y="1615783"/>
                    <a:pt x="527400" y="1583277"/>
                  </a:cubicBezTo>
                  <a:cubicBezTo>
                    <a:pt x="529980" y="1572441"/>
                    <a:pt x="536172" y="1562637"/>
                    <a:pt x="541848" y="1552834"/>
                  </a:cubicBezTo>
                  <a:cubicBezTo>
                    <a:pt x="545460" y="1546642"/>
                    <a:pt x="544428" y="1543030"/>
                    <a:pt x="537720" y="1539418"/>
                  </a:cubicBezTo>
                  <a:cubicBezTo>
                    <a:pt x="501601" y="1520327"/>
                    <a:pt x="467547" y="1497624"/>
                    <a:pt x="435041" y="1472857"/>
                  </a:cubicBezTo>
                  <a:cubicBezTo>
                    <a:pt x="429365" y="1468214"/>
                    <a:pt x="425237" y="1468214"/>
                    <a:pt x="420593" y="1474921"/>
                  </a:cubicBezTo>
                  <a:cubicBezTo>
                    <a:pt x="393762" y="1512588"/>
                    <a:pt x="350936" y="1531163"/>
                    <a:pt x="315334" y="1559026"/>
                  </a:cubicBezTo>
                  <a:cubicBezTo>
                    <a:pt x="310690" y="1562637"/>
                    <a:pt x="307078" y="1561090"/>
                    <a:pt x="302950" y="1557478"/>
                  </a:cubicBezTo>
                  <a:cubicBezTo>
                    <a:pt x="278699" y="1536323"/>
                    <a:pt x="255996" y="1513104"/>
                    <a:pt x="233809" y="1490401"/>
                  </a:cubicBezTo>
                  <a:cubicBezTo>
                    <a:pt x="229682" y="1485757"/>
                    <a:pt x="229165" y="1482145"/>
                    <a:pt x="232777" y="1476985"/>
                  </a:cubicBezTo>
                  <a:cubicBezTo>
                    <a:pt x="251352" y="1449122"/>
                    <a:pt x="269928" y="1421260"/>
                    <a:pt x="289019" y="1393397"/>
                  </a:cubicBezTo>
                  <a:cubicBezTo>
                    <a:pt x="295210" y="1384625"/>
                    <a:pt x="304498" y="1378949"/>
                    <a:pt x="312754" y="1371726"/>
                  </a:cubicBezTo>
                  <a:cubicBezTo>
                    <a:pt x="318946" y="1366566"/>
                    <a:pt x="319978" y="1361922"/>
                    <a:pt x="314818" y="1355731"/>
                  </a:cubicBezTo>
                  <a:cubicBezTo>
                    <a:pt x="289535" y="1324256"/>
                    <a:pt x="266316" y="1291233"/>
                    <a:pt x="246193" y="1255631"/>
                  </a:cubicBezTo>
                  <a:cubicBezTo>
                    <a:pt x="241549" y="1247375"/>
                    <a:pt x="236905" y="1248923"/>
                    <a:pt x="230713" y="1253051"/>
                  </a:cubicBezTo>
                  <a:cubicBezTo>
                    <a:pt x="191499" y="1277302"/>
                    <a:pt x="145577" y="1277818"/>
                    <a:pt x="102751" y="1289685"/>
                  </a:cubicBezTo>
                  <a:cubicBezTo>
                    <a:pt x="97075" y="1291233"/>
                    <a:pt x="93979" y="1288137"/>
                    <a:pt x="91916" y="1282978"/>
                  </a:cubicBezTo>
                  <a:cubicBezTo>
                    <a:pt x="77984" y="1254083"/>
                    <a:pt x="65085" y="1224156"/>
                    <a:pt x="53733" y="1194230"/>
                  </a:cubicBezTo>
                  <a:cubicBezTo>
                    <a:pt x="51669" y="1188038"/>
                    <a:pt x="53217" y="1184426"/>
                    <a:pt x="58377" y="1181330"/>
                  </a:cubicBezTo>
                  <a:cubicBezTo>
                    <a:pt x="86240" y="1162755"/>
                    <a:pt x="113587" y="1143664"/>
                    <a:pt x="142481" y="1125605"/>
                  </a:cubicBezTo>
                  <a:cubicBezTo>
                    <a:pt x="151769" y="1119929"/>
                    <a:pt x="163120" y="1117349"/>
                    <a:pt x="173956" y="1114253"/>
                  </a:cubicBezTo>
                  <a:cubicBezTo>
                    <a:pt x="180664" y="1112189"/>
                    <a:pt x="182727" y="1109093"/>
                    <a:pt x="180664" y="1101870"/>
                  </a:cubicBezTo>
                  <a:cubicBezTo>
                    <a:pt x="168796" y="1062139"/>
                    <a:pt x="160541" y="1021893"/>
                    <a:pt x="154865" y="981131"/>
                  </a:cubicBezTo>
                  <a:cubicBezTo>
                    <a:pt x="153833" y="974423"/>
                    <a:pt x="150737" y="972359"/>
                    <a:pt x="144029" y="973391"/>
                  </a:cubicBezTo>
                  <a:cubicBezTo>
                    <a:pt x="98107" y="981131"/>
                    <a:pt x="54765" y="963588"/>
                    <a:pt x="10391" y="958428"/>
                  </a:cubicBezTo>
                  <a:cubicBezTo>
                    <a:pt x="4715" y="957912"/>
                    <a:pt x="2652" y="954300"/>
                    <a:pt x="2135" y="948624"/>
                  </a:cubicBezTo>
                  <a:cubicBezTo>
                    <a:pt x="-960" y="916118"/>
                    <a:pt x="72" y="883611"/>
                    <a:pt x="588" y="850589"/>
                  </a:cubicBezTo>
                  <a:cubicBezTo>
                    <a:pt x="588" y="844397"/>
                    <a:pt x="4715" y="841817"/>
                    <a:pt x="10391" y="840785"/>
                  </a:cubicBezTo>
                  <a:cubicBezTo>
                    <a:pt x="43930" y="834077"/>
                    <a:pt x="76952" y="827370"/>
                    <a:pt x="110491" y="820662"/>
                  </a:cubicBezTo>
                  <a:cubicBezTo>
                    <a:pt x="120294" y="818598"/>
                    <a:pt x="130098" y="821694"/>
                    <a:pt x="139901" y="822726"/>
                  </a:cubicBezTo>
                  <a:cubicBezTo>
                    <a:pt x="148157" y="823758"/>
                    <a:pt x="152285" y="820662"/>
                    <a:pt x="153317" y="811890"/>
                  </a:cubicBezTo>
                  <a:cubicBezTo>
                    <a:pt x="157445" y="773192"/>
                    <a:pt x="164668" y="734494"/>
                    <a:pt x="174472" y="696827"/>
                  </a:cubicBezTo>
                  <a:cubicBezTo>
                    <a:pt x="177052" y="687024"/>
                    <a:pt x="173440" y="682380"/>
                    <a:pt x="164152" y="680316"/>
                  </a:cubicBezTo>
                  <a:cubicBezTo>
                    <a:pt x="120294" y="668965"/>
                    <a:pt x="87272" y="636974"/>
                    <a:pt x="49090" y="615819"/>
                  </a:cubicBezTo>
                  <a:cubicBezTo>
                    <a:pt x="44961" y="613755"/>
                    <a:pt x="44961" y="610143"/>
                    <a:pt x="45993" y="606015"/>
                  </a:cubicBezTo>
                  <a:cubicBezTo>
                    <a:pt x="56313" y="574541"/>
                    <a:pt x="69212" y="544098"/>
                    <a:pt x="82628" y="513655"/>
                  </a:cubicBezTo>
                  <a:cubicBezTo>
                    <a:pt x="85208" y="507980"/>
                    <a:pt x="89336" y="506948"/>
                    <a:pt x="93979" y="508496"/>
                  </a:cubicBezTo>
                  <a:cubicBezTo>
                    <a:pt x="137322" y="519847"/>
                    <a:pt x="183760" y="518815"/>
                    <a:pt x="224006" y="543066"/>
                  </a:cubicBezTo>
                  <a:cubicBezTo>
                    <a:pt x="230713" y="547194"/>
                    <a:pt x="233809" y="544614"/>
                    <a:pt x="236905" y="538938"/>
                  </a:cubicBezTo>
                  <a:cubicBezTo>
                    <a:pt x="255996" y="503336"/>
                    <a:pt x="278183" y="469281"/>
                    <a:pt x="302434" y="437291"/>
                  </a:cubicBezTo>
                  <a:cubicBezTo>
                    <a:pt x="305530" y="433163"/>
                    <a:pt x="310690" y="428519"/>
                    <a:pt x="302950" y="423359"/>
                  </a:cubicBezTo>
                  <a:cubicBezTo>
                    <a:pt x="273540" y="404268"/>
                    <a:pt x="258576" y="373826"/>
                    <a:pt x="238453" y="346995"/>
                  </a:cubicBezTo>
                  <a:cubicBezTo>
                    <a:pt x="234841" y="342351"/>
                    <a:pt x="232262" y="337707"/>
                    <a:pt x="228650" y="333063"/>
                  </a:cubicBezTo>
                  <a:cubicBezTo>
                    <a:pt x="212654" y="310360"/>
                    <a:pt x="212138" y="309844"/>
                    <a:pt x="230713" y="290237"/>
                  </a:cubicBezTo>
                  <a:cubicBezTo>
                    <a:pt x="248257" y="271662"/>
                    <a:pt x="266316" y="254119"/>
                    <a:pt x="283859" y="236060"/>
                  </a:cubicBezTo>
                  <a:cubicBezTo>
                    <a:pt x="289535" y="230384"/>
                    <a:pt x="294179" y="229868"/>
                    <a:pt x="300370" y="234512"/>
                  </a:cubicBezTo>
                  <a:cubicBezTo>
                    <a:pt x="327201" y="252571"/>
                    <a:pt x="354032" y="270114"/>
                    <a:pt x="380863" y="288173"/>
                  </a:cubicBezTo>
                  <a:cubicBezTo>
                    <a:pt x="390150" y="294365"/>
                    <a:pt x="396342" y="303137"/>
                    <a:pt x="403050" y="311392"/>
                  </a:cubicBezTo>
                  <a:cubicBezTo>
                    <a:pt x="408726" y="319132"/>
                    <a:pt x="413885" y="320680"/>
                    <a:pt x="422141" y="313972"/>
                  </a:cubicBezTo>
                  <a:cubicBezTo>
                    <a:pt x="452584" y="288689"/>
                    <a:pt x="485606" y="266502"/>
                    <a:pt x="519661" y="246895"/>
                  </a:cubicBezTo>
                  <a:cubicBezTo>
                    <a:pt x="524820" y="243799"/>
                    <a:pt x="529464" y="240703"/>
                    <a:pt x="524820" y="233996"/>
                  </a:cubicBezTo>
                  <a:cubicBezTo>
                    <a:pt x="502633" y="202005"/>
                    <a:pt x="501086" y="163823"/>
                    <a:pt x="492314" y="127704"/>
                  </a:cubicBezTo>
                  <a:cubicBezTo>
                    <a:pt x="484574" y="96230"/>
                    <a:pt x="485606" y="96746"/>
                    <a:pt x="514501" y="82298"/>
                  </a:cubicBezTo>
                  <a:cubicBezTo>
                    <a:pt x="535140" y="71979"/>
                    <a:pt x="557327" y="64239"/>
                    <a:pt x="578482" y="55468"/>
                  </a:cubicBezTo>
                  <a:cubicBezTo>
                    <a:pt x="586222" y="52372"/>
                    <a:pt x="590866" y="52888"/>
                    <a:pt x="595509" y="60111"/>
                  </a:cubicBezTo>
                  <a:cubicBezTo>
                    <a:pt x="613053" y="86942"/>
                    <a:pt x="630596" y="113257"/>
                    <a:pt x="648655" y="139572"/>
                  </a:cubicBezTo>
                  <a:cubicBezTo>
                    <a:pt x="655363" y="149375"/>
                    <a:pt x="657427" y="160727"/>
                    <a:pt x="661039" y="172078"/>
                  </a:cubicBezTo>
                  <a:cubicBezTo>
                    <a:pt x="663618" y="180334"/>
                    <a:pt x="667230" y="182914"/>
                    <a:pt x="675486" y="180334"/>
                  </a:cubicBezTo>
                  <a:cubicBezTo>
                    <a:pt x="713668" y="168983"/>
                    <a:pt x="752882" y="160727"/>
                    <a:pt x="792613" y="155567"/>
                  </a:cubicBezTo>
                  <a:cubicBezTo>
                    <a:pt x="800352" y="154535"/>
                    <a:pt x="802932" y="151439"/>
                    <a:pt x="801900" y="143700"/>
                  </a:cubicBezTo>
                  <a:cubicBezTo>
                    <a:pt x="795193" y="98294"/>
                    <a:pt x="811704" y="55468"/>
                    <a:pt x="816864" y="11094"/>
                  </a:cubicBezTo>
                  <a:cubicBezTo>
                    <a:pt x="817380" y="5934"/>
                    <a:pt x="820476" y="2838"/>
                    <a:pt x="826151" y="2322"/>
                  </a:cubicBezTo>
                  <a:cubicBezTo>
                    <a:pt x="859174" y="-1290"/>
                    <a:pt x="892196" y="258"/>
                    <a:pt x="925219" y="774"/>
                  </a:cubicBezTo>
                  <a:cubicBezTo>
                    <a:pt x="930895" y="774"/>
                    <a:pt x="933475" y="4902"/>
                    <a:pt x="934507" y="10062"/>
                  </a:cubicBezTo>
                  <a:cubicBezTo>
                    <a:pt x="941214" y="43600"/>
                    <a:pt x="948438" y="77139"/>
                    <a:pt x="954114" y="111193"/>
                  </a:cubicBezTo>
                  <a:cubicBezTo>
                    <a:pt x="955662" y="120481"/>
                    <a:pt x="953082" y="130800"/>
                    <a:pt x="952050" y="140604"/>
                  </a:cubicBezTo>
                  <a:cubicBezTo>
                    <a:pt x="951018" y="148343"/>
                    <a:pt x="954114" y="151955"/>
                    <a:pt x="962369" y="152987"/>
                  </a:cubicBezTo>
                  <a:cubicBezTo>
                    <a:pt x="1001584" y="157115"/>
                    <a:pt x="1040798" y="164339"/>
                    <a:pt x="1078980" y="174658"/>
                  </a:cubicBezTo>
                  <a:cubicBezTo>
                    <a:pt x="1085172" y="176206"/>
                    <a:pt x="1091364" y="176722"/>
                    <a:pt x="1093428" y="168467"/>
                  </a:cubicBezTo>
                  <a:cubicBezTo>
                    <a:pt x="1101683" y="130284"/>
                    <a:pt x="1127482" y="101390"/>
                    <a:pt x="1147089" y="69399"/>
                  </a:cubicBezTo>
                  <a:cubicBezTo>
                    <a:pt x="1162569" y="43084"/>
                    <a:pt x="1163601" y="43600"/>
                    <a:pt x="1192495" y="54436"/>
                  </a:cubicBezTo>
                  <a:cubicBezTo>
                    <a:pt x="1214682" y="62691"/>
                    <a:pt x="1236353" y="71979"/>
                    <a:pt x="1258024" y="81266"/>
                  </a:cubicBezTo>
                  <a:cubicBezTo>
                    <a:pt x="1265764" y="84362"/>
                    <a:pt x="1268860" y="88490"/>
                    <a:pt x="1267312" y="96746"/>
                  </a:cubicBezTo>
                  <a:cubicBezTo>
                    <a:pt x="1260604" y="128736"/>
                    <a:pt x="1254928" y="160727"/>
                    <a:pt x="1247705" y="192718"/>
                  </a:cubicBezTo>
                  <a:cubicBezTo>
                    <a:pt x="1245125" y="203553"/>
                    <a:pt x="1238417" y="213873"/>
                    <a:pt x="1233258" y="224192"/>
                  </a:cubicBezTo>
                  <a:cubicBezTo>
                    <a:pt x="1229646" y="230384"/>
                    <a:pt x="1230678" y="233996"/>
                    <a:pt x="1237385" y="237608"/>
                  </a:cubicBezTo>
                  <a:cubicBezTo>
                    <a:pt x="1273504" y="256699"/>
                    <a:pt x="1307558" y="279402"/>
                    <a:pt x="1340065" y="304169"/>
                  </a:cubicBezTo>
                  <a:cubicBezTo>
                    <a:pt x="1345741" y="308812"/>
                    <a:pt x="1349868" y="309328"/>
                    <a:pt x="1354512" y="302621"/>
                  </a:cubicBezTo>
                  <a:cubicBezTo>
                    <a:pt x="1381343" y="264954"/>
                    <a:pt x="1424169" y="246379"/>
                    <a:pt x="1459771" y="218516"/>
                  </a:cubicBezTo>
                  <a:cubicBezTo>
                    <a:pt x="1464415" y="214905"/>
                    <a:pt x="1468027" y="216452"/>
                    <a:pt x="1472155" y="220064"/>
                  </a:cubicBezTo>
                  <a:cubicBezTo>
                    <a:pt x="1496406" y="241219"/>
                    <a:pt x="1519109" y="264438"/>
                    <a:pt x="1541296" y="287657"/>
                  </a:cubicBezTo>
                  <a:cubicBezTo>
                    <a:pt x="1545424" y="292301"/>
                    <a:pt x="1545940" y="296429"/>
                    <a:pt x="1542328" y="301073"/>
                  </a:cubicBezTo>
                  <a:cubicBezTo>
                    <a:pt x="1523237" y="329452"/>
                    <a:pt x="1505177" y="357830"/>
                    <a:pt x="1485570" y="385693"/>
                  </a:cubicBezTo>
                  <a:cubicBezTo>
                    <a:pt x="1479895" y="393949"/>
                    <a:pt x="1470607" y="400140"/>
                    <a:pt x="1462868" y="406332"/>
                  </a:cubicBezTo>
                  <a:cubicBezTo>
                    <a:pt x="1456676" y="411492"/>
                    <a:pt x="1455644" y="416136"/>
                    <a:pt x="1460803" y="422327"/>
                  </a:cubicBezTo>
                  <a:cubicBezTo>
                    <a:pt x="1486086" y="453802"/>
                    <a:pt x="1509305" y="487341"/>
                    <a:pt x="1529428" y="522427"/>
                  </a:cubicBezTo>
                  <a:cubicBezTo>
                    <a:pt x="1534072" y="530167"/>
                    <a:pt x="1538716" y="529135"/>
                    <a:pt x="1544908" y="525007"/>
                  </a:cubicBezTo>
                  <a:cubicBezTo>
                    <a:pt x="1584122" y="500756"/>
                    <a:pt x="1630044" y="500240"/>
                    <a:pt x="1672870" y="488373"/>
                  </a:cubicBezTo>
                  <a:cubicBezTo>
                    <a:pt x="1678546" y="486825"/>
                    <a:pt x="1681642" y="489921"/>
                    <a:pt x="1683706" y="495080"/>
                  </a:cubicBezTo>
                  <a:cubicBezTo>
                    <a:pt x="1697637" y="523975"/>
                    <a:pt x="1710537" y="553902"/>
                    <a:pt x="1721888" y="583828"/>
                  </a:cubicBezTo>
                  <a:cubicBezTo>
                    <a:pt x="1723952" y="590020"/>
                    <a:pt x="1722404" y="593632"/>
                    <a:pt x="1717244" y="596728"/>
                  </a:cubicBezTo>
                  <a:cubicBezTo>
                    <a:pt x="1689381" y="615303"/>
                    <a:pt x="1662035" y="634394"/>
                    <a:pt x="1633140" y="652453"/>
                  </a:cubicBezTo>
                  <a:cubicBezTo>
                    <a:pt x="1623852" y="658129"/>
                    <a:pt x="1612501" y="660709"/>
                    <a:pt x="1601665" y="663805"/>
                  </a:cubicBezTo>
                  <a:cubicBezTo>
                    <a:pt x="1594958" y="665869"/>
                    <a:pt x="1592894" y="668965"/>
                    <a:pt x="1594958" y="676188"/>
                  </a:cubicBezTo>
                  <a:cubicBezTo>
                    <a:pt x="1606309" y="715403"/>
                    <a:pt x="1615081" y="755133"/>
                    <a:pt x="1620241" y="795895"/>
                  </a:cubicBezTo>
                  <a:cubicBezTo>
                    <a:pt x="1621272" y="803119"/>
                    <a:pt x="1624368" y="805699"/>
                    <a:pt x="1631076" y="804667"/>
                  </a:cubicBezTo>
                  <a:cubicBezTo>
                    <a:pt x="1676482" y="797959"/>
                    <a:pt x="1719308" y="814470"/>
                    <a:pt x="1763682" y="819630"/>
                  </a:cubicBezTo>
                  <a:cubicBezTo>
                    <a:pt x="1769874" y="820146"/>
                    <a:pt x="1772454" y="823758"/>
                    <a:pt x="1773486" y="829950"/>
                  </a:cubicBezTo>
                  <a:cubicBezTo>
                    <a:pt x="1776582" y="862456"/>
                    <a:pt x="1775034" y="895479"/>
                    <a:pt x="1775034" y="927985"/>
                  </a:cubicBezTo>
                  <a:cubicBezTo>
                    <a:pt x="1775034" y="933661"/>
                    <a:pt x="1771422" y="936241"/>
                    <a:pt x="1766262" y="937273"/>
                  </a:cubicBezTo>
                  <a:cubicBezTo>
                    <a:pt x="1732207" y="943981"/>
                    <a:pt x="1698153" y="951204"/>
                    <a:pt x="1663583" y="957396"/>
                  </a:cubicBezTo>
                  <a:cubicBezTo>
                    <a:pt x="1654811" y="958944"/>
                    <a:pt x="1645523" y="956364"/>
                    <a:pt x="1636752" y="955332"/>
                  </a:cubicBezTo>
                  <a:cubicBezTo>
                    <a:pt x="1627980" y="954300"/>
                    <a:pt x="1623336" y="956364"/>
                    <a:pt x="1622304" y="966684"/>
                  </a:cubicBezTo>
                  <a:cubicBezTo>
                    <a:pt x="1618177" y="1005382"/>
                    <a:pt x="1610953" y="1044080"/>
                    <a:pt x="1601149" y="1081746"/>
                  </a:cubicBezTo>
                  <a:cubicBezTo>
                    <a:pt x="1598569" y="1091034"/>
                    <a:pt x="1601665" y="1095678"/>
                    <a:pt x="1610437" y="1097742"/>
                  </a:cubicBezTo>
                  <a:cubicBezTo>
                    <a:pt x="1654811" y="1108577"/>
                    <a:pt x="1687318" y="1140568"/>
                    <a:pt x="1726016" y="1161723"/>
                  </a:cubicBezTo>
                  <a:cubicBezTo>
                    <a:pt x="1731176" y="1164819"/>
                    <a:pt x="1731176" y="1168947"/>
                    <a:pt x="1729112" y="1174107"/>
                  </a:cubicBezTo>
                  <a:cubicBezTo>
                    <a:pt x="1718792" y="1204549"/>
                    <a:pt x="1706409" y="1234476"/>
                    <a:pt x="1693509" y="1263887"/>
                  </a:cubicBezTo>
                  <a:cubicBezTo>
                    <a:pt x="1690929" y="1269562"/>
                    <a:pt x="1687318" y="1271626"/>
                    <a:pt x="1681126" y="1270078"/>
                  </a:cubicBezTo>
                  <a:cubicBezTo>
                    <a:pt x="1648103" y="1263371"/>
                    <a:pt x="1614565" y="1257179"/>
                    <a:pt x="1581542" y="1249955"/>
                  </a:cubicBezTo>
                  <a:cubicBezTo>
                    <a:pt x="1571223" y="1247375"/>
                    <a:pt x="1561935" y="1241184"/>
                    <a:pt x="1552647" y="1236024"/>
                  </a:cubicBezTo>
                  <a:cubicBezTo>
                    <a:pt x="1545940" y="1232412"/>
                    <a:pt x="1542328" y="1232928"/>
                    <a:pt x="1538200" y="1240152"/>
                  </a:cubicBezTo>
                  <a:cubicBezTo>
                    <a:pt x="1519109" y="1275238"/>
                    <a:pt x="1497954" y="1309293"/>
                    <a:pt x="1473187" y="1340767"/>
                  </a:cubicBezTo>
                  <a:cubicBezTo>
                    <a:pt x="1467511" y="1347991"/>
                    <a:pt x="1466479" y="1352635"/>
                    <a:pt x="1475251" y="1358310"/>
                  </a:cubicBezTo>
                  <a:cubicBezTo>
                    <a:pt x="1502598" y="1375854"/>
                    <a:pt x="1516013" y="1405264"/>
                    <a:pt x="1535104" y="1430031"/>
                  </a:cubicBezTo>
                  <a:cubicBezTo>
                    <a:pt x="1538716" y="1434675"/>
                    <a:pt x="1541812" y="1439835"/>
                    <a:pt x="1545424" y="1444995"/>
                  </a:cubicBezTo>
                  <a:cubicBezTo>
                    <a:pt x="1566063" y="1474921"/>
                    <a:pt x="1565031" y="1464602"/>
                    <a:pt x="1542844" y="1489885"/>
                  </a:cubicBezTo>
                  <a:cubicBezTo>
                    <a:pt x="1526849" y="1508460"/>
                    <a:pt x="1508273" y="1524971"/>
                    <a:pt x="1491246" y="1542514"/>
                  </a:cubicBezTo>
                  <a:cubicBezTo>
                    <a:pt x="1485054" y="1549222"/>
                    <a:pt x="1479895" y="1549222"/>
                    <a:pt x="1472155" y="1544062"/>
                  </a:cubicBezTo>
                  <a:cubicBezTo>
                    <a:pt x="1446356" y="1526519"/>
                    <a:pt x="1420041" y="1508976"/>
                    <a:pt x="1393726" y="1491948"/>
                  </a:cubicBezTo>
                  <a:cubicBezTo>
                    <a:pt x="1383923" y="1485241"/>
                    <a:pt x="1377215" y="1475437"/>
                    <a:pt x="1369992" y="1466666"/>
                  </a:cubicBezTo>
                  <a:cubicBezTo>
                    <a:pt x="1364316" y="1459958"/>
                    <a:pt x="1359672" y="1458926"/>
                    <a:pt x="1352964" y="1464602"/>
                  </a:cubicBezTo>
                  <a:cubicBezTo>
                    <a:pt x="1322005" y="1489885"/>
                    <a:pt x="1288983" y="1512588"/>
                    <a:pt x="1254413" y="1532711"/>
                  </a:cubicBezTo>
                  <a:cubicBezTo>
                    <a:pt x="1249769" y="1535291"/>
                    <a:pt x="1244609" y="1537871"/>
                    <a:pt x="1248737" y="1544578"/>
                  </a:cubicBezTo>
                  <a:cubicBezTo>
                    <a:pt x="1272472" y="1580181"/>
                    <a:pt x="1274020" y="1622491"/>
                    <a:pt x="1284339" y="1662221"/>
                  </a:cubicBezTo>
                  <a:cubicBezTo>
                    <a:pt x="1290531" y="1685440"/>
                    <a:pt x="1292079" y="1682344"/>
                    <a:pt x="1268860" y="1693180"/>
                  </a:cubicBezTo>
                  <a:cubicBezTo>
                    <a:pt x="1244609" y="1704531"/>
                    <a:pt x="1219842" y="1714335"/>
                    <a:pt x="1195591" y="1724654"/>
                  </a:cubicBezTo>
                  <a:cubicBezTo>
                    <a:pt x="1187851" y="1727750"/>
                    <a:pt x="1183208" y="1726718"/>
                    <a:pt x="1178564" y="1719495"/>
                  </a:cubicBezTo>
                  <a:cubicBezTo>
                    <a:pt x="1161021" y="1692664"/>
                    <a:pt x="1142962" y="1666865"/>
                    <a:pt x="1125418" y="1640034"/>
                  </a:cubicBezTo>
                  <a:cubicBezTo>
                    <a:pt x="1118711" y="1629715"/>
                    <a:pt x="1116131" y="1617847"/>
                    <a:pt x="1113035" y="1606496"/>
                  </a:cubicBezTo>
                  <a:cubicBezTo>
                    <a:pt x="1110971" y="1599272"/>
                    <a:pt x="1107359" y="1597208"/>
                    <a:pt x="1099619" y="1599272"/>
                  </a:cubicBezTo>
                  <a:cubicBezTo>
                    <a:pt x="1060405" y="1611139"/>
                    <a:pt x="1020675" y="1619395"/>
                    <a:pt x="979913" y="1624555"/>
                  </a:cubicBezTo>
                  <a:cubicBezTo>
                    <a:pt x="973205" y="1625587"/>
                    <a:pt x="971141" y="1628682"/>
                    <a:pt x="972173" y="1634874"/>
                  </a:cubicBezTo>
                  <a:cubicBezTo>
                    <a:pt x="979397" y="1680280"/>
                    <a:pt x="962885" y="1723106"/>
                    <a:pt x="957726" y="1767481"/>
                  </a:cubicBezTo>
                  <a:cubicBezTo>
                    <a:pt x="956694" y="1775220"/>
                    <a:pt x="952566" y="1777800"/>
                    <a:pt x="945858" y="1777800"/>
                  </a:cubicBezTo>
                  <a:cubicBezTo>
                    <a:pt x="929347" y="1778316"/>
                    <a:pt x="912320" y="1779348"/>
                    <a:pt x="895808" y="1779864"/>
                  </a:cubicBezTo>
                  <a:cubicBezTo>
                    <a:pt x="894776" y="1776252"/>
                    <a:pt x="894776" y="1776252"/>
                    <a:pt x="894776" y="1775736"/>
                  </a:cubicBezTo>
                  <a:close/>
                  <a:moveTo>
                    <a:pt x="890648" y="1454798"/>
                  </a:moveTo>
                  <a:cubicBezTo>
                    <a:pt x="1199203" y="1449638"/>
                    <a:pt x="1454096" y="1207645"/>
                    <a:pt x="1452548" y="884127"/>
                  </a:cubicBezTo>
                  <a:cubicBezTo>
                    <a:pt x="1451516" y="575057"/>
                    <a:pt x="1205395" y="320164"/>
                    <a:pt x="881361" y="322228"/>
                  </a:cubicBezTo>
                  <a:cubicBezTo>
                    <a:pt x="571775" y="324292"/>
                    <a:pt x="318429" y="570929"/>
                    <a:pt x="320494" y="893415"/>
                  </a:cubicBezTo>
                  <a:cubicBezTo>
                    <a:pt x="323073" y="1202485"/>
                    <a:pt x="569195" y="1452218"/>
                    <a:pt x="890648" y="145479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DBF296DB-D0C8-471D-91FE-F4B26B99C108}"/>
                </a:ext>
              </a:extLst>
            </p:cNvPr>
            <p:cNvSpPr/>
            <p:nvPr/>
          </p:nvSpPr>
          <p:spPr>
            <a:xfrm>
              <a:off x="6408280" y="6041992"/>
              <a:ext cx="494433" cy="491686"/>
            </a:xfrm>
            <a:custGeom>
              <a:avLst/>
              <a:gdLst>
                <a:gd name="connsiteX0" fmla="*/ 959201 w 1857518"/>
                <a:gd name="connsiteY0" fmla="*/ 1852264 h 1847198"/>
                <a:gd name="connsiteX1" fmla="*/ 910700 w 1857518"/>
                <a:gd name="connsiteY1" fmla="*/ 1852264 h 1847198"/>
                <a:gd name="connsiteX2" fmla="*/ 891608 w 1857518"/>
                <a:gd name="connsiteY2" fmla="*/ 1830593 h 1847198"/>
                <a:gd name="connsiteX3" fmla="*/ 838463 w 1857518"/>
                <a:gd name="connsiteY3" fmla="*/ 1669608 h 1847198"/>
                <a:gd name="connsiteX4" fmla="*/ 813180 w 1857518"/>
                <a:gd name="connsiteY4" fmla="*/ 1646905 h 1847198"/>
                <a:gd name="connsiteX5" fmla="*/ 730624 w 1857518"/>
                <a:gd name="connsiteY5" fmla="*/ 1628330 h 1847198"/>
                <a:gd name="connsiteX6" fmla="*/ 693990 w 1857518"/>
                <a:gd name="connsiteY6" fmla="*/ 1639165 h 1847198"/>
                <a:gd name="connsiteX7" fmla="*/ 573251 w 1857518"/>
                <a:gd name="connsiteY7" fmla="*/ 1761452 h 1847198"/>
                <a:gd name="connsiteX8" fmla="*/ 542292 w 1857518"/>
                <a:gd name="connsiteY8" fmla="*/ 1766612 h 1847198"/>
                <a:gd name="connsiteX9" fmla="*/ 412782 w 1857518"/>
                <a:gd name="connsiteY9" fmla="*/ 1693859 h 1847198"/>
                <a:gd name="connsiteX10" fmla="*/ 398334 w 1857518"/>
                <a:gd name="connsiteY10" fmla="*/ 1660836 h 1847198"/>
                <a:gd name="connsiteX11" fmla="*/ 440644 w 1857518"/>
                <a:gd name="connsiteY11" fmla="*/ 1494176 h 1847198"/>
                <a:gd name="connsiteX12" fmla="*/ 432904 w 1857518"/>
                <a:gd name="connsiteY12" fmla="*/ 1462185 h 1847198"/>
                <a:gd name="connsiteX13" fmla="*/ 370471 w 1857518"/>
                <a:gd name="connsiteY13" fmla="*/ 1397172 h 1847198"/>
                <a:gd name="connsiteX14" fmla="*/ 340545 w 1857518"/>
                <a:gd name="connsiteY14" fmla="*/ 1388400 h 1847198"/>
                <a:gd name="connsiteX15" fmla="*/ 310618 w 1857518"/>
                <a:gd name="connsiteY15" fmla="*/ 1395108 h 1847198"/>
                <a:gd name="connsiteX16" fmla="*/ 170273 w 1857518"/>
                <a:gd name="connsiteY16" fmla="*/ 1426583 h 1847198"/>
                <a:gd name="connsiteX17" fmla="*/ 141377 w 1857518"/>
                <a:gd name="connsiteY17" fmla="*/ 1413683 h 1847198"/>
                <a:gd name="connsiteX18" fmla="*/ 70689 w 1857518"/>
                <a:gd name="connsiteY18" fmla="*/ 1276949 h 1847198"/>
                <a:gd name="connsiteX19" fmla="*/ 75848 w 1857518"/>
                <a:gd name="connsiteY19" fmla="*/ 1247539 h 1847198"/>
                <a:gd name="connsiteX20" fmla="*/ 206391 w 1857518"/>
                <a:gd name="connsiteY20" fmla="*/ 1126284 h 1847198"/>
                <a:gd name="connsiteX21" fmla="*/ 216710 w 1857518"/>
                <a:gd name="connsiteY21" fmla="*/ 1096873 h 1847198"/>
                <a:gd name="connsiteX22" fmla="*/ 201231 w 1857518"/>
                <a:gd name="connsiteY22" fmla="*/ 1012769 h 1847198"/>
                <a:gd name="connsiteX23" fmla="*/ 181108 w 1857518"/>
                <a:gd name="connsiteY23" fmla="*/ 989034 h 1847198"/>
                <a:gd name="connsiteX24" fmla="*/ 67077 w 1857518"/>
                <a:gd name="connsiteY24" fmla="*/ 947240 h 1847198"/>
                <a:gd name="connsiteX25" fmla="*/ 0 w 1857518"/>
                <a:gd name="connsiteY25" fmla="*/ 921957 h 1847198"/>
                <a:gd name="connsiteX26" fmla="*/ 0 w 1857518"/>
                <a:gd name="connsiteY26" fmla="*/ 893062 h 1847198"/>
                <a:gd name="connsiteX27" fmla="*/ 4643 w 1857518"/>
                <a:gd name="connsiteY27" fmla="*/ 842496 h 1847198"/>
                <a:gd name="connsiteX28" fmla="*/ 17543 w 1857518"/>
                <a:gd name="connsiteY28" fmla="*/ 743945 h 1847198"/>
                <a:gd name="connsiteX29" fmla="*/ 38182 w 1857518"/>
                <a:gd name="connsiteY29" fmla="*/ 723305 h 1847198"/>
                <a:gd name="connsiteX30" fmla="*/ 214131 w 1857518"/>
                <a:gd name="connsiteY30" fmla="*/ 691315 h 1847198"/>
                <a:gd name="connsiteX31" fmla="*/ 239929 w 1857518"/>
                <a:gd name="connsiteY31" fmla="*/ 671192 h 1847198"/>
                <a:gd name="connsiteX32" fmla="*/ 266760 w 1857518"/>
                <a:gd name="connsiteY32" fmla="*/ 606695 h 1847198"/>
                <a:gd name="connsiteX33" fmla="*/ 262116 w 1857518"/>
                <a:gd name="connsiteY33" fmla="*/ 570060 h 1847198"/>
                <a:gd name="connsiteX34" fmla="*/ 159437 w 1857518"/>
                <a:gd name="connsiteY34" fmla="*/ 434874 h 1847198"/>
                <a:gd name="connsiteX35" fmla="*/ 159953 w 1857518"/>
                <a:gd name="connsiteY35" fmla="*/ 401336 h 1847198"/>
                <a:gd name="connsiteX36" fmla="*/ 259536 w 1857518"/>
                <a:gd name="connsiteY36" fmla="*/ 278017 h 1847198"/>
                <a:gd name="connsiteX37" fmla="*/ 294623 w 1857518"/>
                <a:gd name="connsiteY37" fmla="*/ 268729 h 1847198"/>
                <a:gd name="connsiteX38" fmla="*/ 457672 w 1857518"/>
                <a:gd name="connsiteY38" fmla="*/ 336322 h 1847198"/>
                <a:gd name="connsiteX39" fmla="*/ 489146 w 1857518"/>
                <a:gd name="connsiteY39" fmla="*/ 333743 h 1847198"/>
                <a:gd name="connsiteX40" fmla="*/ 540744 w 1857518"/>
                <a:gd name="connsiteY40" fmla="*/ 298140 h 1847198"/>
                <a:gd name="connsiteX41" fmla="*/ 553127 w 1857518"/>
                <a:gd name="connsiteY41" fmla="*/ 273889 h 1847198"/>
                <a:gd name="connsiteX42" fmla="*/ 552096 w 1857518"/>
                <a:gd name="connsiteY42" fmla="*/ 255830 h 1847198"/>
                <a:gd name="connsiteX43" fmla="*/ 545904 w 1857518"/>
                <a:gd name="connsiteY43" fmla="*/ 175854 h 1847198"/>
                <a:gd name="connsiteX44" fmla="*/ 539712 w 1857518"/>
                <a:gd name="connsiteY44" fmla="*/ 95877 h 1847198"/>
                <a:gd name="connsiteX45" fmla="*/ 556739 w 1857518"/>
                <a:gd name="connsiteY45" fmla="*/ 69562 h 1847198"/>
                <a:gd name="connsiteX46" fmla="*/ 716176 w 1857518"/>
                <a:gd name="connsiteY46" fmla="*/ 15901 h 1847198"/>
                <a:gd name="connsiteX47" fmla="*/ 726496 w 1857518"/>
                <a:gd name="connsiteY47" fmla="*/ 14353 h 1847198"/>
                <a:gd name="connsiteX48" fmla="*/ 748167 w 1857518"/>
                <a:gd name="connsiteY48" fmla="*/ 28800 h 1847198"/>
                <a:gd name="connsiteX49" fmla="*/ 847750 w 1857518"/>
                <a:gd name="connsiteY49" fmla="*/ 172758 h 1847198"/>
                <a:gd name="connsiteX50" fmla="*/ 878709 w 1857518"/>
                <a:gd name="connsiteY50" fmla="*/ 187721 h 1847198"/>
                <a:gd name="connsiteX51" fmla="*/ 931855 w 1857518"/>
                <a:gd name="connsiteY51" fmla="*/ 185657 h 1847198"/>
                <a:gd name="connsiteX52" fmla="*/ 948366 w 1857518"/>
                <a:gd name="connsiteY52" fmla="*/ 177401 h 1847198"/>
                <a:gd name="connsiteX53" fmla="*/ 954042 w 1857518"/>
                <a:gd name="connsiteY53" fmla="*/ 169146 h 1847198"/>
                <a:gd name="connsiteX54" fmla="*/ 979840 w 1857518"/>
                <a:gd name="connsiteY54" fmla="*/ 121676 h 1847198"/>
                <a:gd name="connsiteX55" fmla="*/ 1037630 w 1857518"/>
                <a:gd name="connsiteY55" fmla="*/ 13837 h 1847198"/>
                <a:gd name="connsiteX56" fmla="*/ 1066525 w 1857518"/>
                <a:gd name="connsiteY56" fmla="*/ 937 h 1847198"/>
                <a:gd name="connsiteX57" fmla="*/ 1233702 w 1857518"/>
                <a:gd name="connsiteY57" fmla="*/ 40667 h 1847198"/>
                <a:gd name="connsiteX58" fmla="*/ 1253309 w 1857518"/>
                <a:gd name="connsiteY58" fmla="*/ 64918 h 1847198"/>
                <a:gd name="connsiteX59" fmla="*/ 1254341 w 1857518"/>
                <a:gd name="connsiteY59" fmla="*/ 85042 h 1847198"/>
                <a:gd name="connsiteX60" fmla="*/ 1258468 w 1857518"/>
                <a:gd name="connsiteY60" fmla="*/ 209908 h 1847198"/>
                <a:gd name="connsiteX61" fmla="*/ 1260016 w 1857518"/>
                <a:gd name="connsiteY61" fmla="*/ 244478 h 1847198"/>
                <a:gd name="connsiteX62" fmla="*/ 1276012 w 1857518"/>
                <a:gd name="connsiteY62" fmla="*/ 270277 h 1847198"/>
                <a:gd name="connsiteX63" fmla="*/ 1313678 w 1857518"/>
                <a:gd name="connsiteY63" fmla="*/ 291948 h 1847198"/>
                <a:gd name="connsiteX64" fmla="*/ 1349797 w 1857518"/>
                <a:gd name="connsiteY64" fmla="*/ 291948 h 1847198"/>
                <a:gd name="connsiteX65" fmla="*/ 1502526 w 1857518"/>
                <a:gd name="connsiteY65" fmla="*/ 206812 h 1847198"/>
                <a:gd name="connsiteX66" fmla="*/ 1535033 w 1857518"/>
                <a:gd name="connsiteY66" fmla="*/ 211456 h 1847198"/>
                <a:gd name="connsiteX67" fmla="*/ 1653707 w 1857518"/>
                <a:gd name="connsiteY67" fmla="*/ 332711 h 1847198"/>
                <a:gd name="connsiteX68" fmla="*/ 1657835 w 1857518"/>
                <a:gd name="connsiteY68" fmla="*/ 366249 h 1847198"/>
                <a:gd name="connsiteX69" fmla="*/ 1569087 w 1857518"/>
                <a:gd name="connsiteY69" fmla="*/ 515883 h 1847198"/>
                <a:gd name="connsiteX70" fmla="*/ 1568571 w 1857518"/>
                <a:gd name="connsiteY70" fmla="*/ 550453 h 1847198"/>
                <a:gd name="connsiteX71" fmla="*/ 1591274 w 1857518"/>
                <a:gd name="connsiteY71" fmla="*/ 592247 h 1847198"/>
                <a:gd name="connsiteX72" fmla="*/ 1617589 w 1857518"/>
                <a:gd name="connsiteY72" fmla="*/ 608759 h 1847198"/>
                <a:gd name="connsiteX73" fmla="*/ 1676926 w 1857518"/>
                <a:gd name="connsiteY73" fmla="*/ 612886 h 1847198"/>
                <a:gd name="connsiteX74" fmla="*/ 1797665 w 1857518"/>
                <a:gd name="connsiteY74" fmla="*/ 620626 h 1847198"/>
                <a:gd name="connsiteX75" fmla="*/ 1820884 w 1857518"/>
                <a:gd name="connsiteY75" fmla="*/ 640233 h 1847198"/>
                <a:gd name="connsiteX76" fmla="*/ 1857518 w 1857518"/>
                <a:gd name="connsiteY76" fmla="*/ 808442 h 1847198"/>
                <a:gd name="connsiteX77" fmla="*/ 1851842 w 1857518"/>
                <a:gd name="connsiteY77" fmla="*/ 829081 h 1847198"/>
                <a:gd name="connsiteX78" fmla="*/ 1841523 w 1857518"/>
                <a:gd name="connsiteY78" fmla="*/ 836305 h 1847198"/>
                <a:gd name="connsiteX79" fmla="*/ 1686214 w 1857518"/>
                <a:gd name="connsiteY79" fmla="*/ 913701 h 1847198"/>
                <a:gd name="connsiteX80" fmla="*/ 1668670 w 1857518"/>
                <a:gd name="connsiteY80" fmla="*/ 940016 h 1847198"/>
                <a:gd name="connsiteX81" fmla="*/ 1665059 w 1857518"/>
                <a:gd name="connsiteY81" fmla="*/ 998322 h 1847198"/>
                <a:gd name="connsiteX82" fmla="*/ 1678474 w 1857518"/>
                <a:gd name="connsiteY82" fmla="*/ 1026184 h 1847198"/>
                <a:gd name="connsiteX83" fmla="*/ 1821916 w 1857518"/>
                <a:gd name="connsiteY83" fmla="*/ 1131960 h 1847198"/>
                <a:gd name="connsiteX84" fmla="*/ 1831720 w 1857518"/>
                <a:gd name="connsiteY84" fmla="*/ 1163950 h 1847198"/>
                <a:gd name="connsiteX85" fmla="*/ 1805404 w 1857518"/>
                <a:gd name="connsiteY85" fmla="*/ 1236703 h 1847198"/>
                <a:gd name="connsiteX86" fmla="*/ 1775478 w 1857518"/>
                <a:gd name="connsiteY86" fmla="*/ 1317711 h 1847198"/>
                <a:gd name="connsiteX87" fmla="*/ 1750195 w 1857518"/>
                <a:gd name="connsiteY87" fmla="*/ 1334223 h 1847198"/>
                <a:gd name="connsiteX88" fmla="*/ 1685698 w 1857518"/>
                <a:gd name="connsiteY88" fmla="*/ 1327515 h 1847198"/>
                <a:gd name="connsiteX89" fmla="*/ 1574247 w 1857518"/>
                <a:gd name="connsiteY89" fmla="*/ 1315648 h 1847198"/>
                <a:gd name="connsiteX90" fmla="*/ 1545868 w 1857518"/>
                <a:gd name="connsiteY90" fmla="*/ 1328547 h 1847198"/>
                <a:gd name="connsiteX91" fmla="*/ 1505622 w 1857518"/>
                <a:gd name="connsiteY91" fmla="*/ 1383241 h 1847198"/>
                <a:gd name="connsiteX92" fmla="*/ 1500978 w 1857518"/>
                <a:gd name="connsiteY92" fmla="*/ 1417811 h 1847198"/>
                <a:gd name="connsiteX93" fmla="*/ 1563411 w 1857518"/>
                <a:gd name="connsiteY93" fmla="*/ 1581892 h 1847198"/>
                <a:gd name="connsiteX94" fmla="*/ 1554124 w 1857518"/>
                <a:gd name="connsiteY94" fmla="*/ 1615430 h 1847198"/>
                <a:gd name="connsiteX95" fmla="*/ 1430805 w 1857518"/>
                <a:gd name="connsiteY95" fmla="*/ 1708822 h 1847198"/>
                <a:gd name="connsiteX96" fmla="*/ 1397266 w 1857518"/>
                <a:gd name="connsiteY96" fmla="*/ 1708306 h 1847198"/>
                <a:gd name="connsiteX97" fmla="*/ 1263628 w 1857518"/>
                <a:gd name="connsiteY97" fmla="*/ 1600467 h 1847198"/>
                <a:gd name="connsiteX98" fmla="*/ 1232154 w 1857518"/>
                <a:gd name="connsiteY98" fmla="*/ 1594275 h 1847198"/>
                <a:gd name="connsiteX99" fmla="*/ 1153725 w 1857518"/>
                <a:gd name="connsiteY99" fmla="*/ 1624202 h 1847198"/>
                <a:gd name="connsiteX100" fmla="*/ 1134634 w 1857518"/>
                <a:gd name="connsiteY100" fmla="*/ 1646905 h 1847198"/>
                <a:gd name="connsiteX101" fmla="*/ 1123798 w 1857518"/>
                <a:gd name="connsiteY101" fmla="*/ 1698503 h 1847198"/>
                <a:gd name="connsiteX102" fmla="*/ 1097999 w 1857518"/>
                <a:gd name="connsiteY102" fmla="*/ 1821821 h 1847198"/>
                <a:gd name="connsiteX103" fmla="*/ 1076329 w 1857518"/>
                <a:gd name="connsiteY103" fmla="*/ 1842460 h 1847198"/>
                <a:gd name="connsiteX104" fmla="*/ 994288 w 1857518"/>
                <a:gd name="connsiteY104" fmla="*/ 1851232 h 1847198"/>
                <a:gd name="connsiteX105" fmla="*/ 959201 w 1857518"/>
                <a:gd name="connsiteY105" fmla="*/ 1852264 h 1847198"/>
                <a:gd name="connsiteX106" fmla="*/ 928759 w 1857518"/>
                <a:gd name="connsiteY106" fmla="*/ 382245 h 1847198"/>
                <a:gd name="connsiteX107" fmla="*/ 386983 w 1857518"/>
                <a:gd name="connsiteY107" fmla="*/ 921957 h 1847198"/>
                <a:gd name="connsiteX108" fmla="*/ 926695 w 1857518"/>
                <a:gd name="connsiteY108" fmla="*/ 1465797 h 1847198"/>
                <a:gd name="connsiteX109" fmla="*/ 1470535 w 1857518"/>
                <a:gd name="connsiteY109" fmla="*/ 924537 h 1847198"/>
                <a:gd name="connsiteX110" fmla="*/ 928759 w 1857518"/>
                <a:gd name="connsiteY110" fmla="*/ 382245 h 1847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857518" h="1847198">
                  <a:moveTo>
                    <a:pt x="959201" y="1852264"/>
                  </a:moveTo>
                  <a:cubicBezTo>
                    <a:pt x="943206" y="1852264"/>
                    <a:pt x="927211" y="1852264"/>
                    <a:pt x="910700" y="1852264"/>
                  </a:cubicBezTo>
                  <a:cubicBezTo>
                    <a:pt x="900380" y="1848652"/>
                    <a:pt x="894704" y="1840913"/>
                    <a:pt x="891608" y="1830593"/>
                  </a:cubicBezTo>
                  <a:cubicBezTo>
                    <a:pt x="874065" y="1776931"/>
                    <a:pt x="856006" y="1723270"/>
                    <a:pt x="838463" y="1669608"/>
                  </a:cubicBezTo>
                  <a:cubicBezTo>
                    <a:pt x="834335" y="1657224"/>
                    <a:pt x="826080" y="1649485"/>
                    <a:pt x="813180" y="1646905"/>
                  </a:cubicBezTo>
                  <a:cubicBezTo>
                    <a:pt x="785833" y="1640713"/>
                    <a:pt x="757970" y="1635037"/>
                    <a:pt x="730624" y="1628330"/>
                  </a:cubicBezTo>
                  <a:cubicBezTo>
                    <a:pt x="716176" y="1624718"/>
                    <a:pt x="704309" y="1628330"/>
                    <a:pt x="693990" y="1639165"/>
                  </a:cubicBezTo>
                  <a:cubicBezTo>
                    <a:pt x="654259" y="1680443"/>
                    <a:pt x="613497" y="1720690"/>
                    <a:pt x="573251" y="1761452"/>
                  </a:cubicBezTo>
                  <a:cubicBezTo>
                    <a:pt x="563963" y="1770739"/>
                    <a:pt x="553127" y="1772804"/>
                    <a:pt x="542292" y="1766612"/>
                  </a:cubicBezTo>
                  <a:cubicBezTo>
                    <a:pt x="498950" y="1742361"/>
                    <a:pt x="456123" y="1718110"/>
                    <a:pt x="412782" y="1693859"/>
                  </a:cubicBezTo>
                  <a:cubicBezTo>
                    <a:pt x="397818" y="1685603"/>
                    <a:pt x="394206" y="1676832"/>
                    <a:pt x="398334" y="1660836"/>
                  </a:cubicBezTo>
                  <a:cubicBezTo>
                    <a:pt x="412265" y="1605111"/>
                    <a:pt x="426713" y="1549901"/>
                    <a:pt x="440644" y="1494176"/>
                  </a:cubicBezTo>
                  <a:cubicBezTo>
                    <a:pt x="443741" y="1482308"/>
                    <a:pt x="441676" y="1471473"/>
                    <a:pt x="432904" y="1462185"/>
                  </a:cubicBezTo>
                  <a:cubicBezTo>
                    <a:pt x="412265" y="1440514"/>
                    <a:pt x="391110" y="1418843"/>
                    <a:pt x="370471" y="1397172"/>
                  </a:cubicBezTo>
                  <a:cubicBezTo>
                    <a:pt x="362216" y="1388400"/>
                    <a:pt x="351896" y="1385820"/>
                    <a:pt x="340545" y="1388400"/>
                  </a:cubicBezTo>
                  <a:cubicBezTo>
                    <a:pt x="330226" y="1390464"/>
                    <a:pt x="320422" y="1393044"/>
                    <a:pt x="310618" y="1395108"/>
                  </a:cubicBezTo>
                  <a:cubicBezTo>
                    <a:pt x="263664" y="1405428"/>
                    <a:pt x="217226" y="1416263"/>
                    <a:pt x="170273" y="1426583"/>
                  </a:cubicBezTo>
                  <a:cubicBezTo>
                    <a:pt x="157373" y="1429679"/>
                    <a:pt x="147054" y="1425035"/>
                    <a:pt x="141377" y="1413683"/>
                  </a:cubicBezTo>
                  <a:cubicBezTo>
                    <a:pt x="117642" y="1368277"/>
                    <a:pt x="94423" y="1322355"/>
                    <a:pt x="70689" y="1276949"/>
                  </a:cubicBezTo>
                  <a:cubicBezTo>
                    <a:pt x="65529" y="1266630"/>
                    <a:pt x="67593" y="1255278"/>
                    <a:pt x="75848" y="1247539"/>
                  </a:cubicBezTo>
                  <a:cubicBezTo>
                    <a:pt x="119191" y="1207292"/>
                    <a:pt x="163049" y="1166530"/>
                    <a:pt x="206391" y="1126284"/>
                  </a:cubicBezTo>
                  <a:cubicBezTo>
                    <a:pt x="215162" y="1118544"/>
                    <a:pt x="218258" y="1108225"/>
                    <a:pt x="216710" y="1096873"/>
                  </a:cubicBezTo>
                  <a:cubicBezTo>
                    <a:pt x="211551" y="1069010"/>
                    <a:pt x="206391" y="1040631"/>
                    <a:pt x="201231" y="1012769"/>
                  </a:cubicBezTo>
                  <a:cubicBezTo>
                    <a:pt x="199167" y="1000901"/>
                    <a:pt x="192459" y="993162"/>
                    <a:pt x="181108" y="989034"/>
                  </a:cubicBezTo>
                  <a:cubicBezTo>
                    <a:pt x="142925" y="975103"/>
                    <a:pt x="104743" y="961171"/>
                    <a:pt x="67077" y="947240"/>
                  </a:cubicBezTo>
                  <a:cubicBezTo>
                    <a:pt x="44890" y="938984"/>
                    <a:pt x="22187" y="931760"/>
                    <a:pt x="0" y="921957"/>
                  </a:cubicBezTo>
                  <a:cubicBezTo>
                    <a:pt x="0" y="912153"/>
                    <a:pt x="0" y="902866"/>
                    <a:pt x="0" y="893062"/>
                  </a:cubicBezTo>
                  <a:cubicBezTo>
                    <a:pt x="1548" y="876035"/>
                    <a:pt x="3096" y="859524"/>
                    <a:pt x="4643" y="842496"/>
                  </a:cubicBezTo>
                  <a:cubicBezTo>
                    <a:pt x="7740" y="809474"/>
                    <a:pt x="12383" y="776451"/>
                    <a:pt x="17543" y="743945"/>
                  </a:cubicBezTo>
                  <a:cubicBezTo>
                    <a:pt x="19091" y="733109"/>
                    <a:pt x="26831" y="725369"/>
                    <a:pt x="38182" y="723305"/>
                  </a:cubicBezTo>
                  <a:cubicBezTo>
                    <a:pt x="97003" y="712470"/>
                    <a:pt x="155309" y="702150"/>
                    <a:pt x="214131" y="691315"/>
                  </a:cubicBezTo>
                  <a:cubicBezTo>
                    <a:pt x="226514" y="689251"/>
                    <a:pt x="234770" y="682543"/>
                    <a:pt x="239929" y="671192"/>
                  </a:cubicBezTo>
                  <a:cubicBezTo>
                    <a:pt x="248701" y="649521"/>
                    <a:pt x="257989" y="627850"/>
                    <a:pt x="266760" y="606695"/>
                  </a:cubicBezTo>
                  <a:cubicBezTo>
                    <a:pt x="272436" y="593279"/>
                    <a:pt x="270888" y="581928"/>
                    <a:pt x="262116" y="570060"/>
                  </a:cubicBezTo>
                  <a:cubicBezTo>
                    <a:pt x="227546" y="525170"/>
                    <a:pt x="193492" y="479764"/>
                    <a:pt x="159437" y="434874"/>
                  </a:cubicBezTo>
                  <a:cubicBezTo>
                    <a:pt x="150665" y="423007"/>
                    <a:pt x="150665" y="412687"/>
                    <a:pt x="159953" y="401336"/>
                  </a:cubicBezTo>
                  <a:cubicBezTo>
                    <a:pt x="192975" y="360058"/>
                    <a:pt x="225998" y="319295"/>
                    <a:pt x="259536" y="278017"/>
                  </a:cubicBezTo>
                  <a:cubicBezTo>
                    <a:pt x="270372" y="265118"/>
                    <a:pt x="279144" y="262538"/>
                    <a:pt x="294623" y="268729"/>
                  </a:cubicBezTo>
                  <a:cubicBezTo>
                    <a:pt x="348801" y="291433"/>
                    <a:pt x="402978" y="313620"/>
                    <a:pt x="457672" y="336322"/>
                  </a:cubicBezTo>
                  <a:cubicBezTo>
                    <a:pt x="468507" y="340966"/>
                    <a:pt x="479342" y="340450"/>
                    <a:pt x="489146" y="333743"/>
                  </a:cubicBezTo>
                  <a:cubicBezTo>
                    <a:pt x="506690" y="321875"/>
                    <a:pt x="523717" y="310008"/>
                    <a:pt x="540744" y="298140"/>
                  </a:cubicBezTo>
                  <a:cubicBezTo>
                    <a:pt x="548999" y="292464"/>
                    <a:pt x="553127" y="284209"/>
                    <a:pt x="553127" y="273889"/>
                  </a:cubicBezTo>
                  <a:cubicBezTo>
                    <a:pt x="553127" y="267697"/>
                    <a:pt x="552612" y="261506"/>
                    <a:pt x="552096" y="255830"/>
                  </a:cubicBezTo>
                  <a:cubicBezTo>
                    <a:pt x="550032" y="228999"/>
                    <a:pt x="547968" y="202684"/>
                    <a:pt x="545904" y="175854"/>
                  </a:cubicBezTo>
                  <a:cubicBezTo>
                    <a:pt x="543840" y="149023"/>
                    <a:pt x="541776" y="122708"/>
                    <a:pt x="539712" y="95877"/>
                  </a:cubicBezTo>
                  <a:cubicBezTo>
                    <a:pt x="538680" y="83493"/>
                    <a:pt x="544872" y="73690"/>
                    <a:pt x="556739" y="69562"/>
                  </a:cubicBezTo>
                  <a:cubicBezTo>
                    <a:pt x="609885" y="51503"/>
                    <a:pt x="663031" y="33444"/>
                    <a:pt x="716176" y="15901"/>
                  </a:cubicBezTo>
                  <a:cubicBezTo>
                    <a:pt x="719788" y="14869"/>
                    <a:pt x="722884" y="14353"/>
                    <a:pt x="726496" y="14353"/>
                  </a:cubicBezTo>
                  <a:cubicBezTo>
                    <a:pt x="736299" y="14869"/>
                    <a:pt x="742491" y="21060"/>
                    <a:pt x="748167" y="28800"/>
                  </a:cubicBezTo>
                  <a:cubicBezTo>
                    <a:pt x="781189" y="76786"/>
                    <a:pt x="814728" y="124772"/>
                    <a:pt x="847750" y="172758"/>
                  </a:cubicBezTo>
                  <a:cubicBezTo>
                    <a:pt x="855490" y="183593"/>
                    <a:pt x="865810" y="188753"/>
                    <a:pt x="878709" y="187721"/>
                  </a:cubicBezTo>
                  <a:cubicBezTo>
                    <a:pt x="896252" y="186173"/>
                    <a:pt x="914312" y="185657"/>
                    <a:pt x="931855" y="185657"/>
                  </a:cubicBezTo>
                  <a:cubicBezTo>
                    <a:pt x="939079" y="185657"/>
                    <a:pt x="944239" y="183077"/>
                    <a:pt x="948366" y="177401"/>
                  </a:cubicBezTo>
                  <a:cubicBezTo>
                    <a:pt x="950430" y="174822"/>
                    <a:pt x="952494" y="171726"/>
                    <a:pt x="954042" y="169146"/>
                  </a:cubicBezTo>
                  <a:cubicBezTo>
                    <a:pt x="962814" y="153150"/>
                    <a:pt x="971069" y="137155"/>
                    <a:pt x="979840" y="121676"/>
                  </a:cubicBezTo>
                  <a:cubicBezTo>
                    <a:pt x="998932" y="85558"/>
                    <a:pt x="1018539" y="49955"/>
                    <a:pt x="1037630" y="13837"/>
                  </a:cubicBezTo>
                  <a:cubicBezTo>
                    <a:pt x="1043822" y="2485"/>
                    <a:pt x="1053626" y="-2159"/>
                    <a:pt x="1066525" y="937"/>
                  </a:cubicBezTo>
                  <a:cubicBezTo>
                    <a:pt x="1122251" y="14353"/>
                    <a:pt x="1177976" y="27252"/>
                    <a:pt x="1233702" y="40667"/>
                  </a:cubicBezTo>
                  <a:cubicBezTo>
                    <a:pt x="1245569" y="43763"/>
                    <a:pt x="1252793" y="52535"/>
                    <a:pt x="1253309" y="64918"/>
                  </a:cubicBezTo>
                  <a:cubicBezTo>
                    <a:pt x="1253825" y="71626"/>
                    <a:pt x="1253825" y="78334"/>
                    <a:pt x="1254341" y="85042"/>
                  </a:cubicBezTo>
                  <a:cubicBezTo>
                    <a:pt x="1255888" y="126836"/>
                    <a:pt x="1256921" y="168630"/>
                    <a:pt x="1258468" y="209908"/>
                  </a:cubicBezTo>
                  <a:cubicBezTo>
                    <a:pt x="1258985" y="221260"/>
                    <a:pt x="1259501" y="233127"/>
                    <a:pt x="1260016" y="244478"/>
                  </a:cubicBezTo>
                  <a:cubicBezTo>
                    <a:pt x="1260532" y="255830"/>
                    <a:pt x="1266208" y="264602"/>
                    <a:pt x="1276012" y="270277"/>
                  </a:cubicBezTo>
                  <a:cubicBezTo>
                    <a:pt x="1288395" y="277501"/>
                    <a:pt x="1301295" y="284209"/>
                    <a:pt x="1313678" y="291948"/>
                  </a:cubicBezTo>
                  <a:cubicBezTo>
                    <a:pt x="1326062" y="299172"/>
                    <a:pt x="1337413" y="298656"/>
                    <a:pt x="1349797" y="291948"/>
                  </a:cubicBezTo>
                  <a:cubicBezTo>
                    <a:pt x="1400879" y="263570"/>
                    <a:pt x="1451444" y="235191"/>
                    <a:pt x="1502526" y="206812"/>
                  </a:cubicBezTo>
                  <a:cubicBezTo>
                    <a:pt x="1514394" y="200105"/>
                    <a:pt x="1525745" y="202168"/>
                    <a:pt x="1535033" y="211456"/>
                  </a:cubicBezTo>
                  <a:cubicBezTo>
                    <a:pt x="1574763" y="251702"/>
                    <a:pt x="1613977" y="292464"/>
                    <a:pt x="1653707" y="332711"/>
                  </a:cubicBezTo>
                  <a:cubicBezTo>
                    <a:pt x="1664027" y="343546"/>
                    <a:pt x="1665575" y="353350"/>
                    <a:pt x="1657835" y="366249"/>
                  </a:cubicBezTo>
                  <a:cubicBezTo>
                    <a:pt x="1628424" y="416299"/>
                    <a:pt x="1598497" y="465833"/>
                    <a:pt x="1569087" y="515883"/>
                  </a:cubicBezTo>
                  <a:cubicBezTo>
                    <a:pt x="1562379" y="527234"/>
                    <a:pt x="1561863" y="539102"/>
                    <a:pt x="1568571" y="550453"/>
                  </a:cubicBezTo>
                  <a:cubicBezTo>
                    <a:pt x="1576311" y="564384"/>
                    <a:pt x="1583534" y="578316"/>
                    <a:pt x="1591274" y="592247"/>
                  </a:cubicBezTo>
                  <a:cubicBezTo>
                    <a:pt x="1596950" y="602567"/>
                    <a:pt x="1605721" y="608243"/>
                    <a:pt x="1617589" y="608759"/>
                  </a:cubicBezTo>
                  <a:cubicBezTo>
                    <a:pt x="1637196" y="610307"/>
                    <a:pt x="1657319" y="611339"/>
                    <a:pt x="1676926" y="612886"/>
                  </a:cubicBezTo>
                  <a:cubicBezTo>
                    <a:pt x="1717172" y="615466"/>
                    <a:pt x="1757419" y="618046"/>
                    <a:pt x="1797665" y="620626"/>
                  </a:cubicBezTo>
                  <a:cubicBezTo>
                    <a:pt x="1809016" y="621142"/>
                    <a:pt x="1818304" y="628882"/>
                    <a:pt x="1820884" y="640233"/>
                  </a:cubicBezTo>
                  <a:cubicBezTo>
                    <a:pt x="1833267" y="695959"/>
                    <a:pt x="1845135" y="752200"/>
                    <a:pt x="1857518" y="808442"/>
                  </a:cubicBezTo>
                  <a:cubicBezTo>
                    <a:pt x="1859066" y="816181"/>
                    <a:pt x="1857002" y="822889"/>
                    <a:pt x="1851842" y="829081"/>
                  </a:cubicBezTo>
                  <a:cubicBezTo>
                    <a:pt x="1849262" y="832177"/>
                    <a:pt x="1845135" y="834241"/>
                    <a:pt x="1841523" y="836305"/>
                  </a:cubicBezTo>
                  <a:cubicBezTo>
                    <a:pt x="1789925" y="862103"/>
                    <a:pt x="1738327" y="887902"/>
                    <a:pt x="1686214" y="913701"/>
                  </a:cubicBezTo>
                  <a:cubicBezTo>
                    <a:pt x="1675378" y="919377"/>
                    <a:pt x="1669187" y="927633"/>
                    <a:pt x="1668670" y="940016"/>
                  </a:cubicBezTo>
                  <a:cubicBezTo>
                    <a:pt x="1667639" y="959623"/>
                    <a:pt x="1666090" y="978714"/>
                    <a:pt x="1665059" y="998322"/>
                  </a:cubicBezTo>
                  <a:cubicBezTo>
                    <a:pt x="1664543" y="1009673"/>
                    <a:pt x="1668670" y="1019477"/>
                    <a:pt x="1678474" y="1026184"/>
                  </a:cubicBezTo>
                  <a:cubicBezTo>
                    <a:pt x="1726460" y="1061271"/>
                    <a:pt x="1773930" y="1096873"/>
                    <a:pt x="1821916" y="1131960"/>
                  </a:cubicBezTo>
                  <a:cubicBezTo>
                    <a:pt x="1833267" y="1140215"/>
                    <a:pt x="1836879" y="1150535"/>
                    <a:pt x="1831720" y="1163950"/>
                  </a:cubicBezTo>
                  <a:cubicBezTo>
                    <a:pt x="1822948" y="1188201"/>
                    <a:pt x="1814176" y="1212452"/>
                    <a:pt x="1805404" y="1236703"/>
                  </a:cubicBezTo>
                  <a:cubicBezTo>
                    <a:pt x="1795601" y="1263534"/>
                    <a:pt x="1785798" y="1290881"/>
                    <a:pt x="1775478" y="1317711"/>
                  </a:cubicBezTo>
                  <a:cubicBezTo>
                    <a:pt x="1771350" y="1329063"/>
                    <a:pt x="1761546" y="1335255"/>
                    <a:pt x="1750195" y="1334223"/>
                  </a:cubicBezTo>
                  <a:cubicBezTo>
                    <a:pt x="1728524" y="1332159"/>
                    <a:pt x="1707369" y="1329579"/>
                    <a:pt x="1685698" y="1327515"/>
                  </a:cubicBezTo>
                  <a:cubicBezTo>
                    <a:pt x="1648548" y="1323387"/>
                    <a:pt x="1611397" y="1319259"/>
                    <a:pt x="1574247" y="1315648"/>
                  </a:cubicBezTo>
                  <a:cubicBezTo>
                    <a:pt x="1562379" y="1314616"/>
                    <a:pt x="1553092" y="1318743"/>
                    <a:pt x="1545868" y="1328547"/>
                  </a:cubicBezTo>
                  <a:cubicBezTo>
                    <a:pt x="1532453" y="1346606"/>
                    <a:pt x="1519553" y="1365181"/>
                    <a:pt x="1505622" y="1383241"/>
                  </a:cubicBezTo>
                  <a:cubicBezTo>
                    <a:pt x="1497366" y="1394076"/>
                    <a:pt x="1496334" y="1405428"/>
                    <a:pt x="1500978" y="1417811"/>
                  </a:cubicBezTo>
                  <a:cubicBezTo>
                    <a:pt x="1521617" y="1472505"/>
                    <a:pt x="1542772" y="1527198"/>
                    <a:pt x="1563411" y="1581892"/>
                  </a:cubicBezTo>
                  <a:cubicBezTo>
                    <a:pt x="1569087" y="1596339"/>
                    <a:pt x="1565991" y="1606143"/>
                    <a:pt x="1554124" y="1615430"/>
                  </a:cubicBezTo>
                  <a:cubicBezTo>
                    <a:pt x="1512845" y="1646389"/>
                    <a:pt x="1472083" y="1677864"/>
                    <a:pt x="1430805" y="1708822"/>
                  </a:cubicBezTo>
                  <a:cubicBezTo>
                    <a:pt x="1418938" y="1717594"/>
                    <a:pt x="1408618" y="1717594"/>
                    <a:pt x="1397266" y="1708306"/>
                  </a:cubicBezTo>
                  <a:cubicBezTo>
                    <a:pt x="1352892" y="1672704"/>
                    <a:pt x="1308003" y="1636585"/>
                    <a:pt x="1263628" y="1600467"/>
                  </a:cubicBezTo>
                  <a:cubicBezTo>
                    <a:pt x="1253825" y="1592727"/>
                    <a:pt x="1243505" y="1590147"/>
                    <a:pt x="1232154" y="1594275"/>
                  </a:cubicBezTo>
                  <a:cubicBezTo>
                    <a:pt x="1205839" y="1604079"/>
                    <a:pt x="1179524" y="1613883"/>
                    <a:pt x="1153725" y="1624202"/>
                  </a:cubicBezTo>
                  <a:cubicBezTo>
                    <a:pt x="1143406" y="1628330"/>
                    <a:pt x="1137214" y="1636070"/>
                    <a:pt x="1134634" y="1646905"/>
                  </a:cubicBezTo>
                  <a:cubicBezTo>
                    <a:pt x="1131022" y="1663932"/>
                    <a:pt x="1127411" y="1681475"/>
                    <a:pt x="1123798" y="1698503"/>
                  </a:cubicBezTo>
                  <a:cubicBezTo>
                    <a:pt x="1115027" y="1739781"/>
                    <a:pt x="1106771" y="1780543"/>
                    <a:pt x="1097999" y="1821821"/>
                  </a:cubicBezTo>
                  <a:cubicBezTo>
                    <a:pt x="1095420" y="1833689"/>
                    <a:pt x="1088196" y="1840913"/>
                    <a:pt x="1076329" y="1842460"/>
                  </a:cubicBezTo>
                  <a:cubicBezTo>
                    <a:pt x="1048982" y="1846072"/>
                    <a:pt x="1021635" y="1848652"/>
                    <a:pt x="994288" y="1851232"/>
                  </a:cubicBezTo>
                  <a:cubicBezTo>
                    <a:pt x="980873" y="1850200"/>
                    <a:pt x="970037" y="1851232"/>
                    <a:pt x="959201" y="1852264"/>
                  </a:cubicBezTo>
                  <a:close/>
                  <a:moveTo>
                    <a:pt x="928759" y="382245"/>
                  </a:moveTo>
                  <a:cubicBezTo>
                    <a:pt x="633620" y="381729"/>
                    <a:pt x="388015" y="619594"/>
                    <a:pt x="386983" y="921957"/>
                  </a:cubicBezTo>
                  <a:cubicBezTo>
                    <a:pt x="385951" y="1222772"/>
                    <a:pt x="627428" y="1464765"/>
                    <a:pt x="926695" y="1465797"/>
                  </a:cubicBezTo>
                  <a:cubicBezTo>
                    <a:pt x="1229058" y="1466829"/>
                    <a:pt x="1470019" y="1222772"/>
                    <a:pt x="1470535" y="924537"/>
                  </a:cubicBezTo>
                  <a:cubicBezTo>
                    <a:pt x="1470535" y="625270"/>
                    <a:pt x="1228026" y="381729"/>
                    <a:pt x="928759" y="382245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4863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10811BDD-858E-4663-871A-2B293641141B}"/>
              </a:ext>
            </a:extLst>
          </p:cNvPr>
          <p:cNvGrpSpPr/>
          <p:nvPr/>
        </p:nvGrpSpPr>
        <p:grpSpPr>
          <a:xfrm rot="12366785">
            <a:off x="10129411" y="5122363"/>
            <a:ext cx="1606966" cy="1446929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38" name="Freeform: Shape 37">
              <a:extLst>
                <a:ext uri="{FF2B5EF4-FFF2-40B4-BE49-F238E27FC236}">
                  <a16:creationId xmlns="" xmlns:a16="http://schemas.microsoft.com/office/drawing/2014/main" id="{5228A7DD-C11F-4B4E-AF2C-CE54F2008B9B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="" xmlns:a16="http://schemas.microsoft.com/office/drawing/2014/main" id="{4EBFD568-8E6E-401C-AE55-F36A046BAF38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40" name="Freeform: Shape 39">
                <a:extLst>
                  <a:ext uri="{FF2B5EF4-FFF2-40B4-BE49-F238E27FC236}">
                    <a16:creationId xmlns="" xmlns:a16="http://schemas.microsoft.com/office/drawing/2014/main" id="{9F4DA946-3FFE-44A8-9614-341AEDEEE4EB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="" xmlns:a16="http://schemas.microsoft.com/office/drawing/2014/main" id="{E9B41061-E576-4CF5-9B7C-FC1E177299A2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" name="Freeform: Shape 3">
            <a:extLst>
              <a:ext uri="{FF2B5EF4-FFF2-40B4-BE49-F238E27FC236}">
                <a16:creationId xmlns="" xmlns:a16="http://schemas.microsoft.com/office/drawing/2014/main" id="{4C2D19A9-E706-4355-967B-37AED5F69B20}"/>
              </a:ext>
            </a:extLst>
          </p:cNvPr>
          <p:cNvSpPr/>
          <p:nvPr/>
        </p:nvSpPr>
        <p:spPr>
          <a:xfrm>
            <a:off x="10132589" y="4237994"/>
            <a:ext cx="577306" cy="577307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5BC20A26-F482-4693-ACD6-51371EC7CC4B}"/>
              </a:ext>
            </a:extLst>
          </p:cNvPr>
          <p:cNvGrpSpPr/>
          <p:nvPr/>
        </p:nvGrpSpPr>
        <p:grpSpPr>
          <a:xfrm rot="2159485">
            <a:off x="10055501" y="2964359"/>
            <a:ext cx="1639387" cy="985059"/>
            <a:chOff x="2753518" y="3556278"/>
            <a:chExt cx="2028524" cy="1218879"/>
          </a:xfrm>
          <a:solidFill>
            <a:schemeClr val="bg1">
              <a:alpha val="5000"/>
            </a:schemeClr>
          </a:solidFill>
        </p:grpSpPr>
        <p:sp>
          <p:nvSpPr>
            <p:cNvPr id="34" name="Freeform: Shape 33">
              <a:extLst>
                <a:ext uri="{FF2B5EF4-FFF2-40B4-BE49-F238E27FC236}">
                  <a16:creationId xmlns="" xmlns:a16="http://schemas.microsoft.com/office/drawing/2014/main" id="{DD9359D8-12EB-4981-8FC9-674C1DA3FA8C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="" xmlns:a16="http://schemas.microsoft.com/office/drawing/2014/main" id="{D9AE250E-0814-4DFF-80F3-7D1B1F0463B4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36" name="Freeform: Shape 35">
                <a:extLst>
                  <a:ext uri="{FF2B5EF4-FFF2-40B4-BE49-F238E27FC236}">
                    <a16:creationId xmlns="" xmlns:a16="http://schemas.microsoft.com/office/drawing/2014/main" id="{FAA6CAE3-5ACB-4D9C-ADB8-97A59EC650F1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="" xmlns:a16="http://schemas.microsoft.com/office/drawing/2014/main" id="{8F2F002E-A757-44E2-B762-EAA60285B2AF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6" name="Freeform: Shape 5">
            <a:extLst>
              <a:ext uri="{FF2B5EF4-FFF2-40B4-BE49-F238E27FC236}">
                <a16:creationId xmlns="" xmlns:a16="http://schemas.microsoft.com/office/drawing/2014/main" id="{ED14329A-1A87-4CC1-B3DE-BA0FD7750868}"/>
              </a:ext>
            </a:extLst>
          </p:cNvPr>
          <p:cNvSpPr/>
          <p:nvPr/>
        </p:nvSpPr>
        <p:spPr>
          <a:xfrm>
            <a:off x="8967752" y="3381941"/>
            <a:ext cx="936646" cy="931442"/>
          </a:xfrm>
          <a:custGeom>
            <a:avLst/>
            <a:gdLst>
              <a:gd name="connsiteX0" fmla="*/ 959201 w 1857518"/>
              <a:gd name="connsiteY0" fmla="*/ 1852264 h 1847198"/>
              <a:gd name="connsiteX1" fmla="*/ 910700 w 1857518"/>
              <a:gd name="connsiteY1" fmla="*/ 1852264 h 1847198"/>
              <a:gd name="connsiteX2" fmla="*/ 891608 w 1857518"/>
              <a:gd name="connsiteY2" fmla="*/ 1830593 h 1847198"/>
              <a:gd name="connsiteX3" fmla="*/ 838463 w 1857518"/>
              <a:gd name="connsiteY3" fmla="*/ 1669608 h 1847198"/>
              <a:gd name="connsiteX4" fmla="*/ 813180 w 1857518"/>
              <a:gd name="connsiteY4" fmla="*/ 1646905 h 1847198"/>
              <a:gd name="connsiteX5" fmla="*/ 730624 w 1857518"/>
              <a:gd name="connsiteY5" fmla="*/ 1628330 h 1847198"/>
              <a:gd name="connsiteX6" fmla="*/ 693990 w 1857518"/>
              <a:gd name="connsiteY6" fmla="*/ 1639165 h 1847198"/>
              <a:gd name="connsiteX7" fmla="*/ 573251 w 1857518"/>
              <a:gd name="connsiteY7" fmla="*/ 1761452 h 1847198"/>
              <a:gd name="connsiteX8" fmla="*/ 542292 w 1857518"/>
              <a:gd name="connsiteY8" fmla="*/ 1766612 h 1847198"/>
              <a:gd name="connsiteX9" fmla="*/ 412782 w 1857518"/>
              <a:gd name="connsiteY9" fmla="*/ 1693859 h 1847198"/>
              <a:gd name="connsiteX10" fmla="*/ 398334 w 1857518"/>
              <a:gd name="connsiteY10" fmla="*/ 1660836 h 1847198"/>
              <a:gd name="connsiteX11" fmla="*/ 440644 w 1857518"/>
              <a:gd name="connsiteY11" fmla="*/ 1494176 h 1847198"/>
              <a:gd name="connsiteX12" fmla="*/ 432904 w 1857518"/>
              <a:gd name="connsiteY12" fmla="*/ 1462185 h 1847198"/>
              <a:gd name="connsiteX13" fmla="*/ 370471 w 1857518"/>
              <a:gd name="connsiteY13" fmla="*/ 1397172 h 1847198"/>
              <a:gd name="connsiteX14" fmla="*/ 340545 w 1857518"/>
              <a:gd name="connsiteY14" fmla="*/ 1388400 h 1847198"/>
              <a:gd name="connsiteX15" fmla="*/ 310618 w 1857518"/>
              <a:gd name="connsiteY15" fmla="*/ 1395108 h 1847198"/>
              <a:gd name="connsiteX16" fmla="*/ 170273 w 1857518"/>
              <a:gd name="connsiteY16" fmla="*/ 1426583 h 1847198"/>
              <a:gd name="connsiteX17" fmla="*/ 141377 w 1857518"/>
              <a:gd name="connsiteY17" fmla="*/ 1413683 h 1847198"/>
              <a:gd name="connsiteX18" fmla="*/ 70689 w 1857518"/>
              <a:gd name="connsiteY18" fmla="*/ 1276949 h 1847198"/>
              <a:gd name="connsiteX19" fmla="*/ 75848 w 1857518"/>
              <a:gd name="connsiteY19" fmla="*/ 1247539 h 1847198"/>
              <a:gd name="connsiteX20" fmla="*/ 206391 w 1857518"/>
              <a:gd name="connsiteY20" fmla="*/ 1126284 h 1847198"/>
              <a:gd name="connsiteX21" fmla="*/ 216710 w 1857518"/>
              <a:gd name="connsiteY21" fmla="*/ 1096873 h 1847198"/>
              <a:gd name="connsiteX22" fmla="*/ 201231 w 1857518"/>
              <a:gd name="connsiteY22" fmla="*/ 1012769 h 1847198"/>
              <a:gd name="connsiteX23" fmla="*/ 181108 w 1857518"/>
              <a:gd name="connsiteY23" fmla="*/ 989034 h 1847198"/>
              <a:gd name="connsiteX24" fmla="*/ 67077 w 1857518"/>
              <a:gd name="connsiteY24" fmla="*/ 947240 h 1847198"/>
              <a:gd name="connsiteX25" fmla="*/ 0 w 1857518"/>
              <a:gd name="connsiteY25" fmla="*/ 921957 h 1847198"/>
              <a:gd name="connsiteX26" fmla="*/ 0 w 1857518"/>
              <a:gd name="connsiteY26" fmla="*/ 893062 h 1847198"/>
              <a:gd name="connsiteX27" fmla="*/ 4643 w 1857518"/>
              <a:gd name="connsiteY27" fmla="*/ 842496 h 1847198"/>
              <a:gd name="connsiteX28" fmla="*/ 17543 w 1857518"/>
              <a:gd name="connsiteY28" fmla="*/ 743945 h 1847198"/>
              <a:gd name="connsiteX29" fmla="*/ 38182 w 1857518"/>
              <a:gd name="connsiteY29" fmla="*/ 723305 h 1847198"/>
              <a:gd name="connsiteX30" fmla="*/ 214131 w 1857518"/>
              <a:gd name="connsiteY30" fmla="*/ 691315 h 1847198"/>
              <a:gd name="connsiteX31" fmla="*/ 239929 w 1857518"/>
              <a:gd name="connsiteY31" fmla="*/ 671192 h 1847198"/>
              <a:gd name="connsiteX32" fmla="*/ 266760 w 1857518"/>
              <a:gd name="connsiteY32" fmla="*/ 606695 h 1847198"/>
              <a:gd name="connsiteX33" fmla="*/ 262116 w 1857518"/>
              <a:gd name="connsiteY33" fmla="*/ 570060 h 1847198"/>
              <a:gd name="connsiteX34" fmla="*/ 159437 w 1857518"/>
              <a:gd name="connsiteY34" fmla="*/ 434874 h 1847198"/>
              <a:gd name="connsiteX35" fmla="*/ 159953 w 1857518"/>
              <a:gd name="connsiteY35" fmla="*/ 401336 h 1847198"/>
              <a:gd name="connsiteX36" fmla="*/ 259536 w 1857518"/>
              <a:gd name="connsiteY36" fmla="*/ 278017 h 1847198"/>
              <a:gd name="connsiteX37" fmla="*/ 294623 w 1857518"/>
              <a:gd name="connsiteY37" fmla="*/ 268729 h 1847198"/>
              <a:gd name="connsiteX38" fmla="*/ 457672 w 1857518"/>
              <a:gd name="connsiteY38" fmla="*/ 336322 h 1847198"/>
              <a:gd name="connsiteX39" fmla="*/ 489146 w 1857518"/>
              <a:gd name="connsiteY39" fmla="*/ 333743 h 1847198"/>
              <a:gd name="connsiteX40" fmla="*/ 540744 w 1857518"/>
              <a:gd name="connsiteY40" fmla="*/ 298140 h 1847198"/>
              <a:gd name="connsiteX41" fmla="*/ 553127 w 1857518"/>
              <a:gd name="connsiteY41" fmla="*/ 273889 h 1847198"/>
              <a:gd name="connsiteX42" fmla="*/ 552096 w 1857518"/>
              <a:gd name="connsiteY42" fmla="*/ 255830 h 1847198"/>
              <a:gd name="connsiteX43" fmla="*/ 545904 w 1857518"/>
              <a:gd name="connsiteY43" fmla="*/ 175854 h 1847198"/>
              <a:gd name="connsiteX44" fmla="*/ 539712 w 1857518"/>
              <a:gd name="connsiteY44" fmla="*/ 95877 h 1847198"/>
              <a:gd name="connsiteX45" fmla="*/ 556739 w 1857518"/>
              <a:gd name="connsiteY45" fmla="*/ 69562 h 1847198"/>
              <a:gd name="connsiteX46" fmla="*/ 716176 w 1857518"/>
              <a:gd name="connsiteY46" fmla="*/ 15901 h 1847198"/>
              <a:gd name="connsiteX47" fmla="*/ 726496 w 1857518"/>
              <a:gd name="connsiteY47" fmla="*/ 14353 h 1847198"/>
              <a:gd name="connsiteX48" fmla="*/ 748167 w 1857518"/>
              <a:gd name="connsiteY48" fmla="*/ 28800 h 1847198"/>
              <a:gd name="connsiteX49" fmla="*/ 847750 w 1857518"/>
              <a:gd name="connsiteY49" fmla="*/ 172758 h 1847198"/>
              <a:gd name="connsiteX50" fmla="*/ 878709 w 1857518"/>
              <a:gd name="connsiteY50" fmla="*/ 187721 h 1847198"/>
              <a:gd name="connsiteX51" fmla="*/ 931855 w 1857518"/>
              <a:gd name="connsiteY51" fmla="*/ 185657 h 1847198"/>
              <a:gd name="connsiteX52" fmla="*/ 948366 w 1857518"/>
              <a:gd name="connsiteY52" fmla="*/ 177401 h 1847198"/>
              <a:gd name="connsiteX53" fmla="*/ 954042 w 1857518"/>
              <a:gd name="connsiteY53" fmla="*/ 169146 h 1847198"/>
              <a:gd name="connsiteX54" fmla="*/ 979840 w 1857518"/>
              <a:gd name="connsiteY54" fmla="*/ 121676 h 1847198"/>
              <a:gd name="connsiteX55" fmla="*/ 1037630 w 1857518"/>
              <a:gd name="connsiteY55" fmla="*/ 13837 h 1847198"/>
              <a:gd name="connsiteX56" fmla="*/ 1066525 w 1857518"/>
              <a:gd name="connsiteY56" fmla="*/ 937 h 1847198"/>
              <a:gd name="connsiteX57" fmla="*/ 1233702 w 1857518"/>
              <a:gd name="connsiteY57" fmla="*/ 40667 h 1847198"/>
              <a:gd name="connsiteX58" fmla="*/ 1253309 w 1857518"/>
              <a:gd name="connsiteY58" fmla="*/ 64918 h 1847198"/>
              <a:gd name="connsiteX59" fmla="*/ 1254341 w 1857518"/>
              <a:gd name="connsiteY59" fmla="*/ 85042 h 1847198"/>
              <a:gd name="connsiteX60" fmla="*/ 1258468 w 1857518"/>
              <a:gd name="connsiteY60" fmla="*/ 209908 h 1847198"/>
              <a:gd name="connsiteX61" fmla="*/ 1260016 w 1857518"/>
              <a:gd name="connsiteY61" fmla="*/ 244478 h 1847198"/>
              <a:gd name="connsiteX62" fmla="*/ 1276012 w 1857518"/>
              <a:gd name="connsiteY62" fmla="*/ 270277 h 1847198"/>
              <a:gd name="connsiteX63" fmla="*/ 1313678 w 1857518"/>
              <a:gd name="connsiteY63" fmla="*/ 291948 h 1847198"/>
              <a:gd name="connsiteX64" fmla="*/ 1349797 w 1857518"/>
              <a:gd name="connsiteY64" fmla="*/ 291948 h 1847198"/>
              <a:gd name="connsiteX65" fmla="*/ 1502526 w 1857518"/>
              <a:gd name="connsiteY65" fmla="*/ 206812 h 1847198"/>
              <a:gd name="connsiteX66" fmla="*/ 1535033 w 1857518"/>
              <a:gd name="connsiteY66" fmla="*/ 211456 h 1847198"/>
              <a:gd name="connsiteX67" fmla="*/ 1653707 w 1857518"/>
              <a:gd name="connsiteY67" fmla="*/ 332711 h 1847198"/>
              <a:gd name="connsiteX68" fmla="*/ 1657835 w 1857518"/>
              <a:gd name="connsiteY68" fmla="*/ 366249 h 1847198"/>
              <a:gd name="connsiteX69" fmla="*/ 1569087 w 1857518"/>
              <a:gd name="connsiteY69" fmla="*/ 515883 h 1847198"/>
              <a:gd name="connsiteX70" fmla="*/ 1568571 w 1857518"/>
              <a:gd name="connsiteY70" fmla="*/ 550453 h 1847198"/>
              <a:gd name="connsiteX71" fmla="*/ 1591274 w 1857518"/>
              <a:gd name="connsiteY71" fmla="*/ 592247 h 1847198"/>
              <a:gd name="connsiteX72" fmla="*/ 1617589 w 1857518"/>
              <a:gd name="connsiteY72" fmla="*/ 608759 h 1847198"/>
              <a:gd name="connsiteX73" fmla="*/ 1676926 w 1857518"/>
              <a:gd name="connsiteY73" fmla="*/ 612886 h 1847198"/>
              <a:gd name="connsiteX74" fmla="*/ 1797665 w 1857518"/>
              <a:gd name="connsiteY74" fmla="*/ 620626 h 1847198"/>
              <a:gd name="connsiteX75" fmla="*/ 1820884 w 1857518"/>
              <a:gd name="connsiteY75" fmla="*/ 640233 h 1847198"/>
              <a:gd name="connsiteX76" fmla="*/ 1857518 w 1857518"/>
              <a:gd name="connsiteY76" fmla="*/ 808442 h 1847198"/>
              <a:gd name="connsiteX77" fmla="*/ 1851842 w 1857518"/>
              <a:gd name="connsiteY77" fmla="*/ 829081 h 1847198"/>
              <a:gd name="connsiteX78" fmla="*/ 1841523 w 1857518"/>
              <a:gd name="connsiteY78" fmla="*/ 836305 h 1847198"/>
              <a:gd name="connsiteX79" fmla="*/ 1686214 w 1857518"/>
              <a:gd name="connsiteY79" fmla="*/ 913701 h 1847198"/>
              <a:gd name="connsiteX80" fmla="*/ 1668670 w 1857518"/>
              <a:gd name="connsiteY80" fmla="*/ 940016 h 1847198"/>
              <a:gd name="connsiteX81" fmla="*/ 1665059 w 1857518"/>
              <a:gd name="connsiteY81" fmla="*/ 998322 h 1847198"/>
              <a:gd name="connsiteX82" fmla="*/ 1678474 w 1857518"/>
              <a:gd name="connsiteY82" fmla="*/ 1026184 h 1847198"/>
              <a:gd name="connsiteX83" fmla="*/ 1821916 w 1857518"/>
              <a:gd name="connsiteY83" fmla="*/ 1131960 h 1847198"/>
              <a:gd name="connsiteX84" fmla="*/ 1831720 w 1857518"/>
              <a:gd name="connsiteY84" fmla="*/ 1163950 h 1847198"/>
              <a:gd name="connsiteX85" fmla="*/ 1805404 w 1857518"/>
              <a:gd name="connsiteY85" fmla="*/ 1236703 h 1847198"/>
              <a:gd name="connsiteX86" fmla="*/ 1775478 w 1857518"/>
              <a:gd name="connsiteY86" fmla="*/ 1317711 h 1847198"/>
              <a:gd name="connsiteX87" fmla="*/ 1750195 w 1857518"/>
              <a:gd name="connsiteY87" fmla="*/ 1334223 h 1847198"/>
              <a:gd name="connsiteX88" fmla="*/ 1685698 w 1857518"/>
              <a:gd name="connsiteY88" fmla="*/ 1327515 h 1847198"/>
              <a:gd name="connsiteX89" fmla="*/ 1574247 w 1857518"/>
              <a:gd name="connsiteY89" fmla="*/ 1315648 h 1847198"/>
              <a:gd name="connsiteX90" fmla="*/ 1545868 w 1857518"/>
              <a:gd name="connsiteY90" fmla="*/ 1328547 h 1847198"/>
              <a:gd name="connsiteX91" fmla="*/ 1505622 w 1857518"/>
              <a:gd name="connsiteY91" fmla="*/ 1383241 h 1847198"/>
              <a:gd name="connsiteX92" fmla="*/ 1500978 w 1857518"/>
              <a:gd name="connsiteY92" fmla="*/ 1417811 h 1847198"/>
              <a:gd name="connsiteX93" fmla="*/ 1563411 w 1857518"/>
              <a:gd name="connsiteY93" fmla="*/ 1581892 h 1847198"/>
              <a:gd name="connsiteX94" fmla="*/ 1554124 w 1857518"/>
              <a:gd name="connsiteY94" fmla="*/ 1615430 h 1847198"/>
              <a:gd name="connsiteX95" fmla="*/ 1430805 w 1857518"/>
              <a:gd name="connsiteY95" fmla="*/ 1708822 h 1847198"/>
              <a:gd name="connsiteX96" fmla="*/ 1397266 w 1857518"/>
              <a:gd name="connsiteY96" fmla="*/ 1708306 h 1847198"/>
              <a:gd name="connsiteX97" fmla="*/ 1263628 w 1857518"/>
              <a:gd name="connsiteY97" fmla="*/ 1600467 h 1847198"/>
              <a:gd name="connsiteX98" fmla="*/ 1232154 w 1857518"/>
              <a:gd name="connsiteY98" fmla="*/ 1594275 h 1847198"/>
              <a:gd name="connsiteX99" fmla="*/ 1153725 w 1857518"/>
              <a:gd name="connsiteY99" fmla="*/ 1624202 h 1847198"/>
              <a:gd name="connsiteX100" fmla="*/ 1134634 w 1857518"/>
              <a:gd name="connsiteY100" fmla="*/ 1646905 h 1847198"/>
              <a:gd name="connsiteX101" fmla="*/ 1123798 w 1857518"/>
              <a:gd name="connsiteY101" fmla="*/ 1698503 h 1847198"/>
              <a:gd name="connsiteX102" fmla="*/ 1097999 w 1857518"/>
              <a:gd name="connsiteY102" fmla="*/ 1821821 h 1847198"/>
              <a:gd name="connsiteX103" fmla="*/ 1076329 w 1857518"/>
              <a:gd name="connsiteY103" fmla="*/ 1842460 h 1847198"/>
              <a:gd name="connsiteX104" fmla="*/ 994288 w 1857518"/>
              <a:gd name="connsiteY104" fmla="*/ 1851232 h 1847198"/>
              <a:gd name="connsiteX105" fmla="*/ 959201 w 1857518"/>
              <a:gd name="connsiteY105" fmla="*/ 1852264 h 1847198"/>
              <a:gd name="connsiteX106" fmla="*/ 928759 w 1857518"/>
              <a:gd name="connsiteY106" fmla="*/ 382245 h 1847198"/>
              <a:gd name="connsiteX107" fmla="*/ 386983 w 1857518"/>
              <a:gd name="connsiteY107" fmla="*/ 921957 h 1847198"/>
              <a:gd name="connsiteX108" fmla="*/ 926695 w 1857518"/>
              <a:gd name="connsiteY108" fmla="*/ 1465797 h 1847198"/>
              <a:gd name="connsiteX109" fmla="*/ 1470535 w 1857518"/>
              <a:gd name="connsiteY109" fmla="*/ 924537 h 1847198"/>
              <a:gd name="connsiteX110" fmla="*/ 928759 w 1857518"/>
              <a:gd name="connsiteY110" fmla="*/ 382245 h 184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857518" h="1847198">
                <a:moveTo>
                  <a:pt x="959201" y="1852264"/>
                </a:moveTo>
                <a:cubicBezTo>
                  <a:pt x="943206" y="1852264"/>
                  <a:pt x="927211" y="1852264"/>
                  <a:pt x="910700" y="1852264"/>
                </a:cubicBezTo>
                <a:cubicBezTo>
                  <a:pt x="900380" y="1848652"/>
                  <a:pt x="894704" y="1840913"/>
                  <a:pt x="891608" y="1830593"/>
                </a:cubicBezTo>
                <a:cubicBezTo>
                  <a:pt x="874065" y="1776931"/>
                  <a:pt x="856006" y="1723270"/>
                  <a:pt x="838463" y="1669608"/>
                </a:cubicBezTo>
                <a:cubicBezTo>
                  <a:pt x="834335" y="1657224"/>
                  <a:pt x="826080" y="1649485"/>
                  <a:pt x="813180" y="1646905"/>
                </a:cubicBezTo>
                <a:cubicBezTo>
                  <a:pt x="785833" y="1640713"/>
                  <a:pt x="757970" y="1635037"/>
                  <a:pt x="730624" y="1628330"/>
                </a:cubicBezTo>
                <a:cubicBezTo>
                  <a:pt x="716176" y="1624718"/>
                  <a:pt x="704309" y="1628330"/>
                  <a:pt x="693990" y="1639165"/>
                </a:cubicBezTo>
                <a:cubicBezTo>
                  <a:pt x="654259" y="1680443"/>
                  <a:pt x="613497" y="1720690"/>
                  <a:pt x="573251" y="1761452"/>
                </a:cubicBezTo>
                <a:cubicBezTo>
                  <a:pt x="563963" y="1770739"/>
                  <a:pt x="553127" y="1772804"/>
                  <a:pt x="542292" y="1766612"/>
                </a:cubicBezTo>
                <a:cubicBezTo>
                  <a:pt x="498950" y="1742361"/>
                  <a:pt x="456123" y="1718110"/>
                  <a:pt x="412782" y="1693859"/>
                </a:cubicBezTo>
                <a:cubicBezTo>
                  <a:pt x="397818" y="1685603"/>
                  <a:pt x="394206" y="1676832"/>
                  <a:pt x="398334" y="1660836"/>
                </a:cubicBezTo>
                <a:cubicBezTo>
                  <a:pt x="412265" y="1605111"/>
                  <a:pt x="426713" y="1549901"/>
                  <a:pt x="440644" y="1494176"/>
                </a:cubicBezTo>
                <a:cubicBezTo>
                  <a:pt x="443741" y="1482308"/>
                  <a:pt x="441676" y="1471473"/>
                  <a:pt x="432904" y="1462185"/>
                </a:cubicBezTo>
                <a:cubicBezTo>
                  <a:pt x="412265" y="1440514"/>
                  <a:pt x="391110" y="1418843"/>
                  <a:pt x="370471" y="1397172"/>
                </a:cubicBezTo>
                <a:cubicBezTo>
                  <a:pt x="362216" y="1388400"/>
                  <a:pt x="351896" y="1385820"/>
                  <a:pt x="340545" y="1388400"/>
                </a:cubicBezTo>
                <a:cubicBezTo>
                  <a:pt x="330226" y="1390464"/>
                  <a:pt x="320422" y="1393044"/>
                  <a:pt x="310618" y="1395108"/>
                </a:cubicBezTo>
                <a:cubicBezTo>
                  <a:pt x="263664" y="1405428"/>
                  <a:pt x="217226" y="1416263"/>
                  <a:pt x="170273" y="1426583"/>
                </a:cubicBezTo>
                <a:cubicBezTo>
                  <a:pt x="157373" y="1429679"/>
                  <a:pt x="147054" y="1425035"/>
                  <a:pt x="141377" y="1413683"/>
                </a:cubicBezTo>
                <a:cubicBezTo>
                  <a:pt x="117642" y="1368277"/>
                  <a:pt x="94423" y="1322355"/>
                  <a:pt x="70689" y="1276949"/>
                </a:cubicBezTo>
                <a:cubicBezTo>
                  <a:pt x="65529" y="1266630"/>
                  <a:pt x="67593" y="1255278"/>
                  <a:pt x="75848" y="1247539"/>
                </a:cubicBezTo>
                <a:cubicBezTo>
                  <a:pt x="119191" y="1207292"/>
                  <a:pt x="163049" y="1166530"/>
                  <a:pt x="206391" y="1126284"/>
                </a:cubicBezTo>
                <a:cubicBezTo>
                  <a:pt x="215162" y="1118544"/>
                  <a:pt x="218258" y="1108225"/>
                  <a:pt x="216710" y="1096873"/>
                </a:cubicBezTo>
                <a:cubicBezTo>
                  <a:pt x="211551" y="1069010"/>
                  <a:pt x="206391" y="1040631"/>
                  <a:pt x="201231" y="1012769"/>
                </a:cubicBezTo>
                <a:cubicBezTo>
                  <a:pt x="199167" y="1000901"/>
                  <a:pt x="192459" y="993162"/>
                  <a:pt x="181108" y="989034"/>
                </a:cubicBezTo>
                <a:cubicBezTo>
                  <a:pt x="142925" y="975103"/>
                  <a:pt x="104743" y="961171"/>
                  <a:pt x="67077" y="947240"/>
                </a:cubicBezTo>
                <a:cubicBezTo>
                  <a:pt x="44890" y="938984"/>
                  <a:pt x="22187" y="931760"/>
                  <a:pt x="0" y="921957"/>
                </a:cubicBezTo>
                <a:cubicBezTo>
                  <a:pt x="0" y="912153"/>
                  <a:pt x="0" y="902866"/>
                  <a:pt x="0" y="893062"/>
                </a:cubicBezTo>
                <a:cubicBezTo>
                  <a:pt x="1548" y="876035"/>
                  <a:pt x="3096" y="859524"/>
                  <a:pt x="4643" y="842496"/>
                </a:cubicBezTo>
                <a:cubicBezTo>
                  <a:pt x="7740" y="809474"/>
                  <a:pt x="12383" y="776451"/>
                  <a:pt x="17543" y="743945"/>
                </a:cubicBezTo>
                <a:cubicBezTo>
                  <a:pt x="19091" y="733109"/>
                  <a:pt x="26831" y="725369"/>
                  <a:pt x="38182" y="723305"/>
                </a:cubicBezTo>
                <a:cubicBezTo>
                  <a:pt x="97003" y="712470"/>
                  <a:pt x="155309" y="702150"/>
                  <a:pt x="214131" y="691315"/>
                </a:cubicBezTo>
                <a:cubicBezTo>
                  <a:pt x="226514" y="689251"/>
                  <a:pt x="234770" y="682543"/>
                  <a:pt x="239929" y="671192"/>
                </a:cubicBezTo>
                <a:cubicBezTo>
                  <a:pt x="248701" y="649521"/>
                  <a:pt x="257989" y="627850"/>
                  <a:pt x="266760" y="606695"/>
                </a:cubicBezTo>
                <a:cubicBezTo>
                  <a:pt x="272436" y="593279"/>
                  <a:pt x="270888" y="581928"/>
                  <a:pt x="262116" y="570060"/>
                </a:cubicBezTo>
                <a:cubicBezTo>
                  <a:pt x="227546" y="525170"/>
                  <a:pt x="193492" y="479764"/>
                  <a:pt x="159437" y="434874"/>
                </a:cubicBezTo>
                <a:cubicBezTo>
                  <a:pt x="150665" y="423007"/>
                  <a:pt x="150665" y="412687"/>
                  <a:pt x="159953" y="401336"/>
                </a:cubicBezTo>
                <a:cubicBezTo>
                  <a:pt x="192975" y="360058"/>
                  <a:pt x="225998" y="319295"/>
                  <a:pt x="259536" y="278017"/>
                </a:cubicBezTo>
                <a:cubicBezTo>
                  <a:pt x="270372" y="265118"/>
                  <a:pt x="279144" y="262538"/>
                  <a:pt x="294623" y="268729"/>
                </a:cubicBezTo>
                <a:cubicBezTo>
                  <a:pt x="348801" y="291433"/>
                  <a:pt x="402978" y="313620"/>
                  <a:pt x="457672" y="336322"/>
                </a:cubicBezTo>
                <a:cubicBezTo>
                  <a:pt x="468507" y="340966"/>
                  <a:pt x="479342" y="340450"/>
                  <a:pt x="489146" y="333743"/>
                </a:cubicBezTo>
                <a:cubicBezTo>
                  <a:pt x="506690" y="321875"/>
                  <a:pt x="523717" y="310008"/>
                  <a:pt x="540744" y="298140"/>
                </a:cubicBezTo>
                <a:cubicBezTo>
                  <a:pt x="548999" y="292464"/>
                  <a:pt x="553127" y="284209"/>
                  <a:pt x="553127" y="273889"/>
                </a:cubicBezTo>
                <a:cubicBezTo>
                  <a:pt x="553127" y="267697"/>
                  <a:pt x="552612" y="261506"/>
                  <a:pt x="552096" y="255830"/>
                </a:cubicBezTo>
                <a:cubicBezTo>
                  <a:pt x="550032" y="228999"/>
                  <a:pt x="547968" y="202684"/>
                  <a:pt x="545904" y="175854"/>
                </a:cubicBezTo>
                <a:cubicBezTo>
                  <a:pt x="543840" y="149023"/>
                  <a:pt x="541776" y="122708"/>
                  <a:pt x="539712" y="95877"/>
                </a:cubicBezTo>
                <a:cubicBezTo>
                  <a:pt x="538680" y="83493"/>
                  <a:pt x="544872" y="73690"/>
                  <a:pt x="556739" y="69562"/>
                </a:cubicBezTo>
                <a:cubicBezTo>
                  <a:pt x="609885" y="51503"/>
                  <a:pt x="663031" y="33444"/>
                  <a:pt x="716176" y="15901"/>
                </a:cubicBezTo>
                <a:cubicBezTo>
                  <a:pt x="719788" y="14869"/>
                  <a:pt x="722884" y="14353"/>
                  <a:pt x="726496" y="14353"/>
                </a:cubicBezTo>
                <a:cubicBezTo>
                  <a:pt x="736299" y="14869"/>
                  <a:pt x="742491" y="21060"/>
                  <a:pt x="748167" y="28800"/>
                </a:cubicBezTo>
                <a:cubicBezTo>
                  <a:pt x="781189" y="76786"/>
                  <a:pt x="814728" y="124772"/>
                  <a:pt x="847750" y="172758"/>
                </a:cubicBezTo>
                <a:cubicBezTo>
                  <a:pt x="855490" y="183593"/>
                  <a:pt x="865810" y="188753"/>
                  <a:pt x="878709" y="187721"/>
                </a:cubicBezTo>
                <a:cubicBezTo>
                  <a:pt x="896252" y="186173"/>
                  <a:pt x="914312" y="185657"/>
                  <a:pt x="931855" y="185657"/>
                </a:cubicBezTo>
                <a:cubicBezTo>
                  <a:pt x="939079" y="185657"/>
                  <a:pt x="944239" y="183077"/>
                  <a:pt x="948366" y="177401"/>
                </a:cubicBezTo>
                <a:cubicBezTo>
                  <a:pt x="950430" y="174822"/>
                  <a:pt x="952494" y="171726"/>
                  <a:pt x="954042" y="169146"/>
                </a:cubicBezTo>
                <a:cubicBezTo>
                  <a:pt x="962814" y="153150"/>
                  <a:pt x="971069" y="137155"/>
                  <a:pt x="979840" y="121676"/>
                </a:cubicBezTo>
                <a:cubicBezTo>
                  <a:pt x="998932" y="85558"/>
                  <a:pt x="1018539" y="49955"/>
                  <a:pt x="1037630" y="13837"/>
                </a:cubicBezTo>
                <a:cubicBezTo>
                  <a:pt x="1043822" y="2485"/>
                  <a:pt x="1053626" y="-2159"/>
                  <a:pt x="1066525" y="937"/>
                </a:cubicBezTo>
                <a:cubicBezTo>
                  <a:pt x="1122251" y="14353"/>
                  <a:pt x="1177976" y="27252"/>
                  <a:pt x="1233702" y="40667"/>
                </a:cubicBezTo>
                <a:cubicBezTo>
                  <a:pt x="1245569" y="43763"/>
                  <a:pt x="1252793" y="52535"/>
                  <a:pt x="1253309" y="64918"/>
                </a:cubicBezTo>
                <a:cubicBezTo>
                  <a:pt x="1253825" y="71626"/>
                  <a:pt x="1253825" y="78334"/>
                  <a:pt x="1254341" y="85042"/>
                </a:cubicBezTo>
                <a:cubicBezTo>
                  <a:pt x="1255888" y="126836"/>
                  <a:pt x="1256921" y="168630"/>
                  <a:pt x="1258468" y="209908"/>
                </a:cubicBezTo>
                <a:cubicBezTo>
                  <a:pt x="1258985" y="221260"/>
                  <a:pt x="1259501" y="233127"/>
                  <a:pt x="1260016" y="244478"/>
                </a:cubicBezTo>
                <a:cubicBezTo>
                  <a:pt x="1260532" y="255830"/>
                  <a:pt x="1266208" y="264602"/>
                  <a:pt x="1276012" y="270277"/>
                </a:cubicBezTo>
                <a:cubicBezTo>
                  <a:pt x="1288395" y="277501"/>
                  <a:pt x="1301295" y="284209"/>
                  <a:pt x="1313678" y="291948"/>
                </a:cubicBezTo>
                <a:cubicBezTo>
                  <a:pt x="1326062" y="299172"/>
                  <a:pt x="1337413" y="298656"/>
                  <a:pt x="1349797" y="291948"/>
                </a:cubicBezTo>
                <a:cubicBezTo>
                  <a:pt x="1400879" y="263570"/>
                  <a:pt x="1451444" y="235191"/>
                  <a:pt x="1502526" y="206812"/>
                </a:cubicBezTo>
                <a:cubicBezTo>
                  <a:pt x="1514394" y="200105"/>
                  <a:pt x="1525745" y="202168"/>
                  <a:pt x="1535033" y="211456"/>
                </a:cubicBezTo>
                <a:cubicBezTo>
                  <a:pt x="1574763" y="251702"/>
                  <a:pt x="1613977" y="292464"/>
                  <a:pt x="1653707" y="332711"/>
                </a:cubicBezTo>
                <a:cubicBezTo>
                  <a:pt x="1664027" y="343546"/>
                  <a:pt x="1665575" y="353350"/>
                  <a:pt x="1657835" y="366249"/>
                </a:cubicBezTo>
                <a:cubicBezTo>
                  <a:pt x="1628424" y="416299"/>
                  <a:pt x="1598497" y="465833"/>
                  <a:pt x="1569087" y="515883"/>
                </a:cubicBezTo>
                <a:cubicBezTo>
                  <a:pt x="1562379" y="527234"/>
                  <a:pt x="1561863" y="539102"/>
                  <a:pt x="1568571" y="550453"/>
                </a:cubicBezTo>
                <a:cubicBezTo>
                  <a:pt x="1576311" y="564384"/>
                  <a:pt x="1583534" y="578316"/>
                  <a:pt x="1591274" y="592247"/>
                </a:cubicBezTo>
                <a:cubicBezTo>
                  <a:pt x="1596950" y="602567"/>
                  <a:pt x="1605721" y="608243"/>
                  <a:pt x="1617589" y="608759"/>
                </a:cubicBezTo>
                <a:cubicBezTo>
                  <a:pt x="1637196" y="610307"/>
                  <a:pt x="1657319" y="611339"/>
                  <a:pt x="1676926" y="612886"/>
                </a:cubicBezTo>
                <a:cubicBezTo>
                  <a:pt x="1717172" y="615466"/>
                  <a:pt x="1757419" y="618046"/>
                  <a:pt x="1797665" y="620626"/>
                </a:cubicBezTo>
                <a:cubicBezTo>
                  <a:pt x="1809016" y="621142"/>
                  <a:pt x="1818304" y="628882"/>
                  <a:pt x="1820884" y="640233"/>
                </a:cubicBezTo>
                <a:cubicBezTo>
                  <a:pt x="1833267" y="695959"/>
                  <a:pt x="1845135" y="752200"/>
                  <a:pt x="1857518" y="808442"/>
                </a:cubicBezTo>
                <a:cubicBezTo>
                  <a:pt x="1859066" y="816181"/>
                  <a:pt x="1857002" y="822889"/>
                  <a:pt x="1851842" y="829081"/>
                </a:cubicBezTo>
                <a:cubicBezTo>
                  <a:pt x="1849262" y="832177"/>
                  <a:pt x="1845135" y="834241"/>
                  <a:pt x="1841523" y="836305"/>
                </a:cubicBezTo>
                <a:cubicBezTo>
                  <a:pt x="1789925" y="862103"/>
                  <a:pt x="1738327" y="887902"/>
                  <a:pt x="1686214" y="913701"/>
                </a:cubicBezTo>
                <a:cubicBezTo>
                  <a:pt x="1675378" y="919377"/>
                  <a:pt x="1669187" y="927633"/>
                  <a:pt x="1668670" y="940016"/>
                </a:cubicBezTo>
                <a:cubicBezTo>
                  <a:pt x="1667639" y="959623"/>
                  <a:pt x="1666090" y="978714"/>
                  <a:pt x="1665059" y="998322"/>
                </a:cubicBezTo>
                <a:cubicBezTo>
                  <a:pt x="1664543" y="1009673"/>
                  <a:pt x="1668670" y="1019477"/>
                  <a:pt x="1678474" y="1026184"/>
                </a:cubicBezTo>
                <a:cubicBezTo>
                  <a:pt x="1726460" y="1061271"/>
                  <a:pt x="1773930" y="1096873"/>
                  <a:pt x="1821916" y="1131960"/>
                </a:cubicBezTo>
                <a:cubicBezTo>
                  <a:pt x="1833267" y="1140215"/>
                  <a:pt x="1836879" y="1150535"/>
                  <a:pt x="1831720" y="1163950"/>
                </a:cubicBezTo>
                <a:cubicBezTo>
                  <a:pt x="1822948" y="1188201"/>
                  <a:pt x="1814176" y="1212452"/>
                  <a:pt x="1805404" y="1236703"/>
                </a:cubicBezTo>
                <a:cubicBezTo>
                  <a:pt x="1795601" y="1263534"/>
                  <a:pt x="1785798" y="1290881"/>
                  <a:pt x="1775478" y="1317711"/>
                </a:cubicBezTo>
                <a:cubicBezTo>
                  <a:pt x="1771350" y="1329063"/>
                  <a:pt x="1761546" y="1335255"/>
                  <a:pt x="1750195" y="1334223"/>
                </a:cubicBezTo>
                <a:cubicBezTo>
                  <a:pt x="1728524" y="1332159"/>
                  <a:pt x="1707369" y="1329579"/>
                  <a:pt x="1685698" y="1327515"/>
                </a:cubicBezTo>
                <a:cubicBezTo>
                  <a:pt x="1648548" y="1323387"/>
                  <a:pt x="1611397" y="1319259"/>
                  <a:pt x="1574247" y="1315648"/>
                </a:cubicBezTo>
                <a:cubicBezTo>
                  <a:pt x="1562379" y="1314616"/>
                  <a:pt x="1553092" y="1318743"/>
                  <a:pt x="1545868" y="1328547"/>
                </a:cubicBezTo>
                <a:cubicBezTo>
                  <a:pt x="1532453" y="1346606"/>
                  <a:pt x="1519553" y="1365181"/>
                  <a:pt x="1505622" y="1383241"/>
                </a:cubicBezTo>
                <a:cubicBezTo>
                  <a:pt x="1497366" y="1394076"/>
                  <a:pt x="1496334" y="1405428"/>
                  <a:pt x="1500978" y="1417811"/>
                </a:cubicBezTo>
                <a:cubicBezTo>
                  <a:pt x="1521617" y="1472505"/>
                  <a:pt x="1542772" y="1527198"/>
                  <a:pt x="1563411" y="1581892"/>
                </a:cubicBezTo>
                <a:cubicBezTo>
                  <a:pt x="1569087" y="1596339"/>
                  <a:pt x="1565991" y="1606143"/>
                  <a:pt x="1554124" y="1615430"/>
                </a:cubicBezTo>
                <a:cubicBezTo>
                  <a:pt x="1512845" y="1646389"/>
                  <a:pt x="1472083" y="1677864"/>
                  <a:pt x="1430805" y="1708822"/>
                </a:cubicBezTo>
                <a:cubicBezTo>
                  <a:pt x="1418938" y="1717594"/>
                  <a:pt x="1408618" y="1717594"/>
                  <a:pt x="1397266" y="1708306"/>
                </a:cubicBezTo>
                <a:cubicBezTo>
                  <a:pt x="1352892" y="1672704"/>
                  <a:pt x="1308003" y="1636585"/>
                  <a:pt x="1263628" y="1600467"/>
                </a:cubicBezTo>
                <a:cubicBezTo>
                  <a:pt x="1253825" y="1592727"/>
                  <a:pt x="1243505" y="1590147"/>
                  <a:pt x="1232154" y="1594275"/>
                </a:cubicBezTo>
                <a:cubicBezTo>
                  <a:pt x="1205839" y="1604079"/>
                  <a:pt x="1179524" y="1613883"/>
                  <a:pt x="1153725" y="1624202"/>
                </a:cubicBezTo>
                <a:cubicBezTo>
                  <a:pt x="1143406" y="1628330"/>
                  <a:pt x="1137214" y="1636070"/>
                  <a:pt x="1134634" y="1646905"/>
                </a:cubicBezTo>
                <a:cubicBezTo>
                  <a:pt x="1131022" y="1663932"/>
                  <a:pt x="1127411" y="1681475"/>
                  <a:pt x="1123798" y="1698503"/>
                </a:cubicBezTo>
                <a:cubicBezTo>
                  <a:pt x="1115027" y="1739781"/>
                  <a:pt x="1106771" y="1780543"/>
                  <a:pt x="1097999" y="1821821"/>
                </a:cubicBezTo>
                <a:cubicBezTo>
                  <a:pt x="1095420" y="1833689"/>
                  <a:pt x="1088196" y="1840913"/>
                  <a:pt x="1076329" y="1842460"/>
                </a:cubicBezTo>
                <a:cubicBezTo>
                  <a:pt x="1048982" y="1846072"/>
                  <a:pt x="1021635" y="1848652"/>
                  <a:pt x="994288" y="1851232"/>
                </a:cubicBezTo>
                <a:cubicBezTo>
                  <a:pt x="980873" y="1850200"/>
                  <a:pt x="970037" y="1851232"/>
                  <a:pt x="959201" y="1852264"/>
                </a:cubicBezTo>
                <a:close/>
                <a:moveTo>
                  <a:pt x="928759" y="382245"/>
                </a:moveTo>
                <a:cubicBezTo>
                  <a:pt x="633620" y="381729"/>
                  <a:pt x="388015" y="619594"/>
                  <a:pt x="386983" y="921957"/>
                </a:cubicBezTo>
                <a:cubicBezTo>
                  <a:pt x="385951" y="1222772"/>
                  <a:pt x="627428" y="1464765"/>
                  <a:pt x="926695" y="1465797"/>
                </a:cubicBezTo>
                <a:cubicBezTo>
                  <a:pt x="1229058" y="1466829"/>
                  <a:pt x="1470019" y="1222772"/>
                  <a:pt x="1470535" y="924537"/>
                </a:cubicBezTo>
                <a:cubicBezTo>
                  <a:pt x="1470535" y="625270"/>
                  <a:pt x="1228026" y="381729"/>
                  <a:pt x="928759" y="382245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="" xmlns:a16="http://schemas.microsoft.com/office/drawing/2014/main" id="{D9A123FC-02CE-41F5-8044-BF4EEF221F28}"/>
              </a:ext>
            </a:extLst>
          </p:cNvPr>
          <p:cNvSpPr/>
          <p:nvPr/>
        </p:nvSpPr>
        <p:spPr>
          <a:xfrm>
            <a:off x="3024122" y="1688320"/>
            <a:ext cx="1051669" cy="1070562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64288D6C-FFD6-4513-B7FB-6E8702672008}"/>
              </a:ext>
            </a:extLst>
          </p:cNvPr>
          <p:cNvSpPr/>
          <p:nvPr/>
        </p:nvSpPr>
        <p:spPr>
          <a:xfrm>
            <a:off x="11118869" y="220249"/>
            <a:ext cx="853923" cy="853924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5A009AE0-84D1-46BD-A3D1-DE1CB19D32ED}"/>
              </a:ext>
            </a:extLst>
          </p:cNvPr>
          <p:cNvGrpSpPr/>
          <p:nvPr/>
        </p:nvGrpSpPr>
        <p:grpSpPr>
          <a:xfrm rot="1212279">
            <a:off x="4087175" y="247501"/>
            <a:ext cx="3054679" cy="1218879"/>
            <a:chOff x="1727363" y="3556278"/>
            <a:chExt cx="3054679" cy="1218879"/>
          </a:xfrm>
          <a:solidFill>
            <a:schemeClr val="bg1">
              <a:alpha val="5000"/>
            </a:schemeClr>
          </a:solidFill>
        </p:grpSpPr>
        <p:sp>
          <p:nvSpPr>
            <p:cNvPr id="29" name="Freeform: Shape 28">
              <a:extLst>
                <a:ext uri="{FF2B5EF4-FFF2-40B4-BE49-F238E27FC236}">
                  <a16:creationId xmlns="" xmlns:a16="http://schemas.microsoft.com/office/drawing/2014/main" id="{F247D2D1-6005-4632-809B-6B5BDCD4F2E1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="" xmlns:a16="http://schemas.microsoft.com/office/drawing/2014/main" id="{BC69DB4C-B2EA-4392-B4A3-EE775C7B812F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32" name="Freeform: Shape 31">
                <a:extLst>
                  <a:ext uri="{FF2B5EF4-FFF2-40B4-BE49-F238E27FC236}">
                    <a16:creationId xmlns="" xmlns:a16="http://schemas.microsoft.com/office/drawing/2014/main" id="{45A57558-A521-4754-B376-50F1CEB743F4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="" xmlns:a16="http://schemas.microsoft.com/office/drawing/2014/main" id="{D53A0459-4D3D-48F2-8909-33333F49E440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="" xmlns:a16="http://schemas.microsoft.com/office/drawing/2014/main" id="{5DAD32A1-1249-4ABA-B7D2-F068D0D4D3F8}"/>
                </a:ext>
              </a:extLst>
            </p:cNvPr>
            <p:cNvSpPr/>
            <p:nvPr/>
          </p:nvSpPr>
          <p:spPr>
            <a:xfrm>
              <a:off x="1727363" y="4086481"/>
              <a:ext cx="683882" cy="686216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3A215BE9-B303-434B-9E15-6EC5D7007495}"/>
              </a:ext>
            </a:extLst>
          </p:cNvPr>
          <p:cNvGrpSpPr/>
          <p:nvPr/>
        </p:nvGrpSpPr>
        <p:grpSpPr>
          <a:xfrm>
            <a:off x="8507469" y="529601"/>
            <a:ext cx="2745260" cy="2471860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25" name="Freeform: Shape 24">
              <a:extLst>
                <a:ext uri="{FF2B5EF4-FFF2-40B4-BE49-F238E27FC236}">
                  <a16:creationId xmlns="" xmlns:a16="http://schemas.microsoft.com/office/drawing/2014/main" id="{7809DAD2-AC54-4D08-BA47-B17D63965C4A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="" xmlns:a16="http://schemas.microsoft.com/office/drawing/2014/main" id="{32FE9CBB-A365-4955-9D17-02A906A0A62F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27" name="Freeform: Shape 26">
                <a:extLst>
                  <a:ext uri="{FF2B5EF4-FFF2-40B4-BE49-F238E27FC236}">
                    <a16:creationId xmlns="" xmlns:a16="http://schemas.microsoft.com/office/drawing/2014/main" id="{5449B596-5392-4413-8239-0EFAC58C51AC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="" xmlns:a16="http://schemas.microsoft.com/office/drawing/2014/main" id="{98C02BA6-7A63-47F9-8DDF-38320E62477D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C952D0FF-E99F-49A0-B658-59855EA4A5AC}"/>
              </a:ext>
            </a:extLst>
          </p:cNvPr>
          <p:cNvGrpSpPr/>
          <p:nvPr/>
        </p:nvGrpSpPr>
        <p:grpSpPr>
          <a:xfrm rot="18655185">
            <a:off x="7923365" y="4809769"/>
            <a:ext cx="1639387" cy="985059"/>
            <a:chOff x="2753518" y="3556278"/>
            <a:chExt cx="2028524" cy="1218879"/>
          </a:xfrm>
          <a:solidFill>
            <a:schemeClr val="bg1">
              <a:alpha val="5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="" xmlns:a16="http://schemas.microsoft.com/office/drawing/2014/main" id="{7E06EEF8-C820-49D6-9EAE-41763A5315FA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="" xmlns:a16="http://schemas.microsoft.com/office/drawing/2014/main" id="{6B6371E7-8DBE-4426-B808-11EE3562F156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23" name="Freeform: Shape 22">
                <a:extLst>
                  <a:ext uri="{FF2B5EF4-FFF2-40B4-BE49-F238E27FC236}">
                    <a16:creationId xmlns="" xmlns:a16="http://schemas.microsoft.com/office/drawing/2014/main" id="{6B056C3D-76B0-4443-AB02-45EB5BF3EE13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="" xmlns:a16="http://schemas.microsoft.com/office/drawing/2014/main" id="{07089887-82B9-4AAD-94F6-87BE88D57333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BB558D77-924C-4DCC-BFF7-E4B3731F5DA2}"/>
              </a:ext>
            </a:extLst>
          </p:cNvPr>
          <p:cNvGrpSpPr/>
          <p:nvPr/>
        </p:nvGrpSpPr>
        <p:grpSpPr>
          <a:xfrm>
            <a:off x="218787" y="4076953"/>
            <a:ext cx="2745260" cy="2471860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889ABFBE-0792-4BCE-A56B-CA7BFD894F8B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="" xmlns:a16="http://schemas.microsoft.com/office/drawing/2014/main" id="{3CB55807-BD22-4048-954D-034035693AB1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19" name="Freeform: Shape 18">
                <a:extLst>
                  <a:ext uri="{FF2B5EF4-FFF2-40B4-BE49-F238E27FC236}">
                    <a16:creationId xmlns="" xmlns:a16="http://schemas.microsoft.com/office/drawing/2014/main" id="{B604511B-5CCB-4401-AD66-43DC945D0707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="" xmlns:a16="http://schemas.microsoft.com/office/drawing/2014/main" id="{95779E09-5F7A-4743-A1ED-396B9867C6F6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3" name="Freeform: Shape 12">
            <a:extLst>
              <a:ext uri="{FF2B5EF4-FFF2-40B4-BE49-F238E27FC236}">
                <a16:creationId xmlns="" xmlns:a16="http://schemas.microsoft.com/office/drawing/2014/main" id="{91A4F8E1-7B8C-4038-8994-541902C4B0AB}"/>
              </a:ext>
            </a:extLst>
          </p:cNvPr>
          <p:cNvSpPr/>
          <p:nvPr/>
        </p:nvSpPr>
        <p:spPr>
          <a:xfrm>
            <a:off x="3839744" y="5541765"/>
            <a:ext cx="936646" cy="931442"/>
          </a:xfrm>
          <a:custGeom>
            <a:avLst/>
            <a:gdLst>
              <a:gd name="connsiteX0" fmla="*/ 959201 w 1857518"/>
              <a:gd name="connsiteY0" fmla="*/ 1852264 h 1847198"/>
              <a:gd name="connsiteX1" fmla="*/ 910700 w 1857518"/>
              <a:gd name="connsiteY1" fmla="*/ 1852264 h 1847198"/>
              <a:gd name="connsiteX2" fmla="*/ 891608 w 1857518"/>
              <a:gd name="connsiteY2" fmla="*/ 1830593 h 1847198"/>
              <a:gd name="connsiteX3" fmla="*/ 838463 w 1857518"/>
              <a:gd name="connsiteY3" fmla="*/ 1669608 h 1847198"/>
              <a:gd name="connsiteX4" fmla="*/ 813180 w 1857518"/>
              <a:gd name="connsiteY4" fmla="*/ 1646905 h 1847198"/>
              <a:gd name="connsiteX5" fmla="*/ 730624 w 1857518"/>
              <a:gd name="connsiteY5" fmla="*/ 1628330 h 1847198"/>
              <a:gd name="connsiteX6" fmla="*/ 693990 w 1857518"/>
              <a:gd name="connsiteY6" fmla="*/ 1639165 h 1847198"/>
              <a:gd name="connsiteX7" fmla="*/ 573251 w 1857518"/>
              <a:gd name="connsiteY7" fmla="*/ 1761452 h 1847198"/>
              <a:gd name="connsiteX8" fmla="*/ 542292 w 1857518"/>
              <a:gd name="connsiteY8" fmla="*/ 1766612 h 1847198"/>
              <a:gd name="connsiteX9" fmla="*/ 412782 w 1857518"/>
              <a:gd name="connsiteY9" fmla="*/ 1693859 h 1847198"/>
              <a:gd name="connsiteX10" fmla="*/ 398334 w 1857518"/>
              <a:gd name="connsiteY10" fmla="*/ 1660836 h 1847198"/>
              <a:gd name="connsiteX11" fmla="*/ 440644 w 1857518"/>
              <a:gd name="connsiteY11" fmla="*/ 1494176 h 1847198"/>
              <a:gd name="connsiteX12" fmla="*/ 432904 w 1857518"/>
              <a:gd name="connsiteY12" fmla="*/ 1462185 h 1847198"/>
              <a:gd name="connsiteX13" fmla="*/ 370471 w 1857518"/>
              <a:gd name="connsiteY13" fmla="*/ 1397172 h 1847198"/>
              <a:gd name="connsiteX14" fmla="*/ 340545 w 1857518"/>
              <a:gd name="connsiteY14" fmla="*/ 1388400 h 1847198"/>
              <a:gd name="connsiteX15" fmla="*/ 310618 w 1857518"/>
              <a:gd name="connsiteY15" fmla="*/ 1395108 h 1847198"/>
              <a:gd name="connsiteX16" fmla="*/ 170273 w 1857518"/>
              <a:gd name="connsiteY16" fmla="*/ 1426583 h 1847198"/>
              <a:gd name="connsiteX17" fmla="*/ 141377 w 1857518"/>
              <a:gd name="connsiteY17" fmla="*/ 1413683 h 1847198"/>
              <a:gd name="connsiteX18" fmla="*/ 70689 w 1857518"/>
              <a:gd name="connsiteY18" fmla="*/ 1276949 h 1847198"/>
              <a:gd name="connsiteX19" fmla="*/ 75848 w 1857518"/>
              <a:gd name="connsiteY19" fmla="*/ 1247539 h 1847198"/>
              <a:gd name="connsiteX20" fmla="*/ 206391 w 1857518"/>
              <a:gd name="connsiteY20" fmla="*/ 1126284 h 1847198"/>
              <a:gd name="connsiteX21" fmla="*/ 216710 w 1857518"/>
              <a:gd name="connsiteY21" fmla="*/ 1096873 h 1847198"/>
              <a:gd name="connsiteX22" fmla="*/ 201231 w 1857518"/>
              <a:gd name="connsiteY22" fmla="*/ 1012769 h 1847198"/>
              <a:gd name="connsiteX23" fmla="*/ 181108 w 1857518"/>
              <a:gd name="connsiteY23" fmla="*/ 989034 h 1847198"/>
              <a:gd name="connsiteX24" fmla="*/ 67077 w 1857518"/>
              <a:gd name="connsiteY24" fmla="*/ 947240 h 1847198"/>
              <a:gd name="connsiteX25" fmla="*/ 0 w 1857518"/>
              <a:gd name="connsiteY25" fmla="*/ 921957 h 1847198"/>
              <a:gd name="connsiteX26" fmla="*/ 0 w 1857518"/>
              <a:gd name="connsiteY26" fmla="*/ 893062 h 1847198"/>
              <a:gd name="connsiteX27" fmla="*/ 4643 w 1857518"/>
              <a:gd name="connsiteY27" fmla="*/ 842496 h 1847198"/>
              <a:gd name="connsiteX28" fmla="*/ 17543 w 1857518"/>
              <a:gd name="connsiteY28" fmla="*/ 743945 h 1847198"/>
              <a:gd name="connsiteX29" fmla="*/ 38182 w 1857518"/>
              <a:gd name="connsiteY29" fmla="*/ 723305 h 1847198"/>
              <a:gd name="connsiteX30" fmla="*/ 214131 w 1857518"/>
              <a:gd name="connsiteY30" fmla="*/ 691315 h 1847198"/>
              <a:gd name="connsiteX31" fmla="*/ 239929 w 1857518"/>
              <a:gd name="connsiteY31" fmla="*/ 671192 h 1847198"/>
              <a:gd name="connsiteX32" fmla="*/ 266760 w 1857518"/>
              <a:gd name="connsiteY32" fmla="*/ 606695 h 1847198"/>
              <a:gd name="connsiteX33" fmla="*/ 262116 w 1857518"/>
              <a:gd name="connsiteY33" fmla="*/ 570060 h 1847198"/>
              <a:gd name="connsiteX34" fmla="*/ 159437 w 1857518"/>
              <a:gd name="connsiteY34" fmla="*/ 434874 h 1847198"/>
              <a:gd name="connsiteX35" fmla="*/ 159953 w 1857518"/>
              <a:gd name="connsiteY35" fmla="*/ 401336 h 1847198"/>
              <a:gd name="connsiteX36" fmla="*/ 259536 w 1857518"/>
              <a:gd name="connsiteY36" fmla="*/ 278017 h 1847198"/>
              <a:gd name="connsiteX37" fmla="*/ 294623 w 1857518"/>
              <a:gd name="connsiteY37" fmla="*/ 268729 h 1847198"/>
              <a:gd name="connsiteX38" fmla="*/ 457672 w 1857518"/>
              <a:gd name="connsiteY38" fmla="*/ 336322 h 1847198"/>
              <a:gd name="connsiteX39" fmla="*/ 489146 w 1857518"/>
              <a:gd name="connsiteY39" fmla="*/ 333743 h 1847198"/>
              <a:gd name="connsiteX40" fmla="*/ 540744 w 1857518"/>
              <a:gd name="connsiteY40" fmla="*/ 298140 h 1847198"/>
              <a:gd name="connsiteX41" fmla="*/ 553127 w 1857518"/>
              <a:gd name="connsiteY41" fmla="*/ 273889 h 1847198"/>
              <a:gd name="connsiteX42" fmla="*/ 552096 w 1857518"/>
              <a:gd name="connsiteY42" fmla="*/ 255830 h 1847198"/>
              <a:gd name="connsiteX43" fmla="*/ 545904 w 1857518"/>
              <a:gd name="connsiteY43" fmla="*/ 175854 h 1847198"/>
              <a:gd name="connsiteX44" fmla="*/ 539712 w 1857518"/>
              <a:gd name="connsiteY44" fmla="*/ 95877 h 1847198"/>
              <a:gd name="connsiteX45" fmla="*/ 556739 w 1857518"/>
              <a:gd name="connsiteY45" fmla="*/ 69562 h 1847198"/>
              <a:gd name="connsiteX46" fmla="*/ 716176 w 1857518"/>
              <a:gd name="connsiteY46" fmla="*/ 15901 h 1847198"/>
              <a:gd name="connsiteX47" fmla="*/ 726496 w 1857518"/>
              <a:gd name="connsiteY47" fmla="*/ 14353 h 1847198"/>
              <a:gd name="connsiteX48" fmla="*/ 748167 w 1857518"/>
              <a:gd name="connsiteY48" fmla="*/ 28800 h 1847198"/>
              <a:gd name="connsiteX49" fmla="*/ 847750 w 1857518"/>
              <a:gd name="connsiteY49" fmla="*/ 172758 h 1847198"/>
              <a:gd name="connsiteX50" fmla="*/ 878709 w 1857518"/>
              <a:gd name="connsiteY50" fmla="*/ 187721 h 1847198"/>
              <a:gd name="connsiteX51" fmla="*/ 931855 w 1857518"/>
              <a:gd name="connsiteY51" fmla="*/ 185657 h 1847198"/>
              <a:gd name="connsiteX52" fmla="*/ 948366 w 1857518"/>
              <a:gd name="connsiteY52" fmla="*/ 177401 h 1847198"/>
              <a:gd name="connsiteX53" fmla="*/ 954042 w 1857518"/>
              <a:gd name="connsiteY53" fmla="*/ 169146 h 1847198"/>
              <a:gd name="connsiteX54" fmla="*/ 979840 w 1857518"/>
              <a:gd name="connsiteY54" fmla="*/ 121676 h 1847198"/>
              <a:gd name="connsiteX55" fmla="*/ 1037630 w 1857518"/>
              <a:gd name="connsiteY55" fmla="*/ 13837 h 1847198"/>
              <a:gd name="connsiteX56" fmla="*/ 1066525 w 1857518"/>
              <a:gd name="connsiteY56" fmla="*/ 937 h 1847198"/>
              <a:gd name="connsiteX57" fmla="*/ 1233702 w 1857518"/>
              <a:gd name="connsiteY57" fmla="*/ 40667 h 1847198"/>
              <a:gd name="connsiteX58" fmla="*/ 1253309 w 1857518"/>
              <a:gd name="connsiteY58" fmla="*/ 64918 h 1847198"/>
              <a:gd name="connsiteX59" fmla="*/ 1254341 w 1857518"/>
              <a:gd name="connsiteY59" fmla="*/ 85042 h 1847198"/>
              <a:gd name="connsiteX60" fmla="*/ 1258468 w 1857518"/>
              <a:gd name="connsiteY60" fmla="*/ 209908 h 1847198"/>
              <a:gd name="connsiteX61" fmla="*/ 1260016 w 1857518"/>
              <a:gd name="connsiteY61" fmla="*/ 244478 h 1847198"/>
              <a:gd name="connsiteX62" fmla="*/ 1276012 w 1857518"/>
              <a:gd name="connsiteY62" fmla="*/ 270277 h 1847198"/>
              <a:gd name="connsiteX63" fmla="*/ 1313678 w 1857518"/>
              <a:gd name="connsiteY63" fmla="*/ 291948 h 1847198"/>
              <a:gd name="connsiteX64" fmla="*/ 1349797 w 1857518"/>
              <a:gd name="connsiteY64" fmla="*/ 291948 h 1847198"/>
              <a:gd name="connsiteX65" fmla="*/ 1502526 w 1857518"/>
              <a:gd name="connsiteY65" fmla="*/ 206812 h 1847198"/>
              <a:gd name="connsiteX66" fmla="*/ 1535033 w 1857518"/>
              <a:gd name="connsiteY66" fmla="*/ 211456 h 1847198"/>
              <a:gd name="connsiteX67" fmla="*/ 1653707 w 1857518"/>
              <a:gd name="connsiteY67" fmla="*/ 332711 h 1847198"/>
              <a:gd name="connsiteX68" fmla="*/ 1657835 w 1857518"/>
              <a:gd name="connsiteY68" fmla="*/ 366249 h 1847198"/>
              <a:gd name="connsiteX69" fmla="*/ 1569087 w 1857518"/>
              <a:gd name="connsiteY69" fmla="*/ 515883 h 1847198"/>
              <a:gd name="connsiteX70" fmla="*/ 1568571 w 1857518"/>
              <a:gd name="connsiteY70" fmla="*/ 550453 h 1847198"/>
              <a:gd name="connsiteX71" fmla="*/ 1591274 w 1857518"/>
              <a:gd name="connsiteY71" fmla="*/ 592247 h 1847198"/>
              <a:gd name="connsiteX72" fmla="*/ 1617589 w 1857518"/>
              <a:gd name="connsiteY72" fmla="*/ 608759 h 1847198"/>
              <a:gd name="connsiteX73" fmla="*/ 1676926 w 1857518"/>
              <a:gd name="connsiteY73" fmla="*/ 612886 h 1847198"/>
              <a:gd name="connsiteX74" fmla="*/ 1797665 w 1857518"/>
              <a:gd name="connsiteY74" fmla="*/ 620626 h 1847198"/>
              <a:gd name="connsiteX75" fmla="*/ 1820884 w 1857518"/>
              <a:gd name="connsiteY75" fmla="*/ 640233 h 1847198"/>
              <a:gd name="connsiteX76" fmla="*/ 1857518 w 1857518"/>
              <a:gd name="connsiteY76" fmla="*/ 808442 h 1847198"/>
              <a:gd name="connsiteX77" fmla="*/ 1851842 w 1857518"/>
              <a:gd name="connsiteY77" fmla="*/ 829081 h 1847198"/>
              <a:gd name="connsiteX78" fmla="*/ 1841523 w 1857518"/>
              <a:gd name="connsiteY78" fmla="*/ 836305 h 1847198"/>
              <a:gd name="connsiteX79" fmla="*/ 1686214 w 1857518"/>
              <a:gd name="connsiteY79" fmla="*/ 913701 h 1847198"/>
              <a:gd name="connsiteX80" fmla="*/ 1668670 w 1857518"/>
              <a:gd name="connsiteY80" fmla="*/ 940016 h 1847198"/>
              <a:gd name="connsiteX81" fmla="*/ 1665059 w 1857518"/>
              <a:gd name="connsiteY81" fmla="*/ 998322 h 1847198"/>
              <a:gd name="connsiteX82" fmla="*/ 1678474 w 1857518"/>
              <a:gd name="connsiteY82" fmla="*/ 1026184 h 1847198"/>
              <a:gd name="connsiteX83" fmla="*/ 1821916 w 1857518"/>
              <a:gd name="connsiteY83" fmla="*/ 1131960 h 1847198"/>
              <a:gd name="connsiteX84" fmla="*/ 1831720 w 1857518"/>
              <a:gd name="connsiteY84" fmla="*/ 1163950 h 1847198"/>
              <a:gd name="connsiteX85" fmla="*/ 1805404 w 1857518"/>
              <a:gd name="connsiteY85" fmla="*/ 1236703 h 1847198"/>
              <a:gd name="connsiteX86" fmla="*/ 1775478 w 1857518"/>
              <a:gd name="connsiteY86" fmla="*/ 1317711 h 1847198"/>
              <a:gd name="connsiteX87" fmla="*/ 1750195 w 1857518"/>
              <a:gd name="connsiteY87" fmla="*/ 1334223 h 1847198"/>
              <a:gd name="connsiteX88" fmla="*/ 1685698 w 1857518"/>
              <a:gd name="connsiteY88" fmla="*/ 1327515 h 1847198"/>
              <a:gd name="connsiteX89" fmla="*/ 1574247 w 1857518"/>
              <a:gd name="connsiteY89" fmla="*/ 1315648 h 1847198"/>
              <a:gd name="connsiteX90" fmla="*/ 1545868 w 1857518"/>
              <a:gd name="connsiteY90" fmla="*/ 1328547 h 1847198"/>
              <a:gd name="connsiteX91" fmla="*/ 1505622 w 1857518"/>
              <a:gd name="connsiteY91" fmla="*/ 1383241 h 1847198"/>
              <a:gd name="connsiteX92" fmla="*/ 1500978 w 1857518"/>
              <a:gd name="connsiteY92" fmla="*/ 1417811 h 1847198"/>
              <a:gd name="connsiteX93" fmla="*/ 1563411 w 1857518"/>
              <a:gd name="connsiteY93" fmla="*/ 1581892 h 1847198"/>
              <a:gd name="connsiteX94" fmla="*/ 1554124 w 1857518"/>
              <a:gd name="connsiteY94" fmla="*/ 1615430 h 1847198"/>
              <a:gd name="connsiteX95" fmla="*/ 1430805 w 1857518"/>
              <a:gd name="connsiteY95" fmla="*/ 1708822 h 1847198"/>
              <a:gd name="connsiteX96" fmla="*/ 1397266 w 1857518"/>
              <a:gd name="connsiteY96" fmla="*/ 1708306 h 1847198"/>
              <a:gd name="connsiteX97" fmla="*/ 1263628 w 1857518"/>
              <a:gd name="connsiteY97" fmla="*/ 1600467 h 1847198"/>
              <a:gd name="connsiteX98" fmla="*/ 1232154 w 1857518"/>
              <a:gd name="connsiteY98" fmla="*/ 1594275 h 1847198"/>
              <a:gd name="connsiteX99" fmla="*/ 1153725 w 1857518"/>
              <a:gd name="connsiteY99" fmla="*/ 1624202 h 1847198"/>
              <a:gd name="connsiteX100" fmla="*/ 1134634 w 1857518"/>
              <a:gd name="connsiteY100" fmla="*/ 1646905 h 1847198"/>
              <a:gd name="connsiteX101" fmla="*/ 1123798 w 1857518"/>
              <a:gd name="connsiteY101" fmla="*/ 1698503 h 1847198"/>
              <a:gd name="connsiteX102" fmla="*/ 1097999 w 1857518"/>
              <a:gd name="connsiteY102" fmla="*/ 1821821 h 1847198"/>
              <a:gd name="connsiteX103" fmla="*/ 1076329 w 1857518"/>
              <a:gd name="connsiteY103" fmla="*/ 1842460 h 1847198"/>
              <a:gd name="connsiteX104" fmla="*/ 994288 w 1857518"/>
              <a:gd name="connsiteY104" fmla="*/ 1851232 h 1847198"/>
              <a:gd name="connsiteX105" fmla="*/ 959201 w 1857518"/>
              <a:gd name="connsiteY105" fmla="*/ 1852264 h 1847198"/>
              <a:gd name="connsiteX106" fmla="*/ 928759 w 1857518"/>
              <a:gd name="connsiteY106" fmla="*/ 382245 h 1847198"/>
              <a:gd name="connsiteX107" fmla="*/ 386983 w 1857518"/>
              <a:gd name="connsiteY107" fmla="*/ 921957 h 1847198"/>
              <a:gd name="connsiteX108" fmla="*/ 926695 w 1857518"/>
              <a:gd name="connsiteY108" fmla="*/ 1465797 h 1847198"/>
              <a:gd name="connsiteX109" fmla="*/ 1470535 w 1857518"/>
              <a:gd name="connsiteY109" fmla="*/ 924537 h 1847198"/>
              <a:gd name="connsiteX110" fmla="*/ 928759 w 1857518"/>
              <a:gd name="connsiteY110" fmla="*/ 382245 h 184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857518" h="1847198">
                <a:moveTo>
                  <a:pt x="959201" y="1852264"/>
                </a:moveTo>
                <a:cubicBezTo>
                  <a:pt x="943206" y="1852264"/>
                  <a:pt x="927211" y="1852264"/>
                  <a:pt x="910700" y="1852264"/>
                </a:cubicBezTo>
                <a:cubicBezTo>
                  <a:pt x="900380" y="1848652"/>
                  <a:pt x="894704" y="1840913"/>
                  <a:pt x="891608" y="1830593"/>
                </a:cubicBezTo>
                <a:cubicBezTo>
                  <a:pt x="874065" y="1776931"/>
                  <a:pt x="856006" y="1723270"/>
                  <a:pt x="838463" y="1669608"/>
                </a:cubicBezTo>
                <a:cubicBezTo>
                  <a:pt x="834335" y="1657224"/>
                  <a:pt x="826080" y="1649485"/>
                  <a:pt x="813180" y="1646905"/>
                </a:cubicBezTo>
                <a:cubicBezTo>
                  <a:pt x="785833" y="1640713"/>
                  <a:pt x="757970" y="1635037"/>
                  <a:pt x="730624" y="1628330"/>
                </a:cubicBezTo>
                <a:cubicBezTo>
                  <a:pt x="716176" y="1624718"/>
                  <a:pt x="704309" y="1628330"/>
                  <a:pt x="693990" y="1639165"/>
                </a:cubicBezTo>
                <a:cubicBezTo>
                  <a:pt x="654259" y="1680443"/>
                  <a:pt x="613497" y="1720690"/>
                  <a:pt x="573251" y="1761452"/>
                </a:cubicBezTo>
                <a:cubicBezTo>
                  <a:pt x="563963" y="1770739"/>
                  <a:pt x="553127" y="1772804"/>
                  <a:pt x="542292" y="1766612"/>
                </a:cubicBezTo>
                <a:cubicBezTo>
                  <a:pt x="498950" y="1742361"/>
                  <a:pt x="456123" y="1718110"/>
                  <a:pt x="412782" y="1693859"/>
                </a:cubicBezTo>
                <a:cubicBezTo>
                  <a:pt x="397818" y="1685603"/>
                  <a:pt x="394206" y="1676832"/>
                  <a:pt x="398334" y="1660836"/>
                </a:cubicBezTo>
                <a:cubicBezTo>
                  <a:pt x="412265" y="1605111"/>
                  <a:pt x="426713" y="1549901"/>
                  <a:pt x="440644" y="1494176"/>
                </a:cubicBezTo>
                <a:cubicBezTo>
                  <a:pt x="443741" y="1482308"/>
                  <a:pt x="441676" y="1471473"/>
                  <a:pt x="432904" y="1462185"/>
                </a:cubicBezTo>
                <a:cubicBezTo>
                  <a:pt x="412265" y="1440514"/>
                  <a:pt x="391110" y="1418843"/>
                  <a:pt x="370471" y="1397172"/>
                </a:cubicBezTo>
                <a:cubicBezTo>
                  <a:pt x="362216" y="1388400"/>
                  <a:pt x="351896" y="1385820"/>
                  <a:pt x="340545" y="1388400"/>
                </a:cubicBezTo>
                <a:cubicBezTo>
                  <a:pt x="330226" y="1390464"/>
                  <a:pt x="320422" y="1393044"/>
                  <a:pt x="310618" y="1395108"/>
                </a:cubicBezTo>
                <a:cubicBezTo>
                  <a:pt x="263664" y="1405428"/>
                  <a:pt x="217226" y="1416263"/>
                  <a:pt x="170273" y="1426583"/>
                </a:cubicBezTo>
                <a:cubicBezTo>
                  <a:pt x="157373" y="1429679"/>
                  <a:pt x="147054" y="1425035"/>
                  <a:pt x="141377" y="1413683"/>
                </a:cubicBezTo>
                <a:cubicBezTo>
                  <a:pt x="117642" y="1368277"/>
                  <a:pt x="94423" y="1322355"/>
                  <a:pt x="70689" y="1276949"/>
                </a:cubicBezTo>
                <a:cubicBezTo>
                  <a:pt x="65529" y="1266630"/>
                  <a:pt x="67593" y="1255278"/>
                  <a:pt x="75848" y="1247539"/>
                </a:cubicBezTo>
                <a:cubicBezTo>
                  <a:pt x="119191" y="1207292"/>
                  <a:pt x="163049" y="1166530"/>
                  <a:pt x="206391" y="1126284"/>
                </a:cubicBezTo>
                <a:cubicBezTo>
                  <a:pt x="215162" y="1118544"/>
                  <a:pt x="218258" y="1108225"/>
                  <a:pt x="216710" y="1096873"/>
                </a:cubicBezTo>
                <a:cubicBezTo>
                  <a:pt x="211551" y="1069010"/>
                  <a:pt x="206391" y="1040631"/>
                  <a:pt x="201231" y="1012769"/>
                </a:cubicBezTo>
                <a:cubicBezTo>
                  <a:pt x="199167" y="1000901"/>
                  <a:pt x="192459" y="993162"/>
                  <a:pt x="181108" y="989034"/>
                </a:cubicBezTo>
                <a:cubicBezTo>
                  <a:pt x="142925" y="975103"/>
                  <a:pt x="104743" y="961171"/>
                  <a:pt x="67077" y="947240"/>
                </a:cubicBezTo>
                <a:cubicBezTo>
                  <a:pt x="44890" y="938984"/>
                  <a:pt x="22187" y="931760"/>
                  <a:pt x="0" y="921957"/>
                </a:cubicBezTo>
                <a:cubicBezTo>
                  <a:pt x="0" y="912153"/>
                  <a:pt x="0" y="902866"/>
                  <a:pt x="0" y="893062"/>
                </a:cubicBezTo>
                <a:cubicBezTo>
                  <a:pt x="1548" y="876035"/>
                  <a:pt x="3096" y="859524"/>
                  <a:pt x="4643" y="842496"/>
                </a:cubicBezTo>
                <a:cubicBezTo>
                  <a:pt x="7740" y="809474"/>
                  <a:pt x="12383" y="776451"/>
                  <a:pt x="17543" y="743945"/>
                </a:cubicBezTo>
                <a:cubicBezTo>
                  <a:pt x="19091" y="733109"/>
                  <a:pt x="26831" y="725369"/>
                  <a:pt x="38182" y="723305"/>
                </a:cubicBezTo>
                <a:cubicBezTo>
                  <a:pt x="97003" y="712470"/>
                  <a:pt x="155309" y="702150"/>
                  <a:pt x="214131" y="691315"/>
                </a:cubicBezTo>
                <a:cubicBezTo>
                  <a:pt x="226514" y="689251"/>
                  <a:pt x="234770" y="682543"/>
                  <a:pt x="239929" y="671192"/>
                </a:cubicBezTo>
                <a:cubicBezTo>
                  <a:pt x="248701" y="649521"/>
                  <a:pt x="257989" y="627850"/>
                  <a:pt x="266760" y="606695"/>
                </a:cubicBezTo>
                <a:cubicBezTo>
                  <a:pt x="272436" y="593279"/>
                  <a:pt x="270888" y="581928"/>
                  <a:pt x="262116" y="570060"/>
                </a:cubicBezTo>
                <a:cubicBezTo>
                  <a:pt x="227546" y="525170"/>
                  <a:pt x="193492" y="479764"/>
                  <a:pt x="159437" y="434874"/>
                </a:cubicBezTo>
                <a:cubicBezTo>
                  <a:pt x="150665" y="423007"/>
                  <a:pt x="150665" y="412687"/>
                  <a:pt x="159953" y="401336"/>
                </a:cubicBezTo>
                <a:cubicBezTo>
                  <a:pt x="192975" y="360058"/>
                  <a:pt x="225998" y="319295"/>
                  <a:pt x="259536" y="278017"/>
                </a:cubicBezTo>
                <a:cubicBezTo>
                  <a:pt x="270372" y="265118"/>
                  <a:pt x="279144" y="262538"/>
                  <a:pt x="294623" y="268729"/>
                </a:cubicBezTo>
                <a:cubicBezTo>
                  <a:pt x="348801" y="291433"/>
                  <a:pt x="402978" y="313620"/>
                  <a:pt x="457672" y="336322"/>
                </a:cubicBezTo>
                <a:cubicBezTo>
                  <a:pt x="468507" y="340966"/>
                  <a:pt x="479342" y="340450"/>
                  <a:pt x="489146" y="333743"/>
                </a:cubicBezTo>
                <a:cubicBezTo>
                  <a:pt x="506690" y="321875"/>
                  <a:pt x="523717" y="310008"/>
                  <a:pt x="540744" y="298140"/>
                </a:cubicBezTo>
                <a:cubicBezTo>
                  <a:pt x="548999" y="292464"/>
                  <a:pt x="553127" y="284209"/>
                  <a:pt x="553127" y="273889"/>
                </a:cubicBezTo>
                <a:cubicBezTo>
                  <a:pt x="553127" y="267697"/>
                  <a:pt x="552612" y="261506"/>
                  <a:pt x="552096" y="255830"/>
                </a:cubicBezTo>
                <a:cubicBezTo>
                  <a:pt x="550032" y="228999"/>
                  <a:pt x="547968" y="202684"/>
                  <a:pt x="545904" y="175854"/>
                </a:cubicBezTo>
                <a:cubicBezTo>
                  <a:pt x="543840" y="149023"/>
                  <a:pt x="541776" y="122708"/>
                  <a:pt x="539712" y="95877"/>
                </a:cubicBezTo>
                <a:cubicBezTo>
                  <a:pt x="538680" y="83493"/>
                  <a:pt x="544872" y="73690"/>
                  <a:pt x="556739" y="69562"/>
                </a:cubicBezTo>
                <a:cubicBezTo>
                  <a:pt x="609885" y="51503"/>
                  <a:pt x="663031" y="33444"/>
                  <a:pt x="716176" y="15901"/>
                </a:cubicBezTo>
                <a:cubicBezTo>
                  <a:pt x="719788" y="14869"/>
                  <a:pt x="722884" y="14353"/>
                  <a:pt x="726496" y="14353"/>
                </a:cubicBezTo>
                <a:cubicBezTo>
                  <a:pt x="736299" y="14869"/>
                  <a:pt x="742491" y="21060"/>
                  <a:pt x="748167" y="28800"/>
                </a:cubicBezTo>
                <a:cubicBezTo>
                  <a:pt x="781189" y="76786"/>
                  <a:pt x="814728" y="124772"/>
                  <a:pt x="847750" y="172758"/>
                </a:cubicBezTo>
                <a:cubicBezTo>
                  <a:pt x="855490" y="183593"/>
                  <a:pt x="865810" y="188753"/>
                  <a:pt x="878709" y="187721"/>
                </a:cubicBezTo>
                <a:cubicBezTo>
                  <a:pt x="896252" y="186173"/>
                  <a:pt x="914312" y="185657"/>
                  <a:pt x="931855" y="185657"/>
                </a:cubicBezTo>
                <a:cubicBezTo>
                  <a:pt x="939079" y="185657"/>
                  <a:pt x="944239" y="183077"/>
                  <a:pt x="948366" y="177401"/>
                </a:cubicBezTo>
                <a:cubicBezTo>
                  <a:pt x="950430" y="174822"/>
                  <a:pt x="952494" y="171726"/>
                  <a:pt x="954042" y="169146"/>
                </a:cubicBezTo>
                <a:cubicBezTo>
                  <a:pt x="962814" y="153150"/>
                  <a:pt x="971069" y="137155"/>
                  <a:pt x="979840" y="121676"/>
                </a:cubicBezTo>
                <a:cubicBezTo>
                  <a:pt x="998932" y="85558"/>
                  <a:pt x="1018539" y="49955"/>
                  <a:pt x="1037630" y="13837"/>
                </a:cubicBezTo>
                <a:cubicBezTo>
                  <a:pt x="1043822" y="2485"/>
                  <a:pt x="1053626" y="-2159"/>
                  <a:pt x="1066525" y="937"/>
                </a:cubicBezTo>
                <a:cubicBezTo>
                  <a:pt x="1122251" y="14353"/>
                  <a:pt x="1177976" y="27252"/>
                  <a:pt x="1233702" y="40667"/>
                </a:cubicBezTo>
                <a:cubicBezTo>
                  <a:pt x="1245569" y="43763"/>
                  <a:pt x="1252793" y="52535"/>
                  <a:pt x="1253309" y="64918"/>
                </a:cubicBezTo>
                <a:cubicBezTo>
                  <a:pt x="1253825" y="71626"/>
                  <a:pt x="1253825" y="78334"/>
                  <a:pt x="1254341" y="85042"/>
                </a:cubicBezTo>
                <a:cubicBezTo>
                  <a:pt x="1255888" y="126836"/>
                  <a:pt x="1256921" y="168630"/>
                  <a:pt x="1258468" y="209908"/>
                </a:cubicBezTo>
                <a:cubicBezTo>
                  <a:pt x="1258985" y="221260"/>
                  <a:pt x="1259501" y="233127"/>
                  <a:pt x="1260016" y="244478"/>
                </a:cubicBezTo>
                <a:cubicBezTo>
                  <a:pt x="1260532" y="255830"/>
                  <a:pt x="1266208" y="264602"/>
                  <a:pt x="1276012" y="270277"/>
                </a:cubicBezTo>
                <a:cubicBezTo>
                  <a:pt x="1288395" y="277501"/>
                  <a:pt x="1301295" y="284209"/>
                  <a:pt x="1313678" y="291948"/>
                </a:cubicBezTo>
                <a:cubicBezTo>
                  <a:pt x="1326062" y="299172"/>
                  <a:pt x="1337413" y="298656"/>
                  <a:pt x="1349797" y="291948"/>
                </a:cubicBezTo>
                <a:cubicBezTo>
                  <a:pt x="1400879" y="263570"/>
                  <a:pt x="1451444" y="235191"/>
                  <a:pt x="1502526" y="206812"/>
                </a:cubicBezTo>
                <a:cubicBezTo>
                  <a:pt x="1514394" y="200105"/>
                  <a:pt x="1525745" y="202168"/>
                  <a:pt x="1535033" y="211456"/>
                </a:cubicBezTo>
                <a:cubicBezTo>
                  <a:pt x="1574763" y="251702"/>
                  <a:pt x="1613977" y="292464"/>
                  <a:pt x="1653707" y="332711"/>
                </a:cubicBezTo>
                <a:cubicBezTo>
                  <a:pt x="1664027" y="343546"/>
                  <a:pt x="1665575" y="353350"/>
                  <a:pt x="1657835" y="366249"/>
                </a:cubicBezTo>
                <a:cubicBezTo>
                  <a:pt x="1628424" y="416299"/>
                  <a:pt x="1598497" y="465833"/>
                  <a:pt x="1569087" y="515883"/>
                </a:cubicBezTo>
                <a:cubicBezTo>
                  <a:pt x="1562379" y="527234"/>
                  <a:pt x="1561863" y="539102"/>
                  <a:pt x="1568571" y="550453"/>
                </a:cubicBezTo>
                <a:cubicBezTo>
                  <a:pt x="1576311" y="564384"/>
                  <a:pt x="1583534" y="578316"/>
                  <a:pt x="1591274" y="592247"/>
                </a:cubicBezTo>
                <a:cubicBezTo>
                  <a:pt x="1596950" y="602567"/>
                  <a:pt x="1605721" y="608243"/>
                  <a:pt x="1617589" y="608759"/>
                </a:cubicBezTo>
                <a:cubicBezTo>
                  <a:pt x="1637196" y="610307"/>
                  <a:pt x="1657319" y="611339"/>
                  <a:pt x="1676926" y="612886"/>
                </a:cubicBezTo>
                <a:cubicBezTo>
                  <a:pt x="1717172" y="615466"/>
                  <a:pt x="1757419" y="618046"/>
                  <a:pt x="1797665" y="620626"/>
                </a:cubicBezTo>
                <a:cubicBezTo>
                  <a:pt x="1809016" y="621142"/>
                  <a:pt x="1818304" y="628882"/>
                  <a:pt x="1820884" y="640233"/>
                </a:cubicBezTo>
                <a:cubicBezTo>
                  <a:pt x="1833267" y="695959"/>
                  <a:pt x="1845135" y="752200"/>
                  <a:pt x="1857518" y="808442"/>
                </a:cubicBezTo>
                <a:cubicBezTo>
                  <a:pt x="1859066" y="816181"/>
                  <a:pt x="1857002" y="822889"/>
                  <a:pt x="1851842" y="829081"/>
                </a:cubicBezTo>
                <a:cubicBezTo>
                  <a:pt x="1849262" y="832177"/>
                  <a:pt x="1845135" y="834241"/>
                  <a:pt x="1841523" y="836305"/>
                </a:cubicBezTo>
                <a:cubicBezTo>
                  <a:pt x="1789925" y="862103"/>
                  <a:pt x="1738327" y="887902"/>
                  <a:pt x="1686214" y="913701"/>
                </a:cubicBezTo>
                <a:cubicBezTo>
                  <a:pt x="1675378" y="919377"/>
                  <a:pt x="1669187" y="927633"/>
                  <a:pt x="1668670" y="940016"/>
                </a:cubicBezTo>
                <a:cubicBezTo>
                  <a:pt x="1667639" y="959623"/>
                  <a:pt x="1666090" y="978714"/>
                  <a:pt x="1665059" y="998322"/>
                </a:cubicBezTo>
                <a:cubicBezTo>
                  <a:pt x="1664543" y="1009673"/>
                  <a:pt x="1668670" y="1019477"/>
                  <a:pt x="1678474" y="1026184"/>
                </a:cubicBezTo>
                <a:cubicBezTo>
                  <a:pt x="1726460" y="1061271"/>
                  <a:pt x="1773930" y="1096873"/>
                  <a:pt x="1821916" y="1131960"/>
                </a:cubicBezTo>
                <a:cubicBezTo>
                  <a:pt x="1833267" y="1140215"/>
                  <a:pt x="1836879" y="1150535"/>
                  <a:pt x="1831720" y="1163950"/>
                </a:cubicBezTo>
                <a:cubicBezTo>
                  <a:pt x="1822948" y="1188201"/>
                  <a:pt x="1814176" y="1212452"/>
                  <a:pt x="1805404" y="1236703"/>
                </a:cubicBezTo>
                <a:cubicBezTo>
                  <a:pt x="1795601" y="1263534"/>
                  <a:pt x="1785798" y="1290881"/>
                  <a:pt x="1775478" y="1317711"/>
                </a:cubicBezTo>
                <a:cubicBezTo>
                  <a:pt x="1771350" y="1329063"/>
                  <a:pt x="1761546" y="1335255"/>
                  <a:pt x="1750195" y="1334223"/>
                </a:cubicBezTo>
                <a:cubicBezTo>
                  <a:pt x="1728524" y="1332159"/>
                  <a:pt x="1707369" y="1329579"/>
                  <a:pt x="1685698" y="1327515"/>
                </a:cubicBezTo>
                <a:cubicBezTo>
                  <a:pt x="1648548" y="1323387"/>
                  <a:pt x="1611397" y="1319259"/>
                  <a:pt x="1574247" y="1315648"/>
                </a:cubicBezTo>
                <a:cubicBezTo>
                  <a:pt x="1562379" y="1314616"/>
                  <a:pt x="1553092" y="1318743"/>
                  <a:pt x="1545868" y="1328547"/>
                </a:cubicBezTo>
                <a:cubicBezTo>
                  <a:pt x="1532453" y="1346606"/>
                  <a:pt x="1519553" y="1365181"/>
                  <a:pt x="1505622" y="1383241"/>
                </a:cubicBezTo>
                <a:cubicBezTo>
                  <a:pt x="1497366" y="1394076"/>
                  <a:pt x="1496334" y="1405428"/>
                  <a:pt x="1500978" y="1417811"/>
                </a:cubicBezTo>
                <a:cubicBezTo>
                  <a:pt x="1521617" y="1472505"/>
                  <a:pt x="1542772" y="1527198"/>
                  <a:pt x="1563411" y="1581892"/>
                </a:cubicBezTo>
                <a:cubicBezTo>
                  <a:pt x="1569087" y="1596339"/>
                  <a:pt x="1565991" y="1606143"/>
                  <a:pt x="1554124" y="1615430"/>
                </a:cubicBezTo>
                <a:cubicBezTo>
                  <a:pt x="1512845" y="1646389"/>
                  <a:pt x="1472083" y="1677864"/>
                  <a:pt x="1430805" y="1708822"/>
                </a:cubicBezTo>
                <a:cubicBezTo>
                  <a:pt x="1418938" y="1717594"/>
                  <a:pt x="1408618" y="1717594"/>
                  <a:pt x="1397266" y="1708306"/>
                </a:cubicBezTo>
                <a:cubicBezTo>
                  <a:pt x="1352892" y="1672704"/>
                  <a:pt x="1308003" y="1636585"/>
                  <a:pt x="1263628" y="1600467"/>
                </a:cubicBezTo>
                <a:cubicBezTo>
                  <a:pt x="1253825" y="1592727"/>
                  <a:pt x="1243505" y="1590147"/>
                  <a:pt x="1232154" y="1594275"/>
                </a:cubicBezTo>
                <a:cubicBezTo>
                  <a:pt x="1205839" y="1604079"/>
                  <a:pt x="1179524" y="1613883"/>
                  <a:pt x="1153725" y="1624202"/>
                </a:cubicBezTo>
                <a:cubicBezTo>
                  <a:pt x="1143406" y="1628330"/>
                  <a:pt x="1137214" y="1636070"/>
                  <a:pt x="1134634" y="1646905"/>
                </a:cubicBezTo>
                <a:cubicBezTo>
                  <a:pt x="1131022" y="1663932"/>
                  <a:pt x="1127411" y="1681475"/>
                  <a:pt x="1123798" y="1698503"/>
                </a:cubicBezTo>
                <a:cubicBezTo>
                  <a:pt x="1115027" y="1739781"/>
                  <a:pt x="1106771" y="1780543"/>
                  <a:pt x="1097999" y="1821821"/>
                </a:cubicBezTo>
                <a:cubicBezTo>
                  <a:pt x="1095420" y="1833689"/>
                  <a:pt x="1088196" y="1840913"/>
                  <a:pt x="1076329" y="1842460"/>
                </a:cubicBezTo>
                <a:cubicBezTo>
                  <a:pt x="1048982" y="1846072"/>
                  <a:pt x="1021635" y="1848652"/>
                  <a:pt x="994288" y="1851232"/>
                </a:cubicBezTo>
                <a:cubicBezTo>
                  <a:pt x="980873" y="1850200"/>
                  <a:pt x="970037" y="1851232"/>
                  <a:pt x="959201" y="1852264"/>
                </a:cubicBezTo>
                <a:close/>
                <a:moveTo>
                  <a:pt x="928759" y="382245"/>
                </a:moveTo>
                <a:cubicBezTo>
                  <a:pt x="633620" y="381729"/>
                  <a:pt x="388015" y="619594"/>
                  <a:pt x="386983" y="921957"/>
                </a:cubicBezTo>
                <a:cubicBezTo>
                  <a:pt x="385951" y="1222772"/>
                  <a:pt x="627428" y="1464765"/>
                  <a:pt x="926695" y="1465797"/>
                </a:cubicBezTo>
                <a:cubicBezTo>
                  <a:pt x="1229058" y="1466829"/>
                  <a:pt x="1470019" y="1222772"/>
                  <a:pt x="1470535" y="924537"/>
                </a:cubicBezTo>
                <a:cubicBezTo>
                  <a:pt x="1470535" y="625270"/>
                  <a:pt x="1228026" y="381729"/>
                  <a:pt x="928759" y="382245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="" xmlns:a16="http://schemas.microsoft.com/office/drawing/2014/main" id="{D31E7249-19DE-4C8D-8922-A84026F00998}"/>
              </a:ext>
            </a:extLst>
          </p:cNvPr>
          <p:cNvSpPr/>
          <p:nvPr/>
        </p:nvSpPr>
        <p:spPr>
          <a:xfrm>
            <a:off x="3024122" y="4785587"/>
            <a:ext cx="1051669" cy="1070562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="" xmlns:a16="http://schemas.microsoft.com/office/drawing/2014/main" id="{05F296A9-A09A-48BD-A24C-EBADEB320079}"/>
              </a:ext>
            </a:extLst>
          </p:cNvPr>
          <p:cNvSpPr/>
          <p:nvPr/>
        </p:nvSpPr>
        <p:spPr>
          <a:xfrm rot="2246763">
            <a:off x="322349" y="3332008"/>
            <a:ext cx="1218879" cy="1218879"/>
          </a:xfrm>
          <a:custGeom>
            <a:avLst/>
            <a:gdLst>
              <a:gd name="connsiteX0" fmla="*/ 894776 w 1774962"/>
              <a:gd name="connsiteY0" fmla="*/ 1775736 h 1774962"/>
              <a:gd name="connsiteX1" fmla="*/ 852466 w 1774962"/>
              <a:gd name="connsiteY1" fmla="*/ 1775736 h 1774962"/>
              <a:gd name="connsiteX2" fmla="*/ 839567 w 1774962"/>
              <a:gd name="connsiteY2" fmla="*/ 1764901 h 1774962"/>
              <a:gd name="connsiteX3" fmla="*/ 819960 w 1774962"/>
              <a:gd name="connsiteY3" fmla="*/ 1666349 h 1774962"/>
              <a:gd name="connsiteX4" fmla="*/ 822024 w 1774962"/>
              <a:gd name="connsiteY4" fmla="*/ 1636938 h 1774962"/>
              <a:gd name="connsiteX5" fmla="*/ 811704 w 1774962"/>
              <a:gd name="connsiteY5" fmla="*/ 1623523 h 1774962"/>
              <a:gd name="connsiteX6" fmla="*/ 695093 w 1774962"/>
              <a:gd name="connsiteY6" fmla="*/ 1601852 h 1774962"/>
              <a:gd name="connsiteX7" fmla="*/ 680130 w 1774962"/>
              <a:gd name="connsiteY7" fmla="*/ 1610623 h 1774962"/>
              <a:gd name="connsiteX8" fmla="*/ 615116 w 1774962"/>
              <a:gd name="connsiteY8" fmla="*/ 1727234 h 1774962"/>
              <a:gd name="connsiteX9" fmla="*/ 603765 w 1774962"/>
              <a:gd name="connsiteY9" fmla="*/ 1730330 h 1774962"/>
              <a:gd name="connsiteX10" fmla="*/ 512953 w 1774962"/>
              <a:gd name="connsiteY10" fmla="*/ 1694212 h 1774962"/>
              <a:gd name="connsiteX11" fmla="*/ 507277 w 1774962"/>
              <a:gd name="connsiteY11" fmla="*/ 1681828 h 1774962"/>
              <a:gd name="connsiteX12" fmla="*/ 527400 w 1774962"/>
              <a:gd name="connsiteY12" fmla="*/ 1583277 h 1774962"/>
              <a:gd name="connsiteX13" fmla="*/ 541848 w 1774962"/>
              <a:gd name="connsiteY13" fmla="*/ 1552834 h 1774962"/>
              <a:gd name="connsiteX14" fmla="*/ 537720 w 1774962"/>
              <a:gd name="connsiteY14" fmla="*/ 1539418 h 1774962"/>
              <a:gd name="connsiteX15" fmla="*/ 435041 w 1774962"/>
              <a:gd name="connsiteY15" fmla="*/ 1472857 h 1774962"/>
              <a:gd name="connsiteX16" fmla="*/ 420593 w 1774962"/>
              <a:gd name="connsiteY16" fmla="*/ 1474921 h 1774962"/>
              <a:gd name="connsiteX17" fmla="*/ 315334 w 1774962"/>
              <a:gd name="connsiteY17" fmla="*/ 1559026 h 1774962"/>
              <a:gd name="connsiteX18" fmla="*/ 302950 w 1774962"/>
              <a:gd name="connsiteY18" fmla="*/ 1557478 h 1774962"/>
              <a:gd name="connsiteX19" fmla="*/ 233809 w 1774962"/>
              <a:gd name="connsiteY19" fmla="*/ 1490401 h 1774962"/>
              <a:gd name="connsiteX20" fmla="*/ 232777 w 1774962"/>
              <a:gd name="connsiteY20" fmla="*/ 1476985 h 1774962"/>
              <a:gd name="connsiteX21" fmla="*/ 289019 w 1774962"/>
              <a:gd name="connsiteY21" fmla="*/ 1393397 h 1774962"/>
              <a:gd name="connsiteX22" fmla="*/ 312754 w 1774962"/>
              <a:gd name="connsiteY22" fmla="*/ 1371726 h 1774962"/>
              <a:gd name="connsiteX23" fmla="*/ 314818 w 1774962"/>
              <a:gd name="connsiteY23" fmla="*/ 1355731 h 1774962"/>
              <a:gd name="connsiteX24" fmla="*/ 246193 w 1774962"/>
              <a:gd name="connsiteY24" fmla="*/ 1255631 h 1774962"/>
              <a:gd name="connsiteX25" fmla="*/ 230713 w 1774962"/>
              <a:gd name="connsiteY25" fmla="*/ 1253051 h 1774962"/>
              <a:gd name="connsiteX26" fmla="*/ 102751 w 1774962"/>
              <a:gd name="connsiteY26" fmla="*/ 1289685 h 1774962"/>
              <a:gd name="connsiteX27" fmla="*/ 91916 w 1774962"/>
              <a:gd name="connsiteY27" fmla="*/ 1282978 h 1774962"/>
              <a:gd name="connsiteX28" fmla="*/ 53733 w 1774962"/>
              <a:gd name="connsiteY28" fmla="*/ 1194230 h 1774962"/>
              <a:gd name="connsiteX29" fmla="*/ 58377 w 1774962"/>
              <a:gd name="connsiteY29" fmla="*/ 1181330 h 1774962"/>
              <a:gd name="connsiteX30" fmla="*/ 142481 w 1774962"/>
              <a:gd name="connsiteY30" fmla="*/ 1125605 h 1774962"/>
              <a:gd name="connsiteX31" fmla="*/ 173956 w 1774962"/>
              <a:gd name="connsiteY31" fmla="*/ 1114253 h 1774962"/>
              <a:gd name="connsiteX32" fmla="*/ 180664 w 1774962"/>
              <a:gd name="connsiteY32" fmla="*/ 1101870 h 1774962"/>
              <a:gd name="connsiteX33" fmla="*/ 154865 w 1774962"/>
              <a:gd name="connsiteY33" fmla="*/ 981131 h 1774962"/>
              <a:gd name="connsiteX34" fmla="*/ 144029 w 1774962"/>
              <a:gd name="connsiteY34" fmla="*/ 973391 h 1774962"/>
              <a:gd name="connsiteX35" fmla="*/ 10391 w 1774962"/>
              <a:gd name="connsiteY35" fmla="*/ 958428 h 1774962"/>
              <a:gd name="connsiteX36" fmla="*/ 2135 w 1774962"/>
              <a:gd name="connsiteY36" fmla="*/ 948624 h 1774962"/>
              <a:gd name="connsiteX37" fmla="*/ 588 w 1774962"/>
              <a:gd name="connsiteY37" fmla="*/ 850589 h 1774962"/>
              <a:gd name="connsiteX38" fmla="*/ 10391 w 1774962"/>
              <a:gd name="connsiteY38" fmla="*/ 840785 h 1774962"/>
              <a:gd name="connsiteX39" fmla="*/ 110491 w 1774962"/>
              <a:gd name="connsiteY39" fmla="*/ 820662 h 1774962"/>
              <a:gd name="connsiteX40" fmla="*/ 139901 w 1774962"/>
              <a:gd name="connsiteY40" fmla="*/ 822726 h 1774962"/>
              <a:gd name="connsiteX41" fmla="*/ 153317 w 1774962"/>
              <a:gd name="connsiteY41" fmla="*/ 811890 h 1774962"/>
              <a:gd name="connsiteX42" fmla="*/ 174472 w 1774962"/>
              <a:gd name="connsiteY42" fmla="*/ 696827 h 1774962"/>
              <a:gd name="connsiteX43" fmla="*/ 164152 w 1774962"/>
              <a:gd name="connsiteY43" fmla="*/ 680316 h 1774962"/>
              <a:gd name="connsiteX44" fmla="*/ 49090 w 1774962"/>
              <a:gd name="connsiteY44" fmla="*/ 615819 h 1774962"/>
              <a:gd name="connsiteX45" fmla="*/ 45993 w 1774962"/>
              <a:gd name="connsiteY45" fmla="*/ 606015 h 1774962"/>
              <a:gd name="connsiteX46" fmla="*/ 82628 w 1774962"/>
              <a:gd name="connsiteY46" fmla="*/ 513655 h 1774962"/>
              <a:gd name="connsiteX47" fmla="*/ 93979 w 1774962"/>
              <a:gd name="connsiteY47" fmla="*/ 508496 h 1774962"/>
              <a:gd name="connsiteX48" fmla="*/ 224006 w 1774962"/>
              <a:gd name="connsiteY48" fmla="*/ 543066 h 1774962"/>
              <a:gd name="connsiteX49" fmla="*/ 236905 w 1774962"/>
              <a:gd name="connsiteY49" fmla="*/ 538938 h 1774962"/>
              <a:gd name="connsiteX50" fmla="*/ 302434 w 1774962"/>
              <a:gd name="connsiteY50" fmla="*/ 437291 h 1774962"/>
              <a:gd name="connsiteX51" fmla="*/ 302950 w 1774962"/>
              <a:gd name="connsiteY51" fmla="*/ 423359 h 1774962"/>
              <a:gd name="connsiteX52" fmla="*/ 238453 w 1774962"/>
              <a:gd name="connsiteY52" fmla="*/ 346995 h 1774962"/>
              <a:gd name="connsiteX53" fmla="*/ 228650 w 1774962"/>
              <a:gd name="connsiteY53" fmla="*/ 333063 h 1774962"/>
              <a:gd name="connsiteX54" fmla="*/ 230713 w 1774962"/>
              <a:gd name="connsiteY54" fmla="*/ 290237 h 1774962"/>
              <a:gd name="connsiteX55" fmla="*/ 283859 w 1774962"/>
              <a:gd name="connsiteY55" fmla="*/ 236060 h 1774962"/>
              <a:gd name="connsiteX56" fmla="*/ 300370 w 1774962"/>
              <a:gd name="connsiteY56" fmla="*/ 234512 h 1774962"/>
              <a:gd name="connsiteX57" fmla="*/ 380863 w 1774962"/>
              <a:gd name="connsiteY57" fmla="*/ 288173 h 1774962"/>
              <a:gd name="connsiteX58" fmla="*/ 403050 w 1774962"/>
              <a:gd name="connsiteY58" fmla="*/ 311392 h 1774962"/>
              <a:gd name="connsiteX59" fmla="*/ 422141 w 1774962"/>
              <a:gd name="connsiteY59" fmla="*/ 313972 h 1774962"/>
              <a:gd name="connsiteX60" fmla="*/ 519661 w 1774962"/>
              <a:gd name="connsiteY60" fmla="*/ 246895 h 1774962"/>
              <a:gd name="connsiteX61" fmla="*/ 524820 w 1774962"/>
              <a:gd name="connsiteY61" fmla="*/ 233996 h 1774962"/>
              <a:gd name="connsiteX62" fmla="*/ 492314 w 1774962"/>
              <a:gd name="connsiteY62" fmla="*/ 127704 h 1774962"/>
              <a:gd name="connsiteX63" fmla="*/ 514501 w 1774962"/>
              <a:gd name="connsiteY63" fmla="*/ 82298 h 1774962"/>
              <a:gd name="connsiteX64" fmla="*/ 578482 w 1774962"/>
              <a:gd name="connsiteY64" fmla="*/ 55468 h 1774962"/>
              <a:gd name="connsiteX65" fmla="*/ 595509 w 1774962"/>
              <a:gd name="connsiteY65" fmla="*/ 60111 h 1774962"/>
              <a:gd name="connsiteX66" fmla="*/ 648655 w 1774962"/>
              <a:gd name="connsiteY66" fmla="*/ 139572 h 1774962"/>
              <a:gd name="connsiteX67" fmla="*/ 661039 w 1774962"/>
              <a:gd name="connsiteY67" fmla="*/ 172078 h 1774962"/>
              <a:gd name="connsiteX68" fmla="*/ 675486 w 1774962"/>
              <a:gd name="connsiteY68" fmla="*/ 180334 h 1774962"/>
              <a:gd name="connsiteX69" fmla="*/ 792613 w 1774962"/>
              <a:gd name="connsiteY69" fmla="*/ 155567 h 1774962"/>
              <a:gd name="connsiteX70" fmla="*/ 801900 w 1774962"/>
              <a:gd name="connsiteY70" fmla="*/ 143700 h 1774962"/>
              <a:gd name="connsiteX71" fmla="*/ 816864 w 1774962"/>
              <a:gd name="connsiteY71" fmla="*/ 11094 h 1774962"/>
              <a:gd name="connsiteX72" fmla="*/ 826151 w 1774962"/>
              <a:gd name="connsiteY72" fmla="*/ 2322 h 1774962"/>
              <a:gd name="connsiteX73" fmla="*/ 925219 w 1774962"/>
              <a:gd name="connsiteY73" fmla="*/ 774 h 1774962"/>
              <a:gd name="connsiteX74" fmla="*/ 934507 w 1774962"/>
              <a:gd name="connsiteY74" fmla="*/ 10062 h 1774962"/>
              <a:gd name="connsiteX75" fmla="*/ 954114 w 1774962"/>
              <a:gd name="connsiteY75" fmla="*/ 111193 h 1774962"/>
              <a:gd name="connsiteX76" fmla="*/ 952050 w 1774962"/>
              <a:gd name="connsiteY76" fmla="*/ 140604 h 1774962"/>
              <a:gd name="connsiteX77" fmla="*/ 962369 w 1774962"/>
              <a:gd name="connsiteY77" fmla="*/ 152987 h 1774962"/>
              <a:gd name="connsiteX78" fmla="*/ 1078980 w 1774962"/>
              <a:gd name="connsiteY78" fmla="*/ 174658 h 1774962"/>
              <a:gd name="connsiteX79" fmla="*/ 1093428 w 1774962"/>
              <a:gd name="connsiteY79" fmla="*/ 168467 h 1774962"/>
              <a:gd name="connsiteX80" fmla="*/ 1147089 w 1774962"/>
              <a:gd name="connsiteY80" fmla="*/ 69399 h 1774962"/>
              <a:gd name="connsiteX81" fmla="*/ 1192495 w 1774962"/>
              <a:gd name="connsiteY81" fmla="*/ 54436 h 1774962"/>
              <a:gd name="connsiteX82" fmla="*/ 1258024 w 1774962"/>
              <a:gd name="connsiteY82" fmla="*/ 81266 h 1774962"/>
              <a:gd name="connsiteX83" fmla="*/ 1267312 w 1774962"/>
              <a:gd name="connsiteY83" fmla="*/ 96746 h 1774962"/>
              <a:gd name="connsiteX84" fmla="*/ 1247705 w 1774962"/>
              <a:gd name="connsiteY84" fmla="*/ 192718 h 1774962"/>
              <a:gd name="connsiteX85" fmla="*/ 1233258 w 1774962"/>
              <a:gd name="connsiteY85" fmla="*/ 224192 h 1774962"/>
              <a:gd name="connsiteX86" fmla="*/ 1237385 w 1774962"/>
              <a:gd name="connsiteY86" fmla="*/ 237608 h 1774962"/>
              <a:gd name="connsiteX87" fmla="*/ 1340065 w 1774962"/>
              <a:gd name="connsiteY87" fmla="*/ 304169 h 1774962"/>
              <a:gd name="connsiteX88" fmla="*/ 1354512 w 1774962"/>
              <a:gd name="connsiteY88" fmla="*/ 302621 h 1774962"/>
              <a:gd name="connsiteX89" fmla="*/ 1459771 w 1774962"/>
              <a:gd name="connsiteY89" fmla="*/ 218516 h 1774962"/>
              <a:gd name="connsiteX90" fmla="*/ 1472155 w 1774962"/>
              <a:gd name="connsiteY90" fmla="*/ 220064 h 1774962"/>
              <a:gd name="connsiteX91" fmla="*/ 1541296 w 1774962"/>
              <a:gd name="connsiteY91" fmla="*/ 287657 h 1774962"/>
              <a:gd name="connsiteX92" fmla="*/ 1542328 w 1774962"/>
              <a:gd name="connsiteY92" fmla="*/ 301073 h 1774962"/>
              <a:gd name="connsiteX93" fmla="*/ 1485570 w 1774962"/>
              <a:gd name="connsiteY93" fmla="*/ 385693 h 1774962"/>
              <a:gd name="connsiteX94" fmla="*/ 1462868 w 1774962"/>
              <a:gd name="connsiteY94" fmla="*/ 406332 h 1774962"/>
              <a:gd name="connsiteX95" fmla="*/ 1460803 w 1774962"/>
              <a:gd name="connsiteY95" fmla="*/ 422327 h 1774962"/>
              <a:gd name="connsiteX96" fmla="*/ 1529428 w 1774962"/>
              <a:gd name="connsiteY96" fmla="*/ 522427 h 1774962"/>
              <a:gd name="connsiteX97" fmla="*/ 1544908 w 1774962"/>
              <a:gd name="connsiteY97" fmla="*/ 525007 h 1774962"/>
              <a:gd name="connsiteX98" fmla="*/ 1672870 w 1774962"/>
              <a:gd name="connsiteY98" fmla="*/ 488373 h 1774962"/>
              <a:gd name="connsiteX99" fmla="*/ 1683706 w 1774962"/>
              <a:gd name="connsiteY99" fmla="*/ 495080 h 1774962"/>
              <a:gd name="connsiteX100" fmla="*/ 1721888 w 1774962"/>
              <a:gd name="connsiteY100" fmla="*/ 583828 h 1774962"/>
              <a:gd name="connsiteX101" fmla="*/ 1717244 w 1774962"/>
              <a:gd name="connsiteY101" fmla="*/ 596728 h 1774962"/>
              <a:gd name="connsiteX102" fmla="*/ 1633140 w 1774962"/>
              <a:gd name="connsiteY102" fmla="*/ 652453 h 1774962"/>
              <a:gd name="connsiteX103" fmla="*/ 1601665 w 1774962"/>
              <a:gd name="connsiteY103" fmla="*/ 663805 h 1774962"/>
              <a:gd name="connsiteX104" fmla="*/ 1594958 w 1774962"/>
              <a:gd name="connsiteY104" fmla="*/ 676188 h 1774962"/>
              <a:gd name="connsiteX105" fmla="*/ 1620241 w 1774962"/>
              <a:gd name="connsiteY105" fmla="*/ 795895 h 1774962"/>
              <a:gd name="connsiteX106" fmla="*/ 1631076 w 1774962"/>
              <a:gd name="connsiteY106" fmla="*/ 804667 h 1774962"/>
              <a:gd name="connsiteX107" fmla="*/ 1763682 w 1774962"/>
              <a:gd name="connsiteY107" fmla="*/ 819630 h 1774962"/>
              <a:gd name="connsiteX108" fmla="*/ 1773486 w 1774962"/>
              <a:gd name="connsiteY108" fmla="*/ 829950 h 1774962"/>
              <a:gd name="connsiteX109" fmla="*/ 1775034 w 1774962"/>
              <a:gd name="connsiteY109" fmla="*/ 927985 h 1774962"/>
              <a:gd name="connsiteX110" fmla="*/ 1766262 w 1774962"/>
              <a:gd name="connsiteY110" fmla="*/ 937273 h 1774962"/>
              <a:gd name="connsiteX111" fmla="*/ 1663583 w 1774962"/>
              <a:gd name="connsiteY111" fmla="*/ 957396 h 1774962"/>
              <a:gd name="connsiteX112" fmla="*/ 1636752 w 1774962"/>
              <a:gd name="connsiteY112" fmla="*/ 955332 h 1774962"/>
              <a:gd name="connsiteX113" fmla="*/ 1622304 w 1774962"/>
              <a:gd name="connsiteY113" fmla="*/ 966684 h 1774962"/>
              <a:gd name="connsiteX114" fmla="*/ 1601149 w 1774962"/>
              <a:gd name="connsiteY114" fmla="*/ 1081746 h 1774962"/>
              <a:gd name="connsiteX115" fmla="*/ 1610437 w 1774962"/>
              <a:gd name="connsiteY115" fmla="*/ 1097742 h 1774962"/>
              <a:gd name="connsiteX116" fmla="*/ 1726016 w 1774962"/>
              <a:gd name="connsiteY116" fmla="*/ 1161723 h 1774962"/>
              <a:gd name="connsiteX117" fmla="*/ 1729112 w 1774962"/>
              <a:gd name="connsiteY117" fmla="*/ 1174107 h 1774962"/>
              <a:gd name="connsiteX118" fmla="*/ 1693509 w 1774962"/>
              <a:gd name="connsiteY118" fmla="*/ 1263887 h 1774962"/>
              <a:gd name="connsiteX119" fmla="*/ 1681126 w 1774962"/>
              <a:gd name="connsiteY119" fmla="*/ 1270078 h 1774962"/>
              <a:gd name="connsiteX120" fmla="*/ 1581542 w 1774962"/>
              <a:gd name="connsiteY120" fmla="*/ 1249955 h 1774962"/>
              <a:gd name="connsiteX121" fmla="*/ 1552647 w 1774962"/>
              <a:gd name="connsiteY121" fmla="*/ 1236024 h 1774962"/>
              <a:gd name="connsiteX122" fmla="*/ 1538200 w 1774962"/>
              <a:gd name="connsiteY122" fmla="*/ 1240152 h 1774962"/>
              <a:gd name="connsiteX123" fmla="*/ 1473187 w 1774962"/>
              <a:gd name="connsiteY123" fmla="*/ 1340767 h 1774962"/>
              <a:gd name="connsiteX124" fmla="*/ 1475251 w 1774962"/>
              <a:gd name="connsiteY124" fmla="*/ 1358310 h 1774962"/>
              <a:gd name="connsiteX125" fmla="*/ 1535104 w 1774962"/>
              <a:gd name="connsiteY125" fmla="*/ 1430031 h 1774962"/>
              <a:gd name="connsiteX126" fmla="*/ 1545424 w 1774962"/>
              <a:gd name="connsiteY126" fmla="*/ 1444995 h 1774962"/>
              <a:gd name="connsiteX127" fmla="*/ 1542844 w 1774962"/>
              <a:gd name="connsiteY127" fmla="*/ 1489885 h 1774962"/>
              <a:gd name="connsiteX128" fmla="*/ 1491246 w 1774962"/>
              <a:gd name="connsiteY128" fmla="*/ 1542514 h 1774962"/>
              <a:gd name="connsiteX129" fmla="*/ 1472155 w 1774962"/>
              <a:gd name="connsiteY129" fmla="*/ 1544062 h 1774962"/>
              <a:gd name="connsiteX130" fmla="*/ 1393726 w 1774962"/>
              <a:gd name="connsiteY130" fmla="*/ 1491948 h 1774962"/>
              <a:gd name="connsiteX131" fmla="*/ 1369992 w 1774962"/>
              <a:gd name="connsiteY131" fmla="*/ 1466666 h 1774962"/>
              <a:gd name="connsiteX132" fmla="*/ 1352964 w 1774962"/>
              <a:gd name="connsiteY132" fmla="*/ 1464602 h 1774962"/>
              <a:gd name="connsiteX133" fmla="*/ 1254413 w 1774962"/>
              <a:gd name="connsiteY133" fmla="*/ 1532711 h 1774962"/>
              <a:gd name="connsiteX134" fmla="*/ 1248737 w 1774962"/>
              <a:gd name="connsiteY134" fmla="*/ 1544578 h 1774962"/>
              <a:gd name="connsiteX135" fmla="*/ 1284339 w 1774962"/>
              <a:gd name="connsiteY135" fmla="*/ 1662221 h 1774962"/>
              <a:gd name="connsiteX136" fmla="*/ 1268860 w 1774962"/>
              <a:gd name="connsiteY136" fmla="*/ 1693180 h 1774962"/>
              <a:gd name="connsiteX137" fmla="*/ 1195591 w 1774962"/>
              <a:gd name="connsiteY137" fmla="*/ 1724654 h 1774962"/>
              <a:gd name="connsiteX138" fmla="*/ 1178564 w 1774962"/>
              <a:gd name="connsiteY138" fmla="*/ 1719495 h 1774962"/>
              <a:gd name="connsiteX139" fmla="*/ 1125418 w 1774962"/>
              <a:gd name="connsiteY139" fmla="*/ 1640034 h 1774962"/>
              <a:gd name="connsiteX140" fmla="*/ 1113035 w 1774962"/>
              <a:gd name="connsiteY140" fmla="*/ 1606496 h 1774962"/>
              <a:gd name="connsiteX141" fmla="*/ 1099619 w 1774962"/>
              <a:gd name="connsiteY141" fmla="*/ 1599272 h 1774962"/>
              <a:gd name="connsiteX142" fmla="*/ 979913 w 1774962"/>
              <a:gd name="connsiteY142" fmla="*/ 1624555 h 1774962"/>
              <a:gd name="connsiteX143" fmla="*/ 972173 w 1774962"/>
              <a:gd name="connsiteY143" fmla="*/ 1634874 h 1774962"/>
              <a:gd name="connsiteX144" fmla="*/ 957726 w 1774962"/>
              <a:gd name="connsiteY144" fmla="*/ 1767481 h 1774962"/>
              <a:gd name="connsiteX145" fmla="*/ 945858 w 1774962"/>
              <a:gd name="connsiteY145" fmla="*/ 1777800 h 1774962"/>
              <a:gd name="connsiteX146" fmla="*/ 895808 w 1774962"/>
              <a:gd name="connsiteY146" fmla="*/ 1779864 h 1774962"/>
              <a:gd name="connsiteX147" fmla="*/ 894776 w 1774962"/>
              <a:gd name="connsiteY147" fmla="*/ 1775736 h 1774962"/>
              <a:gd name="connsiteX148" fmla="*/ 890648 w 1774962"/>
              <a:gd name="connsiteY148" fmla="*/ 1454798 h 1774962"/>
              <a:gd name="connsiteX149" fmla="*/ 1452548 w 1774962"/>
              <a:gd name="connsiteY149" fmla="*/ 884127 h 1774962"/>
              <a:gd name="connsiteX150" fmla="*/ 881361 w 1774962"/>
              <a:gd name="connsiteY150" fmla="*/ 322228 h 1774962"/>
              <a:gd name="connsiteX151" fmla="*/ 320494 w 1774962"/>
              <a:gd name="connsiteY151" fmla="*/ 893415 h 1774962"/>
              <a:gd name="connsiteX152" fmla="*/ 890648 w 1774962"/>
              <a:gd name="connsiteY152" fmla="*/ 1454798 h 177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1774962" h="1774962">
                <a:moveTo>
                  <a:pt x="894776" y="1775736"/>
                </a:moveTo>
                <a:cubicBezTo>
                  <a:pt x="880845" y="1775736"/>
                  <a:pt x="866397" y="1775736"/>
                  <a:pt x="852466" y="1775736"/>
                </a:cubicBezTo>
                <a:cubicBezTo>
                  <a:pt x="844726" y="1775736"/>
                  <a:pt x="840599" y="1772640"/>
                  <a:pt x="839567" y="1764901"/>
                </a:cubicBezTo>
                <a:cubicBezTo>
                  <a:pt x="833375" y="1731878"/>
                  <a:pt x="826151" y="1699371"/>
                  <a:pt x="819960" y="1666349"/>
                </a:cubicBezTo>
                <a:cubicBezTo>
                  <a:pt x="817896" y="1656545"/>
                  <a:pt x="820992" y="1646742"/>
                  <a:pt x="822024" y="1636938"/>
                </a:cubicBezTo>
                <a:cubicBezTo>
                  <a:pt x="823056" y="1628682"/>
                  <a:pt x="820992" y="1624555"/>
                  <a:pt x="811704" y="1623523"/>
                </a:cubicBezTo>
                <a:cubicBezTo>
                  <a:pt x="772490" y="1619395"/>
                  <a:pt x="733275" y="1612171"/>
                  <a:pt x="695093" y="1601852"/>
                </a:cubicBezTo>
                <a:cubicBezTo>
                  <a:pt x="686837" y="1599788"/>
                  <a:pt x="682194" y="1602368"/>
                  <a:pt x="680130" y="1610623"/>
                </a:cubicBezTo>
                <a:cubicBezTo>
                  <a:pt x="669294" y="1655513"/>
                  <a:pt x="636788" y="1688020"/>
                  <a:pt x="615116" y="1727234"/>
                </a:cubicBezTo>
                <a:cubicBezTo>
                  <a:pt x="612537" y="1731878"/>
                  <a:pt x="608409" y="1731878"/>
                  <a:pt x="603765" y="1730330"/>
                </a:cubicBezTo>
                <a:cubicBezTo>
                  <a:pt x="572807" y="1720011"/>
                  <a:pt x="542364" y="1707627"/>
                  <a:pt x="512953" y="1694212"/>
                </a:cubicBezTo>
                <a:cubicBezTo>
                  <a:pt x="506761" y="1691632"/>
                  <a:pt x="506245" y="1686988"/>
                  <a:pt x="507277" y="1681828"/>
                </a:cubicBezTo>
                <a:cubicBezTo>
                  <a:pt x="513985" y="1648806"/>
                  <a:pt x="519661" y="1615783"/>
                  <a:pt x="527400" y="1583277"/>
                </a:cubicBezTo>
                <a:cubicBezTo>
                  <a:pt x="529980" y="1572441"/>
                  <a:pt x="536172" y="1562637"/>
                  <a:pt x="541848" y="1552834"/>
                </a:cubicBezTo>
                <a:cubicBezTo>
                  <a:pt x="545460" y="1546642"/>
                  <a:pt x="544428" y="1543030"/>
                  <a:pt x="537720" y="1539418"/>
                </a:cubicBezTo>
                <a:cubicBezTo>
                  <a:pt x="501601" y="1520327"/>
                  <a:pt x="467547" y="1497624"/>
                  <a:pt x="435041" y="1472857"/>
                </a:cubicBezTo>
                <a:cubicBezTo>
                  <a:pt x="429365" y="1468214"/>
                  <a:pt x="425237" y="1468214"/>
                  <a:pt x="420593" y="1474921"/>
                </a:cubicBezTo>
                <a:cubicBezTo>
                  <a:pt x="393762" y="1512588"/>
                  <a:pt x="350936" y="1531163"/>
                  <a:pt x="315334" y="1559026"/>
                </a:cubicBezTo>
                <a:cubicBezTo>
                  <a:pt x="310690" y="1562637"/>
                  <a:pt x="307078" y="1561090"/>
                  <a:pt x="302950" y="1557478"/>
                </a:cubicBezTo>
                <a:cubicBezTo>
                  <a:pt x="278699" y="1536323"/>
                  <a:pt x="255996" y="1513104"/>
                  <a:pt x="233809" y="1490401"/>
                </a:cubicBezTo>
                <a:cubicBezTo>
                  <a:pt x="229682" y="1485757"/>
                  <a:pt x="229165" y="1482145"/>
                  <a:pt x="232777" y="1476985"/>
                </a:cubicBezTo>
                <a:cubicBezTo>
                  <a:pt x="251352" y="1449122"/>
                  <a:pt x="269928" y="1421260"/>
                  <a:pt x="289019" y="1393397"/>
                </a:cubicBezTo>
                <a:cubicBezTo>
                  <a:pt x="295210" y="1384625"/>
                  <a:pt x="304498" y="1378949"/>
                  <a:pt x="312754" y="1371726"/>
                </a:cubicBezTo>
                <a:cubicBezTo>
                  <a:pt x="318946" y="1366566"/>
                  <a:pt x="319978" y="1361922"/>
                  <a:pt x="314818" y="1355731"/>
                </a:cubicBezTo>
                <a:cubicBezTo>
                  <a:pt x="289535" y="1324256"/>
                  <a:pt x="266316" y="1291233"/>
                  <a:pt x="246193" y="1255631"/>
                </a:cubicBezTo>
                <a:cubicBezTo>
                  <a:pt x="241549" y="1247375"/>
                  <a:pt x="236905" y="1248923"/>
                  <a:pt x="230713" y="1253051"/>
                </a:cubicBezTo>
                <a:cubicBezTo>
                  <a:pt x="191499" y="1277302"/>
                  <a:pt x="145577" y="1277818"/>
                  <a:pt x="102751" y="1289685"/>
                </a:cubicBezTo>
                <a:cubicBezTo>
                  <a:pt x="97075" y="1291233"/>
                  <a:pt x="93979" y="1288137"/>
                  <a:pt x="91916" y="1282978"/>
                </a:cubicBezTo>
                <a:cubicBezTo>
                  <a:pt x="77984" y="1254083"/>
                  <a:pt x="65085" y="1224156"/>
                  <a:pt x="53733" y="1194230"/>
                </a:cubicBezTo>
                <a:cubicBezTo>
                  <a:pt x="51669" y="1188038"/>
                  <a:pt x="53217" y="1184426"/>
                  <a:pt x="58377" y="1181330"/>
                </a:cubicBezTo>
                <a:cubicBezTo>
                  <a:pt x="86240" y="1162755"/>
                  <a:pt x="113587" y="1143664"/>
                  <a:pt x="142481" y="1125605"/>
                </a:cubicBezTo>
                <a:cubicBezTo>
                  <a:pt x="151769" y="1119929"/>
                  <a:pt x="163120" y="1117349"/>
                  <a:pt x="173956" y="1114253"/>
                </a:cubicBezTo>
                <a:cubicBezTo>
                  <a:pt x="180664" y="1112189"/>
                  <a:pt x="182727" y="1109093"/>
                  <a:pt x="180664" y="1101870"/>
                </a:cubicBezTo>
                <a:cubicBezTo>
                  <a:pt x="168796" y="1062139"/>
                  <a:pt x="160541" y="1021893"/>
                  <a:pt x="154865" y="981131"/>
                </a:cubicBezTo>
                <a:cubicBezTo>
                  <a:pt x="153833" y="974423"/>
                  <a:pt x="150737" y="972359"/>
                  <a:pt x="144029" y="973391"/>
                </a:cubicBezTo>
                <a:cubicBezTo>
                  <a:pt x="98107" y="981131"/>
                  <a:pt x="54765" y="963588"/>
                  <a:pt x="10391" y="958428"/>
                </a:cubicBezTo>
                <a:cubicBezTo>
                  <a:pt x="4715" y="957912"/>
                  <a:pt x="2652" y="954300"/>
                  <a:pt x="2135" y="948624"/>
                </a:cubicBezTo>
                <a:cubicBezTo>
                  <a:pt x="-960" y="916118"/>
                  <a:pt x="72" y="883611"/>
                  <a:pt x="588" y="850589"/>
                </a:cubicBezTo>
                <a:cubicBezTo>
                  <a:pt x="588" y="844397"/>
                  <a:pt x="4715" y="841817"/>
                  <a:pt x="10391" y="840785"/>
                </a:cubicBezTo>
                <a:cubicBezTo>
                  <a:pt x="43930" y="834077"/>
                  <a:pt x="76952" y="827370"/>
                  <a:pt x="110491" y="820662"/>
                </a:cubicBezTo>
                <a:cubicBezTo>
                  <a:pt x="120294" y="818598"/>
                  <a:pt x="130098" y="821694"/>
                  <a:pt x="139901" y="822726"/>
                </a:cubicBezTo>
                <a:cubicBezTo>
                  <a:pt x="148157" y="823758"/>
                  <a:pt x="152285" y="820662"/>
                  <a:pt x="153317" y="811890"/>
                </a:cubicBezTo>
                <a:cubicBezTo>
                  <a:pt x="157445" y="773192"/>
                  <a:pt x="164668" y="734494"/>
                  <a:pt x="174472" y="696827"/>
                </a:cubicBezTo>
                <a:cubicBezTo>
                  <a:pt x="177052" y="687024"/>
                  <a:pt x="173440" y="682380"/>
                  <a:pt x="164152" y="680316"/>
                </a:cubicBezTo>
                <a:cubicBezTo>
                  <a:pt x="120294" y="668965"/>
                  <a:pt x="87272" y="636974"/>
                  <a:pt x="49090" y="615819"/>
                </a:cubicBezTo>
                <a:cubicBezTo>
                  <a:pt x="44961" y="613755"/>
                  <a:pt x="44961" y="610143"/>
                  <a:pt x="45993" y="606015"/>
                </a:cubicBezTo>
                <a:cubicBezTo>
                  <a:pt x="56313" y="574541"/>
                  <a:pt x="69212" y="544098"/>
                  <a:pt x="82628" y="513655"/>
                </a:cubicBezTo>
                <a:cubicBezTo>
                  <a:pt x="85208" y="507980"/>
                  <a:pt x="89336" y="506948"/>
                  <a:pt x="93979" y="508496"/>
                </a:cubicBezTo>
                <a:cubicBezTo>
                  <a:pt x="137322" y="519847"/>
                  <a:pt x="183760" y="518815"/>
                  <a:pt x="224006" y="543066"/>
                </a:cubicBezTo>
                <a:cubicBezTo>
                  <a:pt x="230713" y="547194"/>
                  <a:pt x="233809" y="544614"/>
                  <a:pt x="236905" y="538938"/>
                </a:cubicBezTo>
                <a:cubicBezTo>
                  <a:pt x="255996" y="503336"/>
                  <a:pt x="278183" y="469281"/>
                  <a:pt x="302434" y="437291"/>
                </a:cubicBezTo>
                <a:cubicBezTo>
                  <a:pt x="305530" y="433163"/>
                  <a:pt x="310690" y="428519"/>
                  <a:pt x="302950" y="423359"/>
                </a:cubicBezTo>
                <a:cubicBezTo>
                  <a:pt x="273540" y="404268"/>
                  <a:pt x="258576" y="373826"/>
                  <a:pt x="238453" y="346995"/>
                </a:cubicBezTo>
                <a:cubicBezTo>
                  <a:pt x="234841" y="342351"/>
                  <a:pt x="232262" y="337707"/>
                  <a:pt x="228650" y="333063"/>
                </a:cubicBezTo>
                <a:cubicBezTo>
                  <a:pt x="212654" y="310360"/>
                  <a:pt x="212138" y="309844"/>
                  <a:pt x="230713" y="290237"/>
                </a:cubicBezTo>
                <a:cubicBezTo>
                  <a:pt x="248257" y="271662"/>
                  <a:pt x="266316" y="254119"/>
                  <a:pt x="283859" y="236060"/>
                </a:cubicBezTo>
                <a:cubicBezTo>
                  <a:pt x="289535" y="230384"/>
                  <a:pt x="294179" y="229868"/>
                  <a:pt x="300370" y="234512"/>
                </a:cubicBezTo>
                <a:cubicBezTo>
                  <a:pt x="327201" y="252571"/>
                  <a:pt x="354032" y="270114"/>
                  <a:pt x="380863" y="288173"/>
                </a:cubicBezTo>
                <a:cubicBezTo>
                  <a:pt x="390150" y="294365"/>
                  <a:pt x="396342" y="303137"/>
                  <a:pt x="403050" y="311392"/>
                </a:cubicBezTo>
                <a:cubicBezTo>
                  <a:pt x="408726" y="319132"/>
                  <a:pt x="413885" y="320680"/>
                  <a:pt x="422141" y="313972"/>
                </a:cubicBezTo>
                <a:cubicBezTo>
                  <a:pt x="452584" y="288689"/>
                  <a:pt x="485606" y="266502"/>
                  <a:pt x="519661" y="246895"/>
                </a:cubicBezTo>
                <a:cubicBezTo>
                  <a:pt x="524820" y="243799"/>
                  <a:pt x="529464" y="240703"/>
                  <a:pt x="524820" y="233996"/>
                </a:cubicBezTo>
                <a:cubicBezTo>
                  <a:pt x="502633" y="202005"/>
                  <a:pt x="501086" y="163823"/>
                  <a:pt x="492314" y="127704"/>
                </a:cubicBezTo>
                <a:cubicBezTo>
                  <a:pt x="484574" y="96230"/>
                  <a:pt x="485606" y="96746"/>
                  <a:pt x="514501" y="82298"/>
                </a:cubicBezTo>
                <a:cubicBezTo>
                  <a:pt x="535140" y="71979"/>
                  <a:pt x="557327" y="64239"/>
                  <a:pt x="578482" y="55468"/>
                </a:cubicBezTo>
                <a:cubicBezTo>
                  <a:pt x="586222" y="52372"/>
                  <a:pt x="590866" y="52888"/>
                  <a:pt x="595509" y="60111"/>
                </a:cubicBezTo>
                <a:cubicBezTo>
                  <a:pt x="613053" y="86942"/>
                  <a:pt x="630596" y="113257"/>
                  <a:pt x="648655" y="139572"/>
                </a:cubicBezTo>
                <a:cubicBezTo>
                  <a:pt x="655363" y="149375"/>
                  <a:pt x="657427" y="160727"/>
                  <a:pt x="661039" y="172078"/>
                </a:cubicBezTo>
                <a:cubicBezTo>
                  <a:pt x="663618" y="180334"/>
                  <a:pt x="667230" y="182914"/>
                  <a:pt x="675486" y="180334"/>
                </a:cubicBezTo>
                <a:cubicBezTo>
                  <a:pt x="713668" y="168983"/>
                  <a:pt x="752882" y="160727"/>
                  <a:pt x="792613" y="155567"/>
                </a:cubicBezTo>
                <a:cubicBezTo>
                  <a:pt x="800352" y="154535"/>
                  <a:pt x="802932" y="151439"/>
                  <a:pt x="801900" y="143700"/>
                </a:cubicBezTo>
                <a:cubicBezTo>
                  <a:pt x="795193" y="98294"/>
                  <a:pt x="811704" y="55468"/>
                  <a:pt x="816864" y="11094"/>
                </a:cubicBezTo>
                <a:cubicBezTo>
                  <a:pt x="817380" y="5934"/>
                  <a:pt x="820476" y="2838"/>
                  <a:pt x="826151" y="2322"/>
                </a:cubicBezTo>
                <a:cubicBezTo>
                  <a:pt x="859174" y="-1290"/>
                  <a:pt x="892196" y="258"/>
                  <a:pt x="925219" y="774"/>
                </a:cubicBezTo>
                <a:cubicBezTo>
                  <a:pt x="930895" y="774"/>
                  <a:pt x="933475" y="4902"/>
                  <a:pt x="934507" y="10062"/>
                </a:cubicBezTo>
                <a:cubicBezTo>
                  <a:pt x="941214" y="43600"/>
                  <a:pt x="948438" y="77139"/>
                  <a:pt x="954114" y="111193"/>
                </a:cubicBezTo>
                <a:cubicBezTo>
                  <a:pt x="955662" y="120481"/>
                  <a:pt x="953082" y="130800"/>
                  <a:pt x="952050" y="140604"/>
                </a:cubicBezTo>
                <a:cubicBezTo>
                  <a:pt x="951018" y="148343"/>
                  <a:pt x="954114" y="151955"/>
                  <a:pt x="962369" y="152987"/>
                </a:cubicBezTo>
                <a:cubicBezTo>
                  <a:pt x="1001584" y="157115"/>
                  <a:pt x="1040798" y="164339"/>
                  <a:pt x="1078980" y="174658"/>
                </a:cubicBezTo>
                <a:cubicBezTo>
                  <a:pt x="1085172" y="176206"/>
                  <a:pt x="1091364" y="176722"/>
                  <a:pt x="1093428" y="168467"/>
                </a:cubicBezTo>
                <a:cubicBezTo>
                  <a:pt x="1101683" y="130284"/>
                  <a:pt x="1127482" y="101390"/>
                  <a:pt x="1147089" y="69399"/>
                </a:cubicBezTo>
                <a:cubicBezTo>
                  <a:pt x="1162569" y="43084"/>
                  <a:pt x="1163601" y="43600"/>
                  <a:pt x="1192495" y="54436"/>
                </a:cubicBezTo>
                <a:cubicBezTo>
                  <a:pt x="1214682" y="62691"/>
                  <a:pt x="1236353" y="71979"/>
                  <a:pt x="1258024" y="81266"/>
                </a:cubicBezTo>
                <a:cubicBezTo>
                  <a:pt x="1265764" y="84362"/>
                  <a:pt x="1268860" y="88490"/>
                  <a:pt x="1267312" y="96746"/>
                </a:cubicBezTo>
                <a:cubicBezTo>
                  <a:pt x="1260604" y="128736"/>
                  <a:pt x="1254928" y="160727"/>
                  <a:pt x="1247705" y="192718"/>
                </a:cubicBezTo>
                <a:cubicBezTo>
                  <a:pt x="1245125" y="203553"/>
                  <a:pt x="1238417" y="213873"/>
                  <a:pt x="1233258" y="224192"/>
                </a:cubicBezTo>
                <a:cubicBezTo>
                  <a:pt x="1229646" y="230384"/>
                  <a:pt x="1230678" y="233996"/>
                  <a:pt x="1237385" y="237608"/>
                </a:cubicBezTo>
                <a:cubicBezTo>
                  <a:pt x="1273504" y="256699"/>
                  <a:pt x="1307558" y="279402"/>
                  <a:pt x="1340065" y="304169"/>
                </a:cubicBezTo>
                <a:cubicBezTo>
                  <a:pt x="1345741" y="308812"/>
                  <a:pt x="1349868" y="309328"/>
                  <a:pt x="1354512" y="302621"/>
                </a:cubicBezTo>
                <a:cubicBezTo>
                  <a:pt x="1381343" y="264954"/>
                  <a:pt x="1424169" y="246379"/>
                  <a:pt x="1459771" y="218516"/>
                </a:cubicBezTo>
                <a:cubicBezTo>
                  <a:pt x="1464415" y="214905"/>
                  <a:pt x="1468027" y="216452"/>
                  <a:pt x="1472155" y="220064"/>
                </a:cubicBezTo>
                <a:cubicBezTo>
                  <a:pt x="1496406" y="241219"/>
                  <a:pt x="1519109" y="264438"/>
                  <a:pt x="1541296" y="287657"/>
                </a:cubicBezTo>
                <a:cubicBezTo>
                  <a:pt x="1545424" y="292301"/>
                  <a:pt x="1545940" y="296429"/>
                  <a:pt x="1542328" y="301073"/>
                </a:cubicBezTo>
                <a:cubicBezTo>
                  <a:pt x="1523237" y="329452"/>
                  <a:pt x="1505177" y="357830"/>
                  <a:pt x="1485570" y="385693"/>
                </a:cubicBezTo>
                <a:cubicBezTo>
                  <a:pt x="1479895" y="393949"/>
                  <a:pt x="1470607" y="400140"/>
                  <a:pt x="1462868" y="406332"/>
                </a:cubicBezTo>
                <a:cubicBezTo>
                  <a:pt x="1456676" y="411492"/>
                  <a:pt x="1455644" y="416136"/>
                  <a:pt x="1460803" y="422327"/>
                </a:cubicBezTo>
                <a:cubicBezTo>
                  <a:pt x="1486086" y="453802"/>
                  <a:pt x="1509305" y="487341"/>
                  <a:pt x="1529428" y="522427"/>
                </a:cubicBezTo>
                <a:cubicBezTo>
                  <a:pt x="1534072" y="530167"/>
                  <a:pt x="1538716" y="529135"/>
                  <a:pt x="1544908" y="525007"/>
                </a:cubicBezTo>
                <a:cubicBezTo>
                  <a:pt x="1584122" y="500756"/>
                  <a:pt x="1630044" y="500240"/>
                  <a:pt x="1672870" y="488373"/>
                </a:cubicBezTo>
                <a:cubicBezTo>
                  <a:pt x="1678546" y="486825"/>
                  <a:pt x="1681642" y="489921"/>
                  <a:pt x="1683706" y="495080"/>
                </a:cubicBezTo>
                <a:cubicBezTo>
                  <a:pt x="1697637" y="523975"/>
                  <a:pt x="1710537" y="553902"/>
                  <a:pt x="1721888" y="583828"/>
                </a:cubicBezTo>
                <a:cubicBezTo>
                  <a:pt x="1723952" y="590020"/>
                  <a:pt x="1722404" y="593632"/>
                  <a:pt x="1717244" y="596728"/>
                </a:cubicBezTo>
                <a:cubicBezTo>
                  <a:pt x="1689381" y="615303"/>
                  <a:pt x="1662035" y="634394"/>
                  <a:pt x="1633140" y="652453"/>
                </a:cubicBezTo>
                <a:cubicBezTo>
                  <a:pt x="1623852" y="658129"/>
                  <a:pt x="1612501" y="660709"/>
                  <a:pt x="1601665" y="663805"/>
                </a:cubicBezTo>
                <a:cubicBezTo>
                  <a:pt x="1594958" y="665869"/>
                  <a:pt x="1592894" y="668965"/>
                  <a:pt x="1594958" y="676188"/>
                </a:cubicBezTo>
                <a:cubicBezTo>
                  <a:pt x="1606309" y="715403"/>
                  <a:pt x="1615081" y="755133"/>
                  <a:pt x="1620241" y="795895"/>
                </a:cubicBezTo>
                <a:cubicBezTo>
                  <a:pt x="1621272" y="803119"/>
                  <a:pt x="1624368" y="805699"/>
                  <a:pt x="1631076" y="804667"/>
                </a:cubicBezTo>
                <a:cubicBezTo>
                  <a:pt x="1676482" y="797959"/>
                  <a:pt x="1719308" y="814470"/>
                  <a:pt x="1763682" y="819630"/>
                </a:cubicBezTo>
                <a:cubicBezTo>
                  <a:pt x="1769874" y="820146"/>
                  <a:pt x="1772454" y="823758"/>
                  <a:pt x="1773486" y="829950"/>
                </a:cubicBezTo>
                <a:cubicBezTo>
                  <a:pt x="1776582" y="862456"/>
                  <a:pt x="1775034" y="895479"/>
                  <a:pt x="1775034" y="927985"/>
                </a:cubicBezTo>
                <a:cubicBezTo>
                  <a:pt x="1775034" y="933661"/>
                  <a:pt x="1771422" y="936241"/>
                  <a:pt x="1766262" y="937273"/>
                </a:cubicBezTo>
                <a:cubicBezTo>
                  <a:pt x="1732207" y="943981"/>
                  <a:pt x="1698153" y="951204"/>
                  <a:pt x="1663583" y="957396"/>
                </a:cubicBezTo>
                <a:cubicBezTo>
                  <a:pt x="1654811" y="958944"/>
                  <a:pt x="1645523" y="956364"/>
                  <a:pt x="1636752" y="955332"/>
                </a:cubicBezTo>
                <a:cubicBezTo>
                  <a:pt x="1627980" y="954300"/>
                  <a:pt x="1623336" y="956364"/>
                  <a:pt x="1622304" y="966684"/>
                </a:cubicBezTo>
                <a:cubicBezTo>
                  <a:pt x="1618177" y="1005382"/>
                  <a:pt x="1610953" y="1044080"/>
                  <a:pt x="1601149" y="1081746"/>
                </a:cubicBezTo>
                <a:cubicBezTo>
                  <a:pt x="1598569" y="1091034"/>
                  <a:pt x="1601665" y="1095678"/>
                  <a:pt x="1610437" y="1097742"/>
                </a:cubicBezTo>
                <a:cubicBezTo>
                  <a:pt x="1654811" y="1108577"/>
                  <a:pt x="1687318" y="1140568"/>
                  <a:pt x="1726016" y="1161723"/>
                </a:cubicBezTo>
                <a:cubicBezTo>
                  <a:pt x="1731176" y="1164819"/>
                  <a:pt x="1731176" y="1168947"/>
                  <a:pt x="1729112" y="1174107"/>
                </a:cubicBezTo>
                <a:cubicBezTo>
                  <a:pt x="1718792" y="1204549"/>
                  <a:pt x="1706409" y="1234476"/>
                  <a:pt x="1693509" y="1263887"/>
                </a:cubicBezTo>
                <a:cubicBezTo>
                  <a:pt x="1690929" y="1269562"/>
                  <a:pt x="1687318" y="1271626"/>
                  <a:pt x="1681126" y="1270078"/>
                </a:cubicBezTo>
                <a:cubicBezTo>
                  <a:pt x="1648103" y="1263371"/>
                  <a:pt x="1614565" y="1257179"/>
                  <a:pt x="1581542" y="1249955"/>
                </a:cubicBezTo>
                <a:cubicBezTo>
                  <a:pt x="1571223" y="1247375"/>
                  <a:pt x="1561935" y="1241184"/>
                  <a:pt x="1552647" y="1236024"/>
                </a:cubicBezTo>
                <a:cubicBezTo>
                  <a:pt x="1545940" y="1232412"/>
                  <a:pt x="1542328" y="1232928"/>
                  <a:pt x="1538200" y="1240152"/>
                </a:cubicBezTo>
                <a:cubicBezTo>
                  <a:pt x="1519109" y="1275238"/>
                  <a:pt x="1497954" y="1309293"/>
                  <a:pt x="1473187" y="1340767"/>
                </a:cubicBezTo>
                <a:cubicBezTo>
                  <a:pt x="1467511" y="1347991"/>
                  <a:pt x="1466479" y="1352635"/>
                  <a:pt x="1475251" y="1358310"/>
                </a:cubicBezTo>
                <a:cubicBezTo>
                  <a:pt x="1502598" y="1375854"/>
                  <a:pt x="1516013" y="1405264"/>
                  <a:pt x="1535104" y="1430031"/>
                </a:cubicBezTo>
                <a:cubicBezTo>
                  <a:pt x="1538716" y="1434675"/>
                  <a:pt x="1541812" y="1439835"/>
                  <a:pt x="1545424" y="1444995"/>
                </a:cubicBezTo>
                <a:cubicBezTo>
                  <a:pt x="1566063" y="1474921"/>
                  <a:pt x="1565031" y="1464602"/>
                  <a:pt x="1542844" y="1489885"/>
                </a:cubicBezTo>
                <a:cubicBezTo>
                  <a:pt x="1526849" y="1508460"/>
                  <a:pt x="1508273" y="1524971"/>
                  <a:pt x="1491246" y="1542514"/>
                </a:cubicBezTo>
                <a:cubicBezTo>
                  <a:pt x="1485054" y="1549222"/>
                  <a:pt x="1479895" y="1549222"/>
                  <a:pt x="1472155" y="1544062"/>
                </a:cubicBezTo>
                <a:cubicBezTo>
                  <a:pt x="1446356" y="1526519"/>
                  <a:pt x="1420041" y="1508976"/>
                  <a:pt x="1393726" y="1491948"/>
                </a:cubicBezTo>
                <a:cubicBezTo>
                  <a:pt x="1383923" y="1485241"/>
                  <a:pt x="1377215" y="1475437"/>
                  <a:pt x="1369992" y="1466666"/>
                </a:cubicBezTo>
                <a:cubicBezTo>
                  <a:pt x="1364316" y="1459958"/>
                  <a:pt x="1359672" y="1458926"/>
                  <a:pt x="1352964" y="1464602"/>
                </a:cubicBezTo>
                <a:cubicBezTo>
                  <a:pt x="1322005" y="1489885"/>
                  <a:pt x="1288983" y="1512588"/>
                  <a:pt x="1254413" y="1532711"/>
                </a:cubicBezTo>
                <a:cubicBezTo>
                  <a:pt x="1249769" y="1535291"/>
                  <a:pt x="1244609" y="1537871"/>
                  <a:pt x="1248737" y="1544578"/>
                </a:cubicBezTo>
                <a:cubicBezTo>
                  <a:pt x="1272472" y="1580181"/>
                  <a:pt x="1274020" y="1622491"/>
                  <a:pt x="1284339" y="1662221"/>
                </a:cubicBezTo>
                <a:cubicBezTo>
                  <a:pt x="1290531" y="1685440"/>
                  <a:pt x="1292079" y="1682344"/>
                  <a:pt x="1268860" y="1693180"/>
                </a:cubicBezTo>
                <a:cubicBezTo>
                  <a:pt x="1244609" y="1704531"/>
                  <a:pt x="1219842" y="1714335"/>
                  <a:pt x="1195591" y="1724654"/>
                </a:cubicBezTo>
                <a:cubicBezTo>
                  <a:pt x="1187851" y="1727750"/>
                  <a:pt x="1183208" y="1726718"/>
                  <a:pt x="1178564" y="1719495"/>
                </a:cubicBezTo>
                <a:cubicBezTo>
                  <a:pt x="1161021" y="1692664"/>
                  <a:pt x="1142962" y="1666865"/>
                  <a:pt x="1125418" y="1640034"/>
                </a:cubicBezTo>
                <a:cubicBezTo>
                  <a:pt x="1118711" y="1629715"/>
                  <a:pt x="1116131" y="1617847"/>
                  <a:pt x="1113035" y="1606496"/>
                </a:cubicBezTo>
                <a:cubicBezTo>
                  <a:pt x="1110971" y="1599272"/>
                  <a:pt x="1107359" y="1597208"/>
                  <a:pt x="1099619" y="1599272"/>
                </a:cubicBezTo>
                <a:cubicBezTo>
                  <a:pt x="1060405" y="1611139"/>
                  <a:pt x="1020675" y="1619395"/>
                  <a:pt x="979913" y="1624555"/>
                </a:cubicBezTo>
                <a:cubicBezTo>
                  <a:pt x="973205" y="1625587"/>
                  <a:pt x="971141" y="1628682"/>
                  <a:pt x="972173" y="1634874"/>
                </a:cubicBezTo>
                <a:cubicBezTo>
                  <a:pt x="979397" y="1680280"/>
                  <a:pt x="962885" y="1723106"/>
                  <a:pt x="957726" y="1767481"/>
                </a:cubicBezTo>
                <a:cubicBezTo>
                  <a:pt x="956694" y="1775220"/>
                  <a:pt x="952566" y="1777800"/>
                  <a:pt x="945858" y="1777800"/>
                </a:cubicBezTo>
                <a:cubicBezTo>
                  <a:pt x="929347" y="1778316"/>
                  <a:pt x="912320" y="1779348"/>
                  <a:pt x="895808" y="1779864"/>
                </a:cubicBezTo>
                <a:cubicBezTo>
                  <a:pt x="894776" y="1776252"/>
                  <a:pt x="894776" y="1776252"/>
                  <a:pt x="894776" y="1775736"/>
                </a:cubicBezTo>
                <a:close/>
                <a:moveTo>
                  <a:pt x="890648" y="1454798"/>
                </a:moveTo>
                <a:cubicBezTo>
                  <a:pt x="1199203" y="1449638"/>
                  <a:pt x="1454096" y="1207645"/>
                  <a:pt x="1452548" y="884127"/>
                </a:cubicBezTo>
                <a:cubicBezTo>
                  <a:pt x="1451516" y="575057"/>
                  <a:pt x="1205395" y="320164"/>
                  <a:pt x="881361" y="322228"/>
                </a:cubicBezTo>
                <a:cubicBezTo>
                  <a:pt x="571775" y="324292"/>
                  <a:pt x="318429" y="570929"/>
                  <a:pt x="320494" y="893415"/>
                </a:cubicBezTo>
                <a:cubicBezTo>
                  <a:pt x="323073" y="1202485"/>
                  <a:pt x="569195" y="1452218"/>
                  <a:pt x="890648" y="145479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5E7F4FB8-48CF-4E0D-8CB1-B2ED10FE732C}"/>
              </a:ext>
            </a:extLst>
          </p:cNvPr>
          <p:cNvSpPr/>
          <p:nvPr/>
        </p:nvSpPr>
        <p:spPr>
          <a:xfrm>
            <a:off x="6408280" y="6041992"/>
            <a:ext cx="494433" cy="491686"/>
          </a:xfrm>
          <a:custGeom>
            <a:avLst/>
            <a:gdLst>
              <a:gd name="connsiteX0" fmla="*/ 959201 w 1857518"/>
              <a:gd name="connsiteY0" fmla="*/ 1852264 h 1847198"/>
              <a:gd name="connsiteX1" fmla="*/ 910700 w 1857518"/>
              <a:gd name="connsiteY1" fmla="*/ 1852264 h 1847198"/>
              <a:gd name="connsiteX2" fmla="*/ 891608 w 1857518"/>
              <a:gd name="connsiteY2" fmla="*/ 1830593 h 1847198"/>
              <a:gd name="connsiteX3" fmla="*/ 838463 w 1857518"/>
              <a:gd name="connsiteY3" fmla="*/ 1669608 h 1847198"/>
              <a:gd name="connsiteX4" fmla="*/ 813180 w 1857518"/>
              <a:gd name="connsiteY4" fmla="*/ 1646905 h 1847198"/>
              <a:gd name="connsiteX5" fmla="*/ 730624 w 1857518"/>
              <a:gd name="connsiteY5" fmla="*/ 1628330 h 1847198"/>
              <a:gd name="connsiteX6" fmla="*/ 693990 w 1857518"/>
              <a:gd name="connsiteY6" fmla="*/ 1639165 h 1847198"/>
              <a:gd name="connsiteX7" fmla="*/ 573251 w 1857518"/>
              <a:gd name="connsiteY7" fmla="*/ 1761452 h 1847198"/>
              <a:gd name="connsiteX8" fmla="*/ 542292 w 1857518"/>
              <a:gd name="connsiteY8" fmla="*/ 1766612 h 1847198"/>
              <a:gd name="connsiteX9" fmla="*/ 412782 w 1857518"/>
              <a:gd name="connsiteY9" fmla="*/ 1693859 h 1847198"/>
              <a:gd name="connsiteX10" fmla="*/ 398334 w 1857518"/>
              <a:gd name="connsiteY10" fmla="*/ 1660836 h 1847198"/>
              <a:gd name="connsiteX11" fmla="*/ 440644 w 1857518"/>
              <a:gd name="connsiteY11" fmla="*/ 1494176 h 1847198"/>
              <a:gd name="connsiteX12" fmla="*/ 432904 w 1857518"/>
              <a:gd name="connsiteY12" fmla="*/ 1462185 h 1847198"/>
              <a:gd name="connsiteX13" fmla="*/ 370471 w 1857518"/>
              <a:gd name="connsiteY13" fmla="*/ 1397172 h 1847198"/>
              <a:gd name="connsiteX14" fmla="*/ 340545 w 1857518"/>
              <a:gd name="connsiteY14" fmla="*/ 1388400 h 1847198"/>
              <a:gd name="connsiteX15" fmla="*/ 310618 w 1857518"/>
              <a:gd name="connsiteY15" fmla="*/ 1395108 h 1847198"/>
              <a:gd name="connsiteX16" fmla="*/ 170273 w 1857518"/>
              <a:gd name="connsiteY16" fmla="*/ 1426583 h 1847198"/>
              <a:gd name="connsiteX17" fmla="*/ 141377 w 1857518"/>
              <a:gd name="connsiteY17" fmla="*/ 1413683 h 1847198"/>
              <a:gd name="connsiteX18" fmla="*/ 70689 w 1857518"/>
              <a:gd name="connsiteY18" fmla="*/ 1276949 h 1847198"/>
              <a:gd name="connsiteX19" fmla="*/ 75848 w 1857518"/>
              <a:gd name="connsiteY19" fmla="*/ 1247539 h 1847198"/>
              <a:gd name="connsiteX20" fmla="*/ 206391 w 1857518"/>
              <a:gd name="connsiteY20" fmla="*/ 1126284 h 1847198"/>
              <a:gd name="connsiteX21" fmla="*/ 216710 w 1857518"/>
              <a:gd name="connsiteY21" fmla="*/ 1096873 h 1847198"/>
              <a:gd name="connsiteX22" fmla="*/ 201231 w 1857518"/>
              <a:gd name="connsiteY22" fmla="*/ 1012769 h 1847198"/>
              <a:gd name="connsiteX23" fmla="*/ 181108 w 1857518"/>
              <a:gd name="connsiteY23" fmla="*/ 989034 h 1847198"/>
              <a:gd name="connsiteX24" fmla="*/ 67077 w 1857518"/>
              <a:gd name="connsiteY24" fmla="*/ 947240 h 1847198"/>
              <a:gd name="connsiteX25" fmla="*/ 0 w 1857518"/>
              <a:gd name="connsiteY25" fmla="*/ 921957 h 1847198"/>
              <a:gd name="connsiteX26" fmla="*/ 0 w 1857518"/>
              <a:gd name="connsiteY26" fmla="*/ 893062 h 1847198"/>
              <a:gd name="connsiteX27" fmla="*/ 4643 w 1857518"/>
              <a:gd name="connsiteY27" fmla="*/ 842496 h 1847198"/>
              <a:gd name="connsiteX28" fmla="*/ 17543 w 1857518"/>
              <a:gd name="connsiteY28" fmla="*/ 743945 h 1847198"/>
              <a:gd name="connsiteX29" fmla="*/ 38182 w 1857518"/>
              <a:gd name="connsiteY29" fmla="*/ 723305 h 1847198"/>
              <a:gd name="connsiteX30" fmla="*/ 214131 w 1857518"/>
              <a:gd name="connsiteY30" fmla="*/ 691315 h 1847198"/>
              <a:gd name="connsiteX31" fmla="*/ 239929 w 1857518"/>
              <a:gd name="connsiteY31" fmla="*/ 671192 h 1847198"/>
              <a:gd name="connsiteX32" fmla="*/ 266760 w 1857518"/>
              <a:gd name="connsiteY32" fmla="*/ 606695 h 1847198"/>
              <a:gd name="connsiteX33" fmla="*/ 262116 w 1857518"/>
              <a:gd name="connsiteY33" fmla="*/ 570060 h 1847198"/>
              <a:gd name="connsiteX34" fmla="*/ 159437 w 1857518"/>
              <a:gd name="connsiteY34" fmla="*/ 434874 h 1847198"/>
              <a:gd name="connsiteX35" fmla="*/ 159953 w 1857518"/>
              <a:gd name="connsiteY35" fmla="*/ 401336 h 1847198"/>
              <a:gd name="connsiteX36" fmla="*/ 259536 w 1857518"/>
              <a:gd name="connsiteY36" fmla="*/ 278017 h 1847198"/>
              <a:gd name="connsiteX37" fmla="*/ 294623 w 1857518"/>
              <a:gd name="connsiteY37" fmla="*/ 268729 h 1847198"/>
              <a:gd name="connsiteX38" fmla="*/ 457672 w 1857518"/>
              <a:gd name="connsiteY38" fmla="*/ 336322 h 1847198"/>
              <a:gd name="connsiteX39" fmla="*/ 489146 w 1857518"/>
              <a:gd name="connsiteY39" fmla="*/ 333743 h 1847198"/>
              <a:gd name="connsiteX40" fmla="*/ 540744 w 1857518"/>
              <a:gd name="connsiteY40" fmla="*/ 298140 h 1847198"/>
              <a:gd name="connsiteX41" fmla="*/ 553127 w 1857518"/>
              <a:gd name="connsiteY41" fmla="*/ 273889 h 1847198"/>
              <a:gd name="connsiteX42" fmla="*/ 552096 w 1857518"/>
              <a:gd name="connsiteY42" fmla="*/ 255830 h 1847198"/>
              <a:gd name="connsiteX43" fmla="*/ 545904 w 1857518"/>
              <a:gd name="connsiteY43" fmla="*/ 175854 h 1847198"/>
              <a:gd name="connsiteX44" fmla="*/ 539712 w 1857518"/>
              <a:gd name="connsiteY44" fmla="*/ 95877 h 1847198"/>
              <a:gd name="connsiteX45" fmla="*/ 556739 w 1857518"/>
              <a:gd name="connsiteY45" fmla="*/ 69562 h 1847198"/>
              <a:gd name="connsiteX46" fmla="*/ 716176 w 1857518"/>
              <a:gd name="connsiteY46" fmla="*/ 15901 h 1847198"/>
              <a:gd name="connsiteX47" fmla="*/ 726496 w 1857518"/>
              <a:gd name="connsiteY47" fmla="*/ 14353 h 1847198"/>
              <a:gd name="connsiteX48" fmla="*/ 748167 w 1857518"/>
              <a:gd name="connsiteY48" fmla="*/ 28800 h 1847198"/>
              <a:gd name="connsiteX49" fmla="*/ 847750 w 1857518"/>
              <a:gd name="connsiteY49" fmla="*/ 172758 h 1847198"/>
              <a:gd name="connsiteX50" fmla="*/ 878709 w 1857518"/>
              <a:gd name="connsiteY50" fmla="*/ 187721 h 1847198"/>
              <a:gd name="connsiteX51" fmla="*/ 931855 w 1857518"/>
              <a:gd name="connsiteY51" fmla="*/ 185657 h 1847198"/>
              <a:gd name="connsiteX52" fmla="*/ 948366 w 1857518"/>
              <a:gd name="connsiteY52" fmla="*/ 177401 h 1847198"/>
              <a:gd name="connsiteX53" fmla="*/ 954042 w 1857518"/>
              <a:gd name="connsiteY53" fmla="*/ 169146 h 1847198"/>
              <a:gd name="connsiteX54" fmla="*/ 979840 w 1857518"/>
              <a:gd name="connsiteY54" fmla="*/ 121676 h 1847198"/>
              <a:gd name="connsiteX55" fmla="*/ 1037630 w 1857518"/>
              <a:gd name="connsiteY55" fmla="*/ 13837 h 1847198"/>
              <a:gd name="connsiteX56" fmla="*/ 1066525 w 1857518"/>
              <a:gd name="connsiteY56" fmla="*/ 937 h 1847198"/>
              <a:gd name="connsiteX57" fmla="*/ 1233702 w 1857518"/>
              <a:gd name="connsiteY57" fmla="*/ 40667 h 1847198"/>
              <a:gd name="connsiteX58" fmla="*/ 1253309 w 1857518"/>
              <a:gd name="connsiteY58" fmla="*/ 64918 h 1847198"/>
              <a:gd name="connsiteX59" fmla="*/ 1254341 w 1857518"/>
              <a:gd name="connsiteY59" fmla="*/ 85042 h 1847198"/>
              <a:gd name="connsiteX60" fmla="*/ 1258468 w 1857518"/>
              <a:gd name="connsiteY60" fmla="*/ 209908 h 1847198"/>
              <a:gd name="connsiteX61" fmla="*/ 1260016 w 1857518"/>
              <a:gd name="connsiteY61" fmla="*/ 244478 h 1847198"/>
              <a:gd name="connsiteX62" fmla="*/ 1276012 w 1857518"/>
              <a:gd name="connsiteY62" fmla="*/ 270277 h 1847198"/>
              <a:gd name="connsiteX63" fmla="*/ 1313678 w 1857518"/>
              <a:gd name="connsiteY63" fmla="*/ 291948 h 1847198"/>
              <a:gd name="connsiteX64" fmla="*/ 1349797 w 1857518"/>
              <a:gd name="connsiteY64" fmla="*/ 291948 h 1847198"/>
              <a:gd name="connsiteX65" fmla="*/ 1502526 w 1857518"/>
              <a:gd name="connsiteY65" fmla="*/ 206812 h 1847198"/>
              <a:gd name="connsiteX66" fmla="*/ 1535033 w 1857518"/>
              <a:gd name="connsiteY66" fmla="*/ 211456 h 1847198"/>
              <a:gd name="connsiteX67" fmla="*/ 1653707 w 1857518"/>
              <a:gd name="connsiteY67" fmla="*/ 332711 h 1847198"/>
              <a:gd name="connsiteX68" fmla="*/ 1657835 w 1857518"/>
              <a:gd name="connsiteY68" fmla="*/ 366249 h 1847198"/>
              <a:gd name="connsiteX69" fmla="*/ 1569087 w 1857518"/>
              <a:gd name="connsiteY69" fmla="*/ 515883 h 1847198"/>
              <a:gd name="connsiteX70" fmla="*/ 1568571 w 1857518"/>
              <a:gd name="connsiteY70" fmla="*/ 550453 h 1847198"/>
              <a:gd name="connsiteX71" fmla="*/ 1591274 w 1857518"/>
              <a:gd name="connsiteY71" fmla="*/ 592247 h 1847198"/>
              <a:gd name="connsiteX72" fmla="*/ 1617589 w 1857518"/>
              <a:gd name="connsiteY72" fmla="*/ 608759 h 1847198"/>
              <a:gd name="connsiteX73" fmla="*/ 1676926 w 1857518"/>
              <a:gd name="connsiteY73" fmla="*/ 612886 h 1847198"/>
              <a:gd name="connsiteX74" fmla="*/ 1797665 w 1857518"/>
              <a:gd name="connsiteY74" fmla="*/ 620626 h 1847198"/>
              <a:gd name="connsiteX75" fmla="*/ 1820884 w 1857518"/>
              <a:gd name="connsiteY75" fmla="*/ 640233 h 1847198"/>
              <a:gd name="connsiteX76" fmla="*/ 1857518 w 1857518"/>
              <a:gd name="connsiteY76" fmla="*/ 808442 h 1847198"/>
              <a:gd name="connsiteX77" fmla="*/ 1851842 w 1857518"/>
              <a:gd name="connsiteY77" fmla="*/ 829081 h 1847198"/>
              <a:gd name="connsiteX78" fmla="*/ 1841523 w 1857518"/>
              <a:gd name="connsiteY78" fmla="*/ 836305 h 1847198"/>
              <a:gd name="connsiteX79" fmla="*/ 1686214 w 1857518"/>
              <a:gd name="connsiteY79" fmla="*/ 913701 h 1847198"/>
              <a:gd name="connsiteX80" fmla="*/ 1668670 w 1857518"/>
              <a:gd name="connsiteY80" fmla="*/ 940016 h 1847198"/>
              <a:gd name="connsiteX81" fmla="*/ 1665059 w 1857518"/>
              <a:gd name="connsiteY81" fmla="*/ 998322 h 1847198"/>
              <a:gd name="connsiteX82" fmla="*/ 1678474 w 1857518"/>
              <a:gd name="connsiteY82" fmla="*/ 1026184 h 1847198"/>
              <a:gd name="connsiteX83" fmla="*/ 1821916 w 1857518"/>
              <a:gd name="connsiteY83" fmla="*/ 1131960 h 1847198"/>
              <a:gd name="connsiteX84" fmla="*/ 1831720 w 1857518"/>
              <a:gd name="connsiteY84" fmla="*/ 1163950 h 1847198"/>
              <a:gd name="connsiteX85" fmla="*/ 1805404 w 1857518"/>
              <a:gd name="connsiteY85" fmla="*/ 1236703 h 1847198"/>
              <a:gd name="connsiteX86" fmla="*/ 1775478 w 1857518"/>
              <a:gd name="connsiteY86" fmla="*/ 1317711 h 1847198"/>
              <a:gd name="connsiteX87" fmla="*/ 1750195 w 1857518"/>
              <a:gd name="connsiteY87" fmla="*/ 1334223 h 1847198"/>
              <a:gd name="connsiteX88" fmla="*/ 1685698 w 1857518"/>
              <a:gd name="connsiteY88" fmla="*/ 1327515 h 1847198"/>
              <a:gd name="connsiteX89" fmla="*/ 1574247 w 1857518"/>
              <a:gd name="connsiteY89" fmla="*/ 1315648 h 1847198"/>
              <a:gd name="connsiteX90" fmla="*/ 1545868 w 1857518"/>
              <a:gd name="connsiteY90" fmla="*/ 1328547 h 1847198"/>
              <a:gd name="connsiteX91" fmla="*/ 1505622 w 1857518"/>
              <a:gd name="connsiteY91" fmla="*/ 1383241 h 1847198"/>
              <a:gd name="connsiteX92" fmla="*/ 1500978 w 1857518"/>
              <a:gd name="connsiteY92" fmla="*/ 1417811 h 1847198"/>
              <a:gd name="connsiteX93" fmla="*/ 1563411 w 1857518"/>
              <a:gd name="connsiteY93" fmla="*/ 1581892 h 1847198"/>
              <a:gd name="connsiteX94" fmla="*/ 1554124 w 1857518"/>
              <a:gd name="connsiteY94" fmla="*/ 1615430 h 1847198"/>
              <a:gd name="connsiteX95" fmla="*/ 1430805 w 1857518"/>
              <a:gd name="connsiteY95" fmla="*/ 1708822 h 1847198"/>
              <a:gd name="connsiteX96" fmla="*/ 1397266 w 1857518"/>
              <a:gd name="connsiteY96" fmla="*/ 1708306 h 1847198"/>
              <a:gd name="connsiteX97" fmla="*/ 1263628 w 1857518"/>
              <a:gd name="connsiteY97" fmla="*/ 1600467 h 1847198"/>
              <a:gd name="connsiteX98" fmla="*/ 1232154 w 1857518"/>
              <a:gd name="connsiteY98" fmla="*/ 1594275 h 1847198"/>
              <a:gd name="connsiteX99" fmla="*/ 1153725 w 1857518"/>
              <a:gd name="connsiteY99" fmla="*/ 1624202 h 1847198"/>
              <a:gd name="connsiteX100" fmla="*/ 1134634 w 1857518"/>
              <a:gd name="connsiteY100" fmla="*/ 1646905 h 1847198"/>
              <a:gd name="connsiteX101" fmla="*/ 1123798 w 1857518"/>
              <a:gd name="connsiteY101" fmla="*/ 1698503 h 1847198"/>
              <a:gd name="connsiteX102" fmla="*/ 1097999 w 1857518"/>
              <a:gd name="connsiteY102" fmla="*/ 1821821 h 1847198"/>
              <a:gd name="connsiteX103" fmla="*/ 1076329 w 1857518"/>
              <a:gd name="connsiteY103" fmla="*/ 1842460 h 1847198"/>
              <a:gd name="connsiteX104" fmla="*/ 994288 w 1857518"/>
              <a:gd name="connsiteY104" fmla="*/ 1851232 h 1847198"/>
              <a:gd name="connsiteX105" fmla="*/ 959201 w 1857518"/>
              <a:gd name="connsiteY105" fmla="*/ 1852264 h 1847198"/>
              <a:gd name="connsiteX106" fmla="*/ 928759 w 1857518"/>
              <a:gd name="connsiteY106" fmla="*/ 382245 h 1847198"/>
              <a:gd name="connsiteX107" fmla="*/ 386983 w 1857518"/>
              <a:gd name="connsiteY107" fmla="*/ 921957 h 1847198"/>
              <a:gd name="connsiteX108" fmla="*/ 926695 w 1857518"/>
              <a:gd name="connsiteY108" fmla="*/ 1465797 h 1847198"/>
              <a:gd name="connsiteX109" fmla="*/ 1470535 w 1857518"/>
              <a:gd name="connsiteY109" fmla="*/ 924537 h 1847198"/>
              <a:gd name="connsiteX110" fmla="*/ 928759 w 1857518"/>
              <a:gd name="connsiteY110" fmla="*/ 382245 h 184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857518" h="1847198">
                <a:moveTo>
                  <a:pt x="959201" y="1852264"/>
                </a:moveTo>
                <a:cubicBezTo>
                  <a:pt x="943206" y="1852264"/>
                  <a:pt x="927211" y="1852264"/>
                  <a:pt x="910700" y="1852264"/>
                </a:cubicBezTo>
                <a:cubicBezTo>
                  <a:pt x="900380" y="1848652"/>
                  <a:pt x="894704" y="1840913"/>
                  <a:pt x="891608" y="1830593"/>
                </a:cubicBezTo>
                <a:cubicBezTo>
                  <a:pt x="874065" y="1776931"/>
                  <a:pt x="856006" y="1723270"/>
                  <a:pt x="838463" y="1669608"/>
                </a:cubicBezTo>
                <a:cubicBezTo>
                  <a:pt x="834335" y="1657224"/>
                  <a:pt x="826080" y="1649485"/>
                  <a:pt x="813180" y="1646905"/>
                </a:cubicBezTo>
                <a:cubicBezTo>
                  <a:pt x="785833" y="1640713"/>
                  <a:pt x="757970" y="1635037"/>
                  <a:pt x="730624" y="1628330"/>
                </a:cubicBezTo>
                <a:cubicBezTo>
                  <a:pt x="716176" y="1624718"/>
                  <a:pt x="704309" y="1628330"/>
                  <a:pt x="693990" y="1639165"/>
                </a:cubicBezTo>
                <a:cubicBezTo>
                  <a:pt x="654259" y="1680443"/>
                  <a:pt x="613497" y="1720690"/>
                  <a:pt x="573251" y="1761452"/>
                </a:cubicBezTo>
                <a:cubicBezTo>
                  <a:pt x="563963" y="1770739"/>
                  <a:pt x="553127" y="1772804"/>
                  <a:pt x="542292" y="1766612"/>
                </a:cubicBezTo>
                <a:cubicBezTo>
                  <a:pt x="498950" y="1742361"/>
                  <a:pt x="456123" y="1718110"/>
                  <a:pt x="412782" y="1693859"/>
                </a:cubicBezTo>
                <a:cubicBezTo>
                  <a:pt x="397818" y="1685603"/>
                  <a:pt x="394206" y="1676832"/>
                  <a:pt x="398334" y="1660836"/>
                </a:cubicBezTo>
                <a:cubicBezTo>
                  <a:pt x="412265" y="1605111"/>
                  <a:pt x="426713" y="1549901"/>
                  <a:pt x="440644" y="1494176"/>
                </a:cubicBezTo>
                <a:cubicBezTo>
                  <a:pt x="443741" y="1482308"/>
                  <a:pt x="441676" y="1471473"/>
                  <a:pt x="432904" y="1462185"/>
                </a:cubicBezTo>
                <a:cubicBezTo>
                  <a:pt x="412265" y="1440514"/>
                  <a:pt x="391110" y="1418843"/>
                  <a:pt x="370471" y="1397172"/>
                </a:cubicBezTo>
                <a:cubicBezTo>
                  <a:pt x="362216" y="1388400"/>
                  <a:pt x="351896" y="1385820"/>
                  <a:pt x="340545" y="1388400"/>
                </a:cubicBezTo>
                <a:cubicBezTo>
                  <a:pt x="330226" y="1390464"/>
                  <a:pt x="320422" y="1393044"/>
                  <a:pt x="310618" y="1395108"/>
                </a:cubicBezTo>
                <a:cubicBezTo>
                  <a:pt x="263664" y="1405428"/>
                  <a:pt x="217226" y="1416263"/>
                  <a:pt x="170273" y="1426583"/>
                </a:cubicBezTo>
                <a:cubicBezTo>
                  <a:pt x="157373" y="1429679"/>
                  <a:pt x="147054" y="1425035"/>
                  <a:pt x="141377" y="1413683"/>
                </a:cubicBezTo>
                <a:cubicBezTo>
                  <a:pt x="117642" y="1368277"/>
                  <a:pt x="94423" y="1322355"/>
                  <a:pt x="70689" y="1276949"/>
                </a:cubicBezTo>
                <a:cubicBezTo>
                  <a:pt x="65529" y="1266630"/>
                  <a:pt x="67593" y="1255278"/>
                  <a:pt x="75848" y="1247539"/>
                </a:cubicBezTo>
                <a:cubicBezTo>
                  <a:pt x="119191" y="1207292"/>
                  <a:pt x="163049" y="1166530"/>
                  <a:pt x="206391" y="1126284"/>
                </a:cubicBezTo>
                <a:cubicBezTo>
                  <a:pt x="215162" y="1118544"/>
                  <a:pt x="218258" y="1108225"/>
                  <a:pt x="216710" y="1096873"/>
                </a:cubicBezTo>
                <a:cubicBezTo>
                  <a:pt x="211551" y="1069010"/>
                  <a:pt x="206391" y="1040631"/>
                  <a:pt x="201231" y="1012769"/>
                </a:cubicBezTo>
                <a:cubicBezTo>
                  <a:pt x="199167" y="1000901"/>
                  <a:pt x="192459" y="993162"/>
                  <a:pt x="181108" y="989034"/>
                </a:cubicBezTo>
                <a:cubicBezTo>
                  <a:pt x="142925" y="975103"/>
                  <a:pt x="104743" y="961171"/>
                  <a:pt x="67077" y="947240"/>
                </a:cubicBezTo>
                <a:cubicBezTo>
                  <a:pt x="44890" y="938984"/>
                  <a:pt x="22187" y="931760"/>
                  <a:pt x="0" y="921957"/>
                </a:cubicBezTo>
                <a:cubicBezTo>
                  <a:pt x="0" y="912153"/>
                  <a:pt x="0" y="902866"/>
                  <a:pt x="0" y="893062"/>
                </a:cubicBezTo>
                <a:cubicBezTo>
                  <a:pt x="1548" y="876035"/>
                  <a:pt x="3096" y="859524"/>
                  <a:pt x="4643" y="842496"/>
                </a:cubicBezTo>
                <a:cubicBezTo>
                  <a:pt x="7740" y="809474"/>
                  <a:pt x="12383" y="776451"/>
                  <a:pt x="17543" y="743945"/>
                </a:cubicBezTo>
                <a:cubicBezTo>
                  <a:pt x="19091" y="733109"/>
                  <a:pt x="26831" y="725369"/>
                  <a:pt x="38182" y="723305"/>
                </a:cubicBezTo>
                <a:cubicBezTo>
                  <a:pt x="97003" y="712470"/>
                  <a:pt x="155309" y="702150"/>
                  <a:pt x="214131" y="691315"/>
                </a:cubicBezTo>
                <a:cubicBezTo>
                  <a:pt x="226514" y="689251"/>
                  <a:pt x="234770" y="682543"/>
                  <a:pt x="239929" y="671192"/>
                </a:cubicBezTo>
                <a:cubicBezTo>
                  <a:pt x="248701" y="649521"/>
                  <a:pt x="257989" y="627850"/>
                  <a:pt x="266760" y="606695"/>
                </a:cubicBezTo>
                <a:cubicBezTo>
                  <a:pt x="272436" y="593279"/>
                  <a:pt x="270888" y="581928"/>
                  <a:pt x="262116" y="570060"/>
                </a:cubicBezTo>
                <a:cubicBezTo>
                  <a:pt x="227546" y="525170"/>
                  <a:pt x="193492" y="479764"/>
                  <a:pt x="159437" y="434874"/>
                </a:cubicBezTo>
                <a:cubicBezTo>
                  <a:pt x="150665" y="423007"/>
                  <a:pt x="150665" y="412687"/>
                  <a:pt x="159953" y="401336"/>
                </a:cubicBezTo>
                <a:cubicBezTo>
                  <a:pt x="192975" y="360058"/>
                  <a:pt x="225998" y="319295"/>
                  <a:pt x="259536" y="278017"/>
                </a:cubicBezTo>
                <a:cubicBezTo>
                  <a:pt x="270372" y="265118"/>
                  <a:pt x="279144" y="262538"/>
                  <a:pt x="294623" y="268729"/>
                </a:cubicBezTo>
                <a:cubicBezTo>
                  <a:pt x="348801" y="291433"/>
                  <a:pt x="402978" y="313620"/>
                  <a:pt x="457672" y="336322"/>
                </a:cubicBezTo>
                <a:cubicBezTo>
                  <a:pt x="468507" y="340966"/>
                  <a:pt x="479342" y="340450"/>
                  <a:pt x="489146" y="333743"/>
                </a:cubicBezTo>
                <a:cubicBezTo>
                  <a:pt x="506690" y="321875"/>
                  <a:pt x="523717" y="310008"/>
                  <a:pt x="540744" y="298140"/>
                </a:cubicBezTo>
                <a:cubicBezTo>
                  <a:pt x="548999" y="292464"/>
                  <a:pt x="553127" y="284209"/>
                  <a:pt x="553127" y="273889"/>
                </a:cubicBezTo>
                <a:cubicBezTo>
                  <a:pt x="553127" y="267697"/>
                  <a:pt x="552612" y="261506"/>
                  <a:pt x="552096" y="255830"/>
                </a:cubicBezTo>
                <a:cubicBezTo>
                  <a:pt x="550032" y="228999"/>
                  <a:pt x="547968" y="202684"/>
                  <a:pt x="545904" y="175854"/>
                </a:cubicBezTo>
                <a:cubicBezTo>
                  <a:pt x="543840" y="149023"/>
                  <a:pt x="541776" y="122708"/>
                  <a:pt x="539712" y="95877"/>
                </a:cubicBezTo>
                <a:cubicBezTo>
                  <a:pt x="538680" y="83493"/>
                  <a:pt x="544872" y="73690"/>
                  <a:pt x="556739" y="69562"/>
                </a:cubicBezTo>
                <a:cubicBezTo>
                  <a:pt x="609885" y="51503"/>
                  <a:pt x="663031" y="33444"/>
                  <a:pt x="716176" y="15901"/>
                </a:cubicBezTo>
                <a:cubicBezTo>
                  <a:pt x="719788" y="14869"/>
                  <a:pt x="722884" y="14353"/>
                  <a:pt x="726496" y="14353"/>
                </a:cubicBezTo>
                <a:cubicBezTo>
                  <a:pt x="736299" y="14869"/>
                  <a:pt x="742491" y="21060"/>
                  <a:pt x="748167" y="28800"/>
                </a:cubicBezTo>
                <a:cubicBezTo>
                  <a:pt x="781189" y="76786"/>
                  <a:pt x="814728" y="124772"/>
                  <a:pt x="847750" y="172758"/>
                </a:cubicBezTo>
                <a:cubicBezTo>
                  <a:pt x="855490" y="183593"/>
                  <a:pt x="865810" y="188753"/>
                  <a:pt x="878709" y="187721"/>
                </a:cubicBezTo>
                <a:cubicBezTo>
                  <a:pt x="896252" y="186173"/>
                  <a:pt x="914312" y="185657"/>
                  <a:pt x="931855" y="185657"/>
                </a:cubicBezTo>
                <a:cubicBezTo>
                  <a:pt x="939079" y="185657"/>
                  <a:pt x="944239" y="183077"/>
                  <a:pt x="948366" y="177401"/>
                </a:cubicBezTo>
                <a:cubicBezTo>
                  <a:pt x="950430" y="174822"/>
                  <a:pt x="952494" y="171726"/>
                  <a:pt x="954042" y="169146"/>
                </a:cubicBezTo>
                <a:cubicBezTo>
                  <a:pt x="962814" y="153150"/>
                  <a:pt x="971069" y="137155"/>
                  <a:pt x="979840" y="121676"/>
                </a:cubicBezTo>
                <a:cubicBezTo>
                  <a:pt x="998932" y="85558"/>
                  <a:pt x="1018539" y="49955"/>
                  <a:pt x="1037630" y="13837"/>
                </a:cubicBezTo>
                <a:cubicBezTo>
                  <a:pt x="1043822" y="2485"/>
                  <a:pt x="1053626" y="-2159"/>
                  <a:pt x="1066525" y="937"/>
                </a:cubicBezTo>
                <a:cubicBezTo>
                  <a:pt x="1122251" y="14353"/>
                  <a:pt x="1177976" y="27252"/>
                  <a:pt x="1233702" y="40667"/>
                </a:cubicBezTo>
                <a:cubicBezTo>
                  <a:pt x="1245569" y="43763"/>
                  <a:pt x="1252793" y="52535"/>
                  <a:pt x="1253309" y="64918"/>
                </a:cubicBezTo>
                <a:cubicBezTo>
                  <a:pt x="1253825" y="71626"/>
                  <a:pt x="1253825" y="78334"/>
                  <a:pt x="1254341" y="85042"/>
                </a:cubicBezTo>
                <a:cubicBezTo>
                  <a:pt x="1255888" y="126836"/>
                  <a:pt x="1256921" y="168630"/>
                  <a:pt x="1258468" y="209908"/>
                </a:cubicBezTo>
                <a:cubicBezTo>
                  <a:pt x="1258985" y="221260"/>
                  <a:pt x="1259501" y="233127"/>
                  <a:pt x="1260016" y="244478"/>
                </a:cubicBezTo>
                <a:cubicBezTo>
                  <a:pt x="1260532" y="255830"/>
                  <a:pt x="1266208" y="264602"/>
                  <a:pt x="1276012" y="270277"/>
                </a:cubicBezTo>
                <a:cubicBezTo>
                  <a:pt x="1288395" y="277501"/>
                  <a:pt x="1301295" y="284209"/>
                  <a:pt x="1313678" y="291948"/>
                </a:cubicBezTo>
                <a:cubicBezTo>
                  <a:pt x="1326062" y="299172"/>
                  <a:pt x="1337413" y="298656"/>
                  <a:pt x="1349797" y="291948"/>
                </a:cubicBezTo>
                <a:cubicBezTo>
                  <a:pt x="1400879" y="263570"/>
                  <a:pt x="1451444" y="235191"/>
                  <a:pt x="1502526" y="206812"/>
                </a:cubicBezTo>
                <a:cubicBezTo>
                  <a:pt x="1514394" y="200105"/>
                  <a:pt x="1525745" y="202168"/>
                  <a:pt x="1535033" y="211456"/>
                </a:cubicBezTo>
                <a:cubicBezTo>
                  <a:pt x="1574763" y="251702"/>
                  <a:pt x="1613977" y="292464"/>
                  <a:pt x="1653707" y="332711"/>
                </a:cubicBezTo>
                <a:cubicBezTo>
                  <a:pt x="1664027" y="343546"/>
                  <a:pt x="1665575" y="353350"/>
                  <a:pt x="1657835" y="366249"/>
                </a:cubicBezTo>
                <a:cubicBezTo>
                  <a:pt x="1628424" y="416299"/>
                  <a:pt x="1598497" y="465833"/>
                  <a:pt x="1569087" y="515883"/>
                </a:cubicBezTo>
                <a:cubicBezTo>
                  <a:pt x="1562379" y="527234"/>
                  <a:pt x="1561863" y="539102"/>
                  <a:pt x="1568571" y="550453"/>
                </a:cubicBezTo>
                <a:cubicBezTo>
                  <a:pt x="1576311" y="564384"/>
                  <a:pt x="1583534" y="578316"/>
                  <a:pt x="1591274" y="592247"/>
                </a:cubicBezTo>
                <a:cubicBezTo>
                  <a:pt x="1596950" y="602567"/>
                  <a:pt x="1605721" y="608243"/>
                  <a:pt x="1617589" y="608759"/>
                </a:cubicBezTo>
                <a:cubicBezTo>
                  <a:pt x="1637196" y="610307"/>
                  <a:pt x="1657319" y="611339"/>
                  <a:pt x="1676926" y="612886"/>
                </a:cubicBezTo>
                <a:cubicBezTo>
                  <a:pt x="1717172" y="615466"/>
                  <a:pt x="1757419" y="618046"/>
                  <a:pt x="1797665" y="620626"/>
                </a:cubicBezTo>
                <a:cubicBezTo>
                  <a:pt x="1809016" y="621142"/>
                  <a:pt x="1818304" y="628882"/>
                  <a:pt x="1820884" y="640233"/>
                </a:cubicBezTo>
                <a:cubicBezTo>
                  <a:pt x="1833267" y="695959"/>
                  <a:pt x="1845135" y="752200"/>
                  <a:pt x="1857518" y="808442"/>
                </a:cubicBezTo>
                <a:cubicBezTo>
                  <a:pt x="1859066" y="816181"/>
                  <a:pt x="1857002" y="822889"/>
                  <a:pt x="1851842" y="829081"/>
                </a:cubicBezTo>
                <a:cubicBezTo>
                  <a:pt x="1849262" y="832177"/>
                  <a:pt x="1845135" y="834241"/>
                  <a:pt x="1841523" y="836305"/>
                </a:cubicBezTo>
                <a:cubicBezTo>
                  <a:pt x="1789925" y="862103"/>
                  <a:pt x="1738327" y="887902"/>
                  <a:pt x="1686214" y="913701"/>
                </a:cubicBezTo>
                <a:cubicBezTo>
                  <a:pt x="1675378" y="919377"/>
                  <a:pt x="1669187" y="927633"/>
                  <a:pt x="1668670" y="940016"/>
                </a:cubicBezTo>
                <a:cubicBezTo>
                  <a:pt x="1667639" y="959623"/>
                  <a:pt x="1666090" y="978714"/>
                  <a:pt x="1665059" y="998322"/>
                </a:cubicBezTo>
                <a:cubicBezTo>
                  <a:pt x="1664543" y="1009673"/>
                  <a:pt x="1668670" y="1019477"/>
                  <a:pt x="1678474" y="1026184"/>
                </a:cubicBezTo>
                <a:cubicBezTo>
                  <a:pt x="1726460" y="1061271"/>
                  <a:pt x="1773930" y="1096873"/>
                  <a:pt x="1821916" y="1131960"/>
                </a:cubicBezTo>
                <a:cubicBezTo>
                  <a:pt x="1833267" y="1140215"/>
                  <a:pt x="1836879" y="1150535"/>
                  <a:pt x="1831720" y="1163950"/>
                </a:cubicBezTo>
                <a:cubicBezTo>
                  <a:pt x="1822948" y="1188201"/>
                  <a:pt x="1814176" y="1212452"/>
                  <a:pt x="1805404" y="1236703"/>
                </a:cubicBezTo>
                <a:cubicBezTo>
                  <a:pt x="1795601" y="1263534"/>
                  <a:pt x="1785798" y="1290881"/>
                  <a:pt x="1775478" y="1317711"/>
                </a:cubicBezTo>
                <a:cubicBezTo>
                  <a:pt x="1771350" y="1329063"/>
                  <a:pt x="1761546" y="1335255"/>
                  <a:pt x="1750195" y="1334223"/>
                </a:cubicBezTo>
                <a:cubicBezTo>
                  <a:pt x="1728524" y="1332159"/>
                  <a:pt x="1707369" y="1329579"/>
                  <a:pt x="1685698" y="1327515"/>
                </a:cubicBezTo>
                <a:cubicBezTo>
                  <a:pt x="1648548" y="1323387"/>
                  <a:pt x="1611397" y="1319259"/>
                  <a:pt x="1574247" y="1315648"/>
                </a:cubicBezTo>
                <a:cubicBezTo>
                  <a:pt x="1562379" y="1314616"/>
                  <a:pt x="1553092" y="1318743"/>
                  <a:pt x="1545868" y="1328547"/>
                </a:cubicBezTo>
                <a:cubicBezTo>
                  <a:pt x="1532453" y="1346606"/>
                  <a:pt x="1519553" y="1365181"/>
                  <a:pt x="1505622" y="1383241"/>
                </a:cubicBezTo>
                <a:cubicBezTo>
                  <a:pt x="1497366" y="1394076"/>
                  <a:pt x="1496334" y="1405428"/>
                  <a:pt x="1500978" y="1417811"/>
                </a:cubicBezTo>
                <a:cubicBezTo>
                  <a:pt x="1521617" y="1472505"/>
                  <a:pt x="1542772" y="1527198"/>
                  <a:pt x="1563411" y="1581892"/>
                </a:cubicBezTo>
                <a:cubicBezTo>
                  <a:pt x="1569087" y="1596339"/>
                  <a:pt x="1565991" y="1606143"/>
                  <a:pt x="1554124" y="1615430"/>
                </a:cubicBezTo>
                <a:cubicBezTo>
                  <a:pt x="1512845" y="1646389"/>
                  <a:pt x="1472083" y="1677864"/>
                  <a:pt x="1430805" y="1708822"/>
                </a:cubicBezTo>
                <a:cubicBezTo>
                  <a:pt x="1418938" y="1717594"/>
                  <a:pt x="1408618" y="1717594"/>
                  <a:pt x="1397266" y="1708306"/>
                </a:cubicBezTo>
                <a:cubicBezTo>
                  <a:pt x="1352892" y="1672704"/>
                  <a:pt x="1308003" y="1636585"/>
                  <a:pt x="1263628" y="1600467"/>
                </a:cubicBezTo>
                <a:cubicBezTo>
                  <a:pt x="1253825" y="1592727"/>
                  <a:pt x="1243505" y="1590147"/>
                  <a:pt x="1232154" y="1594275"/>
                </a:cubicBezTo>
                <a:cubicBezTo>
                  <a:pt x="1205839" y="1604079"/>
                  <a:pt x="1179524" y="1613883"/>
                  <a:pt x="1153725" y="1624202"/>
                </a:cubicBezTo>
                <a:cubicBezTo>
                  <a:pt x="1143406" y="1628330"/>
                  <a:pt x="1137214" y="1636070"/>
                  <a:pt x="1134634" y="1646905"/>
                </a:cubicBezTo>
                <a:cubicBezTo>
                  <a:pt x="1131022" y="1663932"/>
                  <a:pt x="1127411" y="1681475"/>
                  <a:pt x="1123798" y="1698503"/>
                </a:cubicBezTo>
                <a:cubicBezTo>
                  <a:pt x="1115027" y="1739781"/>
                  <a:pt x="1106771" y="1780543"/>
                  <a:pt x="1097999" y="1821821"/>
                </a:cubicBezTo>
                <a:cubicBezTo>
                  <a:pt x="1095420" y="1833689"/>
                  <a:pt x="1088196" y="1840913"/>
                  <a:pt x="1076329" y="1842460"/>
                </a:cubicBezTo>
                <a:cubicBezTo>
                  <a:pt x="1048982" y="1846072"/>
                  <a:pt x="1021635" y="1848652"/>
                  <a:pt x="994288" y="1851232"/>
                </a:cubicBezTo>
                <a:cubicBezTo>
                  <a:pt x="980873" y="1850200"/>
                  <a:pt x="970037" y="1851232"/>
                  <a:pt x="959201" y="1852264"/>
                </a:cubicBezTo>
                <a:close/>
                <a:moveTo>
                  <a:pt x="928759" y="382245"/>
                </a:moveTo>
                <a:cubicBezTo>
                  <a:pt x="633620" y="381729"/>
                  <a:pt x="388015" y="619594"/>
                  <a:pt x="386983" y="921957"/>
                </a:cubicBezTo>
                <a:cubicBezTo>
                  <a:pt x="385951" y="1222772"/>
                  <a:pt x="627428" y="1464765"/>
                  <a:pt x="926695" y="1465797"/>
                </a:cubicBezTo>
                <a:cubicBezTo>
                  <a:pt x="1229058" y="1466829"/>
                  <a:pt x="1470019" y="1222772"/>
                  <a:pt x="1470535" y="924537"/>
                </a:cubicBezTo>
                <a:cubicBezTo>
                  <a:pt x="1470535" y="625270"/>
                  <a:pt x="1228026" y="381729"/>
                  <a:pt x="928759" y="382245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C394B5F9-D8AC-415E-8C09-4BE415AA2EDA}"/>
              </a:ext>
            </a:extLst>
          </p:cNvPr>
          <p:cNvGrpSpPr/>
          <p:nvPr userDrawn="1"/>
        </p:nvGrpSpPr>
        <p:grpSpPr>
          <a:xfrm rot="14140429">
            <a:off x="1251624" y="1931265"/>
            <a:ext cx="1916415" cy="1725560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43" name="Freeform: Shape 42">
              <a:extLst>
                <a:ext uri="{FF2B5EF4-FFF2-40B4-BE49-F238E27FC236}">
                  <a16:creationId xmlns="" xmlns:a16="http://schemas.microsoft.com/office/drawing/2014/main" id="{8EFBED93-CBB4-4C98-8D24-35EE940EECB0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="" xmlns:a16="http://schemas.microsoft.com/office/drawing/2014/main" id="{2A8F8B1D-3A60-433E-8DEA-E9695D76ACF7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45" name="Freeform: Shape 44">
                <a:extLst>
                  <a:ext uri="{FF2B5EF4-FFF2-40B4-BE49-F238E27FC236}">
                    <a16:creationId xmlns="" xmlns:a16="http://schemas.microsoft.com/office/drawing/2014/main" id="{BC21027D-C275-43F0-9DF7-CDBF13331717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="" xmlns:a16="http://schemas.microsoft.com/office/drawing/2014/main" id="{FE31230A-3F00-4E5D-AB2B-619EA30B194D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7" name="Freeform: Shape 46">
            <a:extLst>
              <a:ext uri="{FF2B5EF4-FFF2-40B4-BE49-F238E27FC236}">
                <a16:creationId xmlns="" xmlns:a16="http://schemas.microsoft.com/office/drawing/2014/main" id="{BED5CE5D-67E4-403F-B3DA-7E99871E9C8C}"/>
              </a:ext>
            </a:extLst>
          </p:cNvPr>
          <p:cNvSpPr/>
          <p:nvPr userDrawn="1"/>
        </p:nvSpPr>
        <p:spPr>
          <a:xfrm>
            <a:off x="529815" y="248541"/>
            <a:ext cx="577306" cy="577307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="" xmlns:a16="http://schemas.microsoft.com/office/drawing/2014/main" id="{170C0C8B-A623-4A77-8067-AE3A11119257}"/>
              </a:ext>
            </a:extLst>
          </p:cNvPr>
          <p:cNvSpPr/>
          <p:nvPr userDrawn="1"/>
        </p:nvSpPr>
        <p:spPr>
          <a:xfrm>
            <a:off x="7565721" y="431683"/>
            <a:ext cx="1263772" cy="1286476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="" xmlns:a16="http://schemas.microsoft.com/office/drawing/2014/main" id="{8EDAEFC4-4C0C-4BEB-903F-14C3DBA0B8C0}"/>
              </a:ext>
            </a:extLst>
          </p:cNvPr>
          <p:cNvGrpSpPr/>
          <p:nvPr userDrawn="1"/>
        </p:nvGrpSpPr>
        <p:grpSpPr>
          <a:xfrm rot="19800000">
            <a:off x="206465" y="743263"/>
            <a:ext cx="3054679" cy="1218879"/>
            <a:chOff x="1727363" y="3556278"/>
            <a:chExt cx="3054679" cy="1218879"/>
          </a:xfrm>
          <a:solidFill>
            <a:schemeClr val="bg1">
              <a:alpha val="5000"/>
            </a:schemeClr>
          </a:solidFill>
        </p:grpSpPr>
        <p:sp>
          <p:nvSpPr>
            <p:cNvPr id="62" name="Freeform: Shape 61">
              <a:extLst>
                <a:ext uri="{FF2B5EF4-FFF2-40B4-BE49-F238E27FC236}">
                  <a16:creationId xmlns="" xmlns:a16="http://schemas.microsoft.com/office/drawing/2014/main" id="{A1906127-6506-4703-A9AE-51223C1418C5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="" xmlns:a16="http://schemas.microsoft.com/office/drawing/2014/main" id="{E3C86351-4A7B-4A01-A872-297FC5E76705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65" name="Freeform: Shape 64">
                <a:extLst>
                  <a:ext uri="{FF2B5EF4-FFF2-40B4-BE49-F238E27FC236}">
                    <a16:creationId xmlns="" xmlns:a16="http://schemas.microsoft.com/office/drawing/2014/main" id="{AD4F4732-F596-454F-92F1-65E5E4954D19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="" xmlns:a16="http://schemas.microsoft.com/office/drawing/2014/main" id="{EB1B23E5-8635-4B3E-8862-FDD5D0A04D2D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4" name="Freeform: Shape 63">
              <a:extLst>
                <a:ext uri="{FF2B5EF4-FFF2-40B4-BE49-F238E27FC236}">
                  <a16:creationId xmlns="" xmlns:a16="http://schemas.microsoft.com/office/drawing/2014/main" id="{D4404570-F880-4ADE-AC20-8133EAAC08BE}"/>
                </a:ext>
              </a:extLst>
            </p:cNvPr>
            <p:cNvSpPr/>
            <p:nvPr/>
          </p:nvSpPr>
          <p:spPr>
            <a:xfrm>
              <a:off x="1727363" y="4086481"/>
              <a:ext cx="683882" cy="686216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="" xmlns:a16="http://schemas.microsoft.com/office/drawing/2014/main" id="{3E87EBBC-FED0-431E-A2D8-2BF60AF707F1}"/>
              </a:ext>
            </a:extLst>
          </p:cNvPr>
          <p:cNvGrpSpPr/>
          <p:nvPr userDrawn="1"/>
        </p:nvGrpSpPr>
        <p:grpSpPr>
          <a:xfrm rot="13107797">
            <a:off x="6810793" y="5777610"/>
            <a:ext cx="1277753" cy="767764"/>
            <a:chOff x="2753518" y="3556278"/>
            <a:chExt cx="2028524" cy="1218879"/>
          </a:xfrm>
          <a:solidFill>
            <a:schemeClr val="bg1">
              <a:alpha val="5000"/>
            </a:schemeClr>
          </a:solidFill>
        </p:grpSpPr>
        <p:sp>
          <p:nvSpPr>
            <p:cNvPr id="68" name="Freeform: Shape 67">
              <a:extLst>
                <a:ext uri="{FF2B5EF4-FFF2-40B4-BE49-F238E27FC236}">
                  <a16:creationId xmlns="" xmlns:a16="http://schemas.microsoft.com/office/drawing/2014/main" id="{4E8B5CDA-A8E3-48D9-B1C6-1E28374AAF94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="" xmlns:a16="http://schemas.microsoft.com/office/drawing/2014/main" id="{F5A5C1DD-EF26-4025-B68D-0775AA454261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70" name="Freeform: Shape 69">
                <a:extLst>
                  <a:ext uri="{FF2B5EF4-FFF2-40B4-BE49-F238E27FC236}">
                    <a16:creationId xmlns="" xmlns:a16="http://schemas.microsoft.com/office/drawing/2014/main" id="{F04AE5A0-084E-4214-8571-E964F22366AE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="" xmlns:a16="http://schemas.microsoft.com/office/drawing/2014/main" id="{6F66AB02-A030-4AD1-9F74-1D06F453FF8F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72" name="Freeform: Shape 71">
            <a:extLst>
              <a:ext uri="{FF2B5EF4-FFF2-40B4-BE49-F238E27FC236}">
                <a16:creationId xmlns="" xmlns:a16="http://schemas.microsoft.com/office/drawing/2014/main" id="{1C980EF8-E09C-4F4B-BF9F-49F28E94B6ED}"/>
              </a:ext>
            </a:extLst>
          </p:cNvPr>
          <p:cNvSpPr/>
          <p:nvPr userDrawn="1"/>
        </p:nvSpPr>
        <p:spPr>
          <a:xfrm>
            <a:off x="8809094" y="351406"/>
            <a:ext cx="577306" cy="577307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=""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064022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323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08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6BB998F8-5F60-4F3A-941E-65C7CA793196}"/>
              </a:ext>
            </a:extLst>
          </p:cNvPr>
          <p:cNvSpPr/>
          <p:nvPr userDrawn="1"/>
        </p:nvSpPr>
        <p:spPr>
          <a:xfrm>
            <a:off x="0" y="0"/>
            <a:ext cx="39814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16E2B211-279E-47AD-8321-BBE0A034E63C}"/>
              </a:ext>
            </a:extLst>
          </p:cNvPr>
          <p:cNvGrpSpPr/>
          <p:nvPr userDrawn="1"/>
        </p:nvGrpSpPr>
        <p:grpSpPr>
          <a:xfrm rot="12911792" flipH="1" flipV="1">
            <a:off x="2790331" y="4225532"/>
            <a:ext cx="706431" cy="492914"/>
            <a:chOff x="5405974" y="1533288"/>
            <a:chExt cx="608646" cy="424685"/>
          </a:xfrm>
        </p:grpSpPr>
        <p:sp>
          <p:nvSpPr>
            <p:cNvPr id="18" name="Trapezoid 17">
              <a:extLst>
                <a:ext uri="{FF2B5EF4-FFF2-40B4-BE49-F238E27FC236}">
                  <a16:creationId xmlns="" xmlns:a16="http://schemas.microsoft.com/office/drawing/2014/main" id="{3DECB3E9-32A4-485B-873B-63C6C59490D1}"/>
                </a:ext>
              </a:extLst>
            </p:cNvPr>
            <p:cNvSpPr/>
            <p:nvPr/>
          </p:nvSpPr>
          <p:spPr>
            <a:xfrm rot="5912136" flipH="1">
              <a:off x="5633173" y="1617814"/>
              <a:ext cx="141626" cy="93186"/>
            </a:xfrm>
            <a:prstGeom prst="trapezoid">
              <a:avLst>
                <a:gd name="adj" fmla="val 12383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rapezoid 18">
              <a:extLst>
                <a:ext uri="{FF2B5EF4-FFF2-40B4-BE49-F238E27FC236}">
                  <a16:creationId xmlns="" xmlns:a16="http://schemas.microsoft.com/office/drawing/2014/main" id="{B97B4F36-AF1D-4D48-AB73-9687DD625973}"/>
                </a:ext>
              </a:extLst>
            </p:cNvPr>
            <p:cNvSpPr/>
            <p:nvPr/>
          </p:nvSpPr>
          <p:spPr>
            <a:xfrm rot="7277434" flipH="1">
              <a:off x="5857778" y="1735728"/>
              <a:ext cx="103331" cy="96694"/>
            </a:xfrm>
            <a:prstGeom prst="trapezoid">
              <a:avLst>
                <a:gd name="adj" fmla="val 12383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="" xmlns:a16="http://schemas.microsoft.com/office/drawing/2014/main" id="{18628655-B24C-4AA8-B86F-E4649EC635E8}"/>
                </a:ext>
              </a:extLst>
            </p:cNvPr>
            <p:cNvSpPr/>
            <p:nvPr/>
          </p:nvSpPr>
          <p:spPr>
            <a:xfrm rot="5912136" flipH="1">
              <a:off x="5438996" y="1500266"/>
              <a:ext cx="200130" cy="266173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rapezoid 20">
              <a:extLst>
                <a:ext uri="{FF2B5EF4-FFF2-40B4-BE49-F238E27FC236}">
                  <a16:creationId xmlns="" xmlns:a16="http://schemas.microsoft.com/office/drawing/2014/main" id="{3A6B24C9-2F1F-4C5E-B867-73AE6CD03838}"/>
                </a:ext>
              </a:extLst>
            </p:cNvPr>
            <p:cNvSpPr/>
            <p:nvPr/>
          </p:nvSpPr>
          <p:spPr>
            <a:xfrm rot="7277434" flipH="1">
              <a:off x="5727739" y="1619233"/>
              <a:ext cx="146016" cy="194202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rapezoid 21">
              <a:extLst>
                <a:ext uri="{FF2B5EF4-FFF2-40B4-BE49-F238E27FC236}">
                  <a16:creationId xmlns="" xmlns:a16="http://schemas.microsoft.com/office/drawing/2014/main" id="{2AA7F5E5-BC6C-4756-A8EB-16B8328FA881}"/>
                </a:ext>
              </a:extLst>
            </p:cNvPr>
            <p:cNvSpPr/>
            <p:nvPr/>
          </p:nvSpPr>
          <p:spPr>
            <a:xfrm rot="8867088" flipH="1">
              <a:off x="5921123" y="1778027"/>
              <a:ext cx="93497" cy="179946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497CDF6D-E63B-4A20-B935-7F27169038D3}"/>
              </a:ext>
            </a:extLst>
          </p:cNvPr>
          <p:cNvGrpSpPr/>
          <p:nvPr userDrawn="1"/>
        </p:nvGrpSpPr>
        <p:grpSpPr>
          <a:xfrm rot="20269720">
            <a:off x="2788843" y="4597087"/>
            <a:ext cx="773065" cy="771576"/>
            <a:chOff x="7167947" y="1624190"/>
            <a:chExt cx="2677920" cy="2672764"/>
          </a:xfrm>
          <a:solidFill>
            <a:schemeClr val="bg1"/>
          </a:solidFill>
        </p:grpSpPr>
        <p:sp>
          <p:nvSpPr>
            <p:cNvPr id="24" name="Freeform: Shape 23">
              <a:extLst>
                <a:ext uri="{FF2B5EF4-FFF2-40B4-BE49-F238E27FC236}">
                  <a16:creationId xmlns="" xmlns:a16="http://schemas.microsoft.com/office/drawing/2014/main" id="{B45EA29E-0702-4F6E-81A2-E3C8EFB2FBFE}"/>
                </a:ext>
              </a:extLst>
            </p:cNvPr>
            <p:cNvSpPr/>
            <p:nvPr/>
          </p:nvSpPr>
          <p:spPr>
            <a:xfrm>
              <a:off x="7167947" y="1624190"/>
              <a:ext cx="2677920" cy="2672764"/>
            </a:xfrm>
            <a:custGeom>
              <a:avLst/>
              <a:gdLst>
                <a:gd name="connsiteX0" fmla="*/ 2538684 w 2677922"/>
                <a:gd name="connsiteY0" fmla="*/ 1897505 h 2672762"/>
                <a:gd name="connsiteX1" fmla="*/ 2456643 w 2677922"/>
                <a:gd name="connsiteY1" fmla="*/ 1879446 h 2672762"/>
                <a:gd name="connsiteX2" fmla="*/ 2389566 w 2677922"/>
                <a:gd name="connsiteY2" fmla="*/ 1863966 h 2672762"/>
                <a:gd name="connsiteX3" fmla="*/ 2354479 w 2677922"/>
                <a:gd name="connsiteY3" fmla="*/ 1874802 h 2672762"/>
                <a:gd name="connsiteX4" fmla="*/ 2312170 w 2677922"/>
                <a:gd name="connsiteY4" fmla="*/ 1950651 h 2672762"/>
                <a:gd name="connsiteX5" fmla="*/ 2322489 w 2677922"/>
                <a:gd name="connsiteY5" fmla="*/ 1983157 h 2672762"/>
                <a:gd name="connsiteX6" fmla="*/ 2412785 w 2677922"/>
                <a:gd name="connsiteY6" fmla="*/ 2080161 h 2672762"/>
                <a:gd name="connsiteX7" fmla="*/ 2418461 w 2677922"/>
                <a:gd name="connsiteY7" fmla="*/ 2146722 h 2672762"/>
                <a:gd name="connsiteX8" fmla="*/ 2414849 w 2677922"/>
                <a:gd name="connsiteY8" fmla="*/ 2151882 h 2672762"/>
                <a:gd name="connsiteX9" fmla="*/ 2324037 w 2677922"/>
                <a:gd name="connsiteY9" fmla="*/ 2174585 h 2672762"/>
                <a:gd name="connsiteX10" fmla="*/ 2219294 w 2677922"/>
                <a:gd name="connsiteY10" fmla="*/ 2118859 h 2672762"/>
                <a:gd name="connsiteX11" fmla="*/ 2178531 w 2677922"/>
                <a:gd name="connsiteY11" fmla="*/ 2120407 h 2672762"/>
                <a:gd name="connsiteX12" fmla="*/ 2125386 w 2677922"/>
                <a:gd name="connsiteY12" fmla="*/ 2172521 h 2672762"/>
                <a:gd name="connsiteX13" fmla="*/ 2122806 w 2677922"/>
                <a:gd name="connsiteY13" fmla="*/ 2217411 h 2672762"/>
                <a:gd name="connsiteX14" fmla="*/ 2184723 w 2677922"/>
                <a:gd name="connsiteY14" fmla="*/ 2334538 h 2672762"/>
                <a:gd name="connsiteX15" fmla="*/ 2174404 w 2677922"/>
                <a:gd name="connsiteY15" fmla="*/ 2395423 h 2672762"/>
                <a:gd name="connsiteX16" fmla="*/ 2164084 w 2677922"/>
                <a:gd name="connsiteY16" fmla="*/ 2404711 h 2672762"/>
                <a:gd name="connsiteX17" fmla="*/ 2075336 w 2677922"/>
                <a:gd name="connsiteY17" fmla="*/ 2401615 h 2672762"/>
                <a:gd name="connsiteX18" fmla="*/ 1988652 w 2677922"/>
                <a:gd name="connsiteY18" fmla="*/ 2320606 h 2672762"/>
                <a:gd name="connsiteX19" fmla="*/ 1944277 w 2677922"/>
                <a:gd name="connsiteY19" fmla="*/ 2311835 h 2672762"/>
                <a:gd name="connsiteX20" fmla="*/ 1883392 w 2677922"/>
                <a:gd name="connsiteY20" fmla="*/ 2346405 h 2672762"/>
                <a:gd name="connsiteX21" fmla="*/ 1868429 w 2677922"/>
                <a:gd name="connsiteY21" fmla="*/ 2391811 h 2672762"/>
                <a:gd name="connsiteX22" fmla="*/ 1899388 w 2677922"/>
                <a:gd name="connsiteY22" fmla="*/ 2526997 h 2672762"/>
                <a:gd name="connsiteX23" fmla="*/ 1879264 w 2677922"/>
                <a:gd name="connsiteY23" fmla="*/ 2571887 h 2672762"/>
                <a:gd name="connsiteX24" fmla="*/ 1841082 w 2677922"/>
                <a:gd name="connsiteY24" fmla="*/ 2588915 h 2672762"/>
                <a:gd name="connsiteX25" fmla="*/ 1782777 w 2677922"/>
                <a:gd name="connsiteY25" fmla="*/ 2568276 h 2672762"/>
                <a:gd name="connsiteX26" fmla="*/ 1715184 w 2677922"/>
                <a:gd name="connsiteY26" fmla="*/ 2459404 h 2672762"/>
                <a:gd name="connsiteX27" fmla="*/ 1664618 w 2677922"/>
                <a:gd name="connsiteY27" fmla="*/ 2435669 h 2672762"/>
                <a:gd name="connsiteX28" fmla="*/ 1610440 w 2677922"/>
                <a:gd name="connsiteY28" fmla="*/ 2450117 h 2672762"/>
                <a:gd name="connsiteX29" fmla="*/ 1577418 w 2677922"/>
                <a:gd name="connsiteY29" fmla="*/ 2495007 h 2672762"/>
                <a:gd name="connsiteX30" fmla="*/ 1573806 w 2677922"/>
                <a:gd name="connsiteY30" fmla="*/ 2616777 h 2672762"/>
                <a:gd name="connsiteX31" fmla="*/ 1526852 w 2677922"/>
                <a:gd name="connsiteY31" fmla="*/ 2672503 h 2672762"/>
                <a:gd name="connsiteX32" fmla="*/ 1497441 w 2677922"/>
                <a:gd name="connsiteY32" fmla="*/ 2676115 h 2672762"/>
                <a:gd name="connsiteX33" fmla="*/ 1449972 w 2677922"/>
                <a:gd name="connsiteY33" fmla="*/ 2644124 h 2672762"/>
                <a:gd name="connsiteX34" fmla="*/ 1410241 w 2677922"/>
                <a:gd name="connsiteY34" fmla="*/ 2514614 h 2672762"/>
                <a:gd name="connsiteX35" fmla="*/ 1373091 w 2677922"/>
                <a:gd name="connsiteY35" fmla="*/ 2482623 h 2672762"/>
                <a:gd name="connsiteX36" fmla="*/ 1304982 w 2677922"/>
                <a:gd name="connsiteY36" fmla="*/ 2483139 h 2672762"/>
                <a:gd name="connsiteX37" fmla="*/ 1271959 w 2677922"/>
                <a:gd name="connsiteY37" fmla="*/ 2511518 h 2672762"/>
                <a:gd name="connsiteX38" fmla="*/ 1234293 w 2677922"/>
                <a:gd name="connsiteY38" fmla="*/ 2633805 h 2672762"/>
                <a:gd name="connsiteX39" fmla="*/ 1170828 w 2677922"/>
                <a:gd name="connsiteY39" fmla="*/ 2674567 h 2672762"/>
                <a:gd name="connsiteX40" fmla="*/ 1106847 w 2677922"/>
                <a:gd name="connsiteY40" fmla="*/ 2602330 h 2672762"/>
                <a:gd name="connsiteX41" fmla="*/ 1103751 w 2677922"/>
                <a:gd name="connsiteY41" fmla="*/ 2491395 h 2672762"/>
                <a:gd name="connsiteX42" fmla="*/ 1080532 w 2677922"/>
                <a:gd name="connsiteY42" fmla="*/ 2454244 h 2672762"/>
                <a:gd name="connsiteX43" fmla="*/ 1005199 w 2677922"/>
                <a:gd name="connsiteY43" fmla="*/ 2435153 h 2672762"/>
                <a:gd name="connsiteX44" fmla="*/ 969080 w 2677922"/>
                <a:gd name="connsiteY44" fmla="*/ 2454244 h 2672762"/>
                <a:gd name="connsiteX45" fmla="*/ 900456 w 2677922"/>
                <a:gd name="connsiteY45" fmla="*/ 2564148 h 2672762"/>
                <a:gd name="connsiteX46" fmla="*/ 836474 w 2677922"/>
                <a:gd name="connsiteY46" fmla="*/ 2587367 h 2672762"/>
                <a:gd name="connsiteX47" fmla="*/ 831830 w 2677922"/>
                <a:gd name="connsiteY47" fmla="*/ 2585819 h 2672762"/>
                <a:gd name="connsiteX48" fmla="*/ 785392 w 2677922"/>
                <a:gd name="connsiteY48" fmla="*/ 2504810 h 2672762"/>
                <a:gd name="connsiteX49" fmla="*/ 811707 w 2677922"/>
                <a:gd name="connsiteY49" fmla="*/ 2390779 h 2672762"/>
                <a:gd name="connsiteX50" fmla="*/ 794680 w 2677922"/>
                <a:gd name="connsiteY50" fmla="*/ 2344341 h 2672762"/>
                <a:gd name="connsiteX51" fmla="*/ 739470 w 2677922"/>
                <a:gd name="connsiteY51" fmla="*/ 2312351 h 2672762"/>
                <a:gd name="connsiteX52" fmla="*/ 689421 w 2677922"/>
                <a:gd name="connsiteY52" fmla="*/ 2321638 h 2672762"/>
                <a:gd name="connsiteX53" fmla="*/ 596029 w 2677922"/>
                <a:gd name="connsiteY53" fmla="*/ 2408838 h 2672762"/>
                <a:gd name="connsiteX54" fmla="*/ 530500 w 2677922"/>
                <a:gd name="connsiteY54" fmla="*/ 2415030 h 2672762"/>
                <a:gd name="connsiteX55" fmla="*/ 521212 w 2677922"/>
                <a:gd name="connsiteY55" fmla="*/ 2408838 h 2672762"/>
                <a:gd name="connsiteX56" fmla="*/ 500573 w 2677922"/>
                <a:gd name="connsiteY56" fmla="*/ 2322670 h 2672762"/>
                <a:gd name="connsiteX57" fmla="*/ 556298 w 2677922"/>
                <a:gd name="connsiteY57" fmla="*/ 2217927 h 2672762"/>
                <a:gd name="connsiteX58" fmla="*/ 552171 w 2677922"/>
                <a:gd name="connsiteY58" fmla="*/ 2168909 h 2672762"/>
                <a:gd name="connsiteX59" fmla="*/ 505733 w 2677922"/>
                <a:gd name="connsiteY59" fmla="*/ 2122987 h 2672762"/>
                <a:gd name="connsiteX60" fmla="*/ 457747 w 2677922"/>
                <a:gd name="connsiteY60" fmla="*/ 2119375 h 2672762"/>
                <a:gd name="connsiteX61" fmla="*/ 341652 w 2677922"/>
                <a:gd name="connsiteY61" fmla="*/ 2180777 h 2672762"/>
                <a:gd name="connsiteX62" fmla="*/ 278187 w 2677922"/>
                <a:gd name="connsiteY62" fmla="*/ 2168909 h 2672762"/>
                <a:gd name="connsiteX63" fmla="*/ 274059 w 2677922"/>
                <a:gd name="connsiteY63" fmla="*/ 2164265 h 2672762"/>
                <a:gd name="connsiteX64" fmla="*/ 276639 w 2677922"/>
                <a:gd name="connsiteY64" fmla="*/ 2069325 h 2672762"/>
                <a:gd name="connsiteX65" fmla="*/ 354551 w 2677922"/>
                <a:gd name="connsiteY65" fmla="*/ 1986253 h 2672762"/>
                <a:gd name="connsiteX66" fmla="*/ 363839 w 2677922"/>
                <a:gd name="connsiteY66" fmla="*/ 1940847 h 2672762"/>
                <a:gd name="connsiteX67" fmla="*/ 328237 w 2677922"/>
                <a:gd name="connsiteY67" fmla="*/ 1878930 h 2672762"/>
                <a:gd name="connsiteX68" fmla="*/ 283347 w 2677922"/>
                <a:gd name="connsiteY68" fmla="*/ 1866030 h 2672762"/>
                <a:gd name="connsiteX69" fmla="*/ 170864 w 2677922"/>
                <a:gd name="connsiteY69" fmla="*/ 1891829 h 2672762"/>
                <a:gd name="connsiteX70" fmla="*/ 155900 w 2677922"/>
                <a:gd name="connsiteY70" fmla="*/ 1895441 h 2672762"/>
                <a:gd name="connsiteX71" fmla="*/ 100175 w 2677922"/>
                <a:gd name="connsiteY71" fmla="*/ 1868094 h 2672762"/>
                <a:gd name="connsiteX72" fmla="*/ 87275 w 2677922"/>
                <a:gd name="connsiteY72" fmla="*/ 1838168 h 2672762"/>
                <a:gd name="connsiteX73" fmla="*/ 107915 w 2677922"/>
                <a:gd name="connsiteY73" fmla="*/ 1779862 h 2672762"/>
                <a:gd name="connsiteX74" fmla="*/ 213690 w 2677922"/>
                <a:gd name="connsiteY74" fmla="*/ 1713817 h 2672762"/>
                <a:gd name="connsiteX75" fmla="*/ 238972 w 2677922"/>
                <a:gd name="connsiteY75" fmla="*/ 1654480 h 2672762"/>
                <a:gd name="connsiteX76" fmla="*/ 222977 w 2677922"/>
                <a:gd name="connsiteY76" fmla="*/ 1600818 h 2672762"/>
                <a:gd name="connsiteX77" fmla="*/ 184279 w 2677922"/>
                <a:gd name="connsiteY77" fmla="*/ 1575019 h 2672762"/>
                <a:gd name="connsiteX78" fmla="*/ 59413 w 2677922"/>
                <a:gd name="connsiteY78" fmla="*/ 1571407 h 2672762"/>
                <a:gd name="connsiteX79" fmla="*/ 3687 w 2677922"/>
                <a:gd name="connsiteY79" fmla="*/ 1524453 h 2672762"/>
                <a:gd name="connsiteX80" fmla="*/ 1623 w 2677922"/>
                <a:gd name="connsiteY80" fmla="*/ 1513618 h 2672762"/>
                <a:gd name="connsiteX81" fmla="*/ 48577 w 2677922"/>
                <a:gd name="connsiteY81" fmla="*/ 1442413 h 2672762"/>
                <a:gd name="connsiteX82" fmla="*/ 160544 w 2677922"/>
                <a:gd name="connsiteY82" fmla="*/ 1408358 h 2672762"/>
                <a:gd name="connsiteX83" fmla="*/ 194083 w 2677922"/>
                <a:gd name="connsiteY83" fmla="*/ 1370692 h 2672762"/>
                <a:gd name="connsiteX84" fmla="*/ 192534 w 2677922"/>
                <a:gd name="connsiteY84" fmla="*/ 1298971 h 2672762"/>
                <a:gd name="connsiteX85" fmla="*/ 166220 w 2677922"/>
                <a:gd name="connsiteY85" fmla="*/ 1269560 h 2672762"/>
                <a:gd name="connsiteX86" fmla="*/ 47029 w 2677922"/>
                <a:gd name="connsiteY86" fmla="*/ 1232926 h 2672762"/>
                <a:gd name="connsiteX87" fmla="*/ 1623 w 2677922"/>
                <a:gd name="connsiteY87" fmla="*/ 1166881 h 2672762"/>
                <a:gd name="connsiteX88" fmla="*/ 6267 w 2677922"/>
                <a:gd name="connsiteY88" fmla="*/ 1139534 h 2672762"/>
                <a:gd name="connsiteX89" fmla="*/ 49093 w 2677922"/>
                <a:gd name="connsiteY89" fmla="*/ 1105480 h 2672762"/>
                <a:gd name="connsiteX90" fmla="*/ 164672 w 2677922"/>
                <a:gd name="connsiteY90" fmla="*/ 1101868 h 2672762"/>
                <a:gd name="connsiteX91" fmla="*/ 181699 w 2677922"/>
                <a:gd name="connsiteY91" fmla="*/ 1101352 h 2672762"/>
                <a:gd name="connsiteX92" fmla="*/ 227621 w 2677922"/>
                <a:gd name="connsiteY92" fmla="*/ 1065233 h 2672762"/>
                <a:gd name="connsiteX93" fmla="*/ 241036 w 2677922"/>
                <a:gd name="connsiteY93" fmla="*/ 1014152 h 2672762"/>
                <a:gd name="connsiteX94" fmla="*/ 219366 w 2677922"/>
                <a:gd name="connsiteY94" fmla="*/ 965650 h 2672762"/>
                <a:gd name="connsiteX95" fmla="*/ 113590 w 2677922"/>
                <a:gd name="connsiteY95" fmla="*/ 899605 h 2672762"/>
                <a:gd name="connsiteX96" fmla="*/ 89855 w 2677922"/>
                <a:gd name="connsiteY96" fmla="*/ 832012 h 2672762"/>
                <a:gd name="connsiteX97" fmla="*/ 104818 w 2677922"/>
                <a:gd name="connsiteY97" fmla="*/ 799505 h 2672762"/>
                <a:gd name="connsiteX98" fmla="*/ 151256 w 2677922"/>
                <a:gd name="connsiteY98" fmla="*/ 779898 h 2672762"/>
                <a:gd name="connsiteX99" fmla="*/ 283347 w 2677922"/>
                <a:gd name="connsiteY99" fmla="*/ 810341 h 2672762"/>
                <a:gd name="connsiteX100" fmla="*/ 331332 w 2677922"/>
                <a:gd name="connsiteY100" fmla="*/ 794345 h 2672762"/>
                <a:gd name="connsiteX101" fmla="*/ 363839 w 2677922"/>
                <a:gd name="connsiteY101" fmla="*/ 737588 h 2672762"/>
                <a:gd name="connsiteX102" fmla="*/ 354551 w 2677922"/>
                <a:gd name="connsiteY102" fmla="*/ 689086 h 2672762"/>
                <a:gd name="connsiteX103" fmla="*/ 266835 w 2677922"/>
                <a:gd name="connsiteY103" fmla="*/ 595694 h 2672762"/>
                <a:gd name="connsiteX104" fmla="*/ 261675 w 2677922"/>
                <a:gd name="connsiteY104" fmla="*/ 529133 h 2672762"/>
                <a:gd name="connsiteX105" fmla="*/ 270447 w 2677922"/>
                <a:gd name="connsiteY105" fmla="*/ 516233 h 2672762"/>
                <a:gd name="connsiteX106" fmla="*/ 349907 w 2677922"/>
                <a:gd name="connsiteY106" fmla="*/ 498690 h 2672762"/>
                <a:gd name="connsiteX107" fmla="*/ 457231 w 2677922"/>
                <a:gd name="connsiteY107" fmla="*/ 555964 h 2672762"/>
                <a:gd name="connsiteX108" fmla="*/ 507797 w 2677922"/>
                <a:gd name="connsiteY108" fmla="*/ 551320 h 2672762"/>
                <a:gd name="connsiteX109" fmla="*/ 551139 w 2677922"/>
                <a:gd name="connsiteY109" fmla="*/ 508494 h 2672762"/>
                <a:gd name="connsiteX110" fmla="*/ 556815 w 2677922"/>
                <a:gd name="connsiteY110" fmla="*/ 456896 h 2672762"/>
                <a:gd name="connsiteX111" fmla="*/ 494381 w 2677922"/>
                <a:gd name="connsiteY111" fmla="*/ 339769 h 2672762"/>
                <a:gd name="connsiteX112" fmla="*/ 505217 w 2677922"/>
                <a:gd name="connsiteY112" fmla="*/ 280432 h 2672762"/>
                <a:gd name="connsiteX113" fmla="*/ 537723 w 2677922"/>
                <a:gd name="connsiteY113" fmla="*/ 256181 h 2672762"/>
                <a:gd name="connsiteX114" fmla="*/ 590353 w 2677922"/>
                <a:gd name="connsiteY114" fmla="*/ 261857 h 2672762"/>
                <a:gd name="connsiteX115" fmla="*/ 679617 w 2677922"/>
                <a:gd name="connsiteY115" fmla="*/ 344929 h 2672762"/>
                <a:gd name="connsiteX116" fmla="*/ 754950 w 2677922"/>
                <a:gd name="connsiteY116" fmla="*/ 355765 h 2672762"/>
                <a:gd name="connsiteX117" fmla="*/ 797260 w 2677922"/>
                <a:gd name="connsiteY117" fmla="*/ 329450 h 2672762"/>
                <a:gd name="connsiteX118" fmla="*/ 811707 w 2677922"/>
                <a:gd name="connsiteY118" fmla="*/ 285076 h 2672762"/>
                <a:gd name="connsiteX119" fmla="*/ 781781 w 2677922"/>
                <a:gd name="connsiteY119" fmla="*/ 156081 h 2672762"/>
                <a:gd name="connsiteX120" fmla="*/ 807064 w 2677922"/>
                <a:gd name="connsiteY120" fmla="*/ 100872 h 2672762"/>
                <a:gd name="connsiteX121" fmla="*/ 841634 w 2677922"/>
                <a:gd name="connsiteY121" fmla="*/ 86424 h 2672762"/>
                <a:gd name="connsiteX122" fmla="*/ 896328 w 2677922"/>
                <a:gd name="connsiteY122" fmla="*/ 106031 h 2672762"/>
                <a:gd name="connsiteX123" fmla="*/ 965469 w 2677922"/>
                <a:gd name="connsiteY123" fmla="*/ 217483 h 2672762"/>
                <a:gd name="connsiteX124" fmla="*/ 1013455 w 2677922"/>
                <a:gd name="connsiteY124" fmla="*/ 240702 h 2672762"/>
                <a:gd name="connsiteX125" fmla="*/ 1077952 w 2677922"/>
                <a:gd name="connsiteY125" fmla="*/ 222642 h 2672762"/>
                <a:gd name="connsiteX126" fmla="*/ 1101687 w 2677922"/>
                <a:gd name="connsiteY126" fmla="*/ 188072 h 2672762"/>
                <a:gd name="connsiteX127" fmla="*/ 1106847 w 2677922"/>
                <a:gd name="connsiteY127" fmla="*/ 53918 h 2672762"/>
                <a:gd name="connsiteX128" fmla="*/ 1145029 w 2677922"/>
                <a:gd name="connsiteY128" fmla="*/ 4900 h 2672762"/>
                <a:gd name="connsiteX129" fmla="*/ 1158960 w 2677922"/>
                <a:gd name="connsiteY129" fmla="*/ 1804 h 2672762"/>
                <a:gd name="connsiteX130" fmla="*/ 1235841 w 2677922"/>
                <a:gd name="connsiteY130" fmla="*/ 48758 h 2672762"/>
                <a:gd name="connsiteX131" fmla="*/ 1269895 w 2677922"/>
                <a:gd name="connsiteY131" fmla="*/ 162273 h 2672762"/>
                <a:gd name="connsiteX132" fmla="*/ 1303434 w 2677922"/>
                <a:gd name="connsiteY132" fmla="*/ 192716 h 2672762"/>
                <a:gd name="connsiteX133" fmla="*/ 1376702 w 2677922"/>
                <a:gd name="connsiteY133" fmla="*/ 192716 h 2672762"/>
                <a:gd name="connsiteX134" fmla="*/ 1409209 w 2677922"/>
                <a:gd name="connsiteY134" fmla="*/ 163305 h 2672762"/>
                <a:gd name="connsiteX135" fmla="*/ 1447392 w 2677922"/>
                <a:gd name="connsiteY135" fmla="*/ 37922 h 2672762"/>
                <a:gd name="connsiteX136" fmla="*/ 1499505 w 2677922"/>
                <a:gd name="connsiteY136" fmla="*/ 256 h 2672762"/>
                <a:gd name="connsiteX137" fmla="*/ 1513436 w 2677922"/>
                <a:gd name="connsiteY137" fmla="*/ 772 h 2672762"/>
                <a:gd name="connsiteX138" fmla="*/ 1573290 w 2677922"/>
                <a:gd name="connsiteY138" fmla="*/ 65269 h 2672762"/>
                <a:gd name="connsiteX139" fmla="*/ 1576902 w 2677922"/>
                <a:gd name="connsiteY139" fmla="*/ 185492 h 2672762"/>
                <a:gd name="connsiteX140" fmla="*/ 1598057 w 2677922"/>
                <a:gd name="connsiteY140" fmla="*/ 220578 h 2672762"/>
                <a:gd name="connsiteX141" fmla="*/ 1674422 w 2677922"/>
                <a:gd name="connsiteY141" fmla="*/ 240702 h 2672762"/>
                <a:gd name="connsiteX142" fmla="*/ 1710540 w 2677922"/>
                <a:gd name="connsiteY142" fmla="*/ 221610 h 2672762"/>
                <a:gd name="connsiteX143" fmla="*/ 1779165 w 2677922"/>
                <a:gd name="connsiteY143" fmla="*/ 111707 h 2672762"/>
                <a:gd name="connsiteX144" fmla="*/ 1845726 w 2677922"/>
                <a:gd name="connsiteY144" fmla="*/ 88488 h 2672762"/>
                <a:gd name="connsiteX145" fmla="*/ 1857594 w 2677922"/>
                <a:gd name="connsiteY145" fmla="*/ 92616 h 2672762"/>
                <a:gd name="connsiteX146" fmla="*/ 1895260 w 2677922"/>
                <a:gd name="connsiteY146" fmla="*/ 166401 h 2672762"/>
                <a:gd name="connsiteX147" fmla="*/ 1868429 w 2677922"/>
                <a:gd name="connsiteY147" fmla="*/ 281980 h 2672762"/>
                <a:gd name="connsiteX148" fmla="*/ 1887004 w 2677922"/>
                <a:gd name="connsiteY148" fmla="*/ 332030 h 2672762"/>
                <a:gd name="connsiteX149" fmla="*/ 1946857 w 2677922"/>
                <a:gd name="connsiteY149" fmla="*/ 365052 h 2672762"/>
                <a:gd name="connsiteX150" fmla="*/ 1986588 w 2677922"/>
                <a:gd name="connsiteY150" fmla="*/ 355765 h 2672762"/>
                <a:gd name="connsiteX151" fmla="*/ 2081528 w 2677922"/>
                <a:gd name="connsiteY151" fmla="*/ 267532 h 2672762"/>
                <a:gd name="connsiteX152" fmla="*/ 2151701 w 2677922"/>
                <a:gd name="connsiteY152" fmla="*/ 261857 h 2672762"/>
                <a:gd name="connsiteX153" fmla="*/ 2155312 w 2677922"/>
                <a:gd name="connsiteY153" fmla="*/ 264437 h 2672762"/>
                <a:gd name="connsiteX154" fmla="*/ 2177500 w 2677922"/>
                <a:gd name="connsiteY154" fmla="*/ 353701 h 2672762"/>
                <a:gd name="connsiteX155" fmla="*/ 2122290 w 2677922"/>
                <a:gd name="connsiteY155" fmla="*/ 456896 h 2672762"/>
                <a:gd name="connsiteX156" fmla="*/ 2126934 w 2677922"/>
                <a:gd name="connsiteY156" fmla="*/ 505914 h 2672762"/>
                <a:gd name="connsiteX157" fmla="*/ 2173372 w 2677922"/>
                <a:gd name="connsiteY157" fmla="*/ 551836 h 2672762"/>
                <a:gd name="connsiteX158" fmla="*/ 2219810 w 2677922"/>
                <a:gd name="connsiteY158" fmla="*/ 555964 h 2672762"/>
                <a:gd name="connsiteX159" fmla="*/ 2336937 w 2677922"/>
                <a:gd name="connsiteY159" fmla="*/ 494046 h 2672762"/>
                <a:gd name="connsiteX160" fmla="*/ 2400917 w 2677922"/>
                <a:gd name="connsiteY160" fmla="*/ 507462 h 2672762"/>
                <a:gd name="connsiteX161" fmla="*/ 2420525 w 2677922"/>
                <a:gd name="connsiteY161" fmla="*/ 533777 h 2672762"/>
                <a:gd name="connsiteX162" fmla="*/ 2415365 w 2677922"/>
                <a:gd name="connsiteY162" fmla="*/ 591566 h 2672762"/>
                <a:gd name="connsiteX163" fmla="*/ 2321973 w 2677922"/>
                <a:gd name="connsiteY163" fmla="*/ 692182 h 2672762"/>
                <a:gd name="connsiteX164" fmla="*/ 2313718 w 2677922"/>
                <a:gd name="connsiteY164" fmla="*/ 733460 h 2672762"/>
                <a:gd name="connsiteX165" fmla="*/ 2349320 w 2677922"/>
                <a:gd name="connsiteY165" fmla="*/ 795377 h 2672762"/>
                <a:gd name="connsiteX166" fmla="*/ 2394726 w 2677922"/>
                <a:gd name="connsiteY166" fmla="*/ 810341 h 2672762"/>
                <a:gd name="connsiteX167" fmla="*/ 2526816 w 2677922"/>
                <a:gd name="connsiteY167" fmla="*/ 780414 h 2672762"/>
                <a:gd name="connsiteX168" fmla="*/ 2575834 w 2677922"/>
                <a:gd name="connsiteY168" fmla="*/ 803117 h 2672762"/>
                <a:gd name="connsiteX169" fmla="*/ 2591313 w 2677922"/>
                <a:gd name="connsiteY169" fmla="*/ 838719 h 2672762"/>
                <a:gd name="connsiteX170" fmla="*/ 2570158 w 2677922"/>
                <a:gd name="connsiteY170" fmla="*/ 896509 h 2672762"/>
                <a:gd name="connsiteX171" fmla="*/ 2461287 w 2677922"/>
                <a:gd name="connsiteY171" fmla="*/ 964102 h 2672762"/>
                <a:gd name="connsiteX172" fmla="*/ 2438068 w 2677922"/>
                <a:gd name="connsiteY172" fmla="*/ 1014668 h 2672762"/>
                <a:gd name="connsiteX173" fmla="*/ 2454063 w 2677922"/>
                <a:gd name="connsiteY173" fmla="*/ 1073489 h 2672762"/>
                <a:gd name="connsiteX174" fmla="*/ 2492762 w 2677922"/>
                <a:gd name="connsiteY174" fmla="*/ 1100836 h 2672762"/>
                <a:gd name="connsiteX175" fmla="*/ 2628464 w 2677922"/>
                <a:gd name="connsiteY175" fmla="*/ 1105996 h 2672762"/>
                <a:gd name="connsiteX176" fmla="*/ 2672322 w 2677922"/>
                <a:gd name="connsiteY176" fmla="*/ 1140566 h 2672762"/>
                <a:gd name="connsiteX177" fmla="*/ 2677998 w 2677922"/>
                <a:gd name="connsiteY177" fmla="*/ 1182360 h 2672762"/>
                <a:gd name="connsiteX178" fmla="*/ 2644459 w 2677922"/>
                <a:gd name="connsiteY178" fmla="*/ 1229830 h 2672762"/>
                <a:gd name="connsiteX179" fmla="*/ 2522172 w 2677922"/>
                <a:gd name="connsiteY179" fmla="*/ 1267497 h 2672762"/>
                <a:gd name="connsiteX180" fmla="*/ 2483990 w 2677922"/>
                <a:gd name="connsiteY180" fmla="*/ 1315998 h 2672762"/>
                <a:gd name="connsiteX181" fmla="*/ 2486570 w 2677922"/>
                <a:gd name="connsiteY181" fmla="*/ 1379980 h 2672762"/>
                <a:gd name="connsiteX182" fmla="*/ 2512885 w 2677922"/>
                <a:gd name="connsiteY182" fmla="*/ 1407842 h 2672762"/>
                <a:gd name="connsiteX183" fmla="*/ 2641363 w 2677922"/>
                <a:gd name="connsiteY183" fmla="*/ 1447057 h 2672762"/>
                <a:gd name="connsiteX184" fmla="*/ 2677998 w 2677922"/>
                <a:gd name="connsiteY184" fmla="*/ 1498138 h 2672762"/>
                <a:gd name="connsiteX185" fmla="*/ 2677998 w 2677922"/>
                <a:gd name="connsiteY185" fmla="*/ 1507426 h 2672762"/>
                <a:gd name="connsiteX186" fmla="*/ 2611952 w 2677922"/>
                <a:gd name="connsiteY186" fmla="*/ 1572955 h 2672762"/>
                <a:gd name="connsiteX187" fmla="*/ 2490182 w 2677922"/>
                <a:gd name="connsiteY187" fmla="*/ 1576567 h 2672762"/>
                <a:gd name="connsiteX188" fmla="*/ 2457675 w 2677922"/>
                <a:gd name="connsiteY188" fmla="*/ 1596690 h 2672762"/>
                <a:gd name="connsiteX189" fmla="*/ 2437036 w 2677922"/>
                <a:gd name="connsiteY189" fmla="*/ 1673055 h 2672762"/>
                <a:gd name="connsiteX190" fmla="*/ 2457159 w 2677922"/>
                <a:gd name="connsiteY190" fmla="*/ 1710205 h 2672762"/>
                <a:gd name="connsiteX191" fmla="*/ 2564483 w 2677922"/>
                <a:gd name="connsiteY191" fmla="*/ 1777282 h 2672762"/>
                <a:gd name="connsiteX192" fmla="*/ 2588733 w 2677922"/>
                <a:gd name="connsiteY192" fmla="*/ 1845907 h 2672762"/>
                <a:gd name="connsiteX193" fmla="*/ 2571706 w 2677922"/>
                <a:gd name="connsiteY193" fmla="*/ 1880994 h 2672762"/>
                <a:gd name="connsiteX194" fmla="*/ 2538684 w 2677922"/>
                <a:gd name="connsiteY194" fmla="*/ 1897505 h 2672762"/>
                <a:gd name="connsiteX195" fmla="*/ 1338521 w 2677922"/>
                <a:gd name="connsiteY195" fmla="*/ 2312867 h 2672762"/>
                <a:gd name="connsiteX196" fmla="*/ 2316814 w 2677922"/>
                <a:gd name="connsiteY196" fmla="*/ 1335605 h 2672762"/>
                <a:gd name="connsiteX197" fmla="*/ 1340068 w 2677922"/>
                <a:gd name="connsiteY197" fmla="*/ 359376 h 2672762"/>
                <a:gd name="connsiteX198" fmla="*/ 361775 w 2677922"/>
                <a:gd name="connsiteY198" fmla="*/ 1331994 h 2672762"/>
                <a:gd name="connsiteX199" fmla="*/ 1338521 w 2677922"/>
                <a:gd name="connsiteY199" fmla="*/ 2312867 h 2672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2677922" h="2672762">
                  <a:moveTo>
                    <a:pt x="2538684" y="1897505"/>
                  </a:moveTo>
                  <a:cubicBezTo>
                    <a:pt x="2511337" y="1891313"/>
                    <a:pt x="2483990" y="1885121"/>
                    <a:pt x="2456643" y="1879446"/>
                  </a:cubicBezTo>
                  <a:cubicBezTo>
                    <a:pt x="2434456" y="1874286"/>
                    <a:pt x="2411753" y="1869642"/>
                    <a:pt x="2389566" y="1863966"/>
                  </a:cubicBezTo>
                  <a:cubicBezTo>
                    <a:pt x="2375119" y="1860354"/>
                    <a:pt x="2363767" y="1864482"/>
                    <a:pt x="2354479" y="1874802"/>
                  </a:cubicBezTo>
                  <a:cubicBezTo>
                    <a:pt x="2335389" y="1896989"/>
                    <a:pt x="2320425" y="1922272"/>
                    <a:pt x="2312170" y="1950651"/>
                  </a:cubicBezTo>
                  <a:cubicBezTo>
                    <a:pt x="2308042" y="1964066"/>
                    <a:pt x="2314234" y="1973869"/>
                    <a:pt x="2322489" y="1983157"/>
                  </a:cubicBezTo>
                  <a:cubicBezTo>
                    <a:pt x="2352416" y="2015664"/>
                    <a:pt x="2382858" y="2048170"/>
                    <a:pt x="2412785" y="2080161"/>
                  </a:cubicBezTo>
                  <a:cubicBezTo>
                    <a:pt x="2435488" y="2104412"/>
                    <a:pt x="2436520" y="2118859"/>
                    <a:pt x="2418461" y="2146722"/>
                  </a:cubicBezTo>
                  <a:cubicBezTo>
                    <a:pt x="2417429" y="2148270"/>
                    <a:pt x="2416397" y="2150334"/>
                    <a:pt x="2414849" y="2151882"/>
                  </a:cubicBezTo>
                  <a:cubicBezTo>
                    <a:pt x="2380795" y="2197804"/>
                    <a:pt x="2365831" y="2198320"/>
                    <a:pt x="2324037" y="2174585"/>
                  </a:cubicBezTo>
                  <a:cubicBezTo>
                    <a:pt x="2289982" y="2154978"/>
                    <a:pt x="2253864" y="2137434"/>
                    <a:pt x="2219294" y="2118859"/>
                  </a:cubicBezTo>
                  <a:cubicBezTo>
                    <a:pt x="2204846" y="2111120"/>
                    <a:pt x="2191431" y="2111120"/>
                    <a:pt x="2178531" y="2120407"/>
                  </a:cubicBezTo>
                  <a:cubicBezTo>
                    <a:pt x="2157892" y="2134855"/>
                    <a:pt x="2140349" y="2152398"/>
                    <a:pt x="2125386" y="2172521"/>
                  </a:cubicBezTo>
                  <a:cubicBezTo>
                    <a:pt x="2114550" y="2186968"/>
                    <a:pt x="2114034" y="2201416"/>
                    <a:pt x="2122806" y="2217411"/>
                  </a:cubicBezTo>
                  <a:cubicBezTo>
                    <a:pt x="2143961" y="2256109"/>
                    <a:pt x="2164600" y="2295323"/>
                    <a:pt x="2184723" y="2334538"/>
                  </a:cubicBezTo>
                  <a:cubicBezTo>
                    <a:pt x="2198655" y="2361885"/>
                    <a:pt x="2196591" y="2374268"/>
                    <a:pt x="2174404" y="2395423"/>
                  </a:cubicBezTo>
                  <a:cubicBezTo>
                    <a:pt x="2170792" y="2398519"/>
                    <a:pt x="2167696" y="2402131"/>
                    <a:pt x="2164084" y="2404711"/>
                  </a:cubicBezTo>
                  <a:cubicBezTo>
                    <a:pt x="2131062" y="2428962"/>
                    <a:pt x="2114034" y="2440829"/>
                    <a:pt x="2075336" y="2401615"/>
                  </a:cubicBezTo>
                  <a:cubicBezTo>
                    <a:pt x="2047473" y="2373236"/>
                    <a:pt x="2017547" y="2347953"/>
                    <a:pt x="1988652" y="2320606"/>
                  </a:cubicBezTo>
                  <a:cubicBezTo>
                    <a:pt x="1975236" y="2307707"/>
                    <a:pt x="1960789" y="2305127"/>
                    <a:pt x="1944277" y="2311835"/>
                  </a:cubicBezTo>
                  <a:cubicBezTo>
                    <a:pt x="1922607" y="2320606"/>
                    <a:pt x="1901968" y="2331958"/>
                    <a:pt x="1883392" y="2346405"/>
                  </a:cubicBezTo>
                  <a:cubicBezTo>
                    <a:pt x="1867913" y="2358273"/>
                    <a:pt x="1863785" y="2373236"/>
                    <a:pt x="1868429" y="2391811"/>
                  </a:cubicBezTo>
                  <a:cubicBezTo>
                    <a:pt x="1879264" y="2436701"/>
                    <a:pt x="1889584" y="2482107"/>
                    <a:pt x="1899388" y="2526997"/>
                  </a:cubicBezTo>
                  <a:cubicBezTo>
                    <a:pt x="1903516" y="2546604"/>
                    <a:pt x="1896808" y="2561568"/>
                    <a:pt x="1879264" y="2571887"/>
                  </a:cubicBezTo>
                  <a:cubicBezTo>
                    <a:pt x="1867397" y="2579111"/>
                    <a:pt x="1854498" y="2584787"/>
                    <a:pt x="1841082" y="2588915"/>
                  </a:cubicBezTo>
                  <a:cubicBezTo>
                    <a:pt x="1813736" y="2597686"/>
                    <a:pt x="1798256" y="2592526"/>
                    <a:pt x="1782777" y="2568276"/>
                  </a:cubicBezTo>
                  <a:cubicBezTo>
                    <a:pt x="1760074" y="2532157"/>
                    <a:pt x="1736855" y="2496555"/>
                    <a:pt x="1715184" y="2459404"/>
                  </a:cubicBezTo>
                  <a:cubicBezTo>
                    <a:pt x="1703316" y="2439281"/>
                    <a:pt x="1687837" y="2431542"/>
                    <a:pt x="1664618" y="2435669"/>
                  </a:cubicBezTo>
                  <a:cubicBezTo>
                    <a:pt x="1646043" y="2439281"/>
                    <a:pt x="1627984" y="2443925"/>
                    <a:pt x="1610440" y="2450117"/>
                  </a:cubicBezTo>
                  <a:cubicBezTo>
                    <a:pt x="1586190" y="2458888"/>
                    <a:pt x="1578450" y="2469208"/>
                    <a:pt x="1577418" y="2495007"/>
                  </a:cubicBezTo>
                  <a:cubicBezTo>
                    <a:pt x="1575870" y="2535769"/>
                    <a:pt x="1574838" y="2576015"/>
                    <a:pt x="1573806" y="2616777"/>
                  </a:cubicBezTo>
                  <a:cubicBezTo>
                    <a:pt x="1572774" y="2653928"/>
                    <a:pt x="1563487" y="2665795"/>
                    <a:pt x="1526852" y="2672503"/>
                  </a:cubicBezTo>
                  <a:cubicBezTo>
                    <a:pt x="1517049" y="2674567"/>
                    <a:pt x="1507245" y="2675599"/>
                    <a:pt x="1497441" y="2676115"/>
                  </a:cubicBezTo>
                  <a:cubicBezTo>
                    <a:pt x="1473191" y="2677663"/>
                    <a:pt x="1457711" y="2667859"/>
                    <a:pt x="1449972" y="2644124"/>
                  </a:cubicBezTo>
                  <a:cubicBezTo>
                    <a:pt x="1436040" y="2600782"/>
                    <a:pt x="1422624" y="2557956"/>
                    <a:pt x="1410241" y="2514614"/>
                  </a:cubicBezTo>
                  <a:cubicBezTo>
                    <a:pt x="1404565" y="2495007"/>
                    <a:pt x="1392698" y="2485719"/>
                    <a:pt x="1373091" y="2482623"/>
                  </a:cubicBezTo>
                  <a:cubicBezTo>
                    <a:pt x="1350388" y="2479527"/>
                    <a:pt x="1327685" y="2479527"/>
                    <a:pt x="1304982" y="2483139"/>
                  </a:cubicBezTo>
                  <a:cubicBezTo>
                    <a:pt x="1287955" y="2485719"/>
                    <a:pt x="1277119" y="2494491"/>
                    <a:pt x="1271959" y="2511518"/>
                  </a:cubicBezTo>
                  <a:cubicBezTo>
                    <a:pt x="1260092" y="2552280"/>
                    <a:pt x="1247192" y="2593042"/>
                    <a:pt x="1234293" y="2633805"/>
                  </a:cubicBezTo>
                  <a:cubicBezTo>
                    <a:pt x="1222941" y="2670439"/>
                    <a:pt x="1208494" y="2679727"/>
                    <a:pt x="1170828" y="2674567"/>
                  </a:cubicBezTo>
                  <a:cubicBezTo>
                    <a:pt x="1114070" y="2666827"/>
                    <a:pt x="1107362" y="2659087"/>
                    <a:pt x="1106847" y="2602330"/>
                  </a:cubicBezTo>
                  <a:cubicBezTo>
                    <a:pt x="1106331" y="2565180"/>
                    <a:pt x="1104783" y="2528545"/>
                    <a:pt x="1103751" y="2491395"/>
                  </a:cubicBezTo>
                  <a:cubicBezTo>
                    <a:pt x="1103234" y="2474368"/>
                    <a:pt x="1096527" y="2460952"/>
                    <a:pt x="1080532" y="2454244"/>
                  </a:cubicBezTo>
                  <a:cubicBezTo>
                    <a:pt x="1056281" y="2443925"/>
                    <a:pt x="1031514" y="2436701"/>
                    <a:pt x="1005199" y="2435153"/>
                  </a:cubicBezTo>
                  <a:cubicBezTo>
                    <a:pt x="989203" y="2434121"/>
                    <a:pt x="977852" y="2440313"/>
                    <a:pt x="969080" y="2454244"/>
                  </a:cubicBezTo>
                  <a:cubicBezTo>
                    <a:pt x="946894" y="2491395"/>
                    <a:pt x="923159" y="2527513"/>
                    <a:pt x="900456" y="2564148"/>
                  </a:cubicBezTo>
                  <a:cubicBezTo>
                    <a:pt x="882396" y="2593042"/>
                    <a:pt x="868465" y="2598202"/>
                    <a:pt x="836474" y="2587367"/>
                  </a:cubicBezTo>
                  <a:cubicBezTo>
                    <a:pt x="834926" y="2586851"/>
                    <a:pt x="833379" y="2586335"/>
                    <a:pt x="831830" y="2585819"/>
                  </a:cubicBezTo>
                  <a:cubicBezTo>
                    <a:pt x="782297" y="2565696"/>
                    <a:pt x="772493" y="2554344"/>
                    <a:pt x="785392" y="2504810"/>
                  </a:cubicBezTo>
                  <a:cubicBezTo>
                    <a:pt x="795196" y="2467144"/>
                    <a:pt x="802420" y="2428962"/>
                    <a:pt x="811707" y="2390779"/>
                  </a:cubicBezTo>
                  <a:cubicBezTo>
                    <a:pt x="816351" y="2371172"/>
                    <a:pt x="811191" y="2356209"/>
                    <a:pt x="794680" y="2344341"/>
                  </a:cubicBezTo>
                  <a:cubicBezTo>
                    <a:pt x="777137" y="2331958"/>
                    <a:pt x="759078" y="2321122"/>
                    <a:pt x="739470" y="2312351"/>
                  </a:cubicBezTo>
                  <a:cubicBezTo>
                    <a:pt x="720895" y="2304095"/>
                    <a:pt x="704900" y="2307191"/>
                    <a:pt x="689421" y="2321638"/>
                  </a:cubicBezTo>
                  <a:cubicBezTo>
                    <a:pt x="658462" y="2351049"/>
                    <a:pt x="626988" y="2379944"/>
                    <a:pt x="596029" y="2408838"/>
                  </a:cubicBezTo>
                  <a:cubicBezTo>
                    <a:pt x="572810" y="2431026"/>
                    <a:pt x="557847" y="2432057"/>
                    <a:pt x="530500" y="2415030"/>
                  </a:cubicBezTo>
                  <a:cubicBezTo>
                    <a:pt x="527404" y="2412966"/>
                    <a:pt x="524308" y="2410902"/>
                    <a:pt x="521212" y="2408838"/>
                  </a:cubicBezTo>
                  <a:cubicBezTo>
                    <a:pt x="481482" y="2380460"/>
                    <a:pt x="477870" y="2365496"/>
                    <a:pt x="500573" y="2322670"/>
                  </a:cubicBezTo>
                  <a:cubicBezTo>
                    <a:pt x="519148" y="2287584"/>
                    <a:pt x="537207" y="2252497"/>
                    <a:pt x="556298" y="2217927"/>
                  </a:cubicBezTo>
                  <a:cubicBezTo>
                    <a:pt x="566102" y="2199868"/>
                    <a:pt x="564555" y="2184388"/>
                    <a:pt x="552171" y="2168909"/>
                  </a:cubicBezTo>
                  <a:cubicBezTo>
                    <a:pt x="538756" y="2151882"/>
                    <a:pt x="523276" y="2136402"/>
                    <a:pt x="505733" y="2122987"/>
                  </a:cubicBezTo>
                  <a:cubicBezTo>
                    <a:pt x="490254" y="2111120"/>
                    <a:pt x="474774" y="2110088"/>
                    <a:pt x="457747" y="2119375"/>
                  </a:cubicBezTo>
                  <a:cubicBezTo>
                    <a:pt x="419564" y="2140014"/>
                    <a:pt x="380866" y="2160653"/>
                    <a:pt x="341652" y="2180777"/>
                  </a:cubicBezTo>
                  <a:cubicBezTo>
                    <a:pt x="314305" y="2195224"/>
                    <a:pt x="298310" y="2191612"/>
                    <a:pt x="278187" y="2168909"/>
                  </a:cubicBezTo>
                  <a:cubicBezTo>
                    <a:pt x="276639" y="2167361"/>
                    <a:pt x="275607" y="2165813"/>
                    <a:pt x="274059" y="2164265"/>
                  </a:cubicBezTo>
                  <a:cubicBezTo>
                    <a:pt x="238456" y="2122987"/>
                    <a:pt x="238972" y="2108540"/>
                    <a:pt x="276639" y="2069325"/>
                  </a:cubicBezTo>
                  <a:cubicBezTo>
                    <a:pt x="302954" y="2041463"/>
                    <a:pt x="327721" y="2013084"/>
                    <a:pt x="354551" y="1986253"/>
                  </a:cubicBezTo>
                  <a:cubicBezTo>
                    <a:pt x="367967" y="1972322"/>
                    <a:pt x="370547" y="1957874"/>
                    <a:pt x="363839" y="1940847"/>
                  </a:cubicBezTo>
                  <a:cubicBezTo>
                    <a:pt x="355067" y="1918660"/>
                    <a:pt x="342684" y="1898021"/>
                    <a:pt x="328237" y="1878930"/>
                  </a:cubicBezTo>
                  <a:cubicBezTo>
                    <a:pt x="316369" y="1863450"/>
                    <a:pt x="300374" y="1861902"/>
                    <a:pt x="283347" y="1866030"/>
                  </a:cubicBezTo>
                  <a:cubicBezTo>
                    <a:pt x="245680" y="1874802"/>
                    <a:pt x="208530" y="1883573"/>
                    <a:pt x="170864" y="1891829"/>
                  </a:cubicBezTo>
                  <a:cubicBezTo>
                    <a:pt x="165704" y="1892861"/>
                    <a:pt x="160544" y="1894409"/>
                    <a:pt x="155900" y="1895441"/>
                  </a:cubicBezTo>
                  <a:cubicBezTo>
                    <a:pt x="127521" y="1900601"/>
                    <a:pt x="113074" y="1893893"/>
                    <a:pt x="100175" y="1868094"/>
                  </a:cubicBezTo>
                  <a:cubicBezTo>
                    <a:pt x="95531" y="1858291"/>
                    <a:pt x="90887" y="1848487"/>
                    <a:pt x="87275" y="1838168"/>
                  </a:cubicBezTo>
                  <a:cubicBezTo>
                    <a:pt x="77988" y="1810821"/>
                    <a:pt x="83147" y="1795341"/>
                    <a:pt x="107915" y="1779862"/>
                  </a:cubicBezTo>
                  <a:cubicBezTo>
                    <a:pt x="143001" y="1757675"/>
                    <a:pt x="178603" y="1735488"/>
                    <a:pt x="213690" y="1713817"/>
                  </a:cubicBezTo>
                  <a:cubicBezTo>
                    <a:pt x="241552" y="1696274"/>
                    <a:pt x="245680" y="1686470"/>
                    <a:pt x="238972" y="1654480"/>
                  </a:cubicBezTo>
                  <a:cubicBezTo>
                    <a:pt x="234845" y="1636420"/>
                    <a:pt x="230201" y="1617845"/>
                    <a:pt x="222977" y="1600818"/>
                  </a:cubicBezTo>
                  <a:cubicBezTo>
                    <a:pt x="215753" y="1583791"/>
                    <a:pt x="203370" y="1575535"/>
                    <a:pt x="184279" y="1575019"/>
                  </a:cubicBezTo>
                  <a:cubicBezTo>
                    <a:pt x="142485" y="1574503"/>
                    <a:pt x="101207" y="1572955"/>
                    <a:pt x="59413" y="1571407"/>
                  </a:cubicBezTo>
                  <a:cubicBezTo>
                    <a:pt x="21746" y="1570375"/>
                    <a:pt x="10395" y="1560572"/>
                    <a:pt x="3687" y="1524453"/>
                  </a:cubicBezTo>
                  <a:cubicBezTo>
                    <a:pt x="3171" y="1520841"/>
                    <a:pt x="2139" y="1517230"/>
                    <a:pt x="1623" y="1513618"/>
                  </a:cubicBezTo>
                  <a:cubicBezTo>
                    <a:pt x="-4053" y="1467696"/>
                    <a:pt x="3687" y="1455828"/>
                    <a:pt x="48577" y="1442413"/>
                  </a:cubicBezTo>
                  <a:cubicBezTo>
                    <a:pt x="85727" y="1431061"/>
                    <a:pt x="122877" y="1418678"/>
                    <a:pt x="160544" y="1408358"/>
                  </a:cubicBezTo>
                  <a:cubicBezTo>
                    <a:pt x="181183" y="1402683"/>
                    <a:pt x="192018" y="1390815"/>
                    <a:pt x="194083" y="1370692"/>
                  </a:cubicBezTo>
                  <a:cubicBezTo>
                    <a:pt x="196147" y="1346957"/>
                    <a:pt x="197178" y="1322706"/>
                    <a:pt x="192534" y="1298971"/>
                  </a:cubicBezTo>
                  <a:cubicBezTo>
                    <a:pt x="189954" y="1283492"/>
                    <a:pt x="181183" y="1274204"/>
                    <a:pt x="166220" y="1269560"/>
                  </a:cubicBezTo>
                  <a:cubicBezTo>
                    <a:pt x="126490" y="1257693"/>
                    <a:pt x="86759" y="1245310"/>
                    <a:pt x="47029" y="1232926"/>
                  </a:cubicBezTo>
                  <a:cubicBezTo>
                    <a:pt x="3687" y="1219511"/>
                    <a:pt x="-957" y="1212287"/>
                    <a:pt x="1623" y="1166881"/>
                  </a:cubicBezTo>
                  <a:cubicBezTo>
                    <a:pt x="2139" y="1157593"/>
                    <a:pt x="4203" y="1148306"/>
                    <a:pt x="6267" y="1139534"/>
                  </a:cubicBezTo>
                  <a:cubicBezTo>
                    <a:pt x="12459" y="1116831"/>
                    <a:pt x="25358" y="1106512"/>
                    <a:pt x="49093" y="1105480"/>
                  </a:cubicBezTo>
                  <a:cubicBezTo>
                    <a:pt x="87791" y="1103932"/>
                    <a:pt x="125974" y="1102900"/>
                    <a:pt x="164672" y="1101868"/>
                  </a:cubicBezTo>
                  <a:cubicBezTo>
                    <a:pt x="170348" y="1101868"/>
                    <a:pt x="176023" y="1101352"/>
                    <a:pt x="181699" y="1101352"/>
                  </a:cubicBezTo>
                  <a:cubicBezTo>
                    <a:pt x="207498" y="1102384"/>
                    <a:pt x="220913" y="1087936"/>
                    <a:pt x="227621" y="1065233"/>
                  </a:cubicBezTo>
                  <a:cubicBezTo>
                    <a:pt x="232781" y="1048206"/>
                    <a:pt x="237425" y="1031179"/>
                    <a:pt x="241036" y="1014152"/>
                  </a:cubicBezTo>
                  <a:cubicBezTo>
                    <a:pt x="245680" y="990417"/>
                    <a:pt x="240005" y="979065"/>
                    <a:pt x="219366" y="965650"/>
                  </a:cubicBezTo>
                  <a:cubicBezTo>
                    <a:pt x="184279" y="943463"/>
                    <a:pt x="148676" y="921276"/>
                    <a:pt x="113590" y="899605"/>
                  </a:cubicBezTo>
                  <a:cubicBezTo>
                    <a:pt x="82116" y="879997"/>
                    <a:pt x="77472" y="867614"/>
                    <a:pt x="89855" y="832012"/>
                  </a:cubicBezTo>
                  <a:cubicBezTo>
                    <a:pt x="93467" y="820660"/>
                    <a:pt x="98111" y="809309"/>
                    <a:pt x="104818" y="799505"/>
                  </a:cubicBezTo>
                  <a:cubicBezTo>
                    <a:pt x="115654" y="782994"/>
                    <a:pt x="130617" y="774738"/>
                    <a:pt x="151256" y="779898"/>
                  </a:cubicBezTo>
                  <a:cubicBezTo>
                    <a:pt x="195114" y="790217"/>
                    <a:pt x="239489" y="799505"/>
                    <a:pt x="283347" y="810341"/>
                  </a:cubicBezTo>
                  <a:cubicBezTo>
                    <a:pt x="303469" y="815500"/>
                    <a:pt x="318949" y="810857"/>
                    <a:pt x="331332" y="794345"/>
                  </a:cubicBezTo>
                  <a:cubicBezTo>
                    <a:pt x="344232" y="776802"/>
                    <a:pt x="355584" y="757711"/>
                    <a:pt x="363839" y="737588"/>
                  </a:cubicBezTo>
                  <a:cubicBezTo>
                    <a:pt x="371063" y="719529"/>
                    <a:pt x="368999" y="704049"/>
                    <a:pt x="354551" y="689086"/>
                  </a:cubicBezTo>
                  <a:cubicBezTo>
                    <a:pt x="324625" y="658643"/>
                    <a:pt x="296246" y="627169"/>
                    <a:pt x="266835" y="595694"/>
                  </a:cubicBezTo>
                  <a:cubicBezTo>
                    <a:pt x="244132" y="570927"/>
                    <a:pt x="243100" y="556996"/>
                    <a:pt x="261675" y="529133"/>
                  </a:cubicBezTo>
                  <a:cubicBezTo>
                    <a:pt x="264771" y="525005"/>
                    <a:pt x="267351" y="520361"/>
                    <a:pt x="270447" y="516233"/>
                  </a:cubicBezTo>
                  <a:cubicBezTo>
                    <a:pt x="296762" y="481663"/>
                    <a:pt x="311209" y="478567"/>
                    <a:pt x="349907" y="498690"/>
                  </a:cubicBezTo>
                  <a:cubicBezTo>
                    <a:pt x="386026" y="517781"/>
                    <a:pt x="422144" y="536357"/>
                    <a:pt x="457231" y="555964"/>
                  </a:cubicBezTo>
                  <a:cubicBezTo>
                    <a:pt x="475806" y="566283"/>
                    <a:pt x="492318" y="564219"/>
                    <a:pt x="507797" y="551320"/>
                  </a:cubicBezTo>
                  <a:cubicBezTo>
                    <a:pt x="523276" y="538421"/>
                    <a:pt x="537723" y="523973"/>
                    <a:pt x="551139" y="508494"/>
                  </a:cubicBezTo>
                  <a:cubicBezTo>
                    <a:pt x="564555" y="492499"/>
                    <a:pt x="567650" y="476503"/>
                    <a:pt x="556815" y="456896"/>
                  </a:cubicBezTo>
                  <a:cubicBezTo>
                    <a:pt x="535143" y="418198"/>
                    <a:pt x="515020" y="378983"/>
                    <a:pt x="494381" y="339769"/>
                  </a:cubicBezTo>
                  <a:cubicBezTo>
                    <a:pt x="480966" y="313970"/>
                    <a:pt x="484062" y="300039"/>
                    <a:pt x="505217" y="280432"/>
                  </a:cubicBezTo>
                  <a:cubicBezTo>
                    <a:pt x="515020" y="271144"/>
                    <a:pt x="525856" y="263405"/>
                    <a:pt x="537723" y="256181"/>
                  </a:cubicBezTo>
                  <a:cubicBezTo>
                    <a:pt x="558362" y="244313"/>
                    <a:pt x="572810" y="245861"/>
                    <a:pt x="590353" y="261857"/>
                  </a:cubicBezTo>
                  <a:cubicBezTo>
                    <a:pt x="620280" y="289203"/>
                    <a:pt x="650207" y="317066"/>
                    <a:pt x="679617" y="344929"/>
                  </a:cubicBezTo>
                  <a:cubicBezTo>
                    <a:pt x="710576" y="374340"/>
                    <a:pt x="717284" y="375372"/>
                    <a:pt x="754950" y="355765"/>
                  </a:cubicBezTo>
                  <a:cubicBezTo>
                    <a:pt x="769913" y="348025"/>
                    <a:pt x="783845" y="339769"/>
                    <a:pt x="797260" y="329450"/>
                  </a:cubicBezTo>
                  <a:cubicBezTo>
                    <a:pt x="811707" y="317582"/>
                    <a:pt x="816351" y="303651"/>
                    <a:pt x="811707" y="285076"/>
                  </a:cubicBezTo>
                  <a:cubicBezTo>
                    <a:pt x="800872" y="242249"/>
                    <a:pt x="791585" y="198907"/>
                    <a:pt x="781781" y="156081"/>
                  </a:cubicBezTo>
                  <a:cubicBezTo>
                    <a:pt x="775589" y="128218"/>
                    <a:pt x="782297" y="114287"/>
                    <a:pt x="807064" y="100872"/>
                  </a:cubicBezTo>
                  <a:cubicBezTo>
                    <a:pt x="818415" y="95196"/>
                    <a:pt x="829766" y="90552"/>
                    <a:pt x="841634" y="86424"/>
                  </a:cubicBezTo>
                  <a:cubicBezTo>
                    <a:pt x="866917" y="78685"/>
                    <a:pt x="881364" y="83328"/>
                    <a:pt x="896328" y="106031"/>
                  </a:cubicBezTo>
                  <a:cubicBezTo>
                    <a:pt x="920062" y="142666"/>
                    <a:pt x="943798" y="179300"/>
                    <a:pt x="965469" y="217483"/>
                  </a:cubicBezTo>
                  <a:cubicBezTo>
                    <a:pt x="976820" y="237090"/>
                    <a:pt x="992299" y="243797"/>
                    <a:pt x="1013455" y="240702"/>
                  </a:cubicBezTo>
                  <a:cubicBezTo>
                    <a:pt x="1035641" y="237090"/>
                    <a:pt x="1057313" y="231414"/>
                    <a:pt x="1077952" y="222642"/>
                  </a:cubicBezTo>
                  <a:cubicBezTo>
                    <a:pt x="1092915" y="215935"/>
                    <a:pt x="1101171" y="205615"/>
                    <a:pt x="1101687" y="188072"/>
                  </a:cubicBezTo>
                  <a:cubicBezTo>
                    <a:pt x="1102719" y="143182"/>
                    <a:pt x="1105298" y="98808"/>
                    <a:pt x="1106847" y="53918"/>
                  </a:cubicBezTo>
                  <a:cubicBezTo>
                    <a:pt x="1107878" y="25023"/>
                    <a:pt x="1117166" y="12640"/>
                    <a:pt x="1145029" y="4900"/>
                  </a:cubicBezTo>
                  <a:cubicBezTo>
                    <a:pt x="1149672" y="3868"/>
                    <a:pt x="1154316" y="2320"/>
                    <a:pt x="1158960" y="1804"/>
                  </a:cubicBezTo>
                  <a:cubicBezTo>
                    <a:pt x="1210042" y="-3872"/>
                    <a:pt x="1222426" y="1804"/>
                    <a:pt x="1235841" y="48758"/>
                  </a:cubicBezTo>
                  <a:cubicBezTo>
                    <a:pt x="1246676" y="86940"/>
                    <a:pt x="1259576" y="124091"/>
                    <a:pt x="1269895" y="162273"/>
                  </a:cubicBezTo>
                  <a:cubicBezTo>
                    <a:pt x="1275055" y="180332"/>
                    <a:pt x="1285890" y="190136"/>
                    <a:pt x="1303434" y="192716"/>
                  </a:cubicBezTo>
                  <a:cubicBezTo>
                    <a:pt x="1327685" y="195812"/>
                    <a:pt x="1352452" y="195812"/>
                    <a:pt x="1376702" y="192716"/>
                  </a:cubicBezTo>
                  <a:cubicBezTo>
                    <a:pt x="1393730" y="190652"/>
                    <a:pt x="1404049" y="180332"/>
                    <a:pt x="1409209" y="163305"/>
                  </a:cubicBezTo>
                  <a:cubicBezTo>
                    <a:pt x="1421593" y="121511"/>
                    <a:pt x="1434492" y="79717"/>
                    <a:pt x="1447392" y="37922"/>
                  </a:cubicBezTo>
                  <a:cubicBezTo>
                    <a:pt x="1457195" y="6964"/>
                    <a:pt x="1466998" y="-260"/>
                    <a:pt x="1499505" y="256"/>
                  </a:cubicBezTo>
                  <a:cubicBezTo>
                    <a:pt x="1504149" y="256"/>
                    <a:pt x="1508793" y="256"/>
                    <a:pt x="1513436" y="772"/>
                  </a:cubicBezTo>
                  <a:cubicBezTo>
                    <a:pt x="1559358" y="5416"/>
                    <a:pt x="1572258" y="19347"/>
                    <a:pt x="1573290" y="65269"/>
                  </a:cubicBezTo>
                  <a:cubicBezTo>
                    <a:pt x="1574322" y="105515"/>
                    <a:pt x="1575870" y="145246"/>
                    <a:pt x="1576902" y="185492"/>
                  </a:cubicBezTo>
                  <a:cubicBezTo>
                    <a:pt x="1577418" y="201487"/>
                    <a:pt x="1583093" y="213871"/>
                    <a:pt x="1598057" y="220578"/>
                  </a:cubicBezTo>
                  <a:cubicBezTo>
                    <a:pt x="1622308" y="231414"/>
                    <a:pt x="1647590" y="238638"/>
                    <a:pt x="1674422" y="240702"/>
                  </a:cubicBezTo>
                  <a:cubicBezTo>
                    <a:pt x="1690933" y="241733"/>
                    <a:pt x="1702285" y="235026"/>
                    <a:pt x="1710540" y="221610"/>
                  </a:cubicBezTo>
                  <a:cubicBezTo>
                    <a:pt x="1733243" y="184976"/>
                    <a:pt x="1756462" y="148342"/>
                    <a:pt x="1779165" y="111707"/>
                  </a:cubicBezTo>
                  <a:cubicBezTo>
                    <a:pt x="1798772" y="80749"/>
                    <a:pt x="1810640" y="76621"/>
                    <a:pt x="1845726" y="88488"/>
                  </a:cubicBezTo>
                  <a:cubicBezTo>
                    <a:pt x="1849854" y="90036"/>
                    <a:pt x="1853466" y="91068"/>
                    <a:pt x="1857594" y="92616"/>
                  </a:cubicBezTo>
                  <a:cubicBezTo>
                    <a:pt x="1898356" y="110159"/>
                    <a:pt x="1905063" y="123059"/>
                    <a:pt x="1895260" y="166401"/>
                  </a:cubicBezTo>
                  <a:cubicBezTo>
                    <a:pt x="1886488" y="205099"/>
                    <a:pt x="1877717" y="243281"/>
                    <a:pt x="1868429" y="281980"/>
                  </a:cubicBezTo>
                  <a:cubicBezTo>
                    <a:pt x="1863269" y="303135"/>
                    <a:pt x="1868429" y="319646"/>
                    <a:pt x="1887004" y="332030"/>
                  </a:cubicBezTo>
                  <a:cubicBezTo>
                    <a:pt x="1906096" y="344929"/>
                    <a:pt x="1925187" y="356796"/>
                    <a:pt x="1946857" y="365052"/>
                  </a:cubicBezTo>
                  <a:cubicBezTo>
                    <a:pt x="1962337" y="370728"/>
                    <a:pt x="1974720" y="367116"/>
                    <a:pt x="1986588" y="355765"/>
                  </a:cubicBezTo>
                  <a:cubicBezTo>
                    <a:pt x="2018062" y="325838"/>
                    <a:pt x="2049537" y="296943"/>
                    <a:pt x="2081528" y="267532"/>
                  </a:cubicBezTo>
                  <a:cubicBezTo>
                    <a:pt x="2107843" y="242765"/>
                    <a:pt x="2122290" y="241733"/>
                    <a:pt x="2151701" y="261857"/>
                  </a:cubicBezTo>
                  <a:cubicBezTo>
                    <a:pt x="2153248" y="262889"/>
                    <a:pt x="2154281" y="263405"/>
                    <a:pt x="2155312" y="264437"/>
                  </a:cubicBezTo>
                  <a:cubicBezTo>
                    <a:pt x="2205363" y="300555"/>
                    <a:pt x="2198139" y="316034"/>
                    <a:pt x="2177500" y="353701"/>
                  </a:cubicBezTo>
                  <a:cubicBezTo>
                    <a:pt x="2158925" y="387755"/>
                    <a:pt x="2141381" y="422842"/>
                    <a:pt x="2122290" y="456896"/>
                  </a:cubicBezTo>
                  <a:cubicBezTo>
                    <a:pt x="2112487" y="474955"/>
                    <a:pt x="2114550" y="490435"/>
                    <a:pt x="2126934" y="505914"/>
                  </a:cubicBezTo>
                  <a:cubicBezTo>
                    <a:pt x="2140865" y="522941"/>
                    <a:pt x="2156345" y="538421"/>
                    <a:pt x="2173372" y="551836"/>
                  </a:cubicBezTo>
                  <a:cubicBezTo>
                    <a:pt x="2187819" y="563187"/>
                    <a:pt x="2202783" y="564735"/>
                    <a:pt x="2219810" y="555964"/>
                  </a:cubicBezTo>
                  <a:cubicBezTo>
                    <a:pt x="2258508" y="534809"/>
                    <a:pt x="2297722" y="514170"/>
                    <a:pt x="2336937" y="494046"/>
                  </a:cubicBezTo>
                  <a:cubicBezTo>
                    <a:pt x="2364799" y="479599"/>
                    <a:pt x="2380795" y="482695"/>
                    <a:pt x="2400917" y="507462"/>
                  </a:cubicBezTo>
                  <a:cubicBezTo>
                    <a:pt x="2408141" y="515717"/>
                    <a:pt x="2414849" y="524489"/>
                    <a:pt x="2420525" y="533777"/>
                  </a:cubicBezTo>
                  <a:cubicBezTo>
                    <a:pt x="2434972" y="556480"/>
                    <a:pt x="2433424" y="571443"/>
                    <a:pt x="2415365" y="591566"/>
                  </a:cubicBezTo>
                  <a:cubicBezTo>
                    <a:pt x="2384406" y="625105"/>
                    <a:pt x="2353448" y="659159"/>
                    <a:pt x="2321973" y="692182"/>
                  </a:cubicBezTo>
                  <a:cubicBezTo>
                    <a:pt x="2310106" y="704565"/>
                    <a:pt x="2307526" y="717981"/>
                    <a:pt x="2313718" y="733460"/>
                  </a:cubicBezTo>
                  <a:cubicBezTo>
                    <a:pt x="2323005" y="755647"/>
                    <a:pt x="2334357" y="776286"/>
                    <a:pt x="2349320" y="795377"/>
                  </a:cubicBezTo>
                  <a:cubicBezTo>
                    <a:pt x="2361187" y="810857"/>
                    <a:pt x="2375635" y="814984"/>
                    <a:pt x="2394726" y="810341"/>
                  </a:cubicBezTo>
                  <a:cubicBezTo>
                    <a:pt x="2438584" y="799505"/>
                    <a:pt x="2482958" y="789701"/>
                    <a:pt x="2526816" y="780414"/>
                  </a:cubicBezTo>
                  <a:cubicBezTo>
                    <a:pt x="2550035" y="775254"/>
                    <a:pt x="2563967" y="781962"/>
                    <a:pt x="2575834" y="803117"/>
                  </a:cubicBezTo>
                  <a:cubicBezTo>
                    <a:pt x="2582026" y="814468"/>
                    <a:pt x="2587186" y="826336"/>
                    <a:pt x="2591313" y="838719"/>
                  </a:cubicBezTo>
                  <a:cubicBezTo>
                    <a:pt x="2600085" y="867098"/>
                    <a:pt x="2595441" y="880514"/>
                    <a:pt x="2570158" y="896509"/>
                  </a:cubicBezTo>
                  <a:cubicBezTo>
                    <a:pt x="2534040" y="919212"/>
                    <a:pt x="2498437" y="942947"/>
                    <a:pt x="2461287" y="964102"/>
                  </a:cubicBezTo>
                  <a:cubicBezTo>
                    <a:pt x="2440132" y="976485"/>
                    <a:pt x="2434456" y="992997"/>
                    <a:pt x="2438068" y="1014668"/>
                  </a:cubicBezTo>
                  <a:cubicBezTo>
                    <a:pt x="2441164" y="1034791"/>
                    <a:pt x="2446840" y="1054398"/>
                    <a:pt x="2454063" y="1073489"/>
                  </a:cubicBezTo>
                  <a:cubicBezTo>
                    <a:pt x="2460771" y="1091032"/>
                    <a:pt x="2472638" y="1100320"/>
                    <a:pt x="2492762" y="1100836"/>
                  </a:cubicBezTo>
                  <a:cubicBezTo>
                    <a:pt x="2538168" y="1101352"/>
                    <a:pt x="2583058" y="1104448"/>
                    <a:pt x="2628464" y="1105996"/>
                  </a:cubicBezTo>
                  <a:cubicBezTo>
                    <a:pt x="2653230" y="1107028"/>
                    <a:pt x="2665614" y="1116831"/>
                    <a:pt x="2672322" y="1140566"/>
                  </a:cubicBezTo>
                  <a:cubicBezTo>
                    <a:pt x="2676449" y="1153982"/>
                    <a:pt x="2677998" y="1167913"/>
                    <a:pt x="2677998" y="1182360"/>
                  </a:cubicBezTo>
                  <a:cubicBezTo>
                    <a:pt x="2677998" y="1210223"/>
                    <a:pt x="2670258" y="1221575"/>
                    <a:pt x="2644459" y="1229830"/>
                  </a:cubicBezTo>
                  <a:cubicBezTo>
                    <a:pt x="2603697" y="1242730"/>
                    <a:pt x="2562934" y="1255113"/>
                    <a:pt x="2522172" y="1267497"/>
                  </a:cubicBezTo>
                  <a:cubicBezTo>
                    <a:pt x="2492762" y="1276268"/>
                    <a:pt x="2485022" y="1285556"/>
                    <a:pt x="2483990" y="1315998"/>
                  </a:cubicBezTo>
                  <a:cubicBezTo>
                    <a:pt x="2483474" y="1337153"/>
                    <a:pt x="2481926" y="1358824"/>
                    <a:pt x="2486570" y="1379980"/>
                  </a:cubicBezTo>
                  <a:cubicBezTo>
                    <a:pt x="2489666" y="1394427"/>
                    <a:pt x="2498437" y="1403199"/>
                    <a:pt x="2512885" y="1407842"/>
                  </a:cubicBezTo>
                  <a:cubicBezTo>
                    <a:pt x="2555711" y="1420742"/>
                    <a:pt x="2598537" y="1433641"/>
                    <a:pt x="2641363" y="1447057"/>
                  </a:cubicBezTo>
                  <a:cubicBezTo>
                    <a:pt x="2671290" y="1456344"/>
                    <a:pt x="2678514" y="1466664"/>
                    <a:pt x="2677998" y="1498138"/>
                  </a:cubicBezTo>
                  <a:cubicBezTo>
                    <a:pt x="2677998" y="1501234"/>
                    <a:pt x="2677998" y="1504330"/>
                    <a:pt x="2677998" y="1507426"/>
                  </a:cubicBezTo>
                  <a:cubicBezTo>
                    <a:pt x="2675934" y="1555928"/>
                    <a:pt x="2660454" y="1571407"/>
                    <a:pt x="2611952" y="1572955"/>
                  </a:cubicBezTo>
                  <a:cubicBezTo>
                    <a:pt x="2571190" y="1573987"/>
                    <a:pt x="2530944" y="1576051"/>
                    <a:pt x="2490182" y="1576567"/>
                  </a:cubicBezTo>
                  <a:cubicBezTo>
                    <a:pt x="2474702" y="1577083"/>
                    <a:pt x="2463867" y="1583791"/>
                    <a:pt x="2457675" y="1596690"/>
                  </a:cubicBezTo>
                  <a:cubicBezTo>
                    <a:pt x="2446324" y="1620941"/>
                    <a:pt x="2439100" y="1646224"/>
                    <a:pt x="2437036" y="1673055"/>
                  </a:cubicBezTo>
                  <a:cubicBezTo>
                    <a:pt x="2435488" y="1690082"/>
                    <a:pt x="2442712" y="1701434"/>
                    <a:pt x="2457159" y="1710205"/>
                  </a:cubicBezTo>
                  <a:cubicBezTo>
                    <a:pt x="2493278" y="1732392"/>
                    <a:pt x="2528880" y="1754579"/>
                    <a:pt x="2564483" y="1777282"/>
                  </a:cubicBezTo>
                  <a:cubicBezTo>
                    <a:pt x="2596989" y="1797405"/>
                    <a:pt x="2601117" y="1809789"/>
                    <a:pt x="2588733" y="1845907"/>
                  </a:cubicBezTo>
                  <a:cubicBezTo>
                    <a:pt x="2584606" y="1858291"/>
                    <a:pt x="2578930" y="1870158"/>
                    <a:pt x="2571706" y="1880994"/>
                  </a:cubicBezTo>
                  <a:cubicBezTo>
                    <a:pt x="2564998" y="1890797"/>
                    <a:pt x="2554163" y="1897505"/>
                    <a:pt x="2538684" y="1897505"/>
                  </a:cubicBezTo>
                  <a:close/>
                  <a:moveTo>
                    <a:pt x="1338521" y="2312867"/>
                  </a:moveTo>
                  <a:cubicBezTo>
                    <a:pt x="1869461" y="2314931"/>
                    <a:pt x="2317329" y="1887701"/>
                    <a:pt x="2316814" y="1335605"/>
                  </a:cubicBezTo>
                  <a:cubicBezTo>
                    <a:pt x="2316298" y="792797"/>
                    <a:pt x="1880813" y="359892"/>
                    <a:pt x="1340068" y="359376"/>
                  </a:cubicBezTo>
                  <a:cubicBezTo>
                    <a:pt x="796228" y="358860"/>
                    <a:pt x="363839" y="794861"/>
                    <a:pt x="361775" y="1331994"/>
                  </a:cubicBezTo>
                  <a:cubicBezTo>
                    <a:pt x="359711" y="1882026"/>
                    <a:pt x="806032" y="2314415"/>
                    <a:pt x="1338521" y="231286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="" xmlns:a16="http://schemas.microsoft.com/office/drawing/2014/main" id="{31429830-A1B2-46C6-8E1F-3CDD87BDE661}"/>
                </a:ext>
              </a:extLst>
            </p:cNvPr>
            <p:cNvSpPr/>
            <p:nvPr/>
          </p:nvSpPr>
          <p:spPr>
            <a:xfrm>
              <a:off x="7628244" y="2084297"/>
              <a:ext cx="1757326" cy="1752551"/>
            </a:xfrm>
            <a:custGeom>
              <a:avLst/>
              <a:gdLst>
                <a:gd name="connsiteX0" fmla="*/ 30 w 1898796"/>
                <a:gd name="connsiteY0" fmla="*/ 947852 h 1893636"/>
                <a:gd name="connsiteX1" fmla="*/ 950461 w 1898796"/>
                <a:gd name="connsiteY1" fmla="*/ 2 h 1893636"/>
                <a:gd name="connsiteX2" fmla="*/ 1898827 w 1898796"/>
                <a:gd name="connsiteY2" fmla="*/ 950948 h 1893636"/>
                <a:gd name="connsiteX3" fmla="*/ 946849 w 1898796"/>
                <a:gd name="connsiteY3" fmla="*/ 1898283 h 1893636"/>
                <a:gd name="connsiteX4" fmla="*/ 30 w 1898796"/>
                <a:gd name="connsiteY4" fmla="*/ 947852 h 1893636"/>
                <a:gd name="connsiteX5" fmla="*/ 1187811 w 1898796"/>
                <a:gd name="connsiteY5" fmla="*/ 949916 h 1893636"/>
                <a:gd name="connsiteX6" fmla="*/ 949429 w 1898796"/>
                <a:gd name="connsiteY6" fmla="*/ 710503 h 1893636"/>
                <a:gd name="connsiteX7" fmla="*/ 710532 w 1898796"/>
                <a:gd name="connsiteY7" fmla="*/ 948368 h 1893636"/>
                <a:gd name="connsiteX8" fmla="*/ 948397 w 1898796"/>
                <a:gd name="connsiteY8" fmla="*/ 1188298 h 1893636"/>
                <a:gd name="connsiteX9" fmla="*/ 1187811 w 1898796"/>
                <a:gd name="connsiteY9" fmla="*/ 949916 h 189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98796" h="1893636">
                  <a:moveTo>
                    <a:pt x="30" y="947852"/>
                  </a:moveTo>
                  <a:cubicBezTo>
                    <a:pt x="-3065" y="428263"/>
                    <a:pt x="426228" y="-1030"/>
                    <a:pt x="950461" y="2"/>
                  </a:cubicBezTo>
                  <a:cubicBezTo>
                    <a:pt x="1472114" y="1034"/>
                    <a:pt x="1899859" y="427747"/>
                    <a:pt x="1898827" y="950948"/>
                  </a:cubicBezTo>
                  <a:cubicBezTo>
                    <a:pt x="1897795" y="1468473"/>
                    <a:pt x="1477790" y="1899315"/>
                    <a:pt x="946849" y="1898283"/>
                  </a:cubicBezTo>
                  <a:cubicBezTo>
                    <a:pt x="411781" y="1896735"/>
                    <a:pt x="-4097" y="1460218"/>
                    <a:pt x="30" y="947852"/>
                  </a:cubicBezTo>
                  <a:close/>
                  <a:moveTo>
                    <a:pt x="1187811" y="949916"/>
                  </a:moveTo>
                  <a:cubicBezTo>
                    <a:pt x="1188327" y="817310"/>
                    <a:pt x="1084099" y="710503"/>
                    <a:pt x="949429" y="710503"/>
                  </a:cubicBezTo>
                  <a:cubicBezTo>
                    <a:pt x="805987" y="710503"/>
                    <a:pt x="710015" y="828146"/>
                    <a:pt x="710532" y="948368"/>
                  </a:cubicBezTo>
                  <a:cubicBezTo>
                    <a:pt x="711048" y="1081490"/>
                    <a:pt x="815791" y="1188298"/>
                    <a:pt x="948397" y="1188298"/>
                  </a:cubicBezTo>
                  <a:cubicBezTo>
                    <a:pt x="1081003" y="1188298"/>
                    <a:pt x="1187294" y="1083038"/>
                    <a:pt x="1187811" y="949916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4A5EFBF7-A8A4-4D6E-8808-92696D9AC638}"/>
              </a:ext>
            </a:extLst>
          </p:cNvPr>
          <p:cNvGrpSpPr/>
          <p:nvPr userDrawn="1"/>
        </p:nvGrpSpPr>
        <p:grpSpPr>
          <a:xfrm rot="6679697" flipV="1">
            <a:off x="2514190" y="4250744"/>
            <a:ext cx="709209" cy="493240"/>
            <a:chOff x="5405974" y="1533288"/>
            <a:chExt cx="611040" cy="424965"/>
          </a:xfrm>
        </p:grpSpPr>
        <p:sp>
          <p:nvSpPr>
            <p:cNvPr id="27" name="Trapezoid 26">
              <a:extLst>
                <a:ext uri="{FF2B5EF4-FFF2-40B4-BE49-F238E27FC236}">
                  <a16:creationId xmlns="" xmlns:a16="http://schemas.microsoft.com/office/drawing/2014/main" id="{F604488B-1EF4-42B1-A6B5-7312ADA6A9C3}"/>
                </a:ext>
              </a:extLst>
            </p:cNvPr>
            <p:cNvSpPr/>
            <p:nvPr/>
          </p:nvSpPr>
          <p:spPr>
            <a:xfrm rot="5912136" flipH="1">
              <a:off x="5633173" y="1617814"/>
              <a:ext cx="141626" cy="93186"/>
            </a:xfrm>
            <a:prstGeom prst="trapezoid">
              <a:avLst>
                <a:gd name="adj" fmla="val 12383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rapezoid 27">
              <a:extLst>
                <a:ext uri="{FF2B5EF4-FFF2-40B4-BE49-F238E27FC236}">
                  <a16:creationId xmlns="" xmlns:a16="http://schemas.microsoft.com/office/drawing/2014/main" id="{D7D307F1-17F2-4B95-9A10-54A9B7C0CFD4}"/>
                </a:ext>
              </a:extLst>
            </p:cNvPr>
            <p:cNvSpPr/>
            <p:nvPr/>
          </p:nvSpPr>
          <p:spPr>
            <a:xfrm rot="5912136" flipH="1">
              <a:off x="5438996" y="1500266"/>
              <a:ext cx="200130" cy="266173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rapezoid 28">
              <a:extLst>
                <a:ext uri="{FF2B5EF4-FFF2-40B4-BE49-F238E27FC236}">
                  <a16:creationId xmlns="" xmlns:a16="http://schemas.microsoft.com/office/drawing/2014/main" id="{1B2CFD6B-D5DB-4797-A1E8-D6713BECCFF0}"/>
                </a:ext>
              </a:extLst>
            </p:cNvPr>
            <p:cNvSpPr/>
            <p:nvPr/>
          </p:nvSpPr>
          <p:spPr>
            <a:xfrm rot="7277434" flipH="1">
              <a:off x="5857778" y="1735728"/>
              <a:ext cx="103331" cy="96694"/>
            </a:xfrm>
            <a:prstGeom prst="trapezoid">
              <a:avLst>
                <a:gd name="adj" fmla="val 12383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apezoid 29">
              <a:extLst>
                <a:ext uri="{FF2B5EF4-FFF2-40B4-BE49-F238E27FC236}">
                  <a16:creationId xmlns="" xmlns:a16="http://schemas.microsoft.com/office/drawing/2014/main" id="{240F08C5-AEE4-4DA8-B595-DFD5AAB6DE0D}"/>
                </a:ext>
              </a:extLst>
            </p:cNvPr>
            <p:cNvSpPr/>
            <p:nvPr/>
          </p:nvSpPr>
          <p:spPr>
            <a:xfrm rot="7277434" flipH="1">
              <a:off x="5727739" y="1619233"/>
              <a:ext cx="146016" cy="194202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rapezoid 30">
              <a:extLst>
                <a:ext uri="{FF2B5EF4-FFF2-40B4-BE49-F238E27FC236}">
                  <a16:creationId xmlns="" xmlns:a16="http://schemas.microsoft.com/office/drawing/2014/main" id="{FB146A5D-87C6-47F6-BF4F-3E2D584E5F89}"/>
                </a:ext>
              </a:extLst>
            </p:cNvPr>
            <p:cNvSpPr/>
            <p:nvPr/>
          </p:nvSpPr>
          <p:spPr>
            <a:xfrm rot="8867088" flipH="1">
              <a:off x="5923517" y="1775373"/>
              <a:ext cx="93497" cy="182880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6A379968-FE4C-4380-9AD8-FCC2F2902ED8}"/>
              </a:ext>
            </a:extLst>
          </p:cNvPr>
          <p:cNvGrpSpPr/>
          <p:nvPr userDrawn="1"/>
        </p:nvGrpSpPr>
        <p:grpSpPr>
          <a:xfrm rot="2246763">
            <a:off x="1974127" y="1362251"/>
            <a:ext cx="2028524" cy="1778017"/>
            <a:chOff x="2753518" y="2997140"/>
            <a:chExt cx="2028524" cy="1778017"/>
          </a:xfrm>
          <a:solidFill>
            <a:schemeClr val="bg1">
              <a:alpha val="5000"/>
            </a:schemeClr>
          </a:solidFill>
        </p:grpSpPr>
        <p:sp>
          <p:nvSpPr>
            <p:cNvPr id="5" name="Freeform: Shape 4">
              <a:extLst>
                <a:ext uri="{FF2B5EF4-FFF2-40B4-BE49-F238E27FC236}">
                  <a16:creationId xmlns="" xmlns:a16="http://schemas.microsoft.com/office/drawing/2014/main" id="{CED8DA23-991A-4F5A-84D7-7BDAEC9B967B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="" xmlns:a16="http://schemas.microsoft.com/office/drawing/2014/main" id="{F7272C85-BFE8-4E25-B0D2-727926AA6B5E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8" name="Freeform: Shape 7">
                <a:extLst>
                  <a:ext uri="{FF2B5EF4-FFF2-40B4-BE49-F238E27FC236}">
                    <a16:creationId xmlns="" xmlns:a16="http://schemas.microsoft.com/office/drawing/2014/main" id="{1324B715-E1E3-414A-B516-E282A0E568CA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="" xmlns:a16="http://schemas.microsoft.com/office/drawing/2014/main" id="{8505C034-B686-4751-AF7C-F1443083293B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" name="Freeform: Shape 6">
              <a:extLst>
                <a:ext uri="{FF2B5EF4-FFF2-40B4-BE49-F238E27FC236}">
                  <a16:creationId xmlns="" xmlns:a16="http://schemas.microsoft.com/office/drawing/2014/main" id="{932CE2BE-5153-4691-A210-F5CEED8B7852}"/>
                </a:ext>
              </a:extLst>
            </p:cNvPr>
            <p:cNvSpPr/>
            <p:nvPr/>
          </p:nvSpPr>
          <p:spPr>
            <a:xfrm>
              <a:off x="3308806" y="2997140"/>
              <a:ext cx="683882" cy="686216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BECD3404-3EA6-420D-8DBC-6D3A595FBFA2}"/>
              </a:ext>
            </a:extLst>
          </p:cNvPr>
          <p:cNvGrpSpPr/>
          <p:nvPr userDrawn="1"/>
        </p:nvGrpSpPr>
        <p:grpSpPr>
          <a:xfrm>
            <a:off x="0" y="2766599"/>
            <a:ext cx="2745260" cy="2471860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="" xmlns:a16="http://schemas.microsoft.com/office/drawing/2014/main" id="{18ECA3BD-4287-4CAB-8CFB-CC4BBC008582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B404465C-B632-42F2-8273-BA2C7FFDA7A2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13" name="Freeform: Shape 12">
                <a:extLst>
                  <a:ext uri="{FF2B5EF4-FFF2-40B4-BE49-F238E27FC236}">
                    <a16:creationId xmlns="" xmlns:a16="http://schemas.microsoft.com/office/drawing/2014/main" id="{100150D0-F178-431E-B2C4-A43288E12324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="" xmlns:a16="http://schemas.microsoft.com/office/drawing/2014/main" id="{5E443C86-7937-4604-892A-31CBB4C3B253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5" name="Freeform: Shape 14">
            <a:extLst>
              <a:ext uri="{FF2B5EF4-FFF2-40B4-BE49-F238E27FC236}">
                <a16:creationId xmlns="" xmlns:a16="http://schemas.microsoft.com/office/drawing/2014/main" id="{33011AC2-F2FD-44CD-BF51-A2C7AB4FB7F5}"/>
              </a:ext>
            </a:extLst>
          </p:cNvPr>
          <p:cNvSpPr/>
          <p:nvPr userDrawn="1"/>
        </p:nvSpPr>
        <p:spPr>
          <a:xfrm>
            <a:off x="3140906" y="3608100"/>
            <a:ext cx="623915" cy="635123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A795D01C-5E4D-42EF-81C8-036347FC14D7}"/>
              </a:ext>
            </a:extLst>
          </p:cNvPr>
          <p:cNvSpPr/>
          <p:nvPr userDrawn="1"/>
        </p:nvSpPr>
        <p:spPr>
          <a:xfrm rot="2246763">
            <a:off x="103562" y="2021654"/>
            <a:ext cx="1218879" cy="1218879"/>
          </a:xfrm>
          <a:custGeom>
            <a:avLst/>
            <a:gdLst>
              <a:gd name="connsiteX0" fmla="*/ 894776 w 1774962"/>
              <a:gd name="connsiteY0" fmla="*/ 1775736 h 1774962"/>
              <a:gd name="connsiteX1" fmla="*/ 852466 w 1774962"/>
              <a:gd name="connsiteY1" fmla="*/ 1775736 h 1774962"/>
              <a:gd name="connsiteX2" fmla="*/ 839567 w 1774962"/>
              <a:gd name="connsiteY2" fmla="*/ 1764901 h 1774962"/>
              <a:gd name="connsiteX3" fmla="*/ 819960 w 1774962"/>
              <a:gd name="connsiteY3" fmla="*/ 1666349 h 1774962"/>
              <a:gd name="connsiteX4" fmla="*/ 822024 w 1774962"/>
              <a:gd name="connsiteY4" fmla="*/ 1636938 h 1774962"/>
              <a:gd name="connsiteX5" fmla="*/ 811704 w 1774962"/>
              <a:gd name="connsiteY5" fmla="*/ 1623523 h 1774962"/>
              <a:gd name="connsiteX6" fmla="*/ 695093 w 1774962"/>
              <a:gd name="connsiteY6" fmla="*/ 1601852 h 1774962"/>
              <a:gd name="connsiteX7" fmla="*/ 680130 w 1774962"/>
              <a:gd name="connsiteY7" fmla="*/ 1610623 h 1774962"/>
              <a:gd name="connsiteX8" fmla="*/ 615116 w 1774962"/>
              <a:gd name="connsiteY8" fmla="*/ 1727234 h 1774962"/>
              <a:gd name="connsiteX9" fmla="*/ 603765 w 1774962"/>
              <a:gd name="connsiteY9" fmla="*/ 1730330 h 1774962"/>
              <a:gd name="connsiteX10" fmla="*/ 512953 w 1774962"/>
              <a:gd name="connsiteY10" fmla="*/ 1694212 h 1774962"/>
              <a:gd name="connsiteX11" fmla="*/ 507277 w 1774962"/>
              <a:gd name="connsiteY11" fmla="*/ 1681828 h 1774962"/>
              <a:gd name="connsiteX12" fmla="*/ 527400 w 1774962"/>
              <a:gd name="connsiteY12" fmla="*/ 1583277 h 1774962"/>
              <a:gd name="connsiteX13" fmla="*/ 541848 w 1774962"/>
              <a:gd name="connsiteY13" fmla="*/ 1552834 h 1774962"/>
              <a:gd name="connsiteX14" fmla="*/ 537720 w 1774962"/>
              <a:gd name="connsiteY14" fmla="*/ 1539418 h 1774962"/>
              <a:gd name="connsiteX15" fmla="*/ 435041 w 1774962"/>
              <a:gd name="connsiteY15" fmla="*/ 1472857 h 1774962"/>
              <a:gd name="connsiteX16" fmla="*/ 420593 w 1774962"/>
              <a:gd name="connsiteY16" fmla="*/ 1474921 h 1774962"/>
              <a:gd name="connsiteX17" fmla="*/ 315334 w 1774962"/>
              <a:gd name="connsiteY17" fmla="*/ 1559026 h 1774962"/>
              <a:gd name="connsiteX18" fmla="*/ 302950 w 1774962"/>
              <a:gd name="connsiteY18" fmla="*/ 1557478 h 1774962"/>
              <a:gd name="connsiteX19" fmla="*/ 233809 w 1774962"/>
              <a:gd name="connsiteY19" fmla="*/ 1490401 h 1774962"/>
              <a:gd name="connsiteX20" fmla="*/ 232777 w 1774962"/>
              <a:gd name="connsiteY20" fmla="*/ 1476985 h 1774962"/>
              <a:gd name="connsiteX21" fmla="*/ 289019 w 1774962"/>
              <a:gd name="connsiteY21" fmla="*/ 1393397 h 1774962"/>
              <a:gd name="connsiteX22" fmla="*/ 312754 w 1774962"/>
              <a:gd name="connsiteY22" fmla="*/ 1371726 h 1774962"/>
              <a:gd name="connsiteX23" fmla="*/ 314818 w 1774962"/>
              <a:gd name="connsiteY23" fmla="*/ 1355731 h 1774962"/>
              <a:gd name="connsiteX24" fmla="*/ 246193 w 1774962"/>
              <a:gd name="connsiteY24" fmla="*/ 1255631 h 1774962"/>
              <a:gd name="connsiteX25" fmla="*/ 230713 w 1774962"/>
              <a:gd name="connsiteY25" fmla="*/ 1253051 h 1774962"/>
              <a:gd name="connsiteX26" fmla="*/ 102751 w 1774962"/>
              <a:gd name="connsiteY26" fmla="*/ 1289685 h 1774962"/>
              <a:gd name="connsiteX27" fmla="*/ 91916 w 1774962"/>
              <a:gd name="connsiteY27" fmla="*/ 1282978 h 1774962"/>
              <a:gd name="connsiteX28" fmla="*/ 53733 w 1774962"/>
              <a:gd name="connsiteY28" fmla="*/ 1194230 h 1774962"/>
              <a:gd name="connsiteX29" fmla="*/ 58377 w 1774962"/>
              <a:gd name="connsiteY29" fmla="*/ 1181330 h 1774962"/>
              <a:gd name="connsiteX30" fmla="*/ 142481 w 1774962"/>
              <a:gd name="connsiteY30" fmla="*/ 1125605 h 1774962"/>
              <a:gd name="connsiteX31" fmla="*/ 173956 w 1774962"/>
              <a:gd name="connsiteY31" fmla="*/ 1114253 h 1774962"/>
              <a:gd name="connsiteX32" fmla="*/ 180664 w 1774962"/>
              <a:gd name="connsiteY32" fmla="*/ 1101870 h 1774962"/>
              <a:gd name="connsiteX33" fmla="*/ 154865 w 1774962"/>
              <a:gd name="connsiteY33" fmla="*/ 981131 h 1774962"/>
              <a:gd name="connsiteX34" fmla="*/ 144029 w 1774962"/>
              <a:gd name="connsiteY34" fmla="*/ 973391 h 1774962"/>
              <a:gd name="connsiteX35" fmla="*/ 10391 w 1774962"/>
              <a:gd name="connsiteY35" fmla="*/ 958428 h 1774962"/>
              <a:gd name="connsiteX36" fmla="*/ 2135 w 1774962"/>
              <a:gd name="connsiteY36" fmla="*/ 948624 h 1774962"/>
              <a:gd name="connsiteX37" fmla="*/ 588 w 1774962"/>
              <a:gd name="connsiteY37" fmla="*/ 850589 h 1774962"/>
              <a:gd name="connsiteX38" fmla="*/ 10391 w 1774962"/>
              <a:gd name="connsiteY38" fmla="*/ 840785 h 1774962"/>
              <a:gd name="connsiteX39" fmla="*/ 110491 w 1774962"/>
              <a:gd name="connsiteY39" fmla="*/ 820662 h 1774962"/>
              <a:gd name="connsiteX40" fmla="*/ 139901 w 1774962"/>
              <a:gd name="connsiteY40" fmla="*/ 822726 h 1774962"/>
              <a:gd name="connsiteX41" fmla="*/ 153317 w 1774962"/>
              <a:gd name="connsiteY41" fmla="*/ 811890 h 1774962"/>
              <a:gd name="connsiteX42" fmla="*/ 174472 w 1774962"/>
              <a:gd name="connsiteY42" fmla="*/ 696827 h 1774962"/>
              <a:gd name="connsiteX43" fmla="*/ 164152 w 1774962"/>
              <a:gd name="connsiteY43" fmla="*/ 680316 h 1774962"/>
              <a:gd name="connsiteX44" fmla="*/ 49090 w 1774962"/>
              <a:gd name="connsiteY44" fmla="*/ 615819 h 1774962"/>
              <a:gd name="connsiteX45" fmla="*/ 45993 w 1774962"/>
              <a:gd name="connsiteY45" fmla="*/ 606015 h 1774962"/>
              <a:gd name="connsiteX46" fmla="*/ 82628 w 1774962"/>
              <a:gd name="connsiteY46" fmla="*/ 513655 h 1774962"/>
              <a:gd name="connsiteX47" fmla="*/ 93979 w 1774962"/>
              <a:gd name="connsiteY47" fmla="*/ 508496 h 1774962"/>
              <a:gd name="connsiteX48" fmla="*/ 224006 w 1774962"/>
              <a:gd name="connsiteY48" fmla="*/ 543066 h 1774962"/>
              <a:gd name="connsiteX49" fmla="*/ 236905 w 1774962"/>
              <a:gd name="connsiteY49" fmla="*/ 538938 h 1774962"/>
              <a:gd name="connsiteX50" fmla="*/ 302434 w 1774962"/>
              <a:gd name="connsiteY50" fmla="*/ 437291 h 1774962"/>
              <a:gd name="connsiteX51" fmla="*/ 302950 w 1774962"/>
              <a:gd name="connsiteY51" fmla="*/ 423359 h 1774962"/>
              <a:gd name="connsiteX52" fmla="*/ 238453 w 1774962"/>
              <a:gd name="connsiteY52" fmla="*/ 346995 h 1774962"/>
              <a:gd name="connsiteX53" fmla="*/ 228650 w 1774962"/>
              <a:gd name="connsiteY53" fmla="*/ 333063 h 1774962"/>
              <a:gd name="connsiteX54" fmla="*/ 230713 w 1774962"/>
              <a:gd name="connsiteY54" fmla="*/ 290237 h 1774962"/>
              <a:gd name="connsiteX55" fmla="*/ 283859 w 1774962"/>
              <a:gd name="connsiteY55" fmla="*/ 236060 h 1774962"/>
              <a:gd name="connsiteX56" fmla="*/ 300370 w 1774962"/>
              <a:gd name="connsiteY56" fmla="*/ 234512 h 1774962"/>
              <a:gd name="connsiteX57" fmla="*/ 380863 w 1774962"/>
              <a:gd name="connsiteY57" fmla="*/ 288173 h 1774962"/>
              <a:gd name="connsiteX58" fmla="*/ 403050 w 1774962"/>
              <a:gd name="connsiteY58" fmla="*/ 311392 h 1774962"/>
              <a:gd name="connsiteX59" fmla="*/ 422141 w 1774962"/>
              <a:gd name="connsiteY59" fmla="*/ 313972 h 1774962"/>
              <a:gd name="connsiteX60" fmla="*/ 519661 w 1774962"/>
              <a:gd name="connsiteY60" fmla="*/ 246895 h 1774962"/>
              <a:gd name="connsiteX61" fmla="*/ 524820 w 1774962"/>
              <a:gd name="connsiteY61" fmla="*/ 233996 h 1774962"/>
              <a:gd name="connsiteX62" fmla="*/ 492314 w 1774962"/>
              <a:gd name="connsiteY62" fmla="*/ 127704 h 1774962"/>
              <a:gd name="connsiteX63" fmla="*/ 514501 w 1774962"/>
              <a:gd name="connsiteY63" fmla="*/ 82298 h 1774962"/>
              <a:gd name="connsiteX64" fmla="*/ 578482 w 1774962"/>
              <a:gd name="connsiteY64" fmla="*/ 55468 h 1774962"/>
              <a:gd name="connsiteX65" fmla="*/ 595509 w 1774962"/>
              <a:gd name="connsiteY65" fmla="*/ 60111 h 1774962"/>
              <a:gd name="connsiteX66" fmla="*/ 648655 w 1774962"/>
              <a:gd name="connsiteY66" fmla="*/ 139572 h 1774962"/>
              <a:gd name="connsiteX67" fmla="*/ 661039 w 1774962"/>
              <a:gd name="connsiteY67" fmla="*/ 172078 h 1774962"/>
              <a:gd name="connsiteX68" fmla="*/ 675486 w 1774962"/>
              <a:gd name="connsiteY68" fmla="*/ 180334 h 1774962"/>
              <a:gd name="connsiteX69" fmla="*/ 792613 w 1774962"/>
              <a:gd name="connsiteY69" fmla="*/ 155567 h 1774962"/>
              <a:gd name="connsiteX70" fmla="*/ 801900 w 1774962"/>
              <a:gd name="connsiteY70" fmla="*/ 143700 h 1774962"/>
              <a:gd name="connsiteX71" fmla="*/ 816864 w 1774962"/>
              <a:gd name="connsiteY71" fmla="*/ 11094 h 1774962"/>
              <a:gd name="connsiteX72" fmla="*/ 826151 w 1774962"/>
              <a:gd name="connsiteY72" fmla="*/ 2322 h 1774962"/>
              <a:gd name="connsiteX73" fmla="*/ 925219 w 1774962"/>
              <a:gd name="connsiteY73" fmla="*/ 774 h 1774962"/>
              <a:gd name="connsiteX74" fmla="*/ 934507 w 1774962"/>
              <a:gd name="connsiteY74" fmla="*/ 10062 h 1774962"/>
              <a:gd name="connsiteX75" fmla="*/ 954114 w 1774962"/>
              <a:gd name="connsiteY75" fmla="*/ 111193 h 1774962"/>
              <a:gd name="connsiteX76" fmla="*/ 952050 w 1774962"/>
              <a:gd name="connsiteY76" fmla="*/ 140604 h 1774962"/>
              <a:gd name="connsiteX77" fmla="*/ 962369 w 1774962"/>
              <a:gd name="connsiteY77" fmla="*/ 152987 h 1774962"/>
              <a:gd name="connsiteX78" fmla="*/ 1078980 w 1774962"/>
              <a:gd name="connsiteY78" fmla="*/ 174658 h 1774962"/>
              <a:gd name="connsiteX79" fmla="*/ 1093428 w 1774962"/>
              <a:gd name="connsiteY79" fmla="*/ 168467 h 1774962"/>
              <a:gd name="connsiteX80" fmla="*/ 1147089 w 1774962"/>
              <a:gd name="connsiteY80" fmla="*/ 69399 h 1774962"/>
              <a:gd name="connsiteX81" fmla="*/ 1192495 w 1774962"/>
              <a:gd name="connsiteY81" fmla="*/ 54436 h 1774962"/>
              <a:gd name="connsiteX82" fmla="*/ 1258024 w 1774962"/>
              <a:gd name="connsiteY82" fmla="*/ 81266 h 1774962"/>
              <a:gd name="connsiteX83" fmla="*/ 1267312 w 1774962"/>
              <a:gd name="connsiteY83" fmla="*/ 96746 h 1774962"/>
              <a:gd name="connsiteX84" fmla="*/ 1247705 w 1774962"/>
              <a:gd name="connsiteY84" fmla="*/ 192718 h 1774962"/>
              <a:gd name="connsiteX85" fmla="*/ 1233258 w 1774962"/>
              <a:gd name="connsiteY85" fmla="*/ 224192 h 1774962"/>
              <a:gd name="connsiteX86" fmla="*/ 1237385 w 1774962"/>
              <a:gd name="connsiteY86" fmla="*/ 237608 h 1774962"/>
              <a:gd name="connsiteX87" fmla="*/ 1340065 w 1774962"/>
              <a:gd name="connsiteY87" fmla="*/ 304169 h 1774962"/>
              <a:gd name="connsiteX88" fmla="*/ 1354512 w 1774962"/>
              <a:gd name="connsiteY88" fmla="*/ 302621 h 1774962"/>
              <a:gd name="connsiteX89" fmla="*/ 1459771 w 1774962"/>
              <a:gd name="connsiteY89" fmla="*/ 218516 h 1774962"/>
              <a:gd name="connsiteX90" fmla="*/ 1472155 w 1774962"/>
              <a:gd name="connsiteY90" fmla="*/ 220064 h 1774962"/>
              <a:gd name="connsiteX91" fmla="*/ 1541296 w 1774962"/>
              <a:gd name="connsiteY91" fmla="*/ 287657 h 1774962"/>
              <a:gd name="connsiteX92" fmla="*/ 1542328 w 1774962"/>
              <a:gd name="connsiteY92" fmla="*/ 301073 h 1774962"/>
              <a:gd name="connsiteX93" fmla="*/ 1485570 w 1774962"/>
              <a:gd name="connsiteY93" fmla="*/ 385693 h 1774962"/>
              <a:gd name="connsiteX94" fmla="*/ 1462868 w 1774962"/>
              <a:gd name="connsiteY94" fmla="*/ 406332 h 1774962"/>
              <a:gd name="connsiteX95" fmla="*/ 1460803 w 1774962"/>
              <a:gd name="connsiteY95" fmla="*/ 422327 h 1774962"/>
              <a:gd name="connsiteX96" fmla="*/ 1529428 w 1774962"/>
              <a:gd name="connsiteY96" fmla="*/ 522427 h 1774962"/>
              <a:gd name="connsiteX97" fmla="*/ 1544908 w 1774962"/>
              <a:gd name="connsiteY97" fmla="*/ 525007 h 1774962"/>
              <a:gd name="connsiteX98" fmla="*/ 1672870 w 1774962"/>
              <a:gd name="connsiteY98" fmla="*/ 488373 h 1774962"/>
              <a:gd name="connsiteX99" fmla="*/ 1683706 w 1774962"/>
              <a:gd name="connsiteY99" fmla="*/ 495080 h 1774962"/>
              <a:gd name="connsiteX100" fmla="*/ 1721888 w 1774962"/>
              <a:gd name="connsiteY100" fmla="*/ 583828 h 1774962"/>
              <a:gd name="connsiteX101" fmla="*/ 1717244 w 1774962"/>
              <a:gd name="connsiteY101" fmla="*/ 596728 h 1774962"/>
              <a:gd name="connsiteX102" fmla="*/ 1633140 w 1774962"/>
              <a:gd name="connsiteY102" fmla="*/ 652453 h 1774962"/>
              <a:gd name="connsiteX103" fmla="*/ 1601665 w 1774962"/>
              <a:gd name="connsiteY103" fmla="*/ 663805 h 1774962"/>
              <a:gd name="connsiteX104" fmla="*/ 1594958 w 1774962"/>
              <a:gd name="connsiteY104" fmla="*/ 676188 h 1774962"/>
              <a:gd name="connsiteX105" fmla="*/ 1620241 w 1774962"/>
              <a:gd name="connsiteY105" fmla="*/ 795895 h 1774962"/>
              <a:gd name="connsiteX106" fmla="*/ 1631076 w 1774962"/>
              <a:gd name="connsiteY106" fmla="*/ 804667 h 1774962"/>
              <a:gd name="connsiteX107" fmla="*/ 1763682 w 1774962"/>
              <a:gd name="connsiteY107" fmla="*/ 819630 h 1774962"/>
              <a:gd name="connsiteX108" fmla="*/ 1773486 w 1774962"/>
              <a:gd name="connsiteY108" fmla="*/ 829950 h 1774962"/>
              <a:gd name="connsiteX109" fmla="*/ 1775034 w 1774962"/>
              <a:gd name="connsiteY109" fmla="*/ 927985 h 1774962"/>
              <a:gd name="connsiteX110" fmla="*/ 1766262 w 1774962"/>
              <a:gd name="connsiteY110" fmla="*/ 937273 h 1774962"/>
              <a:gd name="connsiteX111" fmla="*/ 1663583 w 1774962"/>
              <a:gd name="connsiteY111" fmla="*/ 957396 h 1774962"/>
              <a:gd name="connsiteX112" fmla="*/ 1636752 w 1774962"/>
              <a:gd name="connsiteY112" fmla="*/ 955332 h 1774962"/>
              <a:gd name="connsiteX113" fmla="*/ 1622304 w 1774962"/>
              <a:gd name="connsiteY113" fmla="*/ 966684 h 1774962"/>
              <a:gd name="connsiteX114" fmla="*/ 1601149 w 1774962"/>
              <a:gd name="connsiteY114" fmla="*/ 1081746 h 1774962"/>
              <a:gd name="connsiteX115" fmla="*/ 1610437 w 1774962"/>
              <a:gd name="connsiteY115" fmla="*/ 1097742 h 1774962"/>
              <a:gd name="connsiteX116" fmla="*/ 1726016 w 1774962"/>
              <a:gd name="connsiteY116" fmla="*/ 1161723 h 1774962"/>
              <a:gd name="connsiteX117" fmla="*/ 1729112 w 1774962"/>
              <a:gd name="connsiteY117" fmla="*/ 1174107 h 1774962"/>
              <a:gd name="connsiteX118" fmla="*/ 1693509 w 1774962"/>
              <a:gd name="connsiteY118" fmla="*/ 1263887 h 1774962"/>
              <a:gd name="connsiteX119" fmla="*/ 1681126 w 1774962"/>
              <a:gd name="connsiteY119" fmla="*/ 1270078 h 1774962"/>
              <a:gd name="connsiteX120" fmla="*/ 1581542 w 1774962"/>
              <a:gd name="connsiteY120" fmla="*/ 1249955 h 1774962"/>
              <a:gd name="connsiteX121" fmla="*/ 1552647 w 1774962"/>
              <a:gd name="connsiteY121" fmla="*/ 1236024 h 1774962"/>
              <a:gd name="connsiteX122" fmla="*/ 1538200 w 1774962"/>
              <a:gd name="connsiteY122" fmla="*/ 1240152 h 1774962"/>
              <a:gd name="connsiteX123" fmla="*/ 1473187 w 1774962"/>
              <a:gd name="connsiteY123" fmla="*/ 1340767 h 1774962"/>
              <a:gd name="connsiteX124" fmla="*/ 1475251 w 1774962"/>
              <a:gd name="connsiteY124" fmla="*/ 1358310 h 1774962"/>
              <a:gd name="connsiteX125" fmla="*/ 1535104 w 1774962"/>
              <a:gd name="connsiteY125" fmla="*/ 1430031 h 1774962"/>
              <a:gd name="connsiteX126" fmla="*/ 1545424 w 1774962"/>
              <a:gd name="connsiteY126" fmla="*/ 1444995 h 1774962"/>
              <a:gd name="connsiteX127" fmla="*/ 1542844 w 1774962"/>
              <a:gd name="connsiteY127" fmla="*/ 1489885 h 1774962"/>
              <a:gd name="connsiteX128" fmla="*/ 1491246 w 1774962"/>
              <a:gd name="connsiteY128" fmla="*/ 1542514 h 1774962"/>
              <a:gd name="connsiteX129" fmla="*/ 1472155 w 1774962"/>
              <a:gd name="connsiteY129" fmla="*/ 1544062 h 1774962"/>
              <a:gd name="connsiteX130" fmla="*/ 1393726 w 1774962"/>
              <a:gd name="connsiteY130" fmla="*/ 1491948 h 1774962"/>
              <a:gd name="connsiteX131" fmla="*/ 1369992 w 1774962"/>
              <a:gd name="connsiteY131" fmla="*/ 1466666 h 1774962"/>
              <a:gd name="connsiteX132" fmla="*/ 1352964 w 1774962"/>
              <a:gd name="connsiteY132" fmla="*/ 1464602 h 1774962"/>
              <a:gd name="connsiteX133" fmla="*/ 1254413 w 1774962"/>
              <a:gd name="connsiteY133" fmla="*/ 1532711 h 1774962"/>
              <a:gd name="connsiteX134" fmla="*/ 1248737 w 1774962"/>
              <a:gd name="connsiteY134" fmla="*/ 1544578 h 1774962"/>
              <a:gd name="connsiteX135" fmla="*/ 1284339 w 1774962"/>
              <a:gd name="connsiteY135" fmla="*/ 1662221 h 1774962"/>
              <a:gd name="connsiteX136" fmla="*/ 1268860 w 1774962"/>
              <a:gd name="connsiteY136" fmla="*/ 1693180 h 1774962"/>
              <a:gd name="connsiteX137" fmla="*/ 1195591 w 1774962"/>
              <a:gd name="connsiteY137" fmla="*/ 1724654 h 1774962"/>
              <a:gd name="connsiteX138" fmla="*/ 1178564 w 1774962"/>
              <a:gd name="connsiteY138" fmla="*/ 1719495 h 1774962"/>
              <a:gd name="connsiteX139" fmla="*/ 1125418 w 1774962"/>
              <a:gd name="connsiteY139" fmla="*/ 1640034 h 1774962"/>
              <a:gd name="connsiteX140" fmla="*/ 1113035 w 1774962"/>
              <a:gd name="connsiteY140" fmla="*/ 1606496 h 1774962"/>
              <a:gd name="connsiteX141" fmla="*/ 1099619 w 1774962"/>
              <a:gd name="connsiteY141" fmla="*/ 1599272 h 1774962"/>
              <a:gd name="connsiteX142" fmla="*/ 979913 w 1774962"/>
              <a:gd name="connsiteY142" fmla="*/ 1624555 h 1774962"/>
              <a:gd name="connsiteX143" fmla="*/ 972173 w 1774962"/>
              <a:gd name="connsiteY143" fmla="*/ 1634874 h 1774962"/>
              <a:gd name="connsiteX144" fmla="*/ 957726 w 1774962"/>
              <a:gd name="connsiteY144" fmla="*/ 1767481 h 1774962"/>
              <a:gd name="connsiteX145" fmla="*/ 945858 w 1774962"/>
              <a:gd name="connsiteY145" fmla="*/ 1777800 h 1774962"/>
              <a:gd name="connsiteX146" fmla="*/ 895808 w 1774962"/>
              <a:gd name="connsiteY146" fmla="*/ 1779864 h 1774962"/>
              <a:gd name="connsiteX147" fmla="*/ 894776 w 1774962"/>
              <a:gd name="connsiteY147" fmla="*/ 1775736 h 1774962"/>
              <a:gd name="connsiteX148" fmla="*/ 890648 w 1774962"/>
              <a:gd name="connsiteY148" fmla="*/ 1454798 h 1774962"/>
              <a:gd name="connsiteX149" fmla="*/ 1452548 w 1774962"/>
              <a:gd name="connsiteY149" fmla="*/ 884127 h 1774962"/>
              <a:gd name="connsiteX150" fmla="*/ 881361 w 1774962"/>
              <a:gd name="connsiteY150" fmla="*/ 322228 h 1774962"/>
              <a:gd name="connsiteX151" fmla="*/ 320494 w 1774962"/>
              <a:gd name="connsiteY151" fmla="*/ 893415 h 1774962"/>
              <a:gd name="connsiteX152" fmla="*/ 890648 w 1774962"/>
              <a:gd name="connsiteY152" fmla="*/ 1454798 h 177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1774962" h="1774962">
                <a:moveTo>
                  <a:pt x="894776" y="1775736"/>
                </a:moveTo>
                <a:cubicBezTo>
                  <a:pt x="880845" y="1775736"/>
                  <a:pt x="866397" y="1775736"/>
                  <a:pt x="852466" y="1775736"/>
                </a:cubicBezTo>
                <a:cubicBezTo>
                  <a:pt x="844726" y="1775736"/>
                  <a:pt x="840599" y="1772640"/>
                  <a:pt x="839567" y="1764901"/>
                </a:cubicBezTo>
                <a:cubicBezTo>
                  <a:pt x="833375" y="1731878"/>
                  <a:pt x="826151" y="1699371"/>
                  <a:pt x="819960" y="1666349"/>
                </a:cubicBezTo>
                <a:cubicBezTo>
                  <a:pt x="817896" y="1656545"/>
                  <a:pt x="820992" y="1646742"/>
                  <a:pt x="822024" y="1636938"/>
                </a:cubicBezTo>
                <a:cubicBezTo>
                  <a:pt x="823056" y="1628682"/>
                  <a:pt x="820992" y="1624555"/>
                  <a:pt x="811704" y="1623523"/>
                </a:cubicBezTo>
                <a:cubicBezTo>
                  <a:pt x="772490" y="1619395"/>
                  <a:pt x="733275" y="1612171"/>
                  <a:pt x="695093" y="1601852"/>
                </a:cubicBezTo>
                <a:cubicBezTo>
                  <a:pt x="686837" y="1599788"/>
                  <a:pt x="682194" y="1602368"/>
                  <a:pt x="680130" y="1610623"/>
                </a:cubicBezTo>
                <a:cubicBezTo>
                  <a:pt x="669294" y="1655513"/>
                  <a:pt x="636788" y="1688020"/>
                  <a:pt x="615116" y="1727234"/>
                </a:cubicBezTo>
                <a:cubicBezTo>
                  <a:pt x="612537" y="1731878"/>
                  <a:pt x="608409" y="1731878"/>
                  <a:pt x="603765" y="1730330"/>
                </a:cubicBezTo>
                <a:cubicBezTo>
                  <a:pt x="572807" y="1720011"/>
                  <a:pt x="542364" y="1707627"/>
                  <a:pt x="512953" y="1694212"/>
                </a:cubicBezTo>
                <a:cubicBezTo>
                  <a:pt x="506761" y="1691632"/>
                  <a:pt x="506245" y="1686988"/>
                  <a:pt x="507277" y="1681828"/>
                </a:cubicBezTo>
                <a:cubicBezTo>
                  <a:pt x="513985" y="1648806"/>
                  <a:pt x="519661" y="1615783"/>
                  <a:pt x="527400" y="1583277"/>
                </a:cubicBezTo>
                <a:cubicBezTo>
                  <a:pt x="529980" y="1572441"/>
                  <a:pt x="536172" y="1562637"/>
                  <a:pt x="541848" y="1552834"/>
                </a:cubicBezTo>
                <a:cubicBezTo>
                  <a:pt x="545460" y="1546642"/>
                  <a:pt x="544428" y="1543030"/>
                  <a:pt x="537720" y="1539418"/>
                </a:cubicBezTo>
                <a:cubicBezTo>
                  <a:pt x="501601" y="1520327"/>
                  <a:pt x="467547" y="1497624"/>
                  <a:pt x="435041" y="1472857"/>
                </a:cubicBezTo>
                <a:cubicBezTo>
                  <a:pt x="429365" y="1468214"/>
                  <a:pt x="425237" y="1468214"/>
                  <a:pt x="420593" y="1474921"/>
                </a:cubicBezTo>
                <a:cubicBezTo>
                  <a:pt x="393762" y="1512588"/>
                  <a:pt x="350936" y="1531163"/>
                  <a:pt x="315334" y="1559026"/>
                </a:cubicBezTo>
                <a:cubicBezTo>
                  <a:pt x="310690" y="1562637"/>
                  <a:pt x="307078" y="1561090"/>
                  <a:pt x="302950" y="1557478"/>
                </a:cubicBezTo>
                <a:cubicBezTo>
                  <a:pt x="278699" y="1536323"/>
                  <a:pt x="255996" y="1513104"/>
                  <a:pt x="233809" y="1490401"/>
                </a:cubicBezTo>
                <a:cubicBezTo>
                  <a:pt x="229682" y="1485757"/>
                  <a:pt x="229165" y="1482145"/>
                  <a:pt x="232777" y="1476985"/>
                </a:cubicBezTo>
                <a:cubicBezTo>
                  <a:pt x="251352" y="1449122"/>
                  <a:pt x="269928" y="1421260"/>
                  <a:pt x="289019" y="1393397"/>
                </a:cubicBezTo>
                <a:cubicBezTo>
                  <a:pt x="295210" y="1384625"/>
                  <a:pt x="304498" y="1378949"/>
                  <a:pt x="312754" y="1371726"/>
                </a:cubicBezTo>
                <a:cubicBezTo>
                  <a:pt x="318946" y="1366566"/>
                  <a:pt x="319978" y="1361922"/>
                  <a:pt x="314818" y="1355731"/>
                </a:cubicBezTo>
                <a:cubicBezTo>
                  <a:pt x="289535" y="1324256"/>
                  <a:pt x="266316" y="1291233"/>
                  <a:pt x="246193" y="1255631"/>
                </a:cubicBezTo>
                <a:cubicBezTo>
                  <a:pt x="241549" y="1247375"/>
                  <a:pt x="236905" y="1248923"/>
                  <a:pt x="230713" y="1253051"/>
                </a:cubicBezTo>
                <a:cubicBezTo>
                  <a:pt x="191499" y="1277302"/>
                  <a:pt x="145577" y="1277818"/>
                  <a:pt x="102751" y="1289685"/>
                </a:cubicBezTo>
                <a:cubicBezTo>
                  <a:pt x="97075" y="1291233"/>
                  <a:pt x="93979" y="1288137"/>
                  <a:pt x="91916" y="1282978"/>
                </a:cubicBezTo>
                <a:cubicBezTo>
                  <a:pt x="77984" y="1254083"/>
                  <a:pt x="65085" y="1224156"/>
                  <a:pt x="53733" y="1194230"/>
                </a:cubicBezTo>
                <a:cubicBezTo>
                  <a:pt x="51669" y="1188038"/>
                  <a:pt x="53217" y="1184426"/>
                  <a:pt x="58377" y="1181330"/>
                </a:cubicBezTo>
                <a:cubicBezTo>
                  <a:pt x="86240" y="1162755"/>
                  <a:pt x="113587" y="1143664"/>
                  <a:pt x="142481" y="1125605"/>
                </a:cubicBezTo>
                <a:cubicBezTo>
                  <a:pt x="151769" y="1119929"/>
                  <a:pt x="163120" y="1117349"/>
                  <a:pt x="173956" y="1114253"/>
                </a:cubicBezTo>
                <a:cubicBezTo>
                  <a:pt x="180664" y="1112189"/>
                  <a:pt x="182727" y="1109093"/>
                  <a:pt x="180664" y="1101870"/>
                </a:cubicBezTo>
                <a:cubicBezTo>
                  <a:pt x="168796" y="1062139"/>
                  <a:pt x="160541" y="1021893"/>
                  <a:pt x="154865" y="981131"/>
                </a:cubicBezTo>
                <a:cubicBezTo>
                  <a:pt x="153833" y="974423"/>
                  <a:pt x="150737" y="972359"/>
                  <a:pt x="144029" y="973391"/>
                </a:cubicBezTo>
                <a:cubicBezTo>
                  <a:pt x="98107" y="981131"/>
                  <a:pt x="54765" y="963588"/>
                  <a:pt x="10391" y="958428"/>
                </a:cubicBezTo>
                <a:cubicBezTo>
                  <a:pt x="4715" y="957912"/>
                  <a:pt x="2652" y="954300"/>
                  <a:pt x="2135" y="948624"/>
                </a:cubicBezTo>
                <a:cubicBezTo>
                  <a:pt x="-960" y="916118"/>
                  <a:pt x="72" y="883611"/>
                  <a:pt x="588" y="850589"/>
                </a:cubicBezTo>
                <a:cubicBezTo>
                  <a:pt x="588" y="844397"/>
                  <a:pt x="4715" y="841817"/>
                  <a:pt x="10391" y="840785"/>
                </a:cubicBezTo>
                <a:cubicBezTo>
                  <a:pt x="43930" y="834077"/>
                  <a:pt x="76952" y="827370"/>
                  <a:pt x="110491" y="820662"/>
                </a:cubicBezTo>
                <a:cubicBezTo>
                  <a:pt x="120294" y="818598"/>
                  <a:pt x="130098" y="821694"/>
                  <a:pt x="139901" y="822726"/>
                </a:cubicBezTo>
                <a:cubicBezTo>
                  <a:pt x="148157" y="823758"/>
                  <a:pt x="152285" y="820662"/>
                  <a:pt x="153317" y="811890"/>
                </a:cubicBezTo>
                <a:cubicBezTo>
                  <a:pt x="157445" y="773192"/>
                  <a:pt x="164668" y="734494"/>
                  <a:pt x="174472" y="696827"/>
                </a:cubicBezTo>
                <a:cubicBezTo>
                  <a:pt x="177052" y="687024"/>
                  <a:pt x="173440" y="682380"/>
                  <a:pt x="164152" y="680316"/>
                </a:cubicBezTo>
                <a:cubicBezTo>
                  <a:pt x="120294" y="668965"/>
                  <a:pt x="87272" y="636974"/>
                  <a:pt x="49090" y="615819"/>
                </a:cubicBezTo>
                <a:cubicBezTo>
                  <a:pt x="44961" y="613755"/>
                  <a:pt x="44961" y="610143"/>
                  <a:pt x="45993" y="606015"/>
                </a:cubicBezTo>
                <a:cubicBezTo>
                  <a:pt x="56313" y="574541"/>
                  <a:pt x="69212" y="544098"/>
                  <a:pt x="82628" y="513655"/>
                </a:cubicBezTo>
                <a:cubicBezTo>
                  <a:pt x="85208" y="507980"/>
                  <a:pt x="89336" y="506948"/>
                  <a:pt x="93979" y="508496"/>
                </a:cubicBezTo>
                <a:cubicBezTo>
                  <a:pt x="137322" y="519847"/>
                  <a:pt x="183760" y="518815"/>
                  <a:pt x="224006" y="543066"/>
                </a:cubicBezTo>
                <a:cubicBezTo>
                  <a:pt x="230713" y="547194"/>
                  <a:pt x="233809" y="544614"/>
                  <a:pt x="236905" y="538938"/>
                </a:cubicBezTo>
                <a:cubicBezTo>
                  <a:pt x="255996" y="503336"/>
                  <a:pt x="278183" y="469281"/>
                  <a:pt x="302434" y="437291"/>
                </a:cubicBezTo>
                <a:cubicBezTo>
                  <a:pt x="305530" y="433163"/>
                  <a:pt x="310690" y="428519"/>
                  <a:pt x="302950" y="423359"/>
                </a:cubicBezTo>
                <a:cubicBezTo>
                  <a:pt x="273540" y="404268"/>
                  <a:pt x="258576" y="373826"/>
                  <a:pt x="238453" y="346995"/>
                </a:cubicBezTo>
                <a:cubicBezTo>
                  <a:pt x="234841" y="342351"/>
                  <a:pt x="232262" y="337707"/>
                  <a:pt x="228650" y="333063"/>
                </a:cubicBezTo>
                <a:cubicBezTo>
                  <a:pt x="212654" y="310360"/>
                  <a:pt x="212138" y="309844"/>
                  <a:pt x="230713" y="290237"/>
                </a:cubicBezTo>
                <a:cubicBezTo>
                  <a:pt x="248257" y="271662"/>
                  <a:pt x="266316" y="254119"/>
                  <a:pt x="283859" y="236060"/>
                </a:cubicBezTo>
                <a:cubicBezTo>
                  <a:pt x="289535" y="230384"/>
                  <a:pt x="294179" y="229868"/>
                  <a:pt x="300370" y="234512"/>
                </a:cubicBezTo>
                <a:cubicBezTo>
                  <a:pt x="327201" y="252571"/>
                  <a:pt x="354032" y="270114"/>
                  <a:pt x="380863" y="288173"/>
                </a:cubicBezTo>
                <a:cubicBezTo>
                  <a:pt x="390150" y="294365"/>
                  <a:pt x="396342" y="303137"/>
                  <a:pt x="403050" y="311392"/>
                </a:cubicBezTo>
                <a:cubicBezTo>
                  <a:pt x="408726" y="319132"/>
                  <a:pt x="413885" y="320680"/>
                  <a:pt x="422141" y="313972"/>
                </a:cubicBezTo>
                <a:cubicBezTo>
                  <a:pt x="452584" y="288689"/>
                  <a:pt x="485606" y="266502"/>
                  <a:pt x="519661" y="246895"/>
                </a:cubicBezTo>
                <a:cubicBezTo>
                  <a:pt x="524820" y="243799"/>
                  <a:pt x="529464" y="240703"/>
                  <a:pt x="524820" y="233996"/>
                </a:cubicBezTo>
                <a:cubicBezTo>
                  <a:pt x="502633" y="202005"/>
                  <a:pt x="501086" y="163823"/>
                  <a:pt x="492314" y="127704"/>
                </a:cubicBezTo>
                <a:cubicBezTo>
                  <a:pt x="484574" y="96230"/>
                  <a:pt x="485606" y="96746"/>
                  <a:pt x="514501" y="82298"/>
                </a:cubicBezTo>
                <a:cubicBezTo>
                  <a:pt x="535140" y="71979"/>
                  <a:pt x="557327" y="64239"/>
                  <a:pt x="578482" y="55468"/>
                </a:cubicBezTo>
                <a:cubicBezTo>
                  <a:pt x="586222" y="52372"/>
                  <a:pt x="590866" y="52888"/>
                  <a:pt x="595509" y="60111"/>
                </a:cubicBezTo>
                <a:cubicBezTo>
                  <a:pt x="613053" y="86942"/>
                  <a:pt x="630596" y="113257"/>
                  <a:pt x="648655" y="139572"/>
                </a:cubicBezTo>
                <a:cubicBezTo>
                  <a:pt x="655363" y="149375"/>
                  <a:pt x="657427" y="160727"/>
                  <a:pt x="661039" y="172078"/>
                </a:cubicBezTo>
                <a:cubicBezTo>
                  <a:pt x="663618" y="180334"/>
                  <a:pt x="667230" y="182914"/>
                  <a:pt x="675486" y="180334"/>
                </a:cubicBezTo>
                <a:cubicBezTo>
                  <a:pt x="713668" y="168983"/>
                  <a:pt x="752882" y="160727"/>
                  <a:pt x="792613" y="155567"/>
                </a:cubicBezTo>
                <a:cubicBezTo>
                  <a:pt x="800352" y="154535"/>
                  <a:pt x="802932" y="151439"/>
                  <a:pt x="801900" y="143700"/>
                </a:cubicBezTo>
                <a:cubicBezTo>
                  <a:pt x="795193" y="98294"/>
                  <a:pt x="811704" y="55468"/>
                  <a:pt x="816864" y="11094"/>
                </a:cubicBezTo>
                <a:cubicBezTo>
                  <a:pt x="817380" y="5934"/>
                  <a:pt x="820476" y="2838"/>
                  <a:pt x="826151" y="2322"/>
                </a:cubicBezTo>
                <a:cubicBezTo>
                  <a:pt x="859174" y="-1290"/>
                  <a:pt x="892196" y="258"/>
                  <a:pt x="925219" y="774"/>
                </a:cubicBezTo>
                <a:cubicBezTo>
                  <a:pt x="930895" y="774"/>
                  <a:pt x="933475" y="4902"/>
                  <a:pt x="934507" y="10062"/>
                </a:cubicBezTo>
                <a:cubicBezTo>
                  <a:pt x="941214" y="43600"/>
                  <a:pt x="948438" y="77139"/>
                  <a:pt x="954114" y="111193"/>
                </a:cubicBezTo>
                <a:cubicBezTo>
                  <a:pt x="955662" y="120481"/>
                  <a:pt x="953082" y="130800"/>
                  <a:pt x="952050" y="140604"/>
                </a:cubicBezTo>
                <a:cubicBezTo>
                  <a:pt x="951018" y="148343"/>
                  <a:pt x="954114" y="151955"/>
                  <a:pt x="962369" y="152987"/>
                </a:cubicBezTo>
                <a:cubicBezTo>
                  <a:pt x="1001584" y="157115"/>
                  <a:pt x="1040798" y="164339"/>
                  <a:pt x="1078980" y="174658"/>
                </a:cubicBezTo>
                <a:cubicBezTo>
                  <a:pt x="1085172" y="176206"/>
                  <a:pt x="1091364" y="176722"/>
                  <a:pt x="1093428" y="168467"/>
                </a:cubicBezTo>
                <a:cubicBezTo>
                  <a:pt x="1101683" y="130284"/>
                  <a:pt x="1127482" y="101390"/>
                  <a:pt x="1147089" y="69399"/>
                </a:cubicBezTo>
                <a:cubicBezTo>
                  <a:pt x="1162569" y="43084"/>
                  <a:pt x="1163601" y="43600"/>
                  <a:pt x="1192495" y="54436"/>
                </a:cubicBezTo>
                <a:cubicBezTo>
                  <a:pt x="1214682" y="62691"/>
                  <a:pt x="1236353" y="71979"/>
                  <a:pt x="1258024" y="81266"/>
                </a:cubicBezTo>
                <a:cubicBezTo>
                  <a:pt x="1265764" y="84362"/>
                  <a:pt x="1268860" y="88490"/>
                  <a:pt x="1267312" y="96746"/>
                </a:cubicBezTo>
                <a:cubicBezTo>
                  <a:pt x="1260604" y="128736"/>
                  <a:pt x="1254928" y="160727"/>
                  <a:pt x="1247705" y="192718"/>
                </a:cubicBezTo>
                <a:cubicBezTo>
                  <a:pt x="1245125" y="203553"/>
                  <a:pt x="1238417" y="213873"/>
                  <a:pt x="1233258" y="224192"/>
                </a:cubicBezTo>
                <a:cubicBezTo>
                  <a:pt x="1229646" y="230384"/>
                  <a:pt x="1230678" y="233996"/>
                  <a:pt x="1237385" y="237608"/>
                </a:cubicBezTo>
                <a:cubicBezTo>
                  <a:pt x="1273504" y="256699"/>
                  <a:pt x="1307558" y="279402"/>
                  <a:pt x="1340065" y="304169"/>
                </a:cubicBezTo>
                <a:cubicBezTo>
                  <a:pt x="1345741" y="308812"/>
                  <a:pt x="1349868" y="309328"/>
                  <a:pt x="1354512" y="302621"/>
                </a:cubicBezTo>
                <a:cubicBezTo>
                  <a:pt x="1381343" y="264954"/>
                  <a:pt x="1424169" y="246379"/>
                  <a:pt x="1459771" y="218516"/>
                </a:cubicBezTo>
                <a:cubicBezTo>
                  <a:pt x="1464415" y="214905"/>
                  <a:pt x="1468027" y="216452"/>
                  <a:pt x="1472155" y="220064"/>
                </a:cubicBezTo>
                <a:cubicBezTo>
                  <a:pt x="1496406" y="241219"/>
                  <a:pt x="1519109" y="264438"/>
                  <a:pt x="1541296" y="287657"/>
                </a:cubicBezTo>
                <a:cubicBezTo>
                  <a:pt x="1545424" y="292301"/>
                  <a:pt x="1545940" y="296429"/>
                  <a:pt x="1542328" y="301073"/>
                </a:cubicBezTo>
                <a:cubicBezTo>
                  <a:pt x="1523237" y="329452"/>
                  <a:pt x="1505177" y="357830"/>
                  <a:pt x="1485570" y="385693"/>
                </a:cubicBezTo>
                <a:cubicBezTo>
                  <a:pt x="1479895" y="393949"/>
                  <a:pt x="1470607" y="400140"/>
                  <a:pt x="1462868" y="406332"/>
                </a:cubicBezTo>
                <a:cubicBezTo>
                  <a:pt x="1456676" y="411492"/>
                  <a:pt x="1455644" y="416136"/>
                  <a:pt x="1460803" y="422327"/>
                </a:cubicBezTo>
                <a:cubicBezTo>
                  <a:pt x="1486086" y="453802"/>
                  <a:pt x="1509305" y="487341"/>
                  <a:pt x="1529428" y="522427"/>
                </a:cubicBezTo>
                <a:cubicBezTo>
                  <a:pt x="1534072" y="530167"/>
                  <a:pt x="1538716" y="529135"/>
                  <a:pt x="1544908" y="525007"/>
                </a:cubicBezTo>
                <a:cubicBezTo>
                  <a:pt x="1584122" y="500756"/>
                  <a:pt x="1630044" y="500240"/>
                  <a:pt x="1672870" y="488373"/>
                </a:cubicBezTo>
                <a:cubicBezTo>
                  <a:pt x="1678546" y="486825"/>
                  <a:pt x="1681642" y="489921"/>
                  <a:pt x="1683706" y="495080"/>
                </a:cubicBezTo>
                <a:cubicBezTo>
                  <a:pt x="1697637" y="523975"/>
                  <a:pt x="1710537" y="553902"/>
                  <a:pt x="1721888" y="583828"/>
                </a:cubicBezTo>
                <a:cubicBezTo>
                  <a:pt x="1723952" y="590020"/>
                  <a:pt x="1722404" y="593632"/>
                  <a:pt x="1717244" y="596728"/>
                </a:cubicBezTo>
                <a:cubicBezTo>
                  <a:pt x="1689381" y="615303"/>
                  <a:pt x="1662035" y="634394"/>
                  <a:pt x="1633140" y="652453"/>
                </a:cubicBezTo>
                <a:cubicBezTo>
                  <a:pt x="1623852" y="658129"/>
                  <a:pt x="1612501" y="660709"/>
                  <a:pt x="1601665" y="663805"/>
                </a:cubicBezTo>
                <a:cubicBezTo>
                  <a:pt x="1594958" y="665869"/>
                  <a:pt x="1592894" y="668965"/>
                  <a:pt x="1594958" y="676188"/>
                </a:cubicBezTo>
                <a:cubicBezTo>
                  <a:pt x="1606309" y="715403"/>
                  <a:pt x="1615081" y="755133"/>
                  <a:pt x="1620241" y="795895"/>
                </a:cubicBezTo>
                <a:cubicBezTo>
                  <a:pt x="1621272" y="803119"/>
                  <a:pt x="1624368" y="805699"/>
                  <a:pt x="1631076" y="804667"/>
                </a:cubicBezTo>
                <a:cubicBezTo>
                  <a:pt x="1676482" y="797959"/>
                  <a:pt x="1719308" y="814470"/>
                  <a:pt x="1763682" y="819630"/>
                </a:cubicBezTo>
                <a:cubicBezTo>
                  <a:pt x="1769874" y="820146"/>
                  <a:pt x="1772454" y="823758"/>
                  <a:pt x="1773486" y="829950"/>
                </a:cubicBezTo>
                <a:cubicBezTo>
                  <a:pt x="1776582" y="862456"/>
                  <a:pt x="1775034" y="895479"/>
                  <a:pt x="1775034" y="927985"/>
                </a:cubicBezTo>
                <a:cubicBezTo>
                  <a:pt x="1775034" y="933661"/>
                  <a:pt x="1771422" y="936241"/>
                  <a:pt x="1766262" y="937273"/>
                </a:cubicBezTo>
                <a:cubicBezTo>
                  <a:pt x="1732207" y="943981"/>
                  <a:pt x="1698153" y="951204"/>
                  <a:pt x="1663583" y="957396"/>
                </a:cubicBezTo>
                <a:cubicBezTo>
                  <a:pt x="1654811" y="958944"/>
                  <a:pt x="1645523" y="956364"/>
                  <a:pt x="1636752" y="955332"/>
                </a:cubicBezTo>
                <a:cubicBezTo>
                  <a:pt x="1627980" y="954300"/>
                  <a:pt x="1623336" y="956364"/>
                  <a:pt x="1622304" y="966684"/>
                </a:cubicBezTo>
                <a:cubicBezTo>
                  <a:pt x="1618177" y="1005382"/>
                  <a:pt x="1610953" y="1044080"/>
                  <a:pt x="1601149" y="1081746"/>
                </a:cubicBezTo>
                <a:cubicBezTo>
                  <a:pt x="1598569" y="1091034"/>
                  <a:pt x="1601665" y="1095678"/>
                  <a:pt x="1610437" y="1097742"/>
                </a:cubicBezTo>
                <a:cubicBezTo>
                  <a:pt x="1654811" y="1108577"/>
                  <a:pt x="1687318" y="1140568"/>
                  <a:pt x="1726016" y="1161723"/>
                </a:cubicBezTo>
                <a:cubicBezTo>
                  <a:pt x="1731176" y="1164819"/>
                  <a:pt x="1731176" y="1168947"/>
                  <a:pt x="1729112" y="1174107"/>
                </a:cubicBezTo>
                <a:cubicBezTo>
                  <a:pt x="1718792" y="1204549"/>
                  <a:pt x="1706409" y="1234476"/>
                  <a:pt x="1693509" y="1263887"/>
                </a:cubicBezTo>
                <a:cubicBezTo>
                  <a:pt x="1690929" y="1269562"/>
                  <a:pt x="1687318" y="1271626"/>
                  <a:pt x="1681126" y="1270078"/>
                </a:cubicBezTo>
                <a:cubicBezTo>
                  <a:pt x="1648103" y="1263371"/>
                  <a:pt x="1614565" y="1257179"/>
                  <a:pt x="1581542" y="1249955"/>
                </a:cubicBezTo>
                <a:cubicBezTo>
                  <a:pt x="1571223" y="1247375"/>
                  <a:pt x="1561935" y="1241184"/>
                  <a:pt x="1552647" y="1236024"/>
                </a:cubicBezTo>
                <a:cubicBezTo>
                  <a:pt x="1545940" y="1232412"/>
                  <a:pt x="1542328" y="1232928"/>
                  <a:pt x="1538200" y="1240152"/>
                </a:cubicBezTo>
                <a:cubicBezTo>
                  <a:pt x="1519109" y="1275238"/>
                  <a:pt x="1497954" y="1309293"/>
                  <a:pt x="1473187" y="1340767"/>
                </a:cubicBezTo>
                <a:cubicBezTo>
                  <a:pt x="1467511" y="1347991"/>
                  <a:pt x="1466479" y="1352635"/>
                  <a:pt x="1475251" y="1358310"/>
                </a:cubicBezTo>
                <a:cubicBezTo>
                  <a:pt x="1502598" y="1375854"/>
                  <a:pt x="1516013" y="1405264"/>
                  <a:pt x="1535104" y="1430031"/>
                </a:cubicBezTo>
                <a:cubicBezTo>
                  <a:pt x="1538716" y="1434675"/>
                  <a:pt x="1541812" y="1439835"/>
                  <a:pt x="1545424" y="1444995"/>
                </a:cubicBezTo>
                <a:cubicBezTo>
                  <a:pt x="1566063" y="1474921"/>
                  <a:pt x="1565031" y="1464602"/>
                  <a:pt x="1542844" y="1489885"/>
                </a:cubicBezTo>
                <a:cubicBezTo>
                  <a:pt x="1526849" y="1508460"/>
                  <a:pt x="1508273" y="1524971"/>
                  <a:pt x="1491246" y="1542514"/>
                </a:cubicBezTo>
                <a:cubicBezTo>
                  <a:pt x="1485054" y="1549222"/>
                  <a:pt x="1479895" y="1549222"/>
                  <a:pt x="1472155" y="1544062"/>
                </a:cubicBezTo>
                <a:cubicBezTo>
                  <a:pt x="1446356" y="1526519"/>
                  <a:pt x="1420041" y="1508976"/>
                  <a:pt x="1393726" y="1491948"/>
                </a:cubicBezTo>
                <a:cubicBezTo>
                  <a:pt x="1383923" y="1485241"/>
                  <a:pt x="1377215" y="1475437"/>
                  <a:pt x="1369992" y="1466666"/>
                </a:cubicBezTo>
                <a:cubicBezTo>
                  <a:pt x="1364316" y="1459958"/>
                  <a:pt x="1359672" y="1458926"/>
                  <a:pt x="1352964" y="1464602"/>
                </a:cubicBezTo>
                <a:cubicBezTo>
                  <a:pt x="1322005" y="1489885"/>
                  <a:pt x="1288983" y="1512588"/>
                  <a:pt x="1254413" y="1532711"/>
                </a:cubicBezTo>
                <a:cubicBezTo>
                  <a:pt x="1249769" y="1535291"/>
                  <a:pt x="1244609" y="1537871"/>
                  <a:pt x="1248737" y="1544578"/>
                </a:cubicBezTo>
                <a:cubicBezTo>
                  <a:pt x="1272472" y="1580181"/>
                  <a:pt x="1274020" y="1622491"/>
                  <a:pt x="1284339" y="1662221"/>
                </a:cubicBezTo>
                <a:cubicBezTo>
                  <a:pt x="1290531" y="1685440"/>
                  <a:pt x="1292079" y="1682344"/>
                  <a:pt x="1268860" y="1693180"/>
                </a:cubicBezTo>
                <a:cubicBezTo>
                  <a:pt x="1244609" y="1704531"/>
                  <a:pt x="1219842" y="1714335"/>
                  <a:pt x="1195591" y="1724654"/>
                </a:cubicBezTo>
                <a:cubicBezTo>
                  <a:pt x="1187851" y="1727750"/>
                  <a:pt x="1183208" y="1726718"/>
                  <a:pt x="1178564" y="1719495"/>
                </a:cubicBezTo>
                <a:cubicBezTo>
                  <a:pt x="1161021" y="1692664"/>
                  <a:pt x="1142962" y="1666865"/>
                  <a:pt x="1125418" y="1640034"/>
                </a:cubicBezTo>
                <a:cubicBezTo>
                  <a:pt x="1118711" y="1629715"/>
                  <a:pt x="1116131" y="1617847"/>
                  <a:pt x="1113035" y="1606496"/>
                </a:cubicBezTo>
                <a:cubicBezTo>
                  <a:pt x="1110971" y="1599272"/>
                  <a:pt x="1107359" y="1597208"/>
                  <a:pt x="1099619" y="1599272"/>
                </a:cubicBezTo>
                <a:cubicBezTo>
                  <a:pt x="1060405" y="1611139"/>
                  <a:pt x="1020675" y="1619395"/>
                  <a:pt x="979913" y="1624555"/>
                </a:cubicBezTo>
                <a:cubicBezTo>
                  <a:pt x="973205" y="1625587"/>
                  <a:pt x="971141" y="1628682"/>
                  <a:pt x="972173" y="1634874"/>
                </a:cubicBezTo>
                <a:cubicBezTo>
                  <a:pt x="979397" y="1680280"/>
                  <a:pt x="962885" y="1723106"/>
                  <a:pt x="957726" y="1767481"/>
                </a:cubicBezTo>
                <a:cubicBezTo>
                  <a:pt x="956694" y="1775220"/>
                  <a:pt x="952566" y="1777800"/>
                  <a:pt x="945858" y="1777800"/>
                </a:cubicBezTo>
                <a:cubicBezTo>
                  <a:pt x="929347" y="1778316"/>
                  <a:pt x="912320" y="1779348"/>
                  <a:pt x="895808" y="1779864"/>
                </a:cubicBezTo>
                <a:cubicBezTo>
                  <a:pt x="894776" y="1776252"/>
                  <a:pt x="894776" y="1776252"/>
                  <a:pt x="894776" y="1775736"/>
                </a:cubicBezTo>
                <a:close/>
                <a:moveTo>
                  <a:pt x="890648" y="1454798"/>
                </a:moveTo>
                <a:cubicBezTo>
                  <a:pt x="1199203" y="1449638"/>
                  <a:pt x="1454096" y="1207645"/>
                  <a:pt x="1452548" y="884127"/>
                </a:cubicBezTo>
                <a:cubicBezTo>
                  <a:pt x="1451516" y="575057"/>
                  <a:pt x="1205395" y="320164"/>
                  <a:pt x="881361" y="322228"/>
                </a:cubicBezTo>
                <a:cubicBezTo>
                  <a:pt x="571775" y="324292"/>
                  <a:pt x="318429" y="570929"/>
                  <a:pt x="320494" y="893415"/>
                </a:cubicBezTo>
                <a:cubicBezTo>
                  <a:pt x="323073" y="1202485"/>
                  <a:pt x="569195" y="1452218"/>
                  <a:pt x="890648" y="145479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Rectangle: Top Corners Rounded 31">
            <a:extLst>
              <a:ext uri="{FF2B5EF4-FFF2-40B4-BE49-F238E27FC236}">
                <a16:creationId xmlns="" xmlns:a16="http://schemas.microsoft.com/office/drawing/2014/main" id="{11BA3E48-397A-40E6-82CD-AFA7318A5754}"/>
              </a:ext>
            </a:extLst>
          </p:cNvPr>
          <p:cNvSpPr/>
          <p:nvPr userDrawn="1"/>
        </p:nvSpPr>
        <p:spPr>
          <a:xfrm rot="10800000" flipH="1">
            <a:off x="292045" y="0"/>
            <a:ext cx="1618488" cy="2560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FC3E8D1C-B4B0-4270-BF60-0AB071A5B57A}"/>
              </a:ext>
            </a:extLst>
          </p:cNvPr>
          <p:cNvGrpSpPr/>
          <p:nvPr userDrawn="1"/>
        </p:nvGrpSpPr>
        <p:grpSpPr>
          <a:xfrm rot="20249292" flipH="1" flipV="1">
            <a:off x="2408466" y="3007856"/>
            <a:ext cx="405220" cy="1013819"/>
            <a:chOff x="4130248" y="650162"/>
            <a:chExt cx="502279" cy="1664988"/>
          </a:xfrm>
          <a:solidFill>
            <a:schemeClr val="accent2"/>
          </a:solidFill>
        </p:grpSpPr>
        <p:sp>
          <p:nvSpPr>
            <p:cNvPr id="34" name="Trapezoid 33">
              <a:extLst>
                <a:ext uri="{FF2B5EF4-FFF2-40B4-BE49-F238E27FC236}">
                  <a16:creationId xmlns="" xmlns:a16="http://schemas.microsoft.com/office/drawing/2014/main" id="{01E654A2-A845-4D9C-AC7E-DD1A1FB316D8}"/>
                </a:ext>
              </a:extLst>
            </p:cNvPr>
            <p:cNvSpPr/>
            <p:nvPr/>
          </p:nvSpPr>
          <p:spPr>
            <a:xfrm>
              <a:off x="4130248" y="650162"/>
              <a:ext cx="502273" cy="1664988"/>
            </a:xfrm>
            <a:prstGeom prst="trapezoid">
              <a:avLst>
                <a:gd name="adj" fmla="val 9168"/>
              </a:avLst>
            </a:prstGeom>
            <a:grp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rapezoid 94">
              <a:extLst>
                <a:ext uri="{FF2B5EF4-FFF2-40B4-BE49-F238E27FC236}">
                  <a16:creationId xmlns="" xmlns:a16="http://schemas.microsoft.com/office/drawing/2014/main" id="{49392ED5-842E-4BB8-9F02-6F05DBDAC68A}"/>
                </a:ext>
              </a:extLst>
            </p:cNvPr>
            <p:cNvSpPr/>
            <p:nvPr/>
          </p:nvSpPr>
          <p:spPr>
            <a:xfrm>
              <a:off x="4449648" y="650162"/>
              <a:ext cx="182879" cy="1664988"/>
            </a:xfrm>
            <a:custGeom>
              <a:avLst/>
              <a:gdLst>
                <a:gd name="connsiteX0" fmla="*/ 0 w 182880"/>
                <a:gd name="connsiteY0" fmla="*/ 1664988 h 1664988"/>
                <a:gd name="connsiteX1" fmla="*/ 0 w 182880"/>
                <a:gd name="connsiteY1" fmla="*/ 0 h 1664988"/>
                <a:gd name="connsiteX2" fmla="*/ 182880 w 182880"/>
                <a:gd name="connsiteY2" fmla="*/ 0 h 1664988"/>
                <a:gd name="connsiteX3" fmla="*/ 182880 w 182880"/>
                <a:gd name="connsiteY3" fmla="*/ 1664988 h 1664988"/>
                <a:gd name="connsiteX4" fmla="*/ 0 w 182880"/>
                <a:gd name="connsiteY4" fmla="*/ 1664988 h 1664988"/>
                <a:gd name="connsiteX0" fmla="*/ 0 w 182880"/>
                <a:gd name="connsiteY0" fmla="*/ 1664988 h 1664988"/>
                <a:gd name="connsiteX1" fmla="*/ 0 w 182880"/>
                <a:gd name="connsiteY1" fmla="*/ 0 h 1664988"/>
                <a:gd name="connsiteX2" fmla="*/ 130540 w 182880"/>
                <a:gd name="connsiteY2" fmla="*/ 3079 h 1664988"/>
                <a:gd name="connsiteX3" fmla="*/ 182880 w 182880"/>
                <a:gd name="connsiteY3" fmla="*/ 1664988 h 1664988"/>
                <a:gd name="connsiteX4" fmla="*/ 0 w 182880"/>
                <a:gd name="connsiteY4" fmla="*/ 1664988 h 1664988"/>
                <a:gd name="connsiteX0" fmla="*/ 0 w 182880"/>
                <a:gd name="connsiteY0" fmla="*/ 1664988 h 1664988"/>
                <a:gd name="connsiteX1" fmla="*/ 0 w 182880"/>
                <a:gd name="connsiteY1" fmla="*/ 0 h 1664988"/>
                <a:gd name="connsiteX2" fmla="*/ 68965 w 182880"/>
                <a:gd name="connsiteY2" fmla="*/ 6157 h 1664988"/>
                <a:gd name="connsiteX3" fmla="*/ 182880 w 182880"/>
                <a:gd name="connsiteY3" fmla="*/ 1664988 h 1664988"/>
                <a:gd name="connsiteX4" fmla="*/ 0 w 182880"/>
                <a:gd name="connsiteY4" fmla="*/ 1664988 h 1664988"/>
                <a:gd name="connsiteX0" fmla="*/ 0 w 182880"/>
                <a:gd name="connsiteY0" fmla="*/ 1664988 h 1664988"/>
                <a:gd name="connsiteX1" fmla="*/ 0 w 182880"/>
                <a:gd name="connsiteY1" fmla="*/ 0 h 1664988"/>
                <a:gd name="connsiteX2" fmla="*/ 133619 w 182880"/>
                <a:gd name="connsiteY2" fmla="*/ 3079 h 1664988"/>
                <a:gd name="connsiteX3" fmla="*/ 182880 w 182880"/>
                <a:gd name="connsiteY3" fmla="*/ 1664988 h 1664988"/>
                <a:gd name="connsiteX4" fmla="*/ 0 w 182880"/>
                <a:gd name="connsiteY4" fmla="*/ 1664988 h 166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880" h="1664988">
                  <a:moveTo>
                    <a:pt x="0" y="1664988"/>
                  </a:moveTo>
                  <a:lnTo>
                    <a:pt x="0" y="0"/>
                  </a:lnTo>
                  <a:lnTo>
                    <a:pt x="133619" y="3079"/>
                  </a:lnTo>
                  <a:lnTo>
                    <a:pt x="182880" y="1664988"/>
                  </a:lnTo>
                  <a:lnTo>
                    <a:pt x="0" y="166498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3F7416A9-09BE-4355-8142-7849BBC59832}"/>
              </a:ext>
            </a:extLst>
          </p:cNvPr>
          <p:cNvGrpSpPr/>
          <p:nvPr userDrawn="1"/>
        </p:nvGrpSpPr>
        <p:grpSpPr>
          <a:xfrm rot="15704020" flipH="1" flipV="1">
            <a:off x="2663420" y="3873638"/>
            <a:ext cx="340169" cy="340171"/>
            <a:chOff x="5108323" y="1463792"/>
            <a:chExt cx="374636" cy="374638"/>
          </a:xfrm>
        </p:grpSpPr>
        <p:sp>
          <p:nvSpPr>
            <p:cNvPr id="37" name="Oval 36">
              <a:extLst>
                <a:ext uri="{FF2B5EF4-FFF2-40B4-BE49-F238E27FC236}">
                  <a16:creationId xmlns="" xmlns:a16="http://schemas.microsoft.com/office/drawing/2014/main" id="{71F29D26-D2C3-4D21-B19D-E7708FC9FF28}"/>
                </a:ext>
              </a:extLst>
            </p:cNvPr>
            <p:cNvSpPr/>
            <p:nvPr/>
          </p:nvSpPr>
          <p:spPr>
            <a:xfrm>
              <a:off x="5108323" y="1463792"/>
              <a:ext cx="374636" cy="37463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="" xmlns:a16="http://schemas.microsoft.com/office/drawing/2014/main" id="{5AB344E1-E2AB-4438-8DF4-30253B57B63D}"/>
                </a:ext>
              </a:extLst>
            </p:cNvPr>
            <p:cNvSpPr/>
            <p:nvPr/>
          </p:nvSpPr>
          <p:spPr>
            <a:xfrm>
              <a:off x="5167785" y="1523587"/>
              <a:ext cx="255882" cy="255676"/>
            </a:xfrm>
            <a:custGeom>
              <a:avLst/>
              <a:gdLst>
                <a:gd name="connsiteX0" fmla="*/ 127864 w 255882"/>
                <a:gd name="connsiteY0" fmla="*/ 81461 h 255676"/>
                <a:gd name="connsiteX1" fmla="*/ 81805 w 255882"/>
                <a:gd name="connsiteY1" fmla="*/ 127520 h 255676"/>
                <a:gd name="connsiteX2" fmla="*/ 127864 w 255882"/>
                <a:gd name="connsiteY2" fmla="*/ 173579 h 255676"/>
                <a:gd name="connsiteX3" fmla="*/ 173923 w 255882"/>
                <a:gd name="connsiteY3" fmla="*/ 127520 h 255676"/>
                <a:gd name="connsiteX4" fmla="*/ 127864 w 255882"/>
                <a:gd name="connsiteY4" fmla="*/ 81461 h 255676"/>
                <a:gd name="connsiteX5" fmla="*/ 122296 w 255882"/>
                <a:gd name="connsiteY5" fmla="*/ 86 h 255676"/>
                <a:gd name="connsiteX6" fmla="*/ 127383 w 255882"/>
                <a:gd name="connsiteY6" fmla="*/ 4211 h 255676"/>
                <a:gd name="connsiteX7" fmla="*/ 132401 w 255882"/>
                <a:gd name="connsiteY7" fmla="*/ 21809 h 255676"/>
                <a:gd name="connsiteX8" fmla="*/ 145188 w 255882"/>
                <a:gd name="connsiteY8" fmla="*/ 29027 h 255676"/>
                <a:gd name="connsiteX9" fmla="*/ 149312 w 255882"/>
                <a:gd name="connsiteY9" fmla="*/ 25452 h 255676"/>
                <a:gd name="connsiteX10" fmla="*/ 158937 w 255882"/>
                <a:gd name="connsiteY10" fmla="*/ 9160 h 255676"/>
                <a:gd name="connsiteX11" fmla="*/ 166705 w 255882"/>
                <a:gd name="connsiteY11" fmla="*/ 5929 h 255676"/>
                <a:gd name="connsiteX12" fmla="*/ 174404 w 255882"/>
                <a:gd name="connsiteY12" fmla="*/ 18372 h 255676"/>
                <a:gd name="connsiteX13" fmla="*/ 172479 w 255882"/>
                <a:gd name="connsiteY13" fmla="*/ 34046 h 255676"/>
                <a:gd name="connsiteX14" fmla="*/ 172479 w 255882"/>
                <a:gd name="connsiteY14" fmla="*/ 35695 h 255676"/>
                <a:gd name="connsiteX15" fmla="*/ 186434 w 255882"/>
                <a:gd name="connsiteY15" fmla="*/ 41882 h 255676"/>
                <a:gd name="connsiteX16" fmla="*/ 201764 w 255882"/>
                <a:gd name="connsiteY16" fmla="*/ 30402 h 255676"/>
                <a:gd name="connsiteX17" fmla="*/ 211045 w 255882"/>
                <a:gd name="connsiteY17" fmla="*/ 30540 h 255676"/>
                <a:gd name="connsiteX18" fmla="*/ 212488 w 255882"/>
                <a:gd name="connsiteY18" fmla="*/ 31777 h 255676"/>
                <a:gd name="connsiteX19" fmla="*/ 214069 w 255882"/>
                <a:gd name="connsiteY19" fmla="*/ 42364 h 255676"/>
                <a:gd name="connsiteX20" fmla="*/ 205614 w 255882"/>
                <a:gd name="connsiteY20" fmla="*/ 57418 h 255676"/>
                <a:gd name="connsiteX21" fmla="*/ 206783 w 255882"/>
                <a:gd name="connsiteY21" fmla="*/ 67180 h 255676"/>
                <a:gd name="connsiteX22" fmla="*/ 215719 w 255882"/>
                <a:gd name="connsiteY22" fmla="*/ 70755 h 255676"/>
                <a:gd name="connsiteX23" fmla="*/ 233799 w 255882"/>
                <a:gd name="connsiteY23" fmla="*/ 66011 h 255676"/>
                <a:gd name="connsiteX24" fmla="*/ 241498 w 255882"/>
                <a:gd name="connsiteY24" fmla="*/ 68967 h 255676"/>
                <a:gd name="connsiteX25" fmla="*/ 243836 w 255882"/>
                <a:gd name="connsiteY25" fmla="*/ 73573 h 255676"/>
                <a:gd name="connsiteX26" fmla="*/ 241911 w 255882"/>
                <a:gd name="connsiteY26" fmla="*/ 80379 h 255676"/>
                <a:gd name="connsiteX27" fmla="*/ 226443 w 255882"/>
                <a:gd name="connsiteY27" fmla="*/ 92684 h 255676"/>
                <a:gd name="connsiteX28" fmla="*/ 223694 w 255882"/>
                <a:gd name="connsiteY28" fmla="*/ 100177 h 255676"/>
                <a:gd name="connsiteX29" fmla="*/ 224519 w 255882"/>
                <a:gd name="connsiteY29" fmla="*/ 103202 h 255676"/>
                <a:gd name="connsiteX30" fmla="*/ 230843 w 255882"/>
                <a:gd name="connsiteY30" fmla="*/ 108633 h 255676"/>
                <a:gd name="connsiteX31" fmla="*/ 249541 w 255882"/>
                <a:gd name="connsiteY31" fmla="*/ 111176 h 255676"/>
                <a:gd name="connsiteX32" fmla="*/ 255591 w 255882"/>
                <a:gd name="connsiteY32" fmla="*/ 117157 h 255676"/>
                <a:gd name="connsiteX33" fmla="*/ 255797 w 255882"/>
                <a:gd name="connsiteY33" fmla="*/ 122519 h 255676"/>
                <a:gd name="connsiteX34" fmla="*/ 251398 w 255882"/>
                <a:gd name="connsiteY34" fmla="*/ 127675 h 255676"/>
                <a:gd name="connsiteX35" fmla="*/ 233799 w 255882"/>
                <a:gd name="connsiteY35" fmla="*/ 132693 h 255676"/>
                <a:gd name="connsiteX36" fmla="*/ 226650 w 255882"/>
                <a:gd name="connsiteY36" fmla="*/ 144586 h 255676"/>
                <a:gd name="connsiteX37" fmla="*/ 230293 w 255882"/>
                <a:gd name="connsiteY37" fmla="*/ 149398 h 255676"/>
                <a:gd name="connsiteX38" fmla="*/ 246448 w 255882"/>
                <a:gd name="connsiteY38" fmla="*/ 158884 h 255676"/>
                <a:gd name="connsiteX39" fmla="*/ 249954 w 255882"/>
                <a:gd name="connsiteY39" fmla="*/ 167065 h 255676"/>
                <a:gd name="connsiteX40" fmla="*/ 249816 w 255882"/>
                <a:gd name="connsiteY40" fmla="*/ 167890 h 255676"/>
                <a:gd name="connsiteX41" fmla="*/ 240123 w 255882"/>
                <a:gd name="connsiteY41" fmla="*/ 174833 h 255676"/>
                <a:gd name="connsiteX42" fmla="*/ 223212 w 255882"/>
                <a:gd name="connsiteY42" fmla="*/ 172702 h 255676"/>
                <a:gd name="connsiteX43" fmla="*/ 214688 w 255882"/>
                <a:gd name="connsiteY43" fmla="*/ 177102 h 255676"/>
                <a:gd name="connsiteX44" fmla="*/ 214551 w 255882"/>
                <a:gd name="connsiteY44" fmla="*/ 187276 h 255676"/>
                <a:gd name="connsiteX45" fmla="*/ 225481 w 255882"/>
                <a:gd name="connsiteY45" fmla="*/ 201712 h 255676"/>
                <a:gd name="connsiteX46" fmla="*/ 225481 w 255882"/>
                <a:gd name="connsiteY46" fmla="*/ 211130 h 255676"/>
                <a:gd name="connsiteX47" fmla="*/ 225068 w 255882"/>
                <a:gd name="connsiteY47" fmla="*/ 211611 h 255676"/>
                <a:gd name="connsiteX48" fmla="*/ 213245 w 255882"/>
                <a:gd name="connsiteY48" fmla="*/ 213948 h 255676"/>
                <a:gd name="connsiteX49" fmla="*/ 198602 w 255882"/>
                <a:gd name="connsiteY49" fmla="*/ 205699 h 255676"/>
                <a:gd name="connsiteX50" fmla="*/ 188565 w 255882"/>
                <a:gd name="connsiteY50" fmla="*/ 207143 h 255676"/>
                <a:gd name="connsiteX51" fmla="*/ 185334 w 255882"/>
                <a:gd name="connsiteY51" fmla="*/ 216217 h 255676"/>
                <a:gd name="connsiteX52" fmla="*/ 190078 w 255882"/>
                <a:gd name="connsiteY52" fmla="*/ 234503 h 255676"/>
                <a:gd name="connsiteX53" fmla="*/ 187397 w 255882"/>
                <a:gd name="connsiteY53" fmla="*/ 241377 h 255676"/>
                <a:gd name="connsiteX54" fmla="*/ 182585 w 255882"/>
                <a:gd name="connsiteY54" fmla="*/ 243852 h 255676"/>
                <a:gd name="connsiteX55" fmla="*/ 175366 w 255882"/>
                <a:gd name="connsiteY55" fmla="*/ 241859 h 255676"/>
                <a:gd name="connsiteX56" fmla="*/ 164024 w 255882"/>
                <a:gd name="connsiteY56" fmla="*/ 227491 h 255676"/>
                <a:gd name="connsiteX57" fmla="*/ 149381 w 255882"/>
                <a:gd name="connsiteY57" fmla="*/ 226254 h 255676"/>
                <a:gd name="connsiteX58" fmla="*/ 147456 w 255882"/>
                <a:gd name="connsiteY58" fmla="*/ 230103 h 255676"/>
                <a:gd name="connsiteX59" fmla="*/ 144844 w 255882"/>
                <a:gd name="connsiteY59" fmla="*/ 249008 h 255676"/>
                <a:gd name="connsiteX60" fmla="*/ 139895 w 255882"/>
                <a:gd name="connsiteY60" fmla="*/ 255676 h 255676"/>
                <a:gd name="connsiteX61" fmla="*/ 131577 w 255882"/>
                <a:gd name="connsiteY61" fmla="*/ 255676 h 255676"/>
                <a:gd name="connsiteX62" fmla="*/ 127933 w 255882"/>
                <a:gd name="connsiteY62" fmla="*/ 250589 h 255676"/>
                <a:gd name="connsiteX63" fmla="*/ 122777 w 255882"/>
                <a:gd name="connsiteY63" fmla="*/ 232372 h 255676"/>
                <a:gd name="connsiteX64" fmla="*/ 116659 w 255882"/>
                <a:gd name="connsiteY64" fmla="*/ 227010 h 255676"/>
                <a:gd name="connsiteX65" fmla="*/ 112947 w 255882"/>
                <a:gd name="connsiteY65" fmla="*/ 226597 h 255676"/>
                <a:gd name="connsiteX66" fmla="*/ 106622 w 255882"/>
                <a:gd name="connsiteY66" fmla="*/ 230103 h 255676"/>
                <a:gd name="connsiteX67" fmla="*/ 105041 w 255882"/>
                <a:gd name="connsiteY67" fmla="*/ 232784 h 255676"/>
                <a:gd name="connsiteX68" fmla="*/ 96380 w 255882"/>
                <a:gd name="connsiteY68" fmla="*/ 247427 h 255676"/>
                <a:gd name="connsiteX69" fmla="*/ 89849 w 255882"/>
                <a:gd name="connsiteY69" fmla="*/ 250108 h 255676"/>
                <a:gd name="connsiteX70" fmla="*/ 84555 w 255882"/>
                <a:gd name="connsiteY70" fmla="*/ 248320 h 255676"/>
                <a:gd name="connsiteX71" fmla="*/ 80981 w 255882"/>
                <a:gd name="connsiteY71" fmla="*/ 241652 h 255676"/>
                <a:gd name="connsiteX72" fmla="*/ 83249 w 255882"/>
                <a:gd name="connsiteY72" fmla="*/ 222885 h 255676"/>
                <a:gd name="connsiteX73" fmla="*/ 78094 w 255882"/>
                <a:gd name="connsiteY73" fmla="*/ 214155 h 255676"/>
                <a:gd name="connsiteX74" fmla="*/ 68538 w 255882"/>
                <a:gd name="connsiteY74" fmla="*/ 214636 h 255676"/>
                <a:gd name="connsiteX75" fmla="*/ 55133 w 255882"/>
                <a:gd name="connsiteY75" fmla="*/ 224810 h 255676"/>
                <a:gd name="connsiteX76" fmla="*/ 43240 w 255882"/>
                <a:gd name="connsiteY76" fmla="*/ 224123 h 255676"/>
                <a:gd name="connsiteX77" fmla="*/ 42209 w 255882"/>
                <a:gd name="connsiteY77" fmla="*/ 223091 h 255676"/>
                <a:gd name="connsiteX78" fmla="*/ 41178 w 255882"/>
                <a:gd name="connsiteY78" fmla="*/ 214842 h 255676"/>
                <a:gd name="connsiteX79" fmla="*/ 50115 w 255882"/>
                <a:gd name="connsiteY79" fmla="*/ 198893 h 255676"/>
                <a:gd name="connsiteX80" fmla="*/ 51627 w 255882"/>
                <a:gd name="connsiteY80" fmla="*/ 194013 h 255676"/>
                <a:gd name="connsiteX81" fmla="*/ 39597 w 255882"/>
                <a:gd name="connsiteY81" fmla="*/ 185420 h 255676"/>
                <a:gd name="connsiteX82" fmla="*/ 21105 w 255882"/>
                <a:gd name="connsiteY82" fmla="*/ 190232 h 255676"/>
                <a:gd name="connsiteX83" fmla="*/ 15193 w 255882"/>
                <a:gd name="connsiteY83" fmla="*/ 188238 h 255676"/>
                <a:gd name="connsiteX84" fmla="*/ 12237 w 255882"/>
                <a:gd name="connsiteY84" fmla="*/ 183014 h 255676"/>
                <a:gd name="connsiteX85" fmla="*/ 14230 w 255882"/>
                <a:gd name="connsiteY85" fmla="*/ 175314 h 255676"/>
                <a:gd name="connsiteX86" fmla="*/ 27910 w 255882"/>
                <a:gd name="connsiteY86" fmla="*/ 164453 h 255676"/>
                <a:gd name="connsiteX87" fmla="*/ 31554 w 255882"/>
                <a:gd name="connsiteY87" fmla="*/ 153385 h 255676"/>
                <a:gd name="connsiteX88" fmla="*/ 24198 w 255882"/>
                <a:gd name="connsiteY88" fmla="*/ 147198 h 255676"/>
                <a:gd name="connsiteX89" fmla="*/ 6943 w 255882"/>
                <a:gd name="connsiteY89" fmla="*/ 144861 h 255676"/>
                <a:gd name="connsiteX90" fmla="*/ 138 w 255882"/>
                <a:gd name="connsiteY90" fmla="*/ 140049 h 255676"/>
                <a:gd name="connsiteX91" fmla="*/ 0 w 255882"/>
                <a:gd name="connsiteY91" fmla="*/ 131525 h 255676"/>
                <a:gd name="connsiteX92" fmla="*/ 5019 w 255882"/>
                <a:gd name="connsiteY92" fmla="*/ 127881 h 255676"/>
                <a:gd name="connsiteX93" fmla="*/ 22617 w 255882"/>
                <a:gd name="connsiteY93" fmla="*/ 122931 h 255676"/>
                <a:gd name="connsiteX94" fmla="*/ 28667 w 255882"/>
                <a:gd name="connsiteY94" fmla="*/ 116194 h 255676"/>
                <a:gd name="connsiteX95" fmla="*/ 29010 w 255882"/>
                <a:gd name="connsiteY95" fmla="*/ 113307 h 255676"/>
                <a:gd name="connsiteX96" fmla="*/ 25229 w 255882"/>
                <a:gd name="connsiteY96" fmla="*/ 106295 h 255676"/>
                <a:gd name="connsiteX97" fmla="*/ 9281 w 255882"/>
                <a:gd name="connsiteY97" fmla="*/ 96946 h 255676"/>
                <a:gd name="connsiteX98" fmla="*/ 5843 w 255882"/>
                <a:gd name="connsiteY98" fmla="*/ 88560 h 255676"/>
                <a:gd name="connsiteX99" fmla="*/ 6187 w 255882"/>
                <a:gd name="connsiteY99" fmla="*/ 87391 h 255676"/>
                <a:gd name="connsiteX100" fmla="*/ 15261 w 255882"/>
                <a:gd name="connsiteY100" fmla="*/ 81135 h 255676"/>
                <a:gd name="connsiteX101" fmla="*/ 32173 w 255882"/>
                <a:gd name="connsiteY101" fmla="*/ 83060 h 255676"/>
                <a:gd name="connsiteX102" fmla="*/ 40834 w 255882"/>
                <a:gd name="connsiteY102" fmla="*/ 79073 h 255676"/>
                <a:gd name="connsiteX103" fmla="*/ 40147 w 255882"/>
                <a:gd name="connsiteY103" fmla="*/ 67318 h 255676"/>
                <a:gd name="connsiteX104" fmla="*/ 29629 w 255882"/>
                <a:gd name="connsiteY104" fmla="*/ 53363 h 255676"/>
                <a:gd name="connsiteX105" fmla="*/ 29629 w 255882"/>
                <a:gd name="connsiteY105" fmla="*/ 45595 h 255676"/>
                <a:gd name="connsiteX106" fmla="*/ 33066 w 255882"/>
                <a:gd name="connsiteY106" fmla="*/ 41745 h 255676"/>
                <a:gd name="connsiteX107" fmla="*/ 40422 w 255882"/>
                <a:gd name="connsiteY107" fmla="*/ 40920 h 255676"/>
                <a:gd name="connsiteX108" fmla="*/ 56027 w 255882"/>
                <a:gd name="connsiteY108" fmla="*/ 49719 h 255676"/>
                <a:gd name="connsiteX109" fmla="*/ 69982 w 255882"/>
                <a:gd name="connsiteY109" fmla="*/ 45801 h 255676"/>
                <a:gd name="connsiteX110" fmla="*/ 70325 w 255882"/>
                <a:gd name="connsiteY110" fmla="*/ 39751 h 255676"/>
                <a:gd name="connsiteX111" fmla="*/ 65788 w 255882"/>
                <a:gd name="connsiteY111" fmla="*/ 22221 h 255676"/>
                <a:gd name="connsiteX112" fmla="*/ 69088 w 255882"/>
                <a:gd name="connsiteY112" fmla="*/ 14110 h 255676"/>
                <a:gd name="connsiteX113" fmla="*/ 71632 w 255882"/>
                <a:gd name="connsiteY113" fmla="*/ 12735 h 255676"/>
                <a:gd name="connsiteX114" fmla="*/ 81118 w 255882"/>
                <a:gd name="connsiteY114" fmla="*/ 15072 h 255676"/>
                <a:gd name="connsiteX115" fmla="*/ 92049 w 255882"/>
                <a:gd name="connsiteY115" fmla="*/ 28958 h 255676"/>
                <a:gd name="connsiteX116" fmla="*/ 106966 w 255882"/>
                <a:gd name="connsiteY116" fmla="*/ 28890 h 255676"/>
                <a:gd name="connsiteX117" fmla="*/ 108754 w 255882"/>
                <a:gd name="connsiteY117" fmla="*/ 22565 h 255676"/>
                <a:gd name="connsiteX118" fmla="*/ 110953 w 255882"/>
                <a:gd name="connsiteY118" fmla="*/ 6479 h 255676"/>
                <a:gd name="connsiteX119" fmla="*/ 116934 w 255882"/>
                <a:gd name="connsiteY119" fmla="*/ 292 h 255676"/>
                <a:gd name="connsiteX120" fmla="*/ 122296 w 255882"/>
                <a:gd name="connsiteY120" fmla="*/ 86 h 25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255882" h="255676">
                  <a:moveTo>
                    <a:pt x="127864" y="81461"/>
                  </a:moveTo>
                  <a:cubicBezTo>
                    <a:pt x="102426" y="81461"/>
                    <a:pt x="81805" y="102082"/>
                    <a:pt x="81805" y="127520"/>
                  </a:cubicBezTo>
                  <a:cubicBezTo>
                    <a:pt x="81805" y="152958"/>
                    <a:pt x="102426" y="173579"/>
                    <a:pt x="127864" y="173579"/>
                  </a:cubicBezTo>
                  <a:cubicBezTo>
                    <a:pt x="153302" y="173579"/>
                    <a:pt x="173923" y="152958"/>
                    <a:pt x="173923" y="127520"/>
                  </a:cubicBezTo>
                  <a:cubicBezTo>
                    <a:pt x="173923" y="102082"/>
                    <a:pt x="153302" y="81461"/>
                    <a:pt x="127864" y="81461"/>
                  </a:cubicBezTo>
                  <a:close/>
                  <a:moveTo>
                    <a:pt x="122296" y="86"/>
                  </a:moveTo>
                  <a:cubicBezTo>
                    <a:pt x="124908" y="223"/>
                    <a:pt x="126696" y="1598"/>
                    <a:pt x="127383" y="4211"/>
                  </a:cubicBezTo>
                  <a:cubicBezTo>
                    <a:pt x="129033" y="10054"/>
                    <a:pt x="130752" y="15966"/>
                    <a:pt x="132401" y="21809"/>
                  </a:cubicBezTo>
                  <a:cubicBezTo>
                    <a:pt x="134120" y="27790"/>
                    <a:pt x="139070" y="30608"/>
                    <a:pt x="145188" y="29027"/>
                  </a:cubicBezTo>
                  <a:cubicBezTo>
                    <a:pt x="147181" y="28546"/>
                    <a:pt x="148350" y="27102"/>
                    <a:pt x="149312" y="25452"/>
                  </a:cubicBezTo>
                  <a:cubicBezTo>
                    <a:pt x="152475" y="20022"/>
                    <a:pt x="155706" y="14591"/>
                    <a:pt x="158937" y="9160"/>
                  </a:cubicBezTo>
                  <a:cubicBezTo>
                    <a:pt x="160999" y="5654"/>
                    <a:pt x="162786" y="4898"/>
                    <a:pt x="166705" y="5929"/>
                  </a:cubicBezTo>
                  <a:cubicBezTo>
                    <a:pt x="174542" y="7923"/>
                    <a:pt x="175573" y="9641"/>
                    <a:pt x="174404" y="18372"/>
                  </a:cubicBezTo>
                  <a:cubicBezTo>
                    <a:pt x="173717" y="23596"/>
                    <a:pt x="173098" y="28821"/>
                    <a:pt x="172479" y="34046"/>
                  </a:cubicBezTo>
                  <a:cubicBezTo>
                    <a:pt x="172410" y="34595"/>
                    <a:pt x="172410" y="35145"/>
                    <a:pt x="172479" y="35695"/>
                  </a:cubicBezTo>
                  <a:cubicBezTo>
                    <a:pt x="173373" y="41264"/>
                    <a:pt x="181828" y="45113"/>
                    <a:pt x="186434" y="41882"/>
                  </a:cubicBezTo>
                  <a:cubicBezTo>
                    <a:pt x="191659" y="38170"/>
                    <a:pt x="196677" y="34252"/>
                    <a:pt x="201764" y="30402"/>
                  </a:cubicBezTo>
                  <a:cubicBezTo>
                    <a:pt x="205476" y="27584"/>
                    <a:pt x="207333" y="27652"/>
                    <a:pt x="211045" y="30540"/>
                  </a:cubicBezTo>
                  <a:cubicBezTo>
                    <a:pt x="211526" y="30952"/>
                    <a:pt x="212007" y="31296"/>
                    <a:pt x="212488" y="31777"/>
                  </a:cubicBezTo>
                  <a:cubicBezTo>
                    <a:pt x="216819" y="35902"/>
                    <a:pt x="217025" y="37139"/>
                    <a:pt x="214069" y="42364"/>
                  </a:cubicBezTo>
                  <a:cubicBezTo>
                    <a:pt x="211251" y="47382"/>
                    <a:pt x="208570" y="52469"/>
                    <a:pt x="205614" y="57418"/>
                  </a:cubicBezTo>
                  <a:cubicBezTo>
                    <a:pt x="203483" y="61062"/>
                    <a:pt x="204445" y="64087"/>
                    <a:pt x="206783" y="67180"/>
                  </a:cubicBezTo>
                  <a:cubicBezTo>
                    <a:pt x="209120" y="70274"/>
                    <a:pt x="211801" y="71786"/>
                    <a:pt x="215719" y="70755"/>
                  </a:cubicBezTo>
                  <a:cubicBezTo>
                    <a:pt x="221769" y="69174"/>
                    <a:pt x="227818" y="67661"/>
                    <a:pt x="233799" y="66011"/>
                  </a:cubicBezTo>
                  <a:cubicBezTo>
                    <a:pt x="237649" y="64980"/>
                    <a:pt x="239367" y="65599"/>
                    <a:pt x="241498" y="68967"/>
                  </a:cubicBezTo>
                  <a:cubicBezTo>
                    <a:pt x="242461" y="70411"/>
                    <a:pt x="243286" y="71923"/>
                    <a:pt x="243836" y="73573"/>
                  </a:cubicBezTo>
                  <a:cubicBezTo>
                    <a:pt x="244867" y="76529"/>
                    <a:pt x="244385" y="78385"/>
                    <a:pt x="241911" y="80379"/>
                  </a:cubicBezTo>
                  <a:cubicBezTo>
                    <a:pt x="236755" y="84504"/>
                    <a:pt x="231668" y="88628"/>
                    <a:pt x="226443" y="92684"/>
                  </a:cubicBezTo>
                  <a:cubicBezTo>
                    <a:pt x="223831" y="94678"/>
                    <a:pt x="223144" y="97152"/>
                    <a:pt x="223694" y="100177"/>
                  </a:cubicBezTo>
                  <a:cubicBezTo>
                    <a:pt x="223900" y="101208"/>
                    <a:pt x="224244" y="102171"/>
                    <a:pt x="224519" y="103202"/>
                  </a:cubicBezTo>
                  <a:cubicBezTo>
                    <a:pt x="225412" y="106433"/>
                    <a:pt x="227543" y="108220"/>
                    <a:pt x="230843" y="108633"/>
                  </a:cubicBezTo>
                  <a:cubicBezTo>
                    <a:pt x="237099" y="109458"/>
                    <a:pt x="243354" y="110351"/>
                    <a:pt x="249541" y="111176"/>
                  </a:cubicBezTo>
                  <a:cubicBezTo>
                    <a:pt x="253254" y="111657"/>
                    <a:pt x="255178" y="113445"/>
                    <a:pt x="255591" y="117157"/>
                  </a:cubicBezTo>
                  <a:cubicBezTo>
                    <a:pt x="255797" y="118944"/>
                    <a:pt x="256003" y="120732"/>
                    <a:pt x="255797" y="122519"/>
                  </a:cubicBezTo>
                  <a:cubicBezTo>
                    <a:pt x="255453" y="125337"/>
                    <a:pt x="254010" y="126919"/>
                    <a:pt x="251398" y="127675"/>
                  </a:cubicBezTo>
                  <a:cubicBezTo>
                    <a:pt x="245554" y="129325"/>
                    <a:pt x="239642" y="130974"/>
                    <a:pt x="233799" y="132693"/>
                  </a:cubicBezTo>
                  <a:cubicBezTo>
                    <a:pt x="228093" y="134343"/>
                    <a:pt x="225481" y="138674"/>
                    <a:pt x="226650" y="144586"/>
                  </a:cubicBezTo>
                  <a:cubicBezTo>
                    <a:pt x="227062" y="146854"/>
                    <a:pt x="228368" y="148298"/>
                    <a:pt x="230293" y="149398"/>
                  </a:cubicBezTo>
                  <a:cubicBezTo>
                    <a:pt x="235655" y="152560"/>
                    <a:pt x="241017" y="155722"/>
                    <a:pt x="246448" y="158884"/>
                  </a:cubicBezTo>
                  <a:cubicBezTo>
                    <a:pt x="250435" y="161222"/>
                    <a:pt x="251054" y="162597"/>
                    <a:pt x="249954" y="167065"/>
                  </a:cubicBezTo>
                  <a:cubicBezTo>
                    <a:pt x="249885" y="167340"/>
                    <a:pt x="249885" y="167615"/>
                    <a:pt x="249816" y="167890"/>
                  </a:cubicBezTo>
                  <a:cubicBezTo>
                    <a:pt x="248166" y="173321"/>
                    <a:pt x="246310" y="176002"/>
                    <a:pt x="240123" y="174833"/>
                  </a:cubicBezTo>
                  <a:cubicBezTo>
                    <a:pt x="234555" y="173733"/>
                    <a:pt x="228849" y="173527"/>
                    <a:pt x="223212" y="172702"/>
                  </a:cubicBezTo>
                  <a:cubicBezTo>
                    <a:pt x="219225" y="172152"/>
                    <a:pt x="216613" y="173733"/>
                    <a:pt x="214688" y="177102"/>
                  </a:cubicBezTo>
                  <a:cubicBezTo>
                    <a:pt x="212695" y="180539"/>
                    <a:pt x="211801" y="183770"/>
                    <a:pt x="214551" y="187276"/>
                  </a:cubicBezTo>
                  <a:cubicBezTo>
                    <a:pt x="218263" y="192019"/>
                    <a:pt x="221838" y="196900"/>
                    <a:pt x="225481" y="201712"/>
                  </a:cubicBezTo>
                  <a:cubicBezTo>
                    <a:pt x="228506" y="205630"/>
                    <a:pt x="228506" y="207212"/>
                    <a:pt x="225481" y="211130"/>
                  </a:cubicBezTo>
                  <a:cubicBezTo>
                    <a:pt x="225343" y="211267"/>
                    <a:pt x="225206" y="211474"/>
                    <a:pt x="225068" y="211611"/>
                  </a:cubicBezTo>
                  <a:cubicBezTo>
                    <a:pt x="221081" y="215873"/>
                    <a:pt x="219500" y="217729"/>
                    <a:pt x="213245" y="213948"/>
                  </a:cubicBezTo>
                  <a:cubicBezTo>
                    <a:pt x="208432" y="211061"/>
                    <a:pt x="203345" y="208586"/>
                    <a:pt x="198602" y="205699"/>
                  </a:cubicBezTo>
                  <a:cubicBezTo>
                    <a:pt x="194684" y="203362"/>
                    <a:pt x="191659" y="204737"/>
                    <a:pt x="188565" y="207143"/>
                  </a:cubicBezTo>
                  <a:cubicBezTo>
                    <a:pt x="185472" y="209480"/>
                    <a:pt x="184234" y="212299"/>
                    <a:pt x="185334" y="216217"/>
                  </a:cubicBezTo>
                  <a:cubicBezTo>
                    <a:pt x="187053" y="222267"/>
                    <a:pt x="188565" y="228385"/>
                    <a:pt x="190078" y="234503"/>
                  </a:cubicBezTo>
                  <a:cubicBezTo>
                    <a:pt x="190903" y="237803"/>
                    <a:pt x="190215" y="239590"/>
                    <a:pt x="187397" y="241377"/>
                  </a:cubicBezTo>
                  <a:cubicBezTo>
                    <a:pt x="185884" y="242340"/>
                    <a:pt x="184303" y="243233"/>
                    <a:pt x="182585" y="243852"/>
                  </a:cubicBezTo>
                  <a:cubicBezTo>
                    <a:pt x="179560" y="244952"/>
                    <a:pt x="177360" y="244402"/>
                    <a:pt x="175366" y="241859"/>
                  </a:cubicBezTo>
                  <a:cubicBezTo>
                    <a:pt x="171585" y="237115"/>
                    <a:pt x="167805" y="232303"/>
                    <a:pt x="164024" y="227491"/>
                  </a:cubicBezTo>
                  <a:cubicBezTo>
                    <a:pt x="160380" y="222954"/>
                    <a:pt x="153781" y="222335"/>
                    <a:pt x="149381" y="226254"/>
                  </a:cubicBezTo>
                  <a:cubicBezTo>
                    <a:pt x="148213" y="227285"/>
                    <a:pt x="147663" y="228591"/>
                    <a:pt x="147456" y="230103"/>
                  </a:cubicBezTo>
                  <a:cubicBezTo>
                    <a:pt x="146563" y="236428"/>
                    <a:pt x="145532" y="242683"/>
                    <a:pt x="144844" y="249008"/>
                  </a:cubicBezTo>
                  <a:cubicBezTo>
                    <a:pt x="144432" y="252308"/>
                    <a:pt x="143126" y="254645"/>
                    <a:pt x="139895" y="255676"/>
                  </a:cubicBezTo>
                  <a:cubicBezTo>
                    <a:pt x="137145" y="255676"/>
                    <a:pt x="134326" y="255676"/>
                    <a:pt x="131577" y="255676"/>
                  </a:cubicBezTo>
                  <a:cubicBezTo>
                    <a:pt x="129652" y="254507"/>
                    <a:pt x="128552" y="252789"/>
                    <a:pt x="127933" y="250589"/>
                  </a:cubicBezTo>
                  <a:cubicBezTo>
                    <a:pt x="126283" y="244540"/>
                    <a:pt x="124427" y="238490"/>
                    <a:pt x="122777" y="232372"/>
                  </a:cubicBezTo>
                  <a:cubicBezTo>
                    <a:pt x="121884" y="229141"/>
                    <a:pt x="119890" y="227422"/>
                    <a:pt x="116659" y="227010"/>
                  </a:cubicBezTo>
                  <a:cubicBezTo>
                    <a:pt x="115422" y="226872"/>
                    <a:pt x="114184" y="226666"/>
                    <a:pt x="112947" y="226597"/>
                  </a:cubicBezTo>
                  <a:cubicBezTo>
                    <a:pt x="110060" y="226391"/>
                    <a:pt x="108066" y="227697"/>
                    <a:pt x="106622" y="230103"/>
                  </a:cubicBezTo>
                  <a:cubicBezTo>
                    <a:pt x="106072" y="230997"/>
                    <a:pt x="105591" y="231891"/>
                    <a:pt x="105041" y="232784"/>
                  </a:cubicBezTo>
                  <a:cubicBezTo>
                    <a:pt x="102154" y="237665"/>
                    <a:pt x="99335" y="242615"/>
                    <a:pt x="96380" y="247427"/>
                  </a:cubicBezTo>
                  <a:cubicBezTo>
                    <a:pt x="94798" y="250108"/>
                    <a:pt x="92873" y="250795"/>
                    <a:pt x="89849" y="250108"/>
                  </a:cubicBezTo>
                  <a:cubicBezTo>
                    <a:pt x="87993" y="249695"/>
                    <a:pt x="86274" y="249077"/>
                    <a:pt x="84555" y="248320"/>
                  </a:cubicBezTo>
                  <a:cubicBezTo>
                    <a:pt x="81531" y="246877"/>
                    <a:pt x="80568" y="245021"/>
                    <a:pt x="80981" y="241652"/>
                  </a:cubicBezTo>
                  <a:cubicBezTo>
                    <a:pt x="81737" y="235397"/>
                    <a:pt x="82356" y="229141"/>
                    <a:pt x="83249" y="222885"/>
                  </a:cubicBezTo>
                  <a:cubicBezTo>
                    <a:pt x="83868" y="218486"/>
                    <a:pt x="81531" y="216080"/>
                    <a:pt x="78094" y="214155"/>
                  </a:cubicBezTo>
                  <a:cubicBezTo>
                    <a:pt x="74725" y="212299"/>
                    <a:pt x="71700" y="212024"/>
                    <a:pt x="68538" y="214636"/>
                  </a:cubicBezTo>
                  <a:cubicBezTo>
                    <a:pt x="64139" y="218142"/>
                    <a:pt x="59533" y="221373"/>
                    <a:pt x="55133" y="224810"/>
                  </a:cubicBezTo>
                  <a:cubicBezTo>
                    <a:pt x="50665" y="228316"/>
                    <a:pt x="48740" y="229072"/>
                    <a:pt x="43240" y="224123"/>
                  </a:cubicBezTo>
                  <a:cubicBezTo>
                    <a:pt x="42897" y="223779"/>
                    <a:pt x="42553" y="223435"/>
                    <a:pt x="42209" y="223091"/>
                  </a:cubicBezTo>
                  <a:cubicBezTo>
                    <a:pt x="39528" y="220342"/>
                    <a:pt x="39253" y="218211"/>
                    <a:pt x="41178" y="214842"/>
                  </a:cubicBezTo>
                  <a:cubicBezTo>
                    <a:pt x="44134" y="209549"/>
                    <a:pt x="47159" y="204187"/>
                    <a:pt x="50115" y="198893"/>
                  </a:cubicBezTo>
                  <a:cubicBezTo>
                    <a:pt x="50940" y="197381"/>
                    <a:pt x="51833" y="195869"/>
                    <a:pt x="51627" y="194013"/>
                  </a:cubicBezTo>
                  <a:cubicBezTo>
                    <a:pt x="51146" y="188444"/>
                    <a:pt x="44959" y="184045"/>
                    <a:pt x="39597" y="185420"/>
                  </a:cubicBezTo>
                  <a:cubicBezTo>
                    <a:pt x="33410" y="187001"/>
                    <a:pt x="27223" y="188582"/>
                    <a:pt x="21105" y="190232"/>
                  </a:cubicBezTo>
                  <a:cubicBezTo>
                    <a:pt x="18630" y="190919"/>
                    <a:pt x="16774" y="190163"/>
                    <a:pt x="15193" y="188238"/>
                  </a:cubicBezTo>
                  <a:cubicBezTo>
                    <a:pt x="13887" y="186657"/>
                    <a:pt x="13062" y="184870"/>
                    <a:pt x="12237" y="183014"/>
                  </a:cubicBezTo>
                  <a:cubicBezTo>
                    <a:pt x="10862" y="179783"/>
                    <a:pt x="11481" y="177445"/>
                    <a:pt x="14230" y="175314"/>
                  </a:cubicBezTo>
                  <a:cubicBezTo>
                    <a:pt x="18767" y="171671"/>
                    <a:pt x="23373" y="168096"/>
                    <a:pt x="27910" y="164453"/>
                  </a:cubicBezTo>
                  <a:cubicBezTo>
                    <a:pt x="32722" y="160741"/>
                    <a:pt x="33135" y="159159"/>
                    <a:pt x="31554" y="153385"/>
                  </a:cubicBezTo>
                  <a:cubicBezTo>
                    <a:pt x="30454" y="149604"/>
                    <a:pt x="28185" y="147611"/>
                    <a:pt x="24198" y="147198"/>
                  </a:cubicBezTo>
                  <a:cubicBezTo>
                    <a:pt x="18424" y="146579"/>
                    <a:pt x="12718" y="145479"/>
                    <a:pt x="6943" y="144861"/>
                  </a:cubicBezTo>
                  <a:cubicBezTo>
                    <a:pt x="3644" y="144517"/>
                    <a:pt x="1306" y="143211"/>
                    <a:pt x="138" y="140049"/>
                  </a:cubicBezTo>
                  <a:cubicBezTo>
                    <a:pt x="0" y="137093"/>
                    <a:pt x="0" y="134343"/>
                    <a:pt x="0" y="131525"/>
                  </a:cubicBezTo>
                  <a:cubicBezTo>
                    <a:pt x="1100" y="129462"/>
                    <a:pt x="2819" y="128431"/>
                    <a:pt x="5019" y="127881"/>
                  </a:cubicBezTo>
                  <a:cubicBezTo>
                    <a:pt x="10931" y="126300"/>
                    <a:pt x="16705" y="124513"/>
                    <a:pt x="22617" y="122931"/>
                  </a:cubicBezTo>
                  <a:cubicBezTo>
                    <a:pt x="26192" y="121969"/>
                    <a:pt x="28323" y="119975"/>
                    <a:pt x="28667" y="116194"/>
                  </a:cubicBezTo>
                  <a:cubicBezTo>
                    <a:pt x="28735" y="115232"/>
                    <a:pt x="28873" y="114270"/>
                    <a:pt x="29010" y="113307"/>
                  </a:cubicBezTo>
                  <a:cubicBezTo>
                    <a:pt x="29354" y="110076"/>
                    <a:pt x="27910" y="107876"/>
                    <a:pt x="25229" y="106295"/>
                  </a:cubicBezTo>
                  <a:cubicBezTo>
                    <a:pt x="19867" y="103202"/>
                    <a:pt x="14574" y="100040"/>
                    <a:pt x="9281" y="96946"/>
                  </a:cubicBezTo>
                  <a:cubicBezTo>
                    <a:pt x="5362" y="94678"/>
                    <a:pt x="4675" y="92959"/>
                    <a:pt x="5843" y="88560"/>
                  </a:cubicBezTo>
                  <a:cubicBezTo>
                    <a:pt x="5981" y="88147"/>
                    <a:pt x="6050" y="87735"/>
                    <a:pt x="6187" y="87391"/>
                  </a:cubicBezTo>
                  <a:cubicBezTo>
                    <a:pt x="7906" y="81685"/>
                    <a:pt x="9418" y="80585"/>
                    <a:pt x="15261" y="81135"/>
                  </a:cubicBezTo>
                  <a:cubicBezTo>
                    <a:pt x="20898" y="81685"/>
                    <a:pt x="26535" y="82304"/>
                    <a:pt x="32173" y="83060"/>
                  </a:cubicBezTo>
                  <a:cubicBezTo>
                    <a:pt x="36641" y="83610"/>
                    <a:pt x="38566" y="82854"/>
                    <a:pt x="40834" y="79073"/>
                  </a:cubicBezTo>
                  <a:cubicBezTo>
                    <a:pt x="44065" y="73848"/>
                    <a:pt x="43928" y="72198"/>
                    <a:pt x="40147" y="67318"/>
                  </a:cubicBezTo>
                  <a:cubicBezTo>
                    <a:pt x="36572" y="62712"/>
                    <a:pt x="33066" y="58037"/>
                    <a:pt x="29629" y="53363"/>
                  </a:cubicBezTo>
                  <a:cubicBezTo>
                    <a:pt x="27567" y="50613"/>
                    <a:pt x="27567" y="48344"/>
                    <a:pt x="29629" y="45595"/>
                  </a:cubicBezTo>
                  <a:cubicBezTo>
                    <a:pt x="30660" y="44220"/>
                    <a:pt x="31760" y="42845"/>
                    <a:pt x="33066" y="41745"/>
                  </a:cubicBezTo>
                  <a:cubicBezTo>
                    <a:pt x="35678" y="39545"/>
                    <a:pt x="37466" y="39270"/>
                    <a:pt x="40422" y="40920"/>
                  </a:cubicBezTo>
                  <a:cubicBezTo>
                    <a:pt x="45646" y="43807"/>
                    <a:pt x="51008" y="46488"/>
                    <a:pt x="56027" y="49719"/>
                  </a:cubicBezTo>
                  <a:cubicBezTo>
                    <a:pt x="61801" y="53431"/>
                    <a:pt x="65788" y="50957"/>
                    <a:pt x="69982" y="45801"/>
                  </a:cubicBezTo>
                  <a:cubicBezTo>
                    <a:pt x="71357" y="44082"/>
                    <a:pt x="70875" y="41814"/>
                    <a:pt x="70325" y="39751"/>
                  </a:cubicBezTo>
                  <a:cubicBezTo>
                    <a:pt x="68813" y="33908"/>
                    <a:pt x="67301" y="28065"/>
                    <a:pt x="65788" y="22221"/>
                  </a:cubicBezTo>
                  <a:cubicBezTo>
                    <a:pt x="64688" y="18028"/>
                    <a:pt x="65376" y="16309"/>
                    <a:pt x="69088" y="14110"/>
                  </a:cubicBezTo>
                  <a:cubicBezTo>
                    <a:pt x="69913" y="13628"/>
                    <a:pt x="70738" y="13147"/>
                    <a:pt x="71632" y="12735"/>
                  </a:cubicBezTo>
                  <a:cubicBezTo>
                    <a:pt x="76100" y="10672"/>
                    <a:pt x="78094" y="11154"/>
                    <a:pt x="81118" y="15072"/>
                  </a:cubicBezTo>
                  <a:cubicBezTo>
                    <a:pt x="84762" y="19678"/>
                    <a:pt x="88405" y="24353"/>
                    <a:pt x="92049" y="28958"/>
                  </a:cubicBezTo>
                  <a:cubicBezTo>
                    <a:pt x="95486" y="33221"/>
                    <a:pt x="103529" y="33221"/>
                    <a:pt x="106966" y="28890"/>
                  </a:cubicBezTo>
                  <a:cubicBezTo>
                    <a:pt x="108410" y="27034"/>
                    <a:pt x="108410" y="24696"/>
                    <a:pt x="108754" y="22565"/>
                  </a:cubicBezTo>
                  <a:cubicBezTo>
                    <a:pt x="109578" y="17203"/>
                    <a:pt x="110266" y="11841"/>
                    <a:pt x="110953" y="6479"/>
                  </a:cubicBezTo>
                  <a:cubicBezTo>
                    <a:pt x="111503" y="2217"/>
                    <a:pt x="112672" y="1048"/>
                    <a:pt x="116934" y="292"/>
                  </a:cubicBezTo>
                  <a:cubicBezTo>
                    <a:pt x="118721" y="-52"/>
                    <a:pt x="120509" y="-52"/>
                    <a:pt x="122296" y="86"/>
                  </a:cubicBezTo>
                  <a:close/>
                </a:path>
              </a:pathLst>
            </a:custGeom>
            <a:solidFill>
              <a:schemeClr val="bg1"/>
            </a:solidFill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3EE38B58-01FE-4D5B-B52B-DF7FB23D2B2C}"/>
              </a:ext>
            </a:extLst>
          </p:cNvPr>
          <p:cNvGrpSpPr/>
          <p:nvPr userDrawn="1"/>
        </p:nvGrpSpPr>
        <p:grpSpPr>
          <a:xfrm rot="17572368" flipH="1">
            <a:off x="1480750" y="1474295"/>
            <a:ext cx="487113" cy="1701453"/>
            <a:chOff x="391499" y="630207"/>
            <a:chExt cx="531848" cy="1593194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="" xmlns:a16="http://schemas.microsoft.com/office/drawing/2014/main" id="{ADC60DCB-AA80-49A7-A330-6DEA44AF3C32}"/>
                </a:ext>
              </a:extLst>
            </p:cNvPr>
            <p:cNvSpPr/>
            <p:nvPr/>
          </p:nvSpPr>
          <p:spPr>
            <a:xfrm rot="20495611">
              <a:off x="400453" y="630207"/>
              <a:ext cx="522894" cy="1539139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="" xmlns:a16="http://schemas.microsoft.com/office/drawing/2014/main" id="{8126044E-368C-440B-B94F-7A414E81ED0E}"/>
                </a:ext>
              </a:extLst>
            </p:cNvPr>
            <p:cNvSpPr/>
            <p:nvPr/>
          </p:nvSpPr>
          <p:spPr>
            <a:xfrm rot="20495611">
              <a:off x="391499" y="684262"/>
              <a:ext cx="191608" cy="1539139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C609EA3D-BF09-4750-8B89-52062CCAA8D8}"/>
              </a:ext>
            </a:extLst>
          </p:cNvPr>
          <p:cNvGrpSpPr/>
          <p:nvPr userDrawn="1"/>
        </p:nvGrpSpPr>
        <p:grpSpPr>
          <a:xfrm rot="9737426" flipH="1">
            <a:off x="2091150" y="2624217"/>
            <a:ext cx="514460" cy="514460"/>
            <a:chOff x="121429" y="411151"/>
            <a:chExt cx="607375" cy="607375"/>
          </a:xfrm>
        </p:grpSpPr>
        <p:sp>
          <p:nvSpPr>
            <p:cNvPr id="43" name="Oval 42">
              <a:extLst>
                <a:ext uri="{FF2B5EF4-FFF2-40B4-BE49-F238E27FC236}">
                  <a16:creationId xmlns="" xmlns:a16="http://schemas.microsoft.com/office/drawing/2014/main" id="{8CD88CA8-507A-4052-B3D1-5825B8BBAFFC}"/>
                </a:ext>
              </a:extLst>
            </p:cNvPr>
            <p:cNvSpPr/>
            <p:nvPr/>
          </p:nvSpPr>
          <p:spPr>
            <a:xfrm>
              <a:off x="121429" y="411151"/>
              <a:ext cx="607375" cy="607375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="" xmlns:a16="http://schemas.microsoft.com/office/drawing/2014/main" id="{29BC079D-A9B7-4437-8CA1-2DF8E7A33A14}"/>
                </a:ext>
              </a:extLst>
            </p:cNvPr>
            <p:cNvSpPr/>
            <p:nvPr/>
          </p:nvSpPr>
          <p:spPr>
            <a:xfrm>
              <a:off x="186933" y="476655"/>
              <a:ext cx="476367" cy="476367"/>
            </a:xfrm>
            <a:custGeom>
              <a:avLst/>
              <a:gdLst>
                <a:gd name="connsiteX0" fmla="*/ 977265 w 1950394"/>
                <a:gd name="connsiteY0" fmla="*/ 1954006 h 1950394"/>
                <a:gd name="connsiteX1" fmla="*/ 4 w 1950394"/>
                <a:gd name="connsiteY1" fmla="*/ 977261 h 1950394"/>
                <a:gd name="connsiteX2" fmla="*/ 976749 w 1950394"/>
                <a:gd name="connsiteY2" fmla="*/ 0 h 1950394"/>
                <a:gd name="connsiteX3" fmla="*/ 1953494 w 1950394"/>
                <a:gd name="connsiteY3" fmla="*/ 976229 h 1950394"/>
                <a:gd name="connsiteX4" fmla="*/ 977265 w 1950394"/>
                <a:gd name="connsiteY4" fmla="*/ 1954006 h 1950394"/>
                <a:gd name="connsiteX5" fmla="*/ 1198104 w 1950394"/>
                <a:gd name="connsiteY5" fmla="*/ 1613977 h 1950394"/>
                <a:gd name="connsiteX6" fmla="*/ 1221839 w 1950394"/>
                <a:gd name="connsiteY6" fmla="*/ 1574763 h 1950394"/>
                <a:gd name="connsiteX7" fmla="*/ 1240930 w 1950394"/>
                <a:gd name="connsiteY7" fmla="*/ 1566507 h 1950394"/>
                <a:gd name="connsiteX8" fmla="*/ 1257957 w 1950394"/>
                <a:gd name="connsiteY8" fmla="*/ 1569603 h 1950394"/>
                <a:gd name="connsiteX9" fmla="*/ 1298203 w 1950394"/>
                <a:gd name="connsiteY9" fmla="*/ 1624297 h 1950394"/>
                <a:gd name="connsiteX10" fmla="*/ 1311619 w 1950394"/>
                <a:gd name="connsiteY10" fmla="*/ 1629456 h 1950394"/>
                <a:gd name="connsiteX11" fmla="*/ 1375084 w 1950394"/>
                <a:gd name="connsiteY11" fmla="*/ 1592822 h 1950394"/>
                <a:gd name="connsiteX12" fmla="*/ 1377148 w 1950394"/>
                <a:gd name="connsiteY12" fmla="*/ 1578891 h 1950394"/>
                <a:gd name="connsiteX13" fmla="*/ 1349285 w 1950394"/>
                <a:gd name="connsiteY13" fmla="*/ 1515426 h 1950394"/>
                <a:gd name="connsiteX14" fmla="*/ 1353413 w 1950394"/>
                <a:gd name="connsiteY14" fmla="*/ 1502010 h 1950394"/>
                <a:gd name="connsiteX15" fmla="*/ 1385919 w 1950394"/>
                <a:gd name="connsiteY15" fmla="*/ 1476727 h 1950394"/>
                <a:gd name="connsiteX16" fmla="*/ 1400883 w 1950394"/>
                <a:gd name="connsiteY16" fmla="*/ 1476727 h 1950394"/>
                <a:gd name="connsiteX17" fmla="*/ 1452996 w 1950394"/>
                <a:gd name="connsiteY17" fmla="*/ 1518005 h 1950394"/>
                <a:gd name="connsiteX18" fmla="*/ 1470024 w 1950394"/>
                <a:gd name="connsiteY18" fmla="*/ 1519553 h 1950394"/>
                <a:gd name="connsiteX19" fmla="*/ 1519041 w 1950394"/>
                <a:gd name="connsiteY19" fmla="*/ 1470535 h 1950394"/>
                <a:gd name="connsiteX20" fmla="*/ 1518010 w 1950394"/>
                <a:gd name="connsiteY20" fmla="*/ 1453508 h 1950394"/>
                <a:gd name="connsiteX21" fmla="*/ 1475699 w 1950394"/>
                <a:gd name="connsiteY21" fmla="*/ 1400363 h 1950394"/>
                <a:gd name="connsiteX22" fmla="*/ 1476215 w 1950394"/>
                <a:gd name="connsiteY22" fmla="*/ 1386431 h 1950394"/>
                <a:gd name="connsiteX23" fmla="*/ 1501498 w 1950394"/>
                <a:gd name="connsiteY23" fmla="*/ 1353925 h 1950394"/>
                <a:gd name="connsiteX24" fmla="*/ 1515946 w 1950394"/>
                <a:gd name="connsiteY24" fmla="*/ 1349797 h 1950394"/>
                <a:gd name="connsiteX25" fmla="*/ 1579411 w 1950394"/>
                <a:gd name="connsiteY25" fmla="*/ 1377660 h 1950394"/>
                <a:gd name="connsiteX26" fmla="*/ 1592310 w 1950394"/>
                <a:gd name="connsiteY26" fmla="*/ 1375596 h 1950394"/>
                <a:gd name="connsiteX27" fmla="*/ 1628945 w 1950394"/>
                <a:gd name="connsiteY27" fmla="*/ 1312130 h 1950394"/>
                <a:gd name="connsiteX28" fmla="*/ 1623785 w 1950394"/>
                <a:gd name="connsiteY28" fmla="*/ 1298199 h 1950394"/>
                <a:gd name="connsiteX29" fmla="*/ 1577863 w 1950394"/>
                <a:gd name="connsiteY29" fmla="*/ 1265692 h 1950394"/>
                <a:gd name="connsiteX30" fmla="*/ 1571155 w 1950394"/>
                <a:gd name="connsiteY30" fmla="*/ 1230090 h 1950394"/>
                <a:gd name="connsiteX31" fmla="*/ 1579927 w 1950394"/>
                <a:gd name="connsiteY31" fmla="*/ 1208419 h 1950394"/>
                <a:gd name="connsiteX32" fmla="*/ 1596438 w 1950394"/>
                <a:gd name="connsiteY32" fmla="*/ 1197583 h 1950394"/>
                <a:gd name="connsiteX33" fmla="*/ 1660935 w 1950394"/>
                <a:gd name="connsiteY33" fmla="*/ 1207387 h 1950394"/>
                <a:gd name="connsiteX34" fmla="*/ 1675383 w 1950394"/>
                <a:gd name="connsiteY34" fmla="*/ 1201195 h 1950394"/>
                <a:gd name="connsiteX35" fmla="*/ 1693442 w 1950394"/>
                <a:gd name="connsiteY35" fmla="*/ 1132570 h 1950394"/>
                <a:gd name="connsiteX36" fmla="*/ 1684154 w 1950394"/>
                <a:gd name="connsiteY36" fmla="*/ 1119155 h 1950394"/>
                <a:gd name="connsiteX37" fmla="*/ 1621205 w 1950394"/>
                <a:gd name="connsiteY37" fmla="*/ 1093872 h 1950394"/>
                <a:gd name="connsiteX38" fmla="*/ 1614497 w 1950394"/>
                <a:gd name="connsiteY38" fmla="*/ 1083037 h 1950394"/>
                <a:gd name="connsiteX39" fmla="*/ 1620173 w 1950394"/>
                <a:gd name="connsiteY39" fmla="*/ 1042274 h 1950394"/>
                <a:gd name="connsiteX40" fmla="*/ 1632557 w 1950394"/>
                <a:gd name="connsiteY40" fmla="*/ 1029891 h 1950394"/>
                <a:gd name="connsiteX41" fmla="*/ 1696022 w 1950394"/>
                <a:gd name="connsiteY41" fmla="*/ 1022667 h 1950394"/>
                <a:gd name="connsiteX42" fmla="*/ 1709437 w 1950394"/>
                <a:gd name="connsiteY42" fmla="*/ 1010800 h 1950394"/>
                <a:gd name="connsiteX43" fmla="*/ 1709437 w 1950394"/>
                <a:gd name="connsiteY43" fmla="*/ 943723 h 1950394"/>
                <a:gd name="connsiteX44" fmla="*/ 1694990 w 1950394"/>
                <a:gd name="connsiteY44" fmla="*/ 931339 h 1950394"/>
                <a:gd name="connsiteX45" fmla="*/ 1650616 w 1950394"/>
                <a:gd name="connsiteY45" fmla="*/ 928243 h 1950394"/>
                <a:gd name="connsiteX46" fmla="*/ 1618109 w 1950394"/>
                <a:gd name="connsiteY46" fmla="*/ 892125 h 1950394"/>
                <a:gd name="connsiteX47" fmla="*/ 1615013 w 1950394"/>
                <a:gd name="connsiteY47" fmla="*/ 874582 h 1950394"/>
                <a:gd name="connsiteX48" fmla="*/ 1622753 w 1950394"/>
                <a:gd name="connsiteY48" fmla="*/ 859102 h 1950394"/>
                <a:gd name="connsiteX49" fmla="*/ 1684670 w 1950394"/>
                <a:gd name="connsiteY49" fmla="*/ 834851 h 1950394"/>
                <a:gd name="connsiteX50" fmla="*/ 1693442 w 1950394"/>
                <a:gd name="connsiteY50" fmla="*/ 821952 h 1950394"/>
                <a:gd name="connsiteX51" fmla="*/ 1674867 w 1950394"/>
                <a:gd name="connsiteY51" fmla="*/ 753327 h 1950394"/>
                <a:gd name="connsiteX52" fmla="*/ 1659903 w 1950394"/>
                <a:gd name="connsiteY52" fmla="*/ 746619 h 1950394"/>
                <a:gd name="connsiteX53" fmla="*/ 1594374 w 1950394"/>
                <a:gd name="connsiteY53" fmla="*/ 756423 h 1950394"/>
                <a:gd name="connsiteX54" fmla="*/ 1580443 w 1950394"/>
                <a:gd name="connsiteY54" fmla="*/ 747651 h 1950394"/>
                <a:gd name="connsiteX55" fmla="*/ 1565995 w 1950394"/>
                <a:gd name="connsiteY55" fmla="*/ 713081 h 1950394"/>
                <a:gd name="connsiteX56" fmla="*/ 1570123 w 1950394"/>
                <a:gd name="connsiteY56" fmla="*/ 696054 h 1950394"/>
                <a:gd name="connsiteX57" fmla="*/ 1623269 w 1950394"/>
                <a:gd name="connsiteY57" fmla="*/ 656323 h 1950394"/>
                <a:gd name="connsiteX58" fmla="*/ 1628429 w 1950394"/>
                <a:gd name="connsiteY58" fmla="*/ 641876 h 1950394"/>
                <a:gd name="connsiteX59" fmla="*/ 1592310 w 1950394"/>
                <a:gd name="connsiteY59" fmla="*/ 579443 h 1950394"/>
                <a:gd name="connsiteX60" fmla="*/ 1578379 w 1950394"/>
                <a:gd name="connsiteY60" fmla="*/ 576863 h 1950394"/>
                <a:gd name="connsiteX61" fmla="*/ 1532457 w 1950394"/>
                <a:gd name="connsiteY61" fmla="*/ 599050 h 1950394"/>
                <a:gd name="connsiteX62" fmla="*/ 1490147 w 1950394"/>
                <a:gd name="connsiteY62" fmla="*/ 585118 h 1950394"/>
                <a:gd name="connsiteX63" fmla="*/ 1477247 w 1950394"/>
                <a:gd name="connsiteY63" fmla="*/ 569123 h 1950394"/>
                <a:gd name="connsiteX64" fmla="*/ 1476731 w 1950394"/>
                <a:gd name="connsiteY64" fmla="*/ 552096 h 1950394"/>
                <a:gd name="connsiteX65" fmla="*/ 1518525 w 1950394"/>
                <a:gd name="connsiteY65" fmla="*/ 499982 h 1950394"/>
                <a:gd name="connsiteX66" fmla="*/ 1519557 w 1950394"/>
                <a:gd name="connsiteY66" fmla="*/ 483987 h 1950394"/>
                <a:gd name="connsiteX67" fmla="*/ 1470540 w 1950394"/>
                <a:gd name="connsiteY67" fmla="*/ 434453 h 1950394"/>
                <a:gd name="connsiteX68" fmla="*/ 1452480 w 1950394"/>
                <a:gd name="connsiteY68" fmla="*/ 436001 h 1950394"/>
                <a:gd name="connsiteX69" fmla="*/ 1418942 w 1950394"/>
                <a:gd name="connsiteY69" fmla="*/ 465412 h 1950394"/>
                <a:gd name="connsiteX70" fmla="*/ 1369408 w 1950394"/>
                <a:gd name="connsiteY70" fmla="*/ 463348 h 1950394"/>
                <a:gd name="connsiteX71" fmla="*/ 1354961 w 1950394"/>
                <a:gd name="connsiteY71" fmla="*/ 452512 h 1950394"/>
                <a:gd name="connsiteX72" fmla="*/ 1349801 w 1950394"/>
                <a:gd name="connsiteY72" fmla="*/ 436001 h 1950394"/>
                <a:gd name="connsiteX73" fmla="*/ 1377148 w 1950394"/>
                <a:gd name="connsiteY73" fmla="*/ 374084 h 1950394"/>
                <a:gd name="connsiteX74" fmla="*/ 1374052 w 1950394"/>
                <a:gd name="connsiteY74" fmla="*/ 360152 h 1950394"/>
                <a:gd name="connsiteX75" fmla="*/ 1312651 w 1950394"/>
                <a:gd name="connsiteY75" fmla="*/ 324550 h 1950394"/>
                <a:gd name="connsiteX76" fmla="*/ 1296655 w 1950394"/>
                <a:gd name="connsiteY76" fmla="*/ 329193 h 1950394"/>
                <a:gd name="connsiteX77" fmla="*/ 1256925 w 1950394"/>
                <a:gd name="connsiteY77" fmla="*/ 382855 h 1950394"/>
                <a:gd name="connsiteX78" fmla="*/ 1238866 w 1950394"/>
                <a:gd name="connsiteY78" fmla="*/ 386467 h 1950394"/>
                <a:gd name="connsiteX79" fmla="*/ 1206875 w 1950394"/>
                <a:gd name="connsiteY79" fmla="*/ 373052 h 1950394"/>
                <a:gd name="connsiteX80" fmla="*/ 1196556 w 1950394"/>
                <a:gd name="connsiteY80" fmla="*/ 357572 h 1950394"/>
                <a:gd name="connsiteX81" fmla="*/ 1206359 w 1950394"/>
                <a:gd name="connsiteY81" fmla="*/ 293075 h 1950394"/>
                <a:gd name="connsiteX82" fmla="*/ 1199652 w 1950394"/>
                <a:gd name="connsiteY82" fmla="*/ 278112 h 1950394"/>
                <a:gd name="connsiteX83" fmla="*/ 1131027 w 1950394"/>
                <a:gd name="connsiteY83" fmla="*/ 259537 h 1950394"/>
                <a:gd name="connsiteX84" fmla="*/ 1118127 w 1950394"/>
                <a:gd name="connsiteY84" fmla="*/ 268308 h 1950394"/>
                <a:gd name="connsiteX85" fmla="*/ 1093360 w 1950394"/>
                <a:gd name="connsiteY85" fmla="*/ 331258 h 1950394"/>
                <a:gd name="connsiteX86" fmla="*/ 1079945 w 1950394"/>
                <a:gd name="connsiteY86" fmla="*/ 338481 h 1950394"/>
                <a:gd name="connsiteX87" fmla="*/ 1042794 w 1950394"/>
                <a:gd name="connsiteY87" fmla="*/ 333837 h 1950394"/>
                <a:gd name="connsiteX88" fmla="*/ 1028347 w 1950394"/>
                <a:gd name="connsiteY88" fmla="*/ 320422 h 1950394"/>
                <a:gd name="connsiteX89" fmla="*/ 1021123 w 1950394"/>
                <a:gd name="connsiteY89" fmla="*/ 257989 h 1950394"/>
                <a:gd name="connsiteX90" fmla="*/ 1008740 w 1950394"/>
                <a:gd name="connsiteY90" fmla="*/ 243541 h 1950394"/>
                <a:gd name="connsiteX91" fmla="*/ 941663 w 1950394"/>
                <a:gd name="connsiteY91" fmla="*/ 243541 h 1950394"/>
                <a:gd name="connsiteX92" fmla="*/ 929795 w 1950394"/>
                <a:gd name="connsiteY92" fmla="*/ 256957 h 1950394"/>
                <a:gd name="connsiteX93" fmla="*/ 922572 w 1950394"/>
                <a:gd name="connsiteY93" fmla="*/ 320422 h 1950394"/>
                <a:gd name="connsiteX94" fmla="*/ 909156 w 1950394"/>
                <a:gd name="connsiteY94" fmla="*/ 333321 h 1950394"/>
                <a:gd name="connsiteX95" fmla="*/ 872006 w 1950394"/>
                <a:gd name="connsiteY95" fmla="*/ 337965 h 1950394"/>
                <a:gd name="connsiteX96" fmla="*/ 857559 w 1950394"/>
                <a:gd name="connsiteY96" fmla="*/ 330226 h 1950394"/>
                <a:gd name="connsiteX97" fmla="*/ 833308 w 1950394"/>
                <a:gd name="connsiteY97" fmla="*/ 268308 h 1950394"/>
                <a:gd name="connsiteX98" fmla="*/ 819892 w 1950394"/>
                <a:gd name="connsiteY98" fmla="*/ 259021 h 1950394"/>
                <a:gd name="connsiteX99" fmla="*/ 753847 w 1950394"/>
                <a:gd name="connsiteY99" fmla="*/ 276564 h 1950394"/>
                <a:gd name="connsiteX100" fmla="*/ 745591 w 1950394"/>
                <a:gd name="connsiteY100" fmla="*/ 293075 h 1950394"/>
                <a:gd name="connsiteX101" fmla="*/ 754879 w 1950394"/>
                <a:gd name="connsiteY101" fmla="*/ 339513 h 1950394"/>
                <a:gd name="connsiteX102" fmla="*/ 728564 w 1950394"/>
                <a:gd name="connsiteY102" fmla="*/ 378728 h 1950394"/>
                <a:gd name="connsiteX103" fmla="*/ 712053 w 1950394"/>
                <a:gd name="connsiteY103" fmla="*/ 385951 h 1950394"/>
                <a:gd name="connsiteX104" fmla="*/ 695026 w 1950394"/>
                <a:gd name="connsiteY104" fmla="*/ 382855 h 1950394"/>
                <a:gd name="connsiteX105" fmla="*/ 654779 w 1950394"/>
                <a:gd name="connsiteY105" fmla="*/ 328161 h 1950394"/>
                <a:gd name="connsiteX106" fmla="*/ 641364 w 1950394"/>
                <a:gd name="connsiteY106" fmla="*/ 323002 h 1950394"/>
                <a:gd name="connsiteX107" fmla="*/ 577899 w 1950394"/>
                <a:gd name="connsiteY107" fmla="*/ 359636 h 1950394"/>
                <a:gd name="connsiteX108" fmla="*/ 574803 w 1950394"/>
                <a:gd name="connsiteY108" fmla="*/ 372536 h 1950394"/>
                <a:gd name="connsiteX109" fmla="*/ 602666 w 1950394"/>
                <a:gd name="connsiteY109" fmla="*/ 435485 h 1950394"/>
                <a:gd name="connsiteX110" fmla="*/ 598022 w 1950394"/>
                <a:gd name="connsiteY110" fmla="*/ 450964 h 1950394"/>
                <a:gd name="connsiteX111" fmla="*/ 567579 w 1950394"/>
                <a:gd name="connsiteY111" fmla="*/ 474699 h 1950394"/>
                <a:gd name="connsiteX112" fmla="*/ 550552 w 1950394"/>
                <a:gd name="connsiteY112" fmla="*/ 474699 h 1950394"/>
                <a:gd name="connsiteX113" fmla="*/ 498438 w 1950394"/>
                <a:gd name="connsiteY113" fmla="*/ 432905 h 1950394"/>
                <a:gd name="connsiteX114" fmla="*/ 483475 w 1950394"/>
                <a:gd name="connsiteY114" fmla="*/ 431357 h 1950394"/>
                <a:gd name="connsiteX115" fmla="*/ 432393 w 1950394"/>
                <a:gd name="connsiteY115" fmla="*/ 482439 h 1950394"/>
                <a:gd name="connsiteX116" fmla="*/ 433425 w 1950394"/>
                <a:gd name="connsiteY116" fmla="*/ 497402 h 1950394"/>
                <a:gd name="connsiteX117" fmla="*/ 475735 w 1950394"/>
                <a:gd name="connsiteY117" fmla="*/ 550032 h 1950394"/>
                <a:gd name="connsiteX118" fmla="*/ 475219 w 1950394"/>
                <a:gd name="connsiteY118" fmla="*/ 566027 h 1950394"/>
                <a:gd name="connsiteX119" fmla="*/ 450968 w 1950394"/>
                <a:gd name="connsiteY119" fmla="*/ 597502 h 1950394"/>
                <a:gd name="connsiteX120" fmla="*/ 437553 w 1950394"/>
                <a:gd name="connsiteY120" fmla="*/ 601629 h 1950394"/>
                <a:gd name="connsiteX121" fmla="*/ 373056 w 1950394"/>
                <a:gd name="connsiteY121" fmla="*/ 573251 h 1950394"/>
                <a:gd name="connsiteX122" fmla="*/ 360156 w 1950394"/>
                <a:gd name="connsiteY122" fmla="*/ 575315 h 1950394"/>
                <a:gd name="connsiteX123" fmla="*/ 323522 w 1950394"/>
                <a:gd name="connsiteY123" fmla="*/ 638780 h 1950394"/>
                <a:gd name="connsiteX124" fmla="*/ 328166 w 1950394"/>
                <a:gd name="connsiteY124" fmla="*/ 652711 h 1950394"/>
                <a:gd name="connsiteX125" fmla="*/ 374088 w 1950394"/>
                <a:gd name="connsiteY125" fmla="*/ 685218 h 1950394"/>
                <a:gd name="connsiteX126" fmla="*/ 380795 w 1950394"/>
                <a:gd name="connsiteY126" fmla="*/ 720820 h 1950394"/>
                <a:gd name="connsiteX127" fmla="*/ 372024 w 1950394"/>
                <a:gd name="connsiteY127" fmla="*/ 742492 h 1950394"/>
                <a:gd name="connsiteX128" fmla="*/ 355513 w 1950394"/>
                <a:gd name="connsiteY128" fmla="*/ 753327 h 1950394"/>
                <a:gd name="connsiteX129" fmla="*/ 291015 w 1950394"/>
                <a:gd name="connsiteY129" fmla="*/ 743523 h 1950394"/>
                <a:gd name="connsiteX130" fmla="*/ 276568 w 1950394"/>
                <a:gd name="connsiteY130" fmla="*/ 751263 h 1950394"/>
                <a:gd name="connsiteX131" fmla="*/ 258509 w 1950394"/>
                <a:gd name="connsiteY131" fmla="*/ 818340 h 1950394"/>
                <a:gd name="connsiteX132" fmla="*/ 267796 w 1950394"/>
                <a:gd name="connsiteY132" fmla="*/ 831756 h 1950394"/>
                <a:gd name="connsiteX133" fmla="*/ 330746 w 1950394"/>
                <a:gd name="connsiteY133" fmla="*/ 857038 h 1950394"/>
                <a:gd name="connsiteX134" fmla="*/ 337453 w 1950394"/>
                <a:gd name="connsiteY134" fmla="*/ 869422 h 1950394"/>
                <a:gd name="connsiteX135" fmla="*/ 332810 w 1950394"/>
                <a:gd name="connsiteY135" fmla="*/ 906572 h 1950394"/>
                <a:gd name="connsiteX136" fmla="*/ 318878 w 1950394"/>
                <a:gd name="connsiteY136" fmla="*/ 922052 h 1950394"/>
                <a:gd name="connsiteX137" fmla="*/ 256445 w 1950394"/>
                <a:gd name="connsiteY137" fmla="*/ 929275 h 1950394"/>
                <a:gd name="connsiteX138" fmla="*/ 242514 w 1950394"/>
                <a:gd name="connsiteY138" fmla="*/ 942175 h 1950394"/>
                <a:gd name="connsiteX139" fmla="*/ 242514 w 1950394"/>
                <a:gd name="connsiteY139" fmla="*/ 1006672 h 1950394"/>
                <a:gd name="connsiteX140" fmla="*/ 257993 w 1950394"/>
                <a:gd name="connsiteY140" fmla="*/ 1020603 h 1950394"/>
                <a:gd name="connsiteX141" fmla="*/ 321458 w 1950394"/>
                <a:gd name="connsiteY141" fmla="*/ 1028343 h 1950394"/>
                <a:gd name="connsiteX142" fmla="*/ 331778 w 1950394"/>
                <a:gd name="connsiteY142" fmla="*/ 1039694 h 1950394"/>
                <a:gd name="connsiteX143" fmla="*/ 336937 w 1950394"/>
                <a:gd name="connsiteY143" fmla="*/ 1077877 h 1950394"/>
                <a:gd name="connsiteX144" fmla="*/ 329198 w 1950394"/>
                <a:gd name="connsiteY144" fmla="*/ 1093356 h 1950394"/>
                <a:gd name="connsiteX145" fmla="*/ 265733 w 1950394"/>
                <a:gd name="connsiteY145" fmla="*/ 1117607 h 1950394"/>
                <a:gd name="connsiteX146" fmla="*/ 257993 w 1950394"/>
                <a:gd name="connsiteY146" fmla="*/ 1129990 h 1950394"/>
                <a:gd name="connsiteX147" fmla="*/ 276568 w 1950394"/>
                <a:gd name="connsiteY147" fmla="*/ 1198615 h 1950394"/>
                <a:gd name="connsiteX148" fmla="*/ 291531 w 1950394"/>
                <a:gd name="connsiteY148" fmla="*/ 1205839 h 1950394"/>
                <a:gd name="connsiteX149" fmla="*/ 345709 w 1950394"/>
                <a:gd name="connsiteY149" fmla="*/ 1196035 h 1950394"/>
                <a:gd name="connsiteX150" fmla="*/ 375636 w 1950394"/>
                <a:gd name="connsiteY150" fmla="*/ 1216675 h 1950394"/>
                <a:gd name="connsiteX151" fmla="*/ 384407 w 1950394"/>
                <a:gd name="connsiteY151" fmla="*/ 1236798 h 1950394"/>
                <a:gd name="connsiteX152" fmla="*/ 379764 w 1950394"/>
                <a:gd name="connsiteY152" fmla="*/ 1257953 h 1950394"/>
                <a:gd name="connsiteX153" fmla="*/ 327134 w 1950394"/>
                <a:gd name="connsiteY153" fmla="*/ 1296651 h 1950394"/>
                <a:gd name="connsiteX154" fmla="*/ 322490 w 1950394"/>
                <a:gd name="connsiteY154" fmla="*/ 1310583 h 1950394"/>
                <a:gd name="connsiteX155" fmla="*/ 359124 w 1950394"/>
                <a:gd name="connsiteY155" fmla="*/ 1374048 h 1950394"/>
                <a:gd name="connsiteX156" fmla="*/ 370992 w 1950394"/>
                <a:gd name="connsiteY156" fmla="*/ 1376628 h 1950394"/>
                <a:gd name="connsiteX157" fmla="*/ 433941 w 1950394"/>
                <a:gd name="connsiteY157" fmla="*/ 1348765 h 1950394"/>
                <a:gd name="connsiteX158" fmla="*/ 450452 w 1950394"/>
                <a:gd name="connsiteY158" fmla="*/ 1353925 h 1950394"/>
                <a:gd name="connsiteX159" fmla="*/ 474187 w 1950394"/>
                <a:gd name="connsiteY159" fmla="*/ 1384367 h 1950394"/>
                <a:gd name="connsiteX160" fmla="*/ 475219 w 1950394"/>
                <a:gd name="connsiteY160" fmla="*/ 1399331 h 1950394"/>
                <a:gd name="connsiteX161" fmla="*/ 432909 w 1950394"/>
                <a:gd name="connsiteY161" fmla="*/ 1452476 h 1950394"/>
                <a:gd name="connsiteX162" fmla="*/ 431877 w 1950394"/>
                <a:gd name="connsiteY162" fmla="*/ 1468471 h 1950394"/>
                <a:gd name="connsiteX163" fmla="*/ 481927 w 1950394"/>
                <a:gd name="connsiteY163" fmla="*/ 1518521 h 1950394"/>
                <a:gd name="connsiteX164" fmla="*/ 497922 w 1950394"/>
                <a:gd name="connsiteY164" fmla="*/ 1517489 h 1950394"/>
                <a:gd name="connsiteX165" fmla="*/ 550036 w 1950394"/>
                <a:gd name="connsiteY165" fmla="*/ 1475695 h 1950394"/>
                <a:gd name="connsiteX166" fmla="*/ 567063 w 1950394"/>
                <a:gd name="connsiteY166" fmla="*/ 1476211 h 1950394"/>
                <a:gd name="connsiteX167" fmla="*/ 596474 w 1950394"/>
                <a:gd name="connsiteY167" fmla="*/ 1498914 h 1950394"/>
                <a:gd name="connsiteX168" fmla="*/ 601634 w 1950394"/>
                <a:gd name="connsiteY168" fmla="*/ 1515426 h 1950394"/>
                <a:gd name="connsiteX169" fmla="*/ 574287 w 1950394"/>
                <a:gd name="connsiteY169" fmla="*/ 1577343 h 1950394"/>
                <a:gd name="connsiteX170" fmla="*/ 576867 w 1950394"/>
                <a:gd name="connsiteY170" fmla="*/ 1591274 h 1950394"/>
                <a:gd name="connsiteX171" fmla="*/ 639300 w 1950394"/>
                <a:gd name="connsiteY171" fmla="*/ 1627393 h 1950394"/>
                <a:gd name="connsiteX172" fmla="*/ 653747 w 1950394"/>
                <a:gd name="connsiteY172" fmla="*/ 1622233 h 1950394"/>
                <a:gd name="connsiteX173" fmla="*/ 693478 w 1950394"/>
                <a:gd name="connsiteY173" fmla="*/ 1568571 h 1950394"/>
                <a:gd name="connsiteX174" fmla="*/ 711537 w 1950394"/>
                <a:gd name="connsiteY174" fmla="*/ 1564959 h 1950394"/>
                <a:gd name="connsiteX175" fmla="*/ 743528 w 1950394"/>
                <a:gd name="connsiteY175" fmla="*/ 1578375 h 1950394"/>
                <a:gd name="connsiteX176" fmla="*/ 753847 w 1950394"/>
                <a:gd name="connsiteY176" fmla="*/ 1593854 h 1950394"/>
                <a:gd name="connsiteX177" fmla="*/ 744044 w 1950394"/>
                <a:gd name="connsiteY177" fmla="*/ 1658351 h 1950394"/>
                <a:gd name="connsiteX178" fmla="*/ 752299 w 1950394"/>
                <a:gd name="connsiteY178" fmla="*/ 1673831 h 1950394"/>
                <a:gd name="connsiteX179" fmla="*/ 818344 w 1950394"/>
                <a:gd name="connsiteY179" fmla="*/ 1691374 h 1950394"/>
                <a:gd name="connsiteX180" fmla="*/ 832276 w 1950394"/>
                <a:gd name="connsiteY180" fmla="*/ 1682602 h 1950394"/>
                <a:gd name="connsiteX181" fmla="*/ 857043 w 1950394"/>
                <a:gd name="connsiteY181" fmla="*/ 1619653 h 1950394"/>
                <a:gd name="connsiteX182" fmla="*/ 868910 w 1950394"/>
                <a:gd name="connsiteY182" fmla="*/ 1612429 h 1950394"/>
                <a:gd name="connsiteX183" fmla="*/ 908640 w 1950394"/>
                <a:gd name="connsiteY183" fmla="*/ 1617589 h 1950394"/>
                <a:gd name="connsiteX184" fmla="*/ 922056 w 1950394"/>
                <a:gd name="connsiteY184" fmla="*/ 1630488 h 1950394"/>
                <a:gd name="connsiteX185" fmla="*/ 929279 w 1950394"/>
                <a:gd name="connsiteY185" fmla="*/ 1692922 h 1950394"/>
                <a:gd name="connsiteX186" fmla="*/ 942695 w 1950394"/>
                <a:gd name="connsiteY186" fmla="*/ 1707369 h 1950394"/>
                <a:gd name="connsiteX187" fmla="*/ 1007192 w 1950394"/>
                <a:gd name="connsiteY187" fmla="*/ 1707369 h 1950394"/>
                <a:gd name="connsiteX188" fmla="*/ 1020607 w 1950394"/>
                <a:gd name="connsiteY188" fmla="*/ 1692406 h 1950394"/>
                <a:gd name="connsiteX189" fmla="*/ 1028347 w 1950394"/>
                <a:gd name="connsiteY189" fmla="*/ 1628941 h 1950394"/>
                <a:gd name="connsiteX190" fmla="*/ 1040215 w 1950394"/>
                <a:gd name="connsiteY190" fmla="*/ 1617589 h 1950394"/>
                <a:gd name="connsiteX191" fmla="*/ 1078397 w 1950394"/>
                <a:gd name="connsiteY191" fmla="*/ 1612429 h 1950394"/>
                <a:gd name="connsiteX192" fmla="*/ 1092844 w 1950394"/>
                <a:gd name="connsiteY192" fmla="*/ 1619653 h 1950394"/>
                <a:gd name="connsiteX193" fmla="*/ 1117095 w 1950394"/>
                <a:gd name="connsiteY193" fmla="*/ 1681570 h 1950394"/>
                <a:gd name="connsiteX194" fmla="*/ 1130511 w 1950394"/>
                <a:gd name="connsiteY194" fmla="*/ 1690858 h 1950394"/>
                <a:gd name="connsiteX195" fmla="*/ 1196556 w 1950394"/>
                <a:gd name="connsiteY195" fmla="*/ 1673315 h 1950394"/>
                <a:gd name="connsiteX196" fmla="*/ 1204811 w 1950394"/>
                <a:gd name="connsiteY196" fmla="*/ 1656803 h 1950394"/>
                <a:gd name="connsiteX197" fmla="*/ 1198104 w 1950394"/>
                <a:gd name="connsiteY197" fmla="*/ 1613977 h 1950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950394" h="1950394">
                  <a:moveTo>
                    <a:pt x="977265" y="1954006"/>
                  </a:moveTo>
                  <a:cubicBezTo>
                    <a:pt x="444261" y="1950394"/>
                    <a:pt x="1552" y="1529873"/>
                    <a:pt x="4" y="977261"/>
                  </a:cubicBezTo>
                  <a:cubicBezTo>
                    <a:pt x="-1544" y="439613"/>
                    <a:pt x="427749" y="0"/>
                    <a:pt x="976749" y="0"/>
                  </a:cubicBezTo>
                  <a:cubicBezTo>
                    <a:pt x="1519041" y="0"/>
                    <a:pt x="1952978" y="432905"/>
                    <a:pt x="1953494" y="976229"/>
                  </a:cubicBezTo>
                  <a:cubicBezTo>
                    <a:pt x="1953494" y="1512846"/>
                    <a:pt x="1525749" y="1948330"/>
                    <a:pt x="977265" y="1954006"/>
                  </a:cubicBezTo>
                  <a:close/>
                  <a:moveTo>
                    <a:pt x="1198104" y="1613977"/>
                  </a:moveTo>
                  <a:cubicBezTo>
                    <a:pt x="1198104" y="1578891"/>
                    <a:pt x="1194492" y="1586630"/>
                    <a:pt x="1221839" y="1574763"/>
                  </a:cubicBezTo>
                  <a:cubicBezTo>
                    <a:pt x="1228030" y="1572183"/>
                    <a:pt x="1234738" y="1569603"/>
                    <a:pt x="1240930" y="1566507"/>
                  </a:cubicBezTo>
                  <a:cubicBezTo>
                    <a:pt x="1247637" y="1562896"/>
                    <a:pt x="1252797" y="1563927"/>
                    <a:pt x="1257957" y="1569603"/>
                  </a:cubicBezTo>
                  <a:cubicBezTo>
                    <a:pt x="1272920" y="1586630"/>
                    <a:pt x="1290464" y="1602110"/>
                    <a:pt x="1298203" y="1624297"/>
                  </a:cubicBezTo>
                  <a:cubicBezTo>
                    <a:pt x="1300783" y="1631520"/>
                    <a:pt x="1304395" y="1633068"/>
                    <a:pt x="1311619" y="1629456"/>
                  </a:cubicBezTo>
                  <a:cubicBezTo>
                    <a:pt x="1333290" y="1618105"/>
                    <a:pt x="1354445" y="1605722"/>
                    <a:pt x="1375084" y="1592822"/>
                  </a:cubicBezTo>
                  <a:cubicBezTo>
                    <a:pt x="1382824" y="1588178"/>
                    <a:pt x="1381791" y="1584051"/>
                    <a:pt x="1377148" y="1578891"/>
                  </a:cubicBezTo>
                  <a:cubicBezTo>
                    <a:pt x="1361152" y="1560832"/>
                    <a:pt x="1356509" y="1537613"/>
                    <a:pt x="1349285" y="1515426"/>
                  </a:cubicBezTo>
                  <a:cubicBezTo>
                    <a:pt x="1347221" y="1509750"/>
                    <a:pt x="1348253" y="1505622"/>
                    <a:pt x="1353413" y="1502010"/>
                  </a:cubicBezTo>
                  <a:cubicBezTo>
                    <a:pt x="1364248" y="1493754"/>
                    <a:pt x="1375600" y="1485499"/>
                    <a:pt x="1385919" y="1476727"/>
                  </a:cubicBezTo>
                  <a:cubicBezTo>
                    <a:pt x="1391079" y="1472600"/>
                    <a:pt x="1395723" y="1473115"/>
                    <a:pt x="1400883" y="1476727"/>
                  </a:cubicBezTo>
                  <a:cubicBezTo>
                    <a:pt x="1419458" y="1489111"/>
                    <a:pt x="1440097" y="1498914"/>
                    <a:pt x="1452996" y="1518005"/>
                  </a:cubicBezTo>
                  <a:cubicBezTo>
                    <a:pt x="1457640" y="1525229"/>
                    <a:pt x="1463316" y="1525745"/>
                    <a:pt x="1470024" y="1519553"/>
                  </a:cubicBezTo>
                  <a:cubicBezTo>
                    <a:pt x="1487051" y="1503558"/>
                    <a:pt x="1503562" y="1487047"/>
                    <a:pt x="1519041" y="1470535"/>
                  </a:cubicBezTo>
                  <a:cubicBezTo>
                    <a:pt x="1525233" y="1464344"/>
                    <a:pt x="1525749" y="1458668"/>
                    <a:pt x="1518010" y="1453508"/>
                  </a:cubicBezTo>
                  <a:cubicBezTo>
                    <a:pt x="1498402" y="1440093"/>
                    <a:pt x="1488599" y="1418938"/>
                    <a:pt x="1475699" y="1400363"/>
                  </a:cubicBezTo>
                  <a:cubicBezTo>
                    <a:pt x="1472088" y="1395203"/>
                    <a:pt x="1472088" y="1391075"/>
                    <a:pt x="1476215" y="1386431"/>
                  </a:cubicBezTo>
                  <a:cubicBezTo>
                    <a:pt x="1484987" y="1375596"/>
                    <a:pt x="1493243" y="1364760"/>
                    <a:pt x="1501498" y="1353925"/>
                  </a:cubicBezTo>
                  <a:cubicBezTo>
                    <a:pt x="1505626" y="1348249"/>
                    <a:pt x="1510270" y="1348249"/>
                    <a:pt x="1515946" y="1349797"/>
                  </a:cubicBezTo>
                  <a:cubicBezTo>
                    <a:pt x="1538133" y="1357020"/>
                    <a:pt x="1560836" y="1362180"/>
                    <a:pt x="1579411" y="1377660"/>
                  </a:cubicBezTo>
                  <a:cubicBezTo>
                    <a:pt x="1584571" y="1382303"/>
                    <a:pt x="1588182" y="1382303"/>
                    <a:pt x="1592310" y="1375596"/>
                  </a:cubicBezTo>
                  <a:cubicBezTo>
                    <a:pt x="1605210" y="1354441"/>
                    <a:pt x="1617593" y="1333801"/>
                    <a:pt x="1628945" y="1312130"/>
                  </a:cubicBezTo>
                  <a:cubicBezTo>
                    <a:pt x="1632557" y="1304907"/>
                    <a:pt x="1631009" y="1300779"/>
                    <a:pt x="1623785" y="1298199"/>
                  </a:cubicBezTo>
                  <a:cubicBezTo>
                    <a:pt x="1605726" y="1291491"/>
                    <a:pt x="1591794" y="1278592"/>
                    <a:pt x="1577863" y="1265692"/>
                  </a:cubicBezTo>
                  <a:cubicBezTo>
                    <a:pt x="1560320" y="1248665"/>
                    <a:pt x="1560836" y="1253309"/>
                    <a:pt x="1571155" y="1230090"/>
                  </a:cubicBezTo>
                  <a:cubicBezTo>
                    <a:pt x="1574251" y="1222866"/>
                    <a:pt x="1577347" y="1215643"/>
                    <a:pt x="1579927" y="1208419"/>
                  </a:cubicBezTo>
                  <a:cubicBezTo>
                    <a:pt x="1582507" y="1200163"/>
                    <a:pt x="1587667" y="1197583"/>
                    <a:pt x="1596438" y="1197583"/>
                  </a:cubicBezTo>
                  <a:cubicBezTo>
                    <a:pt x="1618625" y="1198100"/>
                    <a:pt x="1640296" y="1197583"/>
                    <a:pt x="1660935" y="1207387"/>
                  </a:cubicBezTo>
                  <a:cubicBezTo>
                    <a:pt x="1668159" y="1210483"/>
                    <a:pt x="1672287" y="1209967"/>
                    <a:pt x="1675383" y="1201195"/>
                  </a:cubicBezTo>
                  <a:cubicBezTo>
                    <a:pt x="1682090" y="1178492"/>
                    <a:pt x="1688282" y="1155789"/>
                    <a:pt x="1693442" y="1132570"/>
                  </a:cubicBezTo>
                  <a:cubicBezTo>
                    <a:pt x="1695506" y="1123283"/>
                    <a:pt x="1692926" y="1119671"/>
                    <a:pt x="1684154" y="1119155"/>
                  </a:cubicBezTo>
                  <a:cubicBezTo>
                    <a:pt x="1660935" y="1117091"/>
                    <a:pt x="1641328" y="1104192"/>
                    <a:pt x="1621205" y="1093872"/>
                  </a:cubicBezTo>
                  <a:cubicBezTo>
                    <a:pt x="1616561" y="1091808"/>
                    <a:pt x="1613465" y="1088712"/>
                    <a:pt x="1614497" y="1083037"/>
                  </a:cubicBezTo>
                  <a:cubicBezTo>
                    <a:pt x="1616561" y="1069621"/>
                    <a:pt x="1618625" y="1055690"/>
                    <a:pt x="1620173" y="1042274"/>
                  </a:cubicBezTo>
                  <a:cubicBezTo>
                    <a:pt x="1621205" y="1034535"/>
                    <a:pt x="1625333" y="1031439"/>
                    <a:pt x="1632557" y="1029891"/>
                  </a:cubicBezTo>
                  <a:cubicBezTo>
                    <a:pt x="1653712" y="1025763"/>
                    <a:pt x="1673835" y="1018539"/>
                    <a:pt x="1696022" y="1022667"/>
                  </a:cubicBezTo>
                  <a:cubicBezTo>
                    <a:pt x="1704793" y="1024215"/>
                    <a:pt x="1708921" y="1020603"/>
                    <a:pt x="1709437" y="1010800"/>
                  </a:cubicBezTo>
                  <a:cubicBezTo>
                    <a:pt x="1710469" y="988612"/>
                    <a:pt x="1710985" y="966426"/>
                    <a:pt x="1709437" y="943723"/>
                  </a:cubicBezTo>
                  <a:cubicBezTo>
                    <a:pt x="1708921" y="933403"/>
                    <a:pt x="1704793" y="929791"/>
                    <a:pt x="1694990" y="931339"/>
                  </a:cubicBezTo>
                  <a:cubicBezTo>
                    <a:pt x="1680026" y="933919"/>
                    <a:pt x="1665063" y="931855"/>
                    <a:pt x="1650616" y="928243"/>
                  </a:cubicBezTo>
                  <a:cubicBezTo>
                    <a:pt x="1619141" y="919988"/>
                    <a:pt x="1621205" y="928243"/>
                    <a:pt x="1618109" y="892125"/>
                  </a:cubicBezTo>
                  <a:cubicBezTo>
                    <a:pt x="1617593" y="885933"/>
                    <a:pt x="1616561" y="880257"/>
                    <a:pt x="1615013" y="874582"/>
                  </a:cubicBezTo>
                  <a:cubicBezTo>
                    <a:pt x="1612949" y="866842"/>
                    <a:pt x="1616561" y="862714"/>
                    <a:pt x="1622753" y="859102"/>
                  </a:cubicBezTo>
                  <a:cubicBezTo>
                    <a:pt x="1642876" y="849299"/>
                    <a:pt x="1661967" y="836915"/>
                    <a:pt x="1684670" y="834851"/>
                  </a:cubicBezTo>
                  <a:cubicBezTo>
                    <a:pt x="1692410" y="834335"/>
                    <a:pt x="1696022" y="830724"/>
                    <a:pt x="1693442" y="821952"/>
                  </a:cubicBezTo>
                  <a:cubicBezTo>
                    <a:pt x="1687766" y="799249"/>
                    <a:pt x="1682090" y="776030"/>
                    <a:pt x="1674867" y="753327"/>
                  </a:cubicBezTo>
                  <a:cubicBezTo>
                    <a:pt x="1671771" y="744039"/>
                    <a:pt x="1667643" y="743007"/>
                    <a:pt x="1659903" y="746619"/>
                  </a:cubicBezTo>
                  <a:cubicBezTo>
                    <a:pt x="1638748" y="756423"/>
                    <a:pt x="1616561" y="755907"/>
                    <a:pt x="1594374" y="756423"/>
                  </a:cubicBezTo>
                  <a:cubicBezTo>
                    <a:pt x="1587667" y="756423"/>
                    <a:pt x="1583023" y="754359"/>
                    <a:pt x="1580443" y="747651"/>
                  </a:cubicBezTo>
                  <a:cubicBezTo>
                    <a:pt x="1575799" y="735784"/>
                    <a:pt x="1571155" y="724432"/>
                    <a:pt x="1565995" y="713081"/>
                  </a:cubicBezTo>
                  <a:cubicBezTo>
                    <a:pt x="1562900" y="705857"/>
                    <a:pt x="1564448" y="701213"/>
                    <a:pt x="1570123" y="696054"/>
                  </a:cubicBezTo>
                  <a:cubicBezTo>
                    <a:pt x="1586635" y="681090"/>
                    <a:pt x="1602114" y="664579"/>
                    <a:pt x="1623269" y="656323"/>
                  </a:cubicBezTo>
                  <a:cubicBezTo>
                    <a:pt x="1631009" y="653227"/>
                    <a:pt x="1632557" y="649616"/>
                    <a:pt x="1628429" y="641876"/>
                  </a:cubicBezTo>
                  <a:cubicBezTo>
                    <a:pt x="1617077" y="620721"/>
                    <a:pt x="1605210" y="599566"/>
                    <a:pt x="1592310" y="579443"/>
                  </a:cubicBezTo>
                  <a:cubicBezTo>
                    <a:pt x="1587667" y="572219"/>
                    <a:pt x="1584055" y="572219"/>
                    <a:pt x="1578379" y="576863"/>
                  </a:cubicBezTo>
                  <a:cubicBezTo>
                    <a:pt x="1564963" y="587698"/>
                    <a:pt x="1548968" y="594406"/>
                    <a:pt x="1532457" y="599050"/>
                  </a:cubicBezTo>
                  <a:cubicBezTo>
                    <a:pt x="1499950" y="607821"/>
                    <a:pt x="1510270" y="610917"/>
                    <a:pt x="1490147" y="585118"/>
                  </a:cubicBezTo>
                  <a:cubicBezTo>
                    <a:pt x="1486019" y="579443"/>
                    <a:pt x="1481891" y="574283"/>
                    <a:pt x="1477247" y="569123"/>
                  </a:cubicBezTo>
                  <a:cubicBezTo>
                    <a:pt x="1472088" y="563447"/>
                    <a:pt x="1472088" y="558288"/>
                    <a:pt x="1476731" y="552096"/>
                  </a:cubicBezTo>
                  <a:cubicBezTo>
                    <a:pt x="1489115" y="533521"/>
                    <a:pt x="1498918" y="513397"/>
                    <a:pt x="1518525" y="499982"/>
                  </a:cubicBezTo>
                  <a:cubicBezTo>
                    <a:pt x="1525233" y="495338"/>
                    <a:pt x="1525233" y="490178"/>
                    <a:pt x="1519557" y="483987"/>
                  </a:cubicBezTo>
                  <a:cubicBezTo>
                    <a:pt x="1503562" y="466960"/>
                    <a:pt x="1487051" y="450448"/>
                    <a:pt x="1470540" y="434453"/>
                  </a:cubicBezTo>
                  <a:cubicBezTo>
                    <a:pt x="1463316" y="427745"/>
                    <a:pt x="1458156" y="428261"/>
                    <a:pt x="1452480" y="436001"/>
                  </a:cubicBezTo>
                  <a:cubicBezTo>
                    <a:pt x="1443709" y="448384"/>
                    <a:pt x="1431841" y="457672"/>
                    <a:pt x="1418942" y="465412"/>
                  </a:cubicBezTo>
                  <a:cubicBezTo>
                    <a:pt x="1393143" y="481407"/>
                    <a:pt x="1393143" y="481407"/>
                    <a:pt x="1369408" y="463348"/>
                  </a:cubicBezTo>
                  <a:cubicBezTo>
                    <a:pt x="1364764" y="459736"/>
                    <a:pt x="1360121" y="455608"/>
                    <a:pt x="1354961" y="452512"/>
                  </a:cubicBezTo>
                  <a:cubicBezTo>
                    <a:pt x="1348253" y="448384"/>
                    <a:pt x="1347221" y="443225"/>
                    <a:pt x="1349801" y="436001"/>
                  </a:cubicBezTo>
                  <a:cubicBezTo>
                    <a:pt x="1357025" y="414330"/>
                    <a:pt x="1361668" y="391627"/>
                    <a:pt x="1377148" y="374084"/>
                  </a:cubicBezTo>
                  <a:cubicBezTo>
                    <a:pt x="1382307" y="368408"/>
                    <a:pt x="1381276" y="364280"/>
                    <a:pt x="1374052" y="360152"/>
                  </a:cubicBezTo>
                  <a:cubicBezTo>
                    <a:pt x="1353929" y="347769"/>
                    <a:pt x="1333806" y="335385"/>
                    <a:pt x="1312651" y="324550"/>
                  </a:cubicBezTo>
                  <a:cubicBezTo>
                    <a:pt x="1304911" y="320422"/>
                    <a:pt x="1299751" y="320422"/>
                    <a:pt x="1296655" y="329193"/>
                  </a:cubicBezTo>
                  <a:cubicBezTo>
                    <a:pt x="1288916" y="350865"/>
                    <a:pt x="1271888" y="365828"/>
                    <a:pt x="1256925" y="382855"/>
                  </a:cubicBezTo>
                  <a:cubicBezTo>
                    <a:pt x="1251249" y="389047"/>
                    <a:pt x="1246090" y="389563"/>
                    <a:pt x="1238866" y="386467"/>
                  </a:cubicBezTo>
                  <a:cubicBezTo>
                    <a:pt x="1228546" y="381307"/>
                    <a:pt x="1217711" y="377179"/>
                    <a:pt x="1206875" y="373052"/>
                  </a:cubicBezTo>
                  <a:cubicBezTo>
                    <a:pt x="1199136" y="370472"/>
                    <a:pt x="1196556" y="365312"/>
                    <a:pt x="1196556" y="357572"/>
                  </a:cubicBezTo>
                  <a:cubicBezTo>
                    <a:pt x="1197072" y="335385"/>
                    <a:pt x="1196556" y="313714"/>
                    <a:pt x="1206359" y="293075"/>
                  </a:cubicBezTo>
                  <a:cubicBezTo>
                    <a:pt x="1209971" y="285335"/>
                    <a:pt x="1208939" y="280692"/>
                    <a:pt x="1199652" y="278112"/>
                  </a:cubicBezTo>
                  <a:cubicBezTo>
                    <a:pt x="1176949" y="271404"/>
                    <a:pt x="1154246" y="265212"/>
                    <a:pt x="1131027" y="259537"/>
                  </a:cubicBezTo>
                  <a:cubicBezTo>
                    <a:pt x="1122255" y="257473"/>
                    <a:pt x="1119159" y="260569"/>
                    <a:pt x="1118127" y="268308"/>
                  </a:cubicBezTo>
                  <a:cubicBezTo>
                    <a:pt x="1116063" y="291527"/>
                    <a:pt x="1103164" y="311134"/>
                    <a:pt x="1093360" y="331258"/>
                  </a:cubicBezTo>
                  <a:cubicBezTo>
                    <a:pt x="1090780" y="336933"/>
                    <a:pt x="1086653" y="339513"/>
                    <a:pt x="1079945" y="338481"/>
                  </a:cubicBezTo>
                  <a:cubicBezTo>
                    <a:pt x="1067561" y="336417"/>
                    <a:pt x="1055178" y="334869"/>
                    <a:pt x="1042794" y="333837"/>
                  </a:cubicBezTo>
                  <a:cubicBezTo>
                    <a:pt x="1034539" y="332805"/>
                    <a:pt x="1029895" y="329193"/>
                    <a:pt x="1028347" y="320422"/>
                  </a:cubicBezTo>
                  <a:cubicBezTo>
                    <a:pt x="1024735" y="299783"/>
                    <a:pt x="1016996" y="279660"/>
                    <a:pt x="1021123" y="257989"/>
                  </a:cubicBezTo>
                  <a:cubicBezTo>
                    <a:pt x="1022671" y="248701"/>
                    <a:pt x="1019059" y="244057"/>
                    <a:pt x="1008740" y="243541"/>
                  </a:cubicBezTo>
                  <a:cubicBezTo>
                    <a:pt x="986553" y="242509"/>
                    <a:pt x="964366" y="242509"/>
                    <a:pt x="941663" y="243541"/>
                  </a:cubicBezTo>
                  <a:cubicBezTo>
                    <a:pt x="931859" y="244057"/>
                    <a:pt x="928247" y="248185"/>
                    <a:pt x="929795" y="256957"/>
                  </a:cubicBezTo>
                  <a:cubicBezTo>
                    <a:pt x="933923" y="279144"/>
                    <a:pt x="926184" y="299267"/>
                    <a:pt x="922572" y="320422"/>
                  </a:cubicBezTo>
                  <a:cubicBezTo>
                    <a:pt x="921024" y="328678"/>
                    <a:pt x="916896" y="332290"/>
                    <a:pt x="909156" y="333321"/>
                  </a:cubicBezTo>
                  <a:cubicBezTo>
                    <a:pt x="896773" y="334869"/>
                    <a:pt x="884389" y="335901"/>
                    <a:pt x="872006" y="337965"/>
                  </a:cubicBezTo>
                  <a:cubicBezTo>
                    <a:pt x="864782" y="339513"/>
                    <a:pt x="860654" y="336933"/>
                    <a:pt x="857559" y="330226"/>
                  </a:cubicBezTo>
                  <a:cubicBezTo>
                    <a:pt x="847755" y="310102"/>
                    <a:pt x="835371" y="291527"/>
                    <a:pt x="833308" y="268308"/>
                  </a:cubicBezTo>
                  <a:cubicBezTo>
                    <a:pt x="832276" y="259537"/>
                    <a:pt x="828664" y="256957"/>
                    <a:pt x="819892" y="259021"/>
                  </a:cubicBezTo>
                  <a:cubicBezTo>
                    <a:pt x="797705" y="264180"/>
                    <a:pt x="775518" y="269856"/>
                    <a:pt x="753847" y="276564"/>
                  </a:cubicBezTo>
                  <a:cubicBezTo>
                    <a:pt x="744044" y="279660"/>
                    <a:pt x="740948" y="283272"/>
                    <a:pt x="745591" y="293075"/>
                  </a:cubicBezTo>
                  <a:cubicBezTo>
                    <a:pt x="751783" y="308039"/>
                    <a:pt x="754879" y="323518"/>
                    <a:pt x="754879" y="339513"/>
                  </a:cubicBezTo>
                  <a:cubicBezTo>
                    <a:pt x="754879" y="367892"/>
                    <a:pt x="755395" y="367892"/>
                    <a:pt x="728564" y="378728"/>
                  </a:cubicBezTo>
                  <a:cubicBezTo>
                    <a:pt x="722888" y="380791"/>
                    <a:pt x="717213" y="383371"/>
                    <a:pt x="712053" y="385951"/>
                  </a:cubicBezTo>
                  <a:cubicBezTo>
                    <a:pt x="705345" y="389563"/>
                    <a:pt x="700185" y="388531"/>
                    <a:pt x="695026" y="382855"/>
                  </a:cubicBezTo>
                  <a:cubicBezTo>
                    <a:pt x="679546" y="365828"/>
                    <a:pt x="662519" y="350349"/>
                    <a:pt x="654779" y="328161"/>
                  </a:cubicBezTo>
                  <a:cubicBezTo>
                    <a:pt x="652200" y="320938"/>
                    <a:pt x="648588" y="319390"/>
                    <a:pt x="641364" y="323002"/>
                  </a:cubicBezTo>
                  <a:cubicBezTo>
                    <a:pt x="619693" y="334353"/>
                    <a:pt x="598538" y="346737"/>
                    <a:pt x="577899" y="359636"/>
                  </a:cubicBezTo>
                  <a:cubicBezTo>
                    <a:pt x="571707" y="363248"/>
                    <a:pt x="570159" y="366860"/>
                    <a:pt x="574803" y="372536"/>
                  </a:cubicBezTo>
                  <a:cubicBezTo>
                    <a:pt x="590798" y="390595"/>
                    <a:pt x="595958" y="413298"/>
                    <a:pt x="602666" y="435485"/>
                  </a:cubicBezTo>
                  <a:cubicBezTo>
                    <a:pt x="604730" y="442193"/>
                    <a:pt x="604214" y="446836"/>
                    <a:pt x="598022" y="450964"/>
                  </a:cubicBezTo>
                  <a:cubicBezTo>
                    <a:pt x="587702" y="458188"/>
                    <a:pt x="577383" y="466444"/>
                    <a:pt x="567579" y="474699"/>
                  </a:cubicBezTo>
                  <a:cubicBezTo>
                    <a:pt x="561388" y="479859"/>
                    <a:pt x="556744" y="478827"/>
                    <a:pt x="550552" y="474699"/>
                  </a:cubicBezTo>
                  <a:cubicBezTo>
                    <a:pt x="531977" y="462316"/>
                    <a:pt x="511854" y="451996"/>
                    <a:pt x="498438" y="432905"/>
                  </a:cubicBezTo>
                  <a:cubicBezTo>
                    <a:pt x="494310" y="426713"/>
                    <a:pt x="489151" y="426197"/>
                    <a:pt x="483475" y="431357"/>
                  </a:cubicBezTo>
                  <a:cubicBezTo>
                    <a:pt x="465932" y="447352"/>
                    <a:pt x="448904" y="464895"/>
                    <a:pt x="432393" y="482439"/>
                  </a:cubicBezTo>
                  <a:cubicBezTo>
                    <a:pt x="427233" y="488114"/>
                    <a:pt x="426717" y="493274"/>
                    <a:pt x="433425" y="497402"/>
                  </a:cubicBezTo>
                  <a:cubicBezTo>
                    <a:pt x="453032" y="510818"/>
                    <a:pt x="462836" y="531457"/>
                    <a:pt x="475735" y="550032"/>
                  </a:cubicBezTo>
                  <a:cubicBezTo>
                    <a:pt x="479863" y="555708"/>
                    <a:pt x="479863" y="560867"/>
                    <a:pt x="475219" y="566027"/>
                  </a:cubicBezTo>
                  <a:cubicBezTo>
                    <a:pt x="466964" y="576347"/>
                    <a:pt x="458708" y="587182"/>
                    <a:pt x="450968" y="597502"/>
                  </a:cubicBezTo>
                  <a:cubicBezTo>
                    <a:pt x="447357" y="602146"/>
                    <a:pt x="443745" y="603694"/>
                    <a:pt x="437553" y="601629"/>
                  </a:cubicBezTo>
                  <a:cubicBezTo>
                    <a:pt x="414850" y="594406"/>
                    <a:pt x="391631" y="589246"/>
                    <a:pt x="373056" y="573251"/>
                  </a:cubicBezTo>
                  <a:cubicBezTo>
                    <a:pt x="367896" y="568607"/>
                    <a:pt x="363768" y="568607"/>
                    <a:pt x="360156" y="575315"/>
                  </a:cubicBezTo>
                  <a:cubicBezTo>
                    <a:pt x="347257" y="596470"/>
                    <a:pt x="334358" y="617109"/>
                    <a:pt x="323522" y="638780"/>
                  </a:cubicBezTo>
                  <a:cubicBezTo>
                    <a:pt x="319910" y="646004"/>
                    <a:pt x="320942" y="650131"/>
                    <a:pt x="328166" y="652711"/>
                  </a:cubicBezTo>
                  <a:cubicBezTo>
                    <a:pt x="346225" y="659419"/>
                    <a:pt x="360672" y="672318"/>
                    <a:pt x="374088" y="685218"/>
                  </a:cubicBezTo>
                  <a:cubicBezTo>
                    <a:pt x="392147" y="702245"/>
                    <a:pt x="391115" y="698117"/>
                    <a:pt x="380795" y="720820"/>
                  </a:cubicBezTo>
                  <a:cubicBezTo>
                    <a:pt x="377700" y="728044"/>
                    <a:pt x="374604" y="735268"/>
                    <a:pt x="372024" y="742492"/>
                  </a:cubicBezTo>
                  <a:cubicBezTo>
                    <a:pt x="369444" y="750747"/>
                    <a:pt x="364284" y="753327"/>
                    <a:pt x="355513" y="753327"/>
                  </a:cubicBezTo>
                  <a:cubicBezTo>
                    <a:pt x="333326" y="752811"/>
                    <a:pt x="311655" y="753327"/>
                    <a:pt x="291015" y="743523"/>
                  </a:cubicBezTo>
                  <a:cubicBezTo>
                    <a:pt x="282760" y="739396"/>
                    <a:pt x="279148" y="742492"/>
                    <a:pt x="276568" y="751263"/>
                  </a:cubicBezTo>
                  <a:cubicBezTo>
                    <a:pt x="269860" y="773450"/>
                    <a:pt x="264185" y="796153"/>
                    <a:pt x="258509" y="818340"/>
                  </a:cubicBezTo>
                  <a:cubicBezTo>
                    <a:pt x="256445" y="827628"/>
                    <a:pt x="259025" y="831239"/>
                    <a:pt x="267796" y="831756"/>
                  </a:cubicBezTo>
                  <a:cubicBezTo>
                    <a:pt x="291015" y="833819"/>
                    <a:pt x="310623" y="846719"/>
                    <a:pt x="330746" y="857038"/>
                  </a:cubicBezTo>
                  <a:cubicBezTo>
                    <a:pt x="335905" y="859618"/>
                    <a:pt x="338485" y="863230"/>
                    <a:pt x="337453" y="869422"/>
                  </a:cubicBezTo>
                  <a:cubicBezTo>
                    <a:pt x="335389" y="881805"/>
                    <a:pt x="333842" y="894189"/>
                    <a:pt x="332810" y="906572"/>
                  </a:cubicBezTo>
                  <a:cubicBezTo>
                    <a:pt x="331778" y="915344"/>
                    <a:pt x="328166" y="919988"/>
                    <a:pt x="318878" y="922052"/>
                  </a:cubicBezTo>
                  <a:cubicBezTo>
                    <a:pt x="298239" y="925664"/>
                    <a:pt x="278116" y="932887"/>
                    <a:pt x="256445" y="929275"/>
                  </a:cubicBezTo>
                  <a:cubicBezTo>
                    <a:pt x="246125" y="927211"/>
                    <a:pt x="243029" y="932371"/>
                    <a:pt x="242514" y="942175"/>
                  </a:cubicBezTo>
                  <a:cubicBezTo>
                    <a:pt x="241482" y="963846"/>
                    <a:pt x="241482" y="985001"/>
                    <a:pt x="242514" y="1006672"/>
                  </a:cubicBezTo>
                  <a:cubicBezTo>
                    <a:pt x="243029" y="1018023"/>
                    <a:pt x="247157" y="1022667"/>
                    <a:pt x="257993" y="1020603"/>
                  </a:cubicBezTo>
                  <a:cubicBezTo>
                    <a:pt x="280180" y="1016475"/>
                    <a:pt x="300303" y="1024731"/>
                    <a:pt x="321458" y="1028343"/>
                  </a:cubicBezTo>
                  <a:cubicBezTo>
                    <a:pt x="327650" y="1029375"/>
                    <a:pt x="331262" y="1032987"/>
                    <a:pt x="331778" y="1039694"/>
                  </a:cubicBezTo>
                  <a:cubicBezTo>
                    <a:pt x="333326" y="1052594"/>
                    <a:pt x="334358" y="1065493"/>
                    <a:pt x="336937" y="1077877"/>
                  </a:cubicBezTo>
                  <a:cubicBezTo>
                    <a:pt x="338485" y="1085617"/>
                    <a:pt x="335905" y="1089744"/>
                    <a:pt x="329198" y="1093356"/>
                  </a:cubicBezTo>
                  <a:cubicBezTo>
                    <a:pt x="309075" y="1103676"/>
                    <a:pt x="289467" y="1115543"/>
                    <a:pt x="265733" y="1117607"/>
                  </a:cubicBezTo>
                  <a:cubicBezTo>
                    <a:pt x="257993" y="1118123"/>
                    <a:pt x="255929" y="1122251"/>
                    <a:pt x="257993" y="1129990"/>
                  </a:cubicBezTo>
                  <a:cubicBezTo>
                    <a:pt x="263669" y="1153209"/>
                    <a:pt x="269344" y="1175913"/>
                    <a:pt x="276568" y="1198615"/>
                  </a:cubicBezTo>
                  <a:cubicBezTo>
                    <a:pt x="279148" y="1207903"/>
                    <a:pt x="283276" y="1209451"/>
                    <a:pt x="291531" y="1205839"/>
                  </a:cubicBezTo>
                  <a:cubicBezTo>
                    <a:pt x="308559" y="1198100"/>
                    <a:pt x="327134" y="1196035"/>
                    <a:pt x="345709" y="1196035"/>
                  </a:cubicBezTo>
                  <a:cubicBezTo>
                    <a:pt x="371508" y="1196035"/>
                    <a:pt x="366348" y="1193456"/>
                    <a:pt x="375636" y="1216675"/>
                  </a:cubicBezTo>
                  <a:cubicBezTo>
                    <a:pt x="378216" y="1223382"/>
                    <a:pt x="380795" y="1230606"/>
                    <a:pt x="384407" y="1236798"/>
                  </a:cubicBezTo>
                  <a:cubicBezTo>
                    <a:pt x="389051" y="1245569"/>
                    <a:pt x="386987" y="1251761"/>
                    <a:pt x="379764" y="1257953"/>
                  </a:cubicBezTo>
                  <a:cubicBezTo>
                    <a:pt x="363252" y="1272400"/>
                    <a:pt x="348289" y="1288396"/>
                    <a:pt x="327134" y="1296651"/>
                  </a:cubicBezTo>
                  <a:cubicBezTo>
                    <a:pt x="319394" y="1299231"/>
                    <a:pt x="319394" y="1303875"/>
                    <a:pt x="322490" y="1310583"/>
                  </a:cubicBezTo>
                  <a:cubicBezTo>
                    <a:pt x="333842" y="1332254"/>
                    <a:pt x="346225" y="1353409"/>
                    <a:pt x="359124" y="1374048"/>
                  </a:cubicBezTo>
                  <a:cubicBezTo>
                    <a:pt x="362736" y="1379724"/>
                    <a:pt x="365832" y="1380755"/>
                    <a:pt x="370992" y="1376628"/>
                  </a:cubicBezTo>
                  <a:cubicBezTo>
                    <a:pt x="389051" y="1361148"/>
                    <a:pt x="412270" y="1355988"/>
                    <a:pt x="433941" y="1348765"/>
                  </a:cubicBezTo>
                  <a:cubicBezTo>
                    <a:pt x="441165" y="1346185"/>
                    <a:pt x="445809" y="1347217"/>
                    <a:pt x="450452" y="1353925"/>
                  </a:cubicBezTo>
                  <a:cubicBezTo>
                    <a:pt x="457676" y="1364760"/>
                    <a:pt x="465932" y="1374564"/>
                    <a:pt x="474187" y="1384367"/>
                  </a:cubicBezTo>
                  <a:cubicBezTo>
                    <a:pt x="478315" y="1389527"/>
                    <a:pt x="478831" y="1393655"/>
                    <a:pt x="475219" y="1399331"/>
                  </a:cubicBezTo>
                  <a:cubicBezTo>
                    <a:pt x="462320" y="1417906"/>
                    <a:pt x="452516" y="1439061"/>
                    <a:pt x="432909" y="1452476"/>
                  </a:cubicBezTo>
                  <a:cubicBezTo>
                    <a:pt x="426201" y="1457120"/>
                    <a:pt x="425685" y="1461764"/>
                    <a:pt x="431877" y="1468471"/>
                  </a:cubicBezTo>
                  <a:cubicBezTo>
                    <a:pt x="447873" y="1486015"/>
                    <a:pt x="464384" y="1502526"/>
                    <a:pt x="481927" y="1518521"/>
                  </a:cubicBezTo>
                  <a:cubicBezTo>
                    <a:pt x="488119" y="1524197"/>
                    <a:pt x="493279" y="1524197"/>
                    <a:pt x="497922" y="1517489"/>
                  </a:cubicBezTo>
                  <a:cubicBezTo>
                    <a:pt x="510822" y="1498398"/>
                    <a:pt x="531461" y="1488595"/>
                    <a:pt x="550036" y="1475695"/>
                  </a:cubicBezTo>
                  <a:cubicBezTo>
                    <a:pt x="556228" y="1471568"/>
                    <a:pt x="561388" y="1471568"/>
                    <a:pt x="567063" y="1476211"/>
                  </a:cubicBezTo>
                  <a:cubicBezTo>
                    <a:pt x="576867" y="1483951"/>
                    <a:pt x="586670" y="1491690"/>
                    <a:pt x="596474" y="1498914"/>
                  </a:cubicBezTo>
                  <a:cubicBezTo>
                    <a:pt x="602666" y="1503558"/>
                    <a:pt x="604214" y="1508202"/>
                    <a:pt x="601634" y="1515426"/>
                  </a:cubicBezTo>
                  <a:cubicBezTo>
                    <a:pt x="594926" y="1537097"/>
                    <a:pt x="589250" y="1559284"/>
                    <a:pt x="574287" y="1577343"/>
                  </a:cubicBezTo>
                  <a:cubicBezTo>
                    <a:pt x="569127" y="1583018"/>
                    <a:pt x="569643" y="1587146"/>
                    <a:pt x="576867" y="1591274"/>
                  </a:cubicBezTo>
                  <a:cubicBezTo>
                    <a:pt x="597506" y="1603658"/>
                    <a:pt x="618145" y="1616041"/>
                    <a:pt x="639300" y="1627393"/>
                  </a:cubicBezTo>
                  <a:cubicBezTo>
                    <a:pt x="647040" y="1631520"/>
                    <a:pt x="651168" y="1629973"/>
                    <a:pt x="653747" y="1622233"/>
                  </a:cubicBezTo>
                  <a:cubicBezTo>
                    <a:pt x="662003" y="1600562"/>
                    <a:pt x="678514" y="1585598"/>
                    <a:pt x="693478" y="1568571"/>
                  </a:cubicBezTo>
                  <a:cubicBezTo>
                    <a:pt x="699153" y="1562379"/>
                    <a:pt x="704313" y="1561864"/>
                    <a:pt x="711537" y="1564959"/>
                  </a:cubicBezTo>
                  <a:cubicBezTo>
                    <a:pt x="721856" y="1570119"/>
                    <a:pt x="732692" y="1574247"/>
                    <a:pt x="743528" y="1578375"/>
                  </a:cubicBezTo>
                  <a:cubicBezTo>
                    <a:pt x="751267" y="1580955"/>
                    <a:pt x="753847" y="1585598"/>
                    <a:pt x="753847" y="1593854"/>
                  </a:cubicBezTo>
                  <a:cubicBezTo>
                    <a:pt x="753331" y="1616041"/>
                    <a:pt x="753847" y="1637712"/>
                    <a:pt x="744044" y="1658351"/>
                  </a:cubicBezTo>
                  <a:cubicBezTo>
                    <a:pt x="739916" y="1667123"/>
                    <a:pt x="743012" y="1671251"/>
                    <a:pt x="752299" y="1673831"/>
                  </a:cubicBezTo>
                  <a:cubicBezTo>
                    <a:pt x="773970" y="1680538"/>
                    <a:pt x="796157" y="1686214"/>
                    <a:pt x="818344" y="1691374"/>
                  </a:cubicBezTo>
                  <a:cubicBezTo>
                    <a:pt x="827116" y="1693438"/>
                    <a:pt x="831760" y="1692406"/>
                    <a:pt x="832276" y="1682602"/>
                  </a:cubicBezTo>
                  <a:cubicBezTo>
                    <a:pt x="834340" y="1659383"/>
                    <a:pt x="846723" y="1639776"/>
                    <a:pt x="857043" y="1619653"/>
                  </a:cubicBezTo>
                  <a:cubicBezTo>
                    <a:pt x="859622" y="1614493"/>
                    <a:pt x="862718" y="1611397"/>
                    <a:pt x="868910" y="1612429"/>
                  </a:cubicBezTo>
                  <a:cubicBezTo>
                    <a:pt x="881809" y="1614493"/>
                    <a:pt x="895225" y="1616041"/>
                    <a:pt x="908640" y="1617589"/>
                  </a:cubicBezTo>
                  <a:cubicBezTo>
                    <a:pt x="916896" y="1618621"/>
                    <a:pt x="920508" y="1622749"/>
                    <a:pt x="922056" y="1630488"/>
                  </a:cubicBezTo>
                  <a:cubicBezTo>
                    <a:pt x="925668" y="1651128"/>
                    <a:pt x="933407" y="1671251"/>
                    <a:pt x="929279" y="1692922"/>
                  </a:cubicBezTo>
                  <a:cubicBezTo>
                    <a:pt x="927215" y="1703757"/>
                    <a:pt x="932375" y="1706853"/>
                    <a:pt x="942695" y="1707369"/>
                  </a:cubicBezTo>
                  <a:cubicBezTo>
                    <a:pt x="964366" y="1708401"/>
                    <a:pt x="985521" y="1708401"/>
                    <a:pt x="1007192" y="1707369"/>
                  </a:cubicBezTo>
                  <a:cubicBezTo>
                    <a:pt x="1018028" y="1706853"/>
                    <a:pt x="1022155" y="1702725"/>
                    <a:pt x="1020607" y="1692406"/>
                  </a:cubicBezTo>
                  <a:cubicBezTo>
                    <a:pt x="1016480" y="1670219"/>
                    <a:pt x="1024219" y="1650096"/>
                    <a:pt x="1028347" y="1628941"/>
                  </a:cubicBezTo>
                  <a:cubicBezTo>
                    <a:pt x="1029379" y="1621717"/>
                    <a:pt x="1033507" y="1618621"/>
                    <a:pt x="1040215" y="1617589"/>
                  </a:cubicBezTo>
                  <a:cubicBezTo>
                    <a:pt x="1053114" y="1616041"/>
                    <a:pt x="1066013" y="1615009"/>
                    <a:pt x="1078397" y="1612429"/>
                  </a:cubicBezTo>
                  <a:cubicBezTo>
                    <a:pt x="1085621" y="1611397"/>
                    <a:pt x="1089748" y="1613461"/>
                    <a:pt x="1092844" y="1619653"/>
                  </a:cubicBezTo>
                  <a:cubicBezTo>
                    <a:pt x="1102648" y="1639776"/>
                    <a:pt x="1115031" y="1658351"/>
                    <a:pt x="1117095" y="1681570"/>
                  </a:cubicBezTo>
                  <a:cubicBezTo>
                    <a:pt x="1118127" y="1690342"/>
                    <a:pt x="1121739" y="1692922"/>
                    <a:pt x="1130511" y="1690858"/>
                  </a:cubicBezTo>
                  <a:cubicBezTo>
                    <a:pt x="1152698" y="1685698"/>
                    <a:pt x="1174885" y="1680022"/>
                    <a:pt x="1196556" y="1673315"/>
                  </a:cubicBezTo>
                  <a:cubicBezTo>
                    <a:pt x="1206359" y="1670219"/>
                    <a:pt x="1209455" y="1666607"/>
                    <a:pt x="1204811" y="1656803"/>
                  </a:cubicBezTo>
                  <a:cubicBezTo>
                    <a:pt x="1200168" y="1643904"/>
                    <a:pt x="1196556" y="1627393"/>
                    <a:pt x="1198104" y="1613977"/>
                  </a:cubicBezTo>
                  <a:close/>
                </a:path>
              </a:pathLst>
            </a:custGeom>
            <a:solidFill>
              <a:schemeClr val="bg1"/>
            </a:solidFill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="" xmlns:a16="http://schemas.microsoft.com/office/drawing/2014/main" id="{88F9EC3F-3387-4CF3-A03F-AC9058376362}"/>
                </a:ext>
              </a:extLst>
            </p:cNvPr>
            <p:cNvSpPr/>
            <p:nvPr/>
          </p:nvSpPr>
          <p:spPr>
            <a:xfrm>
              <a:off x="306264" y="596604"/>
              <a:ext cx="237705" cy="236465"/>
            </a:xfrm>
            <a:custGeom>
              <a:avLst/>
              <a:gdLst>
                <a:gd name="connsiteX0" fmla="*/ 185362 w 237706"/>
                <a:gd name="connsiteY0" fmla="*/ 130458 h 236466"/>
                <a:gd name="connsiteX1" fmla="*/ 237706 w 237706"/>
                <a:gd name="connsiteY1" fmla="*/ 130458 h 236466"/>
                <a:gd name="connsiteX2" fmla="*/ 234128 w 237706"/>
                <a:gd name="connsiteY2" fmla="*/ 154126 h 236466"/>
                <a:gd name="connsiteX3" fmla="*/ 165835 w 237706"/>
                <a:gd name="connsiteY3" fmla="*/ 229449 h 236466"/>
                <a:gd name="connsiteX4" fmla="*/ 131078 w 237706"/>
                <a:gd name="connsiteY4" fmla="*/ 236466 h 236466"/>
                <a:gd name="connsiteX5" fmla="*/ 131078 w 237706"/>
                <a:gd name="connsiteY5" fmla="*/ 186008 h 236466"/>
                <a:gd name="connsiteX6" fmla="*/ 146195 w 237706"/>
                <a:gd name="connsiteY6" fmla="*/ 182956 h 236466"/>
                <a:gd name="connsiteX7" fmla="*/ 177100 w 237706"/>
                <a:gd name="connsiteY7" fmla="*/ 157507 h 236466"/>
                <a:gd name="connsiteX8" fmla="*/ 0 w 237706"/>
                <a:gd name="connsiteY8" fmla="*/ 130458 h 236466"/>
                <a:gd name="connsiteX9" fmla="*/ 52344 w 237706"/>
                <a:gd name="connsiteY9" fmla="*/ 130458 h 236466"/>
                <a:gd name="connsiteX10" fmla="*/ 60606 w 237706"/>
                <a:gd name="connsiteY10" fmla="*/ 157507 h 236466"/>
                <a:gd name="connsiteX11" fmla="*/ 91511 w 237706"/>
                <a:gd name="connsiteY11" fmla="*/ 182956 h 236466"/>
                <a:gd name="connsiteX12" fmla="*/ 106628 w 237706"/>
                <a:gd name="connsiteY12" fmla="*/ 186008 h 236466"/>
                <a:gd name="connsiteX13" fmla="*/ 106628 w 237706"/>
                <a:gd name="connsiteY13" fmla="*/ 236466 h 236466"/>
                <a:gd name="connsiteX14" fmla="*/ 71871 w 237706"/>
                <a:gd name="connsiteY14" fmla="*/ 229449 h 236466"/>
                <a:gd name="connsiteX15" fmla="*/ 3579 w 237706"/>
                <a:gd name="connsiteY15" fmla="*/ 154126 h 236466"/>
                <a:gd name="connsiteX16" fmla="*/ 131078 w 237706"/>
                <a:gd name="connsiteY16" fmla="*/ 0 h 236466"/>
                <a:gd name="connsiteX17" fmla="*/ 165835 w 237706"/>
                <a:gd name="connsiteY17" fmla="*/ 7017 h 236466"/>
                <a:gd name="connsiteX18" fmla="*/ 234128 w 237706"/>
                <a:gd name="connsiteY18" fmla="*/ 82340 h 236466"/>
                <a:gd name="connsiteX19" fmla="*/ 237706 w 237706"/>
                <a:gd name="connsiteY19" fmla="*/ 106008 h 236466"/>
                <a:gd name="connsiteX20" fmla="*/ 185362 w 237706"/>
                <a:gd name="connsiteY20" fmla="*/ 106008 h 236466"/>
                <a:gd name="connsiteX21" fmla="*/ 177100 w 237706"/>
                <a:gd name="connsiteY21" fmla="*/ 78960 h 236466"/>
                <a:gd name="connsiteX22" fmla="*/ 146195 w 237706"/>
                <a:gd name="connsiteY22" fmla="*/ 53510 h 236466"/>
                <a:gd name="connsiteX23" fmla="*/ 131078 w 237706"/>
                <a:gd name="connsiteY23" fmla="*/ 50458 h 236466"/>
                <a:gd name="connsiteX24" fmla="*/ 106628 w 237706"/>
                <a:gd name="connsiteY24" fmla="*/ 0 h 236466"/>
                <a:gd name="connsiteX25" fmla="*/ 106628 w 237706"/>
                <a:gd name="connsiteY25" fmla="*/ 50458 h 236466"/>
                <a:gd name="connsiteX26" fmla="*/ 91511 w 237706"/>
                <a:gd name="connsiteY26" fmla="*/ 53510 h 236466"/>
                <a:gd name="connsiteX27" fmla="*/ 60606 w 237706"/>
                <a:gd name="connsiteY27" fmla="*/ 78960 h 236466"/>
                <a:gd name="connsiteX28" fmla="*/ 52344 w 237706"/>
                <a:gd name="connsiteY28" fmla="*/ 106008 h 236466"/>
                <a:gd name="connsiteX29" fmla="*/ 0 w 237706"/>
                <a:gd name="connsiteY29" fmla="*/ 106008 h 236466"/>
                <a:gd name="connsiteX30" fmla="*/ 3579 w 237706"/>
                <a:gd name="connsiteY30" fmla="*/ 82340 h 236466"/>
                <a:gd name="connsiteX31" fmla="*/ 71871 w 237706"/>
                <a:gd name="connsiteY31" fmla="*/ 7017 h 23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7706" h="236466">
                  <a:moveTo>
                    <a:pt x="185362" y="130458"/>
                  </a:moveTo>
                  <a:lnTo>
                    <a:pt x="237706" y="130458"/>
                  </a:lnTo>
                  <a:lnTo>
                    <a:pt x="234128" y="154126"/>
                  </a:lnTo>
                  <a:cubicBezTo>
                    <a:pt x="223548" y="188141"/>
                    <a:pt x="198326" y="215706"/>
                    <a:pt x="165835" y="229449"/>
                  </a:cubicBezTo>
                  <a:lnTo>
                    <a:pt x="131078" y="236466"/>
                  </a:lnTo>
                  <a:lnTo>
                    <a:pt x="131078" y="186008"/>
                  </a:lnTo>
                  <a:lnTo>
                    <a:pt x="146195" y="182956"/>
                  </a:lnTo>
                  <a:cubicBezTo>
                    <a:pt x="158800" y="177624"/>
                    <a:pt x="169526" y="168717"/>
                    <a:pt x="177100" y="157507"/>
                  </a:cubicBezTo>
                  <a:close/>
                  <a:moveTo>
                    <a:pt x="0" y="130458"/>
                  </a:moveTo>
                  <a:lnTo>
                    <a:pt x="52344" y="130458"/>
                  </a:lnTo>
                  <a:lnTo>
                    <a:pt x="60606" y="157507"/>
                  </a:lnTo>
                  <a:cubicBezTo>
                    <a:pt x="68180" y="168717"/>
                    <a:pt x="78906" y="177624"/>
                    <a:pt x="91511" y="182956"/>
                  </a:cubicBezTo>
                  <a:lnTo>
                    <a:pt x="106628" y="186008"/>
                  </a:lnTo>
                  <a:lnTo>
                    <a:pt x="106628" y="236466"/>
                  </a:lnTo>
                  <a:lnTo>
                    <a:pt x="71871" y="229449"/>
                  </a:lnTo>
                  <a:cubicBezTo>
                    <a:pt x="39380" y="215706"/>
                    <a:pt x="14159" y="188141"/>
                    <a:pt x="3579" y="154126"/>
                  </a:cubicBezTo>
                  <a:close/>
                  <a:moveTo>
                    <a:pt x="131078" y="0"/>
                  </a:moveTo>
                  <a:lnTo>
                    <a:pt x="165835" y="7017"/>
                  </a:lnTo>
                  <a:cubicBezTo>
                    <a:pt x="198326" y="20760"/>
                    <a:pt x="223548" y="48325"/>
                    <a:pt x="234128" y="82340"/>
                  </a:cubicBezTo>
                  <a:lnTo>
                    <a:pt x="237706" y="106008"/>
                  </a:lnTo>
                  <a:lnTo>
                    <a:pt x="185362" y="106008"/>
                  </a:lnTo>
                  <a:lnTo>
                    <a:pt x="177100" y="78960"/>
                  </a:lnTo>
                  <a:cubicBezTo>
                    <a:pt x="169526" y="67749"/>
                    <a:pt x="158800" y="58842"/>
                    <a:pt x="146195" y="53510"/>
                  </a:cubicBezTo>
                  <a:lnTo>
                    <a:pt x="131078" y="50458"/>
                  </a:lnTo>
                  <a:close/>
                  <a:moveTo>
                    <a:pt x="106628" y="0"/>
                  </a:moveTo>
                  <a:lnTo>
                    <a:pt x="106628" y="50458"/>
                  </a:lnTo>
                  <a:lnTo>
                    <a:pt x="91511" y="53510"/>
                  </a:lnTo>
                  <a:cubicBezTo>
                    <a:pt x="78906" y="58842"/>
                    <a:pt x="68180" y="67749"/>
                    <a:pt x="60606" y="78960"/>
                  </a:cubicBezTo>
                  <a:lnTo>
                    <a:pt x="52344" y="106008"/>
                  </a:lnTo>
                  <a:lnTo>
                    <a:pt x="0" y="106008"/>
                  </a:lnTo>
                  <a:lnTo>
                    <a:pt x="3579" y="82340"/>
                  </a:lnTo>
                  <a:cubicBezTo>
                    <a:pt x="14159" y="48325"/>
                    <a:pt x="39380" y="20760"/>
                    <a:pt x="71871" y="70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="" xmlns:a16="http://schemas.microsoft.com/office/drawing/2014/main" id="{CC56068D-EB7D-490A-87C5-924066AB69B5}"/>
                </a:ext>
              </a:extLst>
            </p:cNvPr>
            <p:cNvSpPr/>
            <p:nvPr/>
          </p:nvSpPr>
          <p:spPr>
            <a:xfrm>
              <a:off x="385558" y="675280"/>
              <a:ext cx="79122" cy="7912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23646BA1-CE2A-4CBB-97E9-9222C9AD8E3F}"/>
              </a:ext>
            </a:extLst>
          </p:cNvPr>
          <p:cNvGrpSpPr/>
          <p:nvPr userDrawn="1"/>
        </p:nvGrpSpPr>
        <p:grpSpPr>
          <a:xfrm rot="9743765" flipH="1">
            <a:off x="849043" y="392925"/>
            <a:ext cx="459928" cy="1377757"/>
            <a:chOff x="391499" y="630207"/>
            <a:chExt cx="531845" cy="1593193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="" xmlns:a16="http://schemas.microsoft.com/office/drawing/2014/main" id="{DE287937-2334-4531-AC46-A7DC53F51BD5}"/>
                </a:ext>
              </a:extLst>
            </p:cNvPr>
            <p:cNvSpPr/>
            <p:nvPr/>
          </p:nvSpPr>
          <p:spPr>
            <a:xfrm rot="20495611">
              <a:off x="400452" y="630207"/>
              <a:ext cx="522892" cy="1539138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="" xmlns:a16="http://schemas.microsoft.com/office/drawing/2014/main" id="{A1EE65D8-6FBD-4080-AA95-429B44E248D1}"/>
                </a:ext>
              </a:extLst>
            </p:cNvPr>
            <p:cNvSpPr/>
            <p:nvPr/>
          </p:nvSpPr>
          <p:spPr>
            <a:xfrm rot="20495611">
              <a:off x="391499" y="684262"/>
              <a:ext cx="191607" cy="1539138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Oval 49">
            <a:extLst>
              <a:ext uri="{FF2B5EF4-FFF2-40B4-BE49-F238E27FC236}">
                <a16:creationId xmlns="" xmlns:a16="http://schemas.microsoft.com/office/drawing/2014/main" id="{6227990C-BB00-45E1-9810-8A586B2334D7}"/>
              </a:ext>
            </a:extLst>
          </p:cNvPr>
          <p:cNvSpPr/>
          <p:nvPr userDrawn="1"/>
        </p:nvSpPr>
        <p:spPr>
          <a:xfrm rot="10800000" flipH="1">
            <a:off x="747743" y="1420860"/>
            <a:ext cx="618628" cy="6186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="" xmlns:a16="http://schemas.microsoft.com/office/drawing/2014/main" id="{7FC309BA-165E-4651-AC85-AA6CD5F0458E}"/>
              </a:ext>
            </a:extLst>
          </p:cNvPr>
          <p:cNvSpPr/>
          <p:nvPr userDrawn="1"/>
        </p:nvSpPr>
        <p:spPr>
          <a:xfrm rot="10800000" flipH="1">
            <a:off x="814461" y="1487577"/>
            <a:ext cx="485192" cy="485192"/>
          </a:xfrm>
          <a:custGeom>
            <a:avLst/>
            <a:gdLst>
              <a:gd name="connsiteX0" fmla="*/ 977265 w 1950394"/>
              <a:gd name="connsiteY0" fmla="*/ 1954006 h 1950394"/>
              <a:gd name="connsiteX1" fmla="*/ 4 w 1950394"/>
              <a:gd name="connsiteY1" fmla="*/ 977261 h 1950394"/>
              <a:gd name="connsiteX2" fmla="*/ 976749 w 1950394"/>
              <a:gd name="connsiteY2" fmla="*/ 0 h 1950394"/>
              <a:gd name="connsiteX3" fmla="*/ 1953494 w 1950394"/>
              <a:gd name="connsiteY3" fmla="*/ 976229 h 1950394"/>
              <a:gd name="connsiteX4" fmla="*/ 977265 w 1950394"/>
              <a:gd name="connsiteY4" fmla="*/ 1954006 h 1950394"/>
              <a:gd name="connsiteX5" fmla="*/ 1198104 w 1950394"/>
              <a:gd name="connsiteY5" fmla="*/ 1613977 h 1950394"/>
              <a:gd name="connsiteX6" fmla="*/ 1221839 w 1950394"/>
              <a:gd name="connsiteY6" fmla="*/ 1574763 h 1950394"/>
              <a:gd name="connsiteX7" fmla="*/ 1240930 w 1950394"/>
              <a:gd name="connsiteY7" fmla="*/ 1566507 h 1950394"/>
              <a:gd name="connsiteX8" fmla="*/ 1257957 w 1950394"/>
              <a:gd name="connsiteY8" fmla="*/ 1569603 h 1950394"/>
              <a:gd name="connsiteX9" fmla="*/ 1298203 w 1950394"/>
              <a:gd name="connsiteY9" fmla="*/ 1624297 h 1950394"/>
              <a:gd name="connsiteX10" fmla="*/ 1311619 w 1950394"/>
              <a:gd name="connsiteY10" fmla="*/ 1629456 h 1950394"/>
              <a:gd name="connsiteX11" fmla="*/ 1375084 w 1950394"/>
              <a:gd name="connsiteY11" fmla="*/ 1592822 h 1950394"/>
              <a:gd name="connsiteX12" fmla="*/ 1377148 w 1950394"/>
              <a:gd name="connsiteY12" fmla="*/ 1578891 h 1950394"/>
              <a:gd name="connsiteX13" fmla="*/ 1349285 w 1950394"/>
              <a:gd name="connsiteY13" fmla="*/ 1515426 h 1950394"/>
              <a:gd name="connsiteX14" fmla="*/ 1353413 w 1950394"/>
              <a:gd name="connsiteY14" fmla="*/ 1502010 h 1950394"/>
              <a:gd name="connsiteX15" fmla="*/ 1385919 w 1950394"/>
              <a:gd name="connsiteY15" fmla="*/ 1476727 h 1950394"/>
              <a:gd name="connsiteX16" fmla="*/ 1400883 w 1950394"/>
              <a:gd name="connsiteY16" fmla="*/ 1476727 h 1950394"/>
              <a:gd name="connsiteX17" fmla="*/ 1452996 w 1950394"/>
              <a:gd name="connsiteY17" fmla="*/ 1518005 h 1950394"/>
              <a:gd name="connsiteX18" fmla="*/ 1470024 w 1950394"/>
              <a:gd name="connsiteY18" fmla="*/ 1519553 h 1950394"/>
              <a:gd name="connsiteX19" fmla="*/ 1519041 w 1950394"/>
              <a:gd name="connsiteY19" fmla="*/ 1470535 h 1950394"/>
              <a:gd name="connsiteX20" fmla="*/ 1518010 w 1950394"/>
              <a:gd name="connsiteY20" fmla="*/ 1453508 h 1950394"/>
              <a:gd name="connsiteX21" fmla="*/ 1475699 w 1950394"/>
              <a:gd name="connsiteY21" fmla="*/ 1400363 h 1950394"/>
              <a:gd name="connsiteX22" fmla="*/ 1476215 w 1950394"/>
              <a:gd name="connsiteY22" fmla="*/ 1386431 h 1950394"/>
              <a:gd name="connsiteX23" fmla="*/ 1501498 w 1950394"/>
              <a:gd name="connsiteY23" fmla="*/ 1353925 h 1950394"/>
              <a:gd name="connsiteX24" fmla="*/ 1515946 w 1950394"/>
              <a:gd name="connsiteY24" fmla="*/ 1349797 h 1950394"/>
              <a:gd name="connsiteX25" fmla="*/ 1579411 w 1950394"/>
              <a:gd name="connsiteY25" fmla="*/ 1377660 h 1950394"/>
              <a:gd name="connsiteX26" fmla="*/ 1592310 w 1950394"/>
              <a:gd name="connsiteY26" fmla="*/ 1375596 h 1950394"/>
              <a:gd name="connsiteX27" fmla="*/ 1628945 w 1950394"/>
              <a:gd name="connsiteY27" fmla="*/ 1312130 h 1950394"/>
              <a:gd name="connsiteX28" fmla="*/ 1623785 w 1950394"/>
              <a:gd name="connsiteY28" fmla="*/ 1298199 h 1950394"/>
              <a:gd name="connsiteX29" fmla="*/ 1577863 w 1950394"/>
              <a:gd name="connsiteY29" fmla="*/ 1265692 h 1950394"/>
              <a:gd name="connsiteX30" fmla="*/ 1571155 w 1950394"/>
              <a:gd name="connsiteY30" fmla="*/ 1230090 h 1950394"/>
              <a:gd name="connsiteX31" fmla="*/ 1579927 w 1950394"/>
              <a:gd name="connsiteY31" fmla="*/ 1208419 h 1950394"/>
              <a:gd name="connsiteX32" fmla="*/ 1596438 w 1950394"/>
              <a:gd name="connsiteY32" fmla="*/ 1197583 h 1950394"/>
              <a:gd name="connsiteX33" fmla="*/ 1660935 w 1950394"/>
              <a:gd name="connsiteY33" fmla="*/ 1207387 h 1950394"/>
              <a:gd name="connsiteX34" fmla="*/ 1675383 w 1950394"/>
              <a:gd name="connsiteY34" fmla="*/ 1201195 h 1950394"/>
              <a:gd name="connsiteX35" fmla="*/ 1693442 w 1950394"/>
              <a:gd name="connsiteY35" fmla="*/ 1132570 h 1950394"/>
              <a:gd name="connsiteX36" fmla="*/ 1684154 w 1950394"/>
              <a:gd name="connsiteY36" fmla="*/ 1119155 h 1950394"/>
              <a:gd name="connsiteX37" fmla="*/ 1621205 w 1950394"/>
              <a:gd name="connsiteY37" fmla="*/ 1093872 h 1950394"/>
              <a:gd name="connsiteX38" fmla="*/ 1614497 w 1950394"/>
              <a:gd name="connsiteY38" fmla="*/ 1083037 h 1950394"/>
              <a:gd name="connsiteX39" fmla="*/ 1620173 w 1950394"/>
              <a:gd name="connsiteY39" fmla="*/ 1042274 h 1950394"/>
              <a:gd name="connsiteX40" fmla="*/ 1632557 w 1950394"/>
              <a:gd name="connsiteY40" fmla="*/ 1029891 h 1950394"/>
              <a:gd name="connsiteX41" fmla="*/ 1696022 w 1950394"/>
              <a:gd name="connsiteY41" fmla="*/ 1022667 h 1950394"/>
              <a:gd name="connsiteX42" fmla="*/ 1709437 w 1950394"/>
              <a:gd name="connsiteY42" fmla="*/ 1010800 h 1950394"/>
              <a:gd name="connsiteX43" fmla="*/ 1709437 w 1950394"/>
              <a:gd name="connsiteY43" fmla="*/ 943723 h 1950394"/>
              <a:gd name="connsiteX44" fmla="*/ 1694990 w 1950394"/>
              <a:gd name="connsiteY44" fmla="*/ 931339 h 1950394"/>
              <a:gd name="connsiteX45" fmla="*/ 1650616 w 1950394"/>
              <a:gd name="connsiteY45" fmla="*/ 928243 h 1950394"/>
              <a:gd name="connsiteX46" fmla="*/ 1618109 w 1950394"/>
              <a:gd name="connsiteY46" fmla="*/ 892125 h 1950394"/>
              <a:gd name="connsiteX47" fmla="*/ 1615013 w 1950394"/>
              <a:gd name="connsiteY47" fmla="*/ 874582 h 1950394"/>
              <a:gd name="connsiteX48" fmla="*/ 1622753 w 1950394"/>
              <a:gd name="connsiteY48" fmla="*/ 859102 h 1950394"/>
              <a:gd name="connsiteX49" fmla="*/ 1684670 w 1950394"/>
              <a:gd name="connsiteY49" fmla="*/ 834851 h 1950394"/>
              <a:gd name="connsiteX50" fmla="*/ 1693442 w 1950394"/>
              <a:gd name="connsiteY50" fmla="*/ 821952 h 1950394"/>
              <a:gd name="connsiteX51" fmla="*/ 1674867 w 1950394"/>
              <a:gd name="connsiteY51" fmla="*/ 753327 h 1950394"/>
              <a:gd name="connsiteX52" fmla="*/ 1659903 w 1950394"/>
              <a:gd name="connsiteY52" fmla="*/ 746619 h 1950394"/>
              <a:gd name="connsiteX53" fmla="*/ 1594374 w 1950394"/>
              <a:gd name="connsiteY53" fmla="*/ 756423 h 1950394"/>
              <a:gd name="connsiteX54" fmla="*/ 1580443 w 1950394"/>
              <a:gd name="connsiteY54" fmla="*/ 747651 h 1950394"/>
              <a:gd name="connsiteX55" fmla="*/ 1565995 w 1950394"/>
              <a:gd name="connsiteY55" fmla="*/ 713081 h 1950394"/>
              <a:gd name="connsiteX56" fmla="*/ 1570123 w 1950394"/>
              <a:gd name="connsiteY56" fmla="*/ 696054 h 1950394"/>
              <a:gd name="connsiteX57" fmla="*/ 1623269 w 1950394"/>
              <a:gd name="connsiteY57" fmla="*/ 656323 h 1950394"/>
              <a:gd name="connsiteX58" fmla="*/ 1628429 w 1950394"/>
              <a:gd name="connsiteY58" fmla="*/ 641876 h 1950394"/>
              <a:gd name="connsiteX59" fmla="*/ 1592310 w 1950394"/>
              <a:gd name="connsiteY59" fmla="*/ 579443 h 1950394"/>
              <a:gd name="connsiteX60" fmla="*/ 1578379 w 1950394"/>
              <a:gd name="connsiteY60" fmla="*/ 576863 h 1950394"/>
              <a:gd name="connsiteX61" fmla="*/ 1532457 w 1950394"/>
              <a:gd name="connsiteY61" fmla="*/ 599050 h 1950394"/>
              <a:gd name="connsiteX62" fmla="*/ 1490147 w 1950394"/>
              <a:gd name="connsiteY62" fmla="*/ 585118 h 1950394"/>
              <a:gd name="connsiteX63" fmla="*/ 1477247 w 1950394"/>
              <a:gd name="connsiteY63" fmla="*/ 569123 h 1950394"/>
              <a:gd name="connsiteX64" fmla="*/ 1476731 w 1950394"/>
              <a:gd name="connsiteY64" fmla="*/ 552096 h 1950394"/>
              <a:gd name="connsiteX65" fmla="*/ 1518525 w 1950394"/>
              <a:gd name="connsiteY65" fmla="*/ 499982 h 1950394"/>
              <a:gd name="connsiteX66" fmla="*/ 1519557 w 1950394"/>
              <a:gd name="connsiteY66" fmla="*/ 483987 h 1950394"/>
              <a:gd name="connsiteX67" fmla="*/ 1470540 w 1950394"/>
              <a:gd name="connsiteY67" fmla="*/ 434453 h 1950394"/>
              <a:gd name="connsiteX68" fmla="*/ 1452480 w 1950394"/>
              <a:gd name="connsiteY68" fmla="*/ 436001 h 1950394"/>
              <a:gd name="connsiteX69" fmla="*/ 1418942 w 1950394"/>
              <a:gd name="connsiteY69" fmla="*/ 465412 h 1950394"/>
              <a:gd name="connsiteX70" fmla="*/ 1369408 w 1950394"/>
              <a:gd name="connsiteY70" fmla="*/ 463348 h 1950394"/>
              <a:gd name="connsiteX71" fmla="*/ 1354961 w 1950394"/>
              <a:gd name="connsiteY71" fmla="*/ 452512 h 1950394"/>
              <a:gd name="connsiteX72" fmla="*/ 1349801 w 1950394"/>
              <a:gd name="connsiteY72" fmla="*/ 436001 h 1950394"/>
              <a:gd name="connsiteX73" fmla="*/ 1377148 w 1950394"/>
              <a:gd name="connsiteY73" fmla="*/ 374084 h 1950394"/>
              <a:gd name="connsiteX74" fmla="*/ 1374052 w 1950394"/>
              <a:gd name="connsiteY74" fmla="*/ 360152 h 1950394"/>
              <a:gd name="connsiteX75" fmla="*/ 1312651 w 1950394"/>
              <a:gd name="connsiteY75" fmla="*/ 324550 h 1950394"/>
              <a:gd name="connsiteX76" fmla="*/ 1296655 w 1950394"/>
              <a:gd name="connsiteY76" fmla="*/ 329193 h 1950394"/>
              <a:gd name="connsiteX77" fmla="*/ 1256925 w 1950394"/>
              <a:gd name="connsiteY77" fmla="*/ 382855 h 1950394"/>
              <a:gd name="connsiteX78" fmla="*/ 1238866 w 1950394"/>
              <a:gd name="connsiteY78" fmla="*/ 386467 h 1950394"/>
              <a:gd name="connsiteX79" fmla="*/ 1206875 w 1950394"/>
              <a:gd name="connsiteY79" fmla="*/ 373052 h 1950394"/>
              <a:gd name="connsiteX80" fmla="*/ 1196556 w 1950394"/>
              <a:gd name="connsiteY80" fmla="*/ 357572 h 1950394"/>
              <a:gd name="connsiteX81" fmla="*/ 1206359 w 1950394"/>
              <a:gd name="connsiteY81" fmla="*/ 293075 h 1950394"/>
              <a:gd name="connsiteX82" fmla="*/ 1199652 w 1950394"/>
              <a:gd name="connsiteY82" fmla="*/ 278112 h 1950394"/>
              <a:gd name="connsiteX83" fmla="*/ 1131027 w 1950394"/>
              <a:gd name="connsiteY83" fmla="*/ 259537 h 1950394"/>
              <a:gd name="connsiteX84" fmla="*/ 1118127 w 1950394"/>
              <a:gd name="connsiteY84" fmla="*/ 268308 h 1950394"/>
              <a:gd name="connsiteX85" fmla="*/ 1093360 w 1950394"/>
              <a:gd name="connsiteY85" fmla="*/ 331258 h 1950394"/>
              <a:gd name="connsiteX86" fmla="*/ 1079945 w 1950394"/>
              <a:gd name="connsiteY86" fmla="*/ 338481 h 1950394"/>
              <a:gd name="connsiteX87" fmla="*/ 1042794 w 1950394"/>
              <a:gd name="connsiteY87" fmla="*/ 333837 h 1950394"/>
              <a:gd name="connsiteX88" fmla="*/ 1028347 w 1950394"/>
              <a:gd name="connsiteY88" fmla="*/ 320422 h 1950394"/>
              <a:gd name="connsiteX89" fmla="*/ 1021123 w 1950394"/>
              <a:gd name="connsiteY89" fmla="*/ 257989 h 1950394"/>
              <a:gd name="connsiteX90" fmla="*/ 1008740 w 1950394"/>
              <a:gd name="connsiteY90" fmla="*/ 243541 h 1950394"/>
              <a:gd name="connsiteX91" fmla="*/ 941663 w 1950394"/>
              <a:gd name="connsiteY91" fmla="*/ 243541 h 1950394"/>
              <a:gd name="connsiteX92" fmla="*/ 929795 w 1950394"/>
              <a:gd name="connsiteY92" fmla="*/ 256957 h 1950394"/>
              <a:gd name="connsiteX93" fmla="*/ 922572 w 1950394"/>
              <a:gd name="connsiteY93" fmla="*/ 320422 h 1950394"/>
              <a:gd name="connsiteX94" fmla="*/ 909156 w 1950394"/>
              <a:gd name="connsiteY94" fmla="*/ 333321 h 1950394"/>
              <a:gd name="connsiteX95" fmla="*/ 872006 w 1950394"/>
              <a:gd name="connsiteY95" fmla="*/ 337965 h 1950394"/>
              <a:gd name="connsiteX96" fmla="*/ 857559 w 1950394"/>
              <a:gd name="connsiteY96" fmla="*/ 330226 h 1950394"/>
              <a:gd name="connsiteX97" fmla="*/ 833308 w 1950394"/>
              <a:gd name="connsiteY97" fmla="*/ 268308 h 1950394"/>
              <a:gd name="connsiteX98" fmla="*/ 819892 w 1950394"/>
              <a:gd name="connsiteY98" fmla="*/ 259021 h 1950394"/>
              <a:gd name="connsiteX99" fmla="*/ 753847 w 1950394"/>
              <a:gd name="connsiteY99" fmla="*/ 276564 h 1950394"/>
              <a:gd name="connsiteX100" fmla="*/ 745591 w 1950394"/>
              <a:gd name="connsiteY100" fmla="*/ 293075 h 1950394"/>
              <a:gd name="connsiteX101" fmla="*/ 754879 w 1950394"/>
              <a:gd name="connsiteY101" fmla="*/ 339513 h 1950394"/>
              <a:gd name="connsiteX102" fmla="*/ 728564 w 1950394"/>
              <a:gd name="connsiteY102" fmla="*/ 378728 h 1950394"/>
              <a:gd name="connsiteX103" fmla="*/ 712053 w 1950394"/>
              <a:gd name="connsiteY103" fmla="*/ 385951 h 1950394"/>
              <a:gd name="connsiteX104" fmla="*/ 695026 w 1950394"/>
              <a:gd name="connsiteY104" fmla="*/ 382855 h 1950394"/>
              <a:gd name="connsiteX105" fmla="*/ 654779 w 1950394"/>
              <a:gd name="connsiteY105" fmla="*/ 328161 h 1950394"/>
              <a:gd name="connsiteX106" fmla="*/ 641364 w 1950394"/>
              <a:gd name="connsiteY106" fmla="*/ 323002 h 1950394"/>
              <a:gd name="connsiteX107" fmla="*/ 577899 w 1950394"/>
              <a:gd name="connsiteY107" fmla="*/ 359636 h 1950394"/>
              <a:gd name="connsiteX108" fmla="*/ 574803 w 1950394"/>
              <a:gd name="connsiteY108" fmla="*/ 372536 h 1950394"/>
              <a:gd name="connsiteX109" fmla="*/ 602666 w 1950394"/>
              <a:gd name="connsiteY109" fmla="*/ 435485 h 1950394"/>
              <a:gd name="connsiteX110" fmla="*/ 598022 w 1950394"/>
              <a:gd name="connsiteY110" fmla="*/ 450964 h 1950394"/>
              <a:gd name="connsiteX111" fmla="*/ 567579 w 1950394"/>
              <a:gd name="connsiteY111" fmla="*/ 474699 h 1950394"/>
              <a:gd name="connsiteX112" fmla="*/ 550552 w 1950394"/>
              <a:gd name="connsiteY112" fmla="*/ 474699 h 1950394"/>
              <a:gd name="connsiteX113" fmla="*/ 498438 w 1950394"/>
              <a:gd name="connsiteY113" fmla="*/ 432905 h 1950394"/>
              <a:gd name="connsiteX114" fmla="*/ 483475 w 1950394"/>
              <a:gd name="connsiteY114" fmla="*/ 431357 h 1950394"/>
              <a:gd name="connsiteX115" fmla="*/ 432393 w 1950394"/>
              <a:gd name="connsiteY115" fmla="*/ 482439 h 1950394"/>
              <a:gd name="connsiteX116" fmla="*/ 433425 w 1950394"/>
              <a:gd name="connsiteY116" fmla="*/ 497402 h 1950394"/>
              <a:gd name="connsiteX117" fmla="*/ 475735 w 1950394"/>
              <a:gd name="connsiteY117" fmla="*/ 550032 h 1950394"/>
              <a:gd name="connsiteX118" fmla="*/ 475219 w 1950394"/>
              <a:gd name="connsiteY118" fmla="*/ 566027 h 1950394"/>
              <a:gd name="connsiteX119" fmla="*/ 450968 w 1950394"/>
              <a:gd name="connsiteY119" fmla="*/ 597502 h 1950394"/>
              <a:gd name="connsiteX120" fmla="*/ 437553 w 1950394"/>
              <a:gd name="connsiteY120" fmla="*/ 601629 h 1950394"/>
              <a:gd name="connsiteX121" fmla="*/ 373056 w 1950394"/>
              <a:gd name="connsiteY121" fmla="*/ 573251 h 1950394"/>
              <a:gd name="connsiteX122" fmla="*/ 360156 w 1950394"/>
              <a:gd name="connsiteY122" fmla="*/ 575315 h 1950394"/>
              <a:gd name="connsiteX123" fmla="*/ 323522 w 1950394"/>
              <a:gd name="connsiteY123" fmla="*/ 638780 h 1950394"/>
              <a:gd name="connsiteX124" fmla="*/ 328166 w 1950394"/>
              <a:gd name="connsiteY124" fmla="*/ 652711 h 1950394"/>
              <a:gd name="connsiteX125" fmla="*/ 374088 w 1950394"/>
              <a:gd name="connsiteY125" fmla="*/ 685218 h 1950394"/>
              <a:gd name="connsiteX126" fmla="*/ 380795 w 1950394"/>
              <a:gd name="connsiteY126" fmla="*/ 720820 h 1950394"/>
              <a:gd name="connsiteX127" fmla="*/ 372024 w 1950394"/>
              <a:gd name="connsiteY127" fmla="*/ 742492 h 1950394"/>
              <a:gd name="connsiteX128" fmla="*/ 355513 w 1950394"/>
              <a:gd name="connsiteY128" fmla="*/ 753327 h 1950394"/>
              <a:gd name="connsiteX129" fmla="*/ 291015 w 1950394"/>
              <a:gd name="connsiteY129" fmla="*/ 743523 h 1950394"/>
              <a:gd name="connsiteX130" fmla="*/ 276568 w 1950394"/>
              <a:gd name="connsiteY130" fmla="*/ 751263 h 1950394"/>
              <a:gd name="connsiteX131" fmla="*/ 258509 w 1950394"/>
              <a:gd name="connsiteY131" fmla="*/ 818340 h 1950394"/>
              <a:gd name="connsiteX132" fmla="*/ 267796 w 1950394"/>
              <a:gd name="connsiteY132" fmla="*/ 831756 h 1950394"/>
              <a:gd name="connsiteX133" fmla="*/ 330746 w 1950394"/>
              <a:gd name="connsiteY133" fmla="*/ 857038 h 1950394"/>
              <a:gd name="connsiteX134" fmla="*/ 337453 w 1950394"/>
              <a:gd name="connsiteY134" fmla="*/ 869422 h 1950394"/>
              <a:gd name="connsiteX135" fmla="*/ 332810 w 1950394"/>
              <a:gd name="connsiteY135" fmla="*/ 906572 h 1950394"/>
              <a:gd name="connsiteX136" fmla="*/ 318878 w 1950394"/>
              <a:gd name="connsiteY136" fmla="*/ 922052 h 1950394"/>
              <a:gd name="connsiteX137" fmla="*/ 256445 w 1950394"/>
              <a:gd name="connsiteY137" fmla="*/ 929275 h 1950394"/>
              <a:gd name="connsiteX138" fmla="*/ 242514 w 1950394"/>
              <a:gd name="connsiteY138" fmla="*/ 942175 h 1950394"/>
              <a:gd name="connsiteX139" fmla="*/ 242514 w 1950394"/>
              <a:gd name="connsiteY139" fmla="*/ 1006672 h 1950394"/>
              <a:gd name="connsiteX140" fmla="*/ 257993 w 1950394"/>
              <a:gd name="connsiteY140" fmla="*/ 1020603 h 1950394"/>
              <a:gd name="connsiteX141" fmla="*/ 321458 w 1950394"/>
              <a:gd name="connsiteY141" fmla="*/ 1028343 h 1950394"/>
              <a:gd name="connsiteX142" fmla="*/ 331778 w 1950394"/>
              <a:gd name="connsiteY142" fmla="*/ 1039694 h 1950394"/>
              <a:gd name="connsiteX143" fmla="*/ 336937 w 1950394"/>
              <a:gd name="connsiteY143" fmla="*/ 1077877 h 1950394"/>
              <a:gd name="connsiteX144" fmla="*/ 329198 w 1950394"/>
              <a:gd name="connsiteY144" fmla="*/ 1093356 h 1950394"/>
              <a:gd name="connsiteX145" fmla="*/ 265733 w 1950394"/>
              <a:gd name="connsiteY145" fmla="*/ 1117607 h 1950394"/>
              <a:gd name="connsiteX146" fmla="*/ 257993 w 1950394"/>
              <a:gd name="connsiteY146" fmla="*/ 1129990 h 1950394"/>
              <a:gd name="connsiteX147" fmla="*/ 276568 w 1950394"/>
              <a:gd name="connsiteY147" fmla="*/ 1198615 h 1950394"/>
              <a:gd name="connsiteX148" fmla="*/ 291531 w 1950394"/>
              <a:gd name="connsiteY148" fmla="*/ 1205839 h 1950394"/>
              <a:gd name="connsiteX149" fmla="*/ 345709 w 1950394"/>
              <a:gd name="connsiteY149" fmla="*/ 1196035 h 1950394"/>
              <a:gd name="connsiteX150" fmla="*/ 375636 w 1950394"/>
              <a:gd name="connsiteY150" fmla="*/ 1216675 h 1950394"/>
              <a:gd name="connsiteX151" fmla="*/ 384407 w 1950394"/>
              <a:gd name="connsiteY151" fmla="*/ 1236798 h 1950394"/>
              <a:gd name="connsiteX152" fmla="*/ 379764 w 1950394"/>
              <a:gd name="connsiteY152" fmla="*/ 1257953 h 1950394"/>
              <a:gd name="connsiteX153" fmla="*/ 327134 w 1950394"/>
              <a:gd name="connsiteY153" fmla="*/ 1296651 h 1950394"/>
              <a:gd name="connsiteX154" fmla="*/ 322490 w 1950394"/>
              <a:gd name="connsiteY154" fmla="*/ 1310583 h 1950394"/>
              <a:gd name="connsiteX155" fmla="*/ 359124 w 1950394"/>
              <a:gd name="connsiteY155" fmla="*/ 1374048 h 1950394"/>
              <a:gd name="connsiteX156" fmla="*/ 370992 w 1950394"/>
              <a:gd name="connsiteY156" fmla="*/ 1376628 h 1950394"/>
              <a:gd name="connsiteX157" fmla="*/ 433941 w 1950394"/>
              <a:gd name="connsiteY157" fmla="*/ 1348765 h 1950394"/>
              <a:gd name="connsiteX158" fmla="*/ 450452 w 1950394"/>
              <a:gd name="connsiteY158" fmla="*/ 1353925 h 1950394"/>
              <a:gd name="connsiteX159" fmla="*/ 474187 w 1950394"/>
              <a:gd name="connsiteY159" fmla="*/ 1384367 h 1950394"/>
              <a:gd name="connsiteX160" fmla="*/ 475219 w 1950394"/>
              <a:gd name="connsiteY160" fmla="*/ 1399331 h 1950394"/>
              <a:gd name="connsiteX161" fmla="*/ 432909 w 1950394"/>
              <a:gd name="connsiteY161" fmla="*/ 1452476 h 1950394"/>
              <a:gd name="connsiteX162" fmla="*/ 431877 w 1950394"/>
              <a:gd name="connsiteY162" fmla="*/ 1468471 h 1950394"/>
              <a:gd name="connsiteX163" fmla="*/ 481927 w 1950394"/>
              <a:gd name="connsiteY163" fmla="*/ 1518521 h 1950394"/>
              <a:gd name="connsiteX164" fmla="*/ 497922 w 1950394"/>
              <a:gd name="connsiteY164" fmla="*/ 1517489 h 1950394"/>
              <a:gd name="connsiteX165" fmla="*/ 550036 w 1950394"/>
              <a:gd name="connsiteY165" fmla="*/ 1475695 h 1950394"/>
              <a:gd name="connsiteX166" fmla="*/ 567063 w 1950394"/>
              <a:gd name="connsiteY166" fmla="*/ 1476211 h 1950394"/>
              <a:gd name="connsiteX167" fmla="*/ 596474 w 1950394"/>
              <a:gd name="connsiteY167" fmla="*/ 1498914 h 1950394"/>
              <a:gd name="connsiteX168" fmla="*/ 601634 w 1950394"/>
              <a:gd name="connsiteY168" fmla="*/ 1515426 h 1950394"/>
              <a:gd name="connsiteX169" fmla="*/ 574287 w 1950394"/>
              <a:gd name="connsiteY169" fmla="*/ 1577343 h 1950394"/>
              <a:gd name="connsiteX170" fmla="*/ 576867 w 1950394"/>
              <a:gd name="connsiteY170" fmla="*/ 1591274 h 1950394"/>
              <a:gd name="connsiteX171" fmla="*/ 639300 w 1950394"/>
              <a:gd name="connsiteY171" fmla="*/ 1627393 h 1950394"/>
              <a:gd name="connsiteX172" fmla="*/ 653747 w 1950394"/>
              <a:gd name="connsiteY172" fmla="*/ 1622233 h 1950394"/>
              <a:gd name="connsiteX173" fmla="*/ 693478 w 1950394"/>
              <a:gd name="connsiteY173" fmla="*/ 1568571 h 1950394"/>
              <a:gd name="connsiteX174" fmla="*/ 711537 w 1950394"/>
              <a:gd name="connsiteY174" fmla="*/ 1564959 h 1950394"/>
              <a:gd name="connsiteX175" fmla="*/ 743528 w 1950394"/>
              <a:gd name="connsiteY175" fmla="*/ 1578375 h 1950394"/>
              <a:gd name="connsiteX176" fmla="*/ 753847 w 1950394"/>
              <a:gd name="connsiteY176" fmla="*/ 1593854 h 1950394"/>
              <a:gd name="connsiteX177" fmla="*/ 744044 w 1950394"/>
              <a:gd name="connsiteY177" fmla="*/ 1658351 h 1950394"/>
              <a:gd name="connsiteX178" fmla="*/ 752299 w 1950394"/>
              <a:gd name="connsiteY178" fmla="*/ 1673831 h 1950394"/>
              <a:gd name="connsiteX179" fmla="*/ 818344 w 1950394"/>
              <a:gd name="connsiteY179" fmla="*/ 1691374 h 1950394"/>
              <a:gd name="connsiteX180" fmla="*/ 832276 w 1950394"/>
              <a:gd name="connsiteY180" fmla="*/ 1682602 h 1950394"/>
              <a:gd name="connsiteX181" fmla="*/ 857043 w 1950394"/>
              <a:gd name="connsiteY181" fmla="*/ 1619653 h 1950394"/>
              <a:gd name="connsiteX182" fmla="*/ 868910 w 1950394"/>
              <a:gd name="connsiteY182" fmla="*/ 1612429 h 1950394"/>
              <a:gd name="connsiteX183" fmla="*/ 908640 w 1950394"/>
              <a:gd name="connsiteY183" fmla="*/ 1617589 h 1950394"/>
              <a:gd name="connsiteX184" fmla="*/ 922056 w 1950394"/>
              <a:gd name="connsiteY184" fmla="*/ 1630488 h 1950394"/>
              <a:gd name="connsiteX185" fmla="*/ 929279 w 1950394"/>
              <a:gd name="connsiteY185" fmla="*/ 1692922 h 1950394"/>
              <a:gd name="connsiteX186" fmla="*/ 942695 w 1950394"/>
              <a:gd name="connsiteY186" fmla="*/ 1707369 h 1950394"/>
              <a:gd name="connsiteX187" fmla="*/ 1007192 w 1950394"/>
              <a:gd name="connsiteY187" fmla="*/ 1707369 h 1950394"/>
              <a:gd name="connsiteX188" fmla="*/ 1020607 w 1950394"/>
              <a:gd name="connsiteY188" fmla="*/ 1692406 h 1950394"/>
              <a:gd name="connsiteX189" fmla="*/ 1028347 w 1950394"/>
              <a:gd name="connsiteY189" fmla="*/ 1628941 h 1950394"/>
              <a:gd name="connsiteX190" fmla="*/ 1040215 w 1950394"/>
              <a:gd name="connsiteY190" fmla="*/ 1617589 h 1950394"/>
              <a:gd name="connsiteX191" fmla="*/ 1078397 w 1950394"/>
              <a:gd name="connsiteY191" fmla="*/ 1612429 h 1950394"/>
              <a:gd name="connsiteX192" fmla="*/ 1092844 w 1950394"/>
              <a:gd name="connsiteY192" fmla="*/ 1619653 h 1950394"/>
              <a:gd name="connsiteX193" fmla="*/ 1117095 w 1950394"/>
              <a:gd name="connsiteY193" fmla="*/ 1681570 h 1950394"/>
              <a:gd name="connsiteX194" fmla="*/ 1130511 w 1950394"/>
              <a:gd name="connsiteY194" fmla="*/ 1690858 h 1950394"/>
              <a:gd name="connsiteX195" fmla="*/ 1196556 w 1950394"/>
              <a:gd name="connsiteY195" fmla="*/ 1673315 h 1950394"/>
              <a:gd name="connsiteX196" fmla="*/ 1204811 w 1950394"/>
              <a:gd name="connsiteY196" fmla="*/ 1656803 h 1950394"/>
              <a:gd name="connsiteX197" fmla="*/ 1198104 w 1950394"/>
              <a:gd name="connsiteY197" fmla="*/ 1613977 h 1950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</a:cxnLst>
            <a:rect l="l" t="t" r="r" b="b"/>
            <a:pathLst>
              <a:path w="1950394" h="1950394">
                <a:moveTo>
                  <a:pt x="977265" y="1954006"/>
                </a:moveTo>
                <a:cubicBezTo>
                  <a:pt x="444261" y="1950394"/>
                  <a:pt x="1552" y="1529873"/>
                  <a:pt x="4" y="977261"/>
                </a:cubicBezTo>
                <a:cubicBezTo>
                  <a:pt x="-1544" y="439613"/>
                  <a:pt x="427749" y="0"/>
                  <a:pt x="976749" y="0"/>
                </a:cubicBezTo>
                <a:cubicBezTo>
                  <a:pt x="1519041" y="0"/>
                  <a:pt x="1952978" y="432905"/>
                  <a:pt x="1953494" y="976229"/>
                </a:cubicBezTo>
                <a:cubicBezTo>
                  <a:pt x="1953494" y="1512846"/>
                  <a:pt x="1525749" y="1948330"/>
                  <a:pt x="977265" y="1954006"/>
                </a:cubicBezTo>
                <a:close/>
                <a:moveTo>
                  <a:pt x="1198104" y="1613977"/>
                </a:moveTo>
                <a:cubicBezTo>
                  <a:pt x="1198104" y="1578891"/>
                  <a:pt x="1194492" y="1586630"/>
                  <a:pt x="1221839" y="1574763"/>
                </a:cubicBezTo>
                <a:cubicBezTo>
                  <a:pt x="1228030" y="1572183"/>
                  <a:pt x="1234738" y="1569603"/>
                  <a:pt x="1240930" y="1566507"/>
                </a:cubicBezTo>
                <a:cubicBezTo>
                  <a:pt x="1247637" y="1562896"/>
                  <a:pt x="1252797" y="1563927"/>
                  <a:pt x="1257957" y="1569603"/>
                </a:cubicBezTo>
                <a:cubicBezTo>
                  <a:pt x="1272920" y="1586630"/>
                  <a:pt x="1290464" y="1602110"/>
                  <a:pt x="1298203" y="1624297"/>
                </a:cubicBezTo>
                <a:cubicBezTo>
                  <a:pt x="1300783" y="1631520"/>
                  <a:pt x="1304395" y="1633068"/>
                  <a:pt x="1311619" y="1629456"/>
                </a:cubicBezTo>
                <a:cubicBezTo>
                  <a:pt x="1333290" y="1618105"/>
                  <a:pt x="1354445" y="1605722"/>
                  <a:pt x="1375084" y="1592822"/>
                </a:cubicBezTo>
                <a:cubicBezTo>
                  <a:pt x="1382824" y="1588178"/>
                  <a:pt x="1381791" y="1584051"/>
                  <a:pt x="1377148" y="1578891"/>
                </a:cubicBezTo>
                <a:cubicBezTo>
                  <a:pt x="1361152" y="1560832"/>
                  <a:pt x="1356509" y="1537613"/>
                  <a:pt x="1349285" y="1515426"/>
                </a:cubicBezTo>
                <a:cubicBezTo>
                  <a:pt x="1347221" y="1509750"/>
                  <a:pt x="1348253" y="1505622"/>
                  <a:pt x="1353413" y="1502010"/>
                </a:cubicBezTo>
                <a:cubicBezTo>
                  <a:pt x="1364248" y="1493754"/>
                  <a:pt x="1375600" y="1485499"/>
                  <a:pt x="1385919" y="1476727"/>
                </a:cubicBezTo>
                <a:cubicBezTo>
                  <a:pt x="1391079" y="1472600"/>
                  <a:pt x="1395723" y="1473115"/>
                  <a:pt x="1400883" y="1476727"/>
                </a:cubicBezTo>
                <a:cubicBezTo>
                  <a:pt x="1419458" y="1489111"/>
                  <a:pt x="1440097" y="1498914"/>
                  <a:pt x="1452996" y="1518005"/>
                </a:cubicBezTo>
                <a:cubicBezTo>
                  <a:pt x="1457640" y="1525229"/>
                  <a:pt x="1463316" y="1525745"/>
                  <a:pt x="1470024" y="1519553"/>
                </a:cubicBezTo>
                <a:cubicBezTo>
                  <a:pt x="1487051" y="1503558"/>
                  <a:pt x="1503562" y="1487047"/>
                  <a:pt x="1519041" y="1470535"/>
                </a:cubicBezTo>
                <a:cubicBezTo>
                  <a:pt x="1525233" y="1464344"/>
                  <a:pt x="1525749" y="1458668"/>
                  <a:pt x="1518010" y="1453508"/>
                </a:cubicBezTo>
                <a:cubicBezTo>
                  <a:pt x="1498402" y="1440093"/>
                  <a:pt x="1488599" y="1418938"/>
                  <a:pt x="1475699" y="1400363"/>
                </a:cubicBezTo>
                <a:cubicBezTo>
                  <a:pt x="1472088" y="1395203"/>
                  <a:pt x="1472088" y="1391075"/>
                  <a:pt x="1476215" y="1386431"/>
                </a:cubicBezTo>
                <a:cubicBezTo>
                  <a:pt x="1484987" y="1375596"/>
                  <a:pt x="1493243" y="1364760"/>
                  <a:pt x="1501498" y="1353925"/>
                </a:cubicBezTo>
                <a:cubicBezTo>
                  <a:pt x="1505626" y="1348249"/>
                  <a:pt x="1510270" y="1348249"/>
                  <a:pt x="1515946" y="1349797"/>
                </a:cubicBezTo>
                <a:cubicBezTo>
                  <a:pt x="1538133" y="1357020"/>
                  <a:pt x="1560836" y="1362180"/>
                  <a:pt x="1579411" y="1377660"/>
                </a:cubicBezTo>
                <a:cubicBezTo>
                  <a:pt x="1584571" y="1382303"/>
                  <a:pt x="1588182" y="1382303"/>
                  <a:pt x="1592310" y="1375596"/>
                </a:cubicBezTo>
                <a:cubicBezTo>
                  <a:pt x="1605210" y="1354441"/>
                  <a:pt x="1617593" y="1333801"/>
                  <a:pt x="1628945" y="1312130"/>
                </a:cubicBezTo>
                <a:cubicBezTo>
                  <a:pt x="1632557" y="1304907"/>
                  <a:pt x="1631009" y="1300779"/>
                  <a:pt x="1623785" y="1298199"/>
                </a:cubicBezTo>
                <a:cubicBezTo>
                  <a:pt x="1605726" y="1291491"/>
                  <a:pt x="1591794" y="1278592"/>
                  <a:pt x="1577863" y="1265692"/>
                </a:cubicBezTo>
                <a:cubicBezTo>
                  <a:pt x="1560320" y="1248665"/>
                  <a:pt x="1560836" y="1253309"/>
                  <a:pt x="1571155" y="1230090"/>
                </a:cubicBezTo>
                <a:cubicBezTo>
                  <a:pt x="1574251" y="1222866"/>
                  <a:pt x="1577347" y="1215643"/>
                  <a:pt x="1579927" y="1208419"/>
                </a:cubicBezTo>
                <a:cubicBezTo>
                  <a:pt x="1582507" y="1200163"/>
                  <a:pt x="1587667" y="1197583"/>
                  <a:pt x="1596438" y="1197583"/>
                </a:cubicBezTo>
                <a:cubicBezTo>
                  <a:pt x="1618625" y="1198100"/>
                  <a:pt x="1640296" y="1197583"/>
                  <a:pt x="1660935" y="1207387"/>
                </a:cubicBezTo>
                <a:cubicBezTo>
                  <a:pt x="1668159" y="1210483"/>
                  <a:pt x="1672287" y="1209967"/>
                  <a:pt x="1675383" y="1201195"/>
                </a:cubicBezTo>
                <a:cubicBezTo>
                  <a:pt x="1682090" y="1178492"/>
                  <a:pt x="1688282" y="1155789"/>
                  <a:pt x="1693442" y="1132570"/>
                </a:cubicBezTo>
                <a:cubicBezTo>
                  <a:pt x="1695506" y="1123283"/>
                  <a:pt x="1692926" y="1119671"/>
                  <a:pt x="1684154" y="1119155"/>
                </a:cubicBezTo>
                <a:cubicBezTo>
                  <a:pt x="1660935" y="1117091"/>
                  <a:pt x="1641328" y="1104192"/>
                  <a:pt x="1621205" y="1093872"/>
                </a:cubicBezTo>
                <a:cubicBezTo>
                  <a:pt x="1616561" y="1091808"/>
                  <a:pt x="1613465" y="1088712"/>
                  <a:pt x="1614497" y="1083037"/>
                </a:cubicBezTo>
                <a:cubicBezTo>
                  <a:pt x="1616561" y="1069621"/>
                  <a:pt x="1618625" y="1055690"/>
                  <a:pt x="1620173" y="1042274"/>
                </a:cubicBezTo>
                <a:cubicBezTo>
                  <a:pt x="1621205" y="1034535"/>
                  <a:pt x="1625333" y="1031439"/>
                  <a:pt x="1632557" y="1029891"/>
                </a:cubicBezTo>
                <a:cubicBezTo>
                  <a:pt x="1653712" y="1025763"/>
                  <a:pt x="1673835" y="1018539"/>
                  <a:pt x="1696022" y="1022667"/>
                </a:cubicBezTo>
                <a:cubicBezTo>
                  <a:pt x="1704793" y="1024215"/>
                  <a:pt x="1708921" y="1020603"/>
                  <a:pt x="1709437" y="1010800"/>
                </a:cubicBezTo>
                <a:cubicBezTo>
                  <a:pt x="1710469" y="988612"/>
                  <a:pt x="1710985" y="966426"/>
                  <a:pt x="1709437" y="943723"/>
                </a:cubicBezTo>
                <a:cubicBezTo>
                  <a:pt x="1708921" y="933403"/>
                  <a:pt x="1704793" y="929791"/>
                  <a:pt x="1694990" y="931339"/>
                </a:cubicBezTo>
                <a:cubicBezTo>
                  <a:pt x="1680026" y="933919"/>
                  <a:pt x="1665063" y="931855"/>
                  <a:pt x="1650616" y="928243"/>
                </a:cubicBezTo>
                <a:cubicBezTo>
                  <a:pt x="1619141" y="919988"/>
                  <a:pt x="1621205" y="928243"/>
                  <a:pt x="1618109" y="892125"/>
                </a:cubicBezTo>
                <a:cubicBezTo>
                  <a:pt x="1617593" y="885933"/>
                  <a:pt x="1616561" y="880257"/>
                  <a:pt x="1615013" y="874582"/>
                </a:cubicBezTo>
                <a:cubicBezTo>
                  <a:pt x="1612949" y="866842"/>
                  <a:pt x="1616561" y="862714"/>
                  <a:pt x="1622753" y="859102"/>
                </a:cubicBezTo>
                <a:cubicBezTo>
                  <a:pt x="1642876" y="849299"/>
                  <a:pt x="1661967" y="836915"/>
                  <a:pt x="1684670" y="834851"/>
                </a:cubicBezTo>
                <a:cubicBezTo>
                  <a:pt x="1692410" y="834335"/>
                  <a:pt x="1696022" y="830724"/>
                  <a:pt x="1693442" y="821952"/>
                </a:cubicBezTo>
                <a:cubicBezTo>
                  <a:pt x="1687766" y="799249"/>
                  <a:pt x="1682090" y="776030"/>
                  <a:pt x="1674867" y="753327"/>
                </a:cubicBezTo>
                <a:cubicBezTo>
                  <a:pt x="1671771" y="744039"/>
                  <a:pt x="1667643" y="743007"/>
                  <a:pt x="1659903" y="746619"/>
                </a:cubicBezTo>
                <a:cubicBezTo>
                  <a:pt x="1638748" y="756423"/>
                  <a:pt x="1616561" y="755907"/>
                  <a:pt x="1594374" y="756423"/>
                </a:cubicBezTo>
                <a:cubicBezTo>
                  <a:pt x="1587667" y="756423"/>
                  <a:pt x="1583023" y="754359"/>
                  <a:pt x="1580443" y="747651"/>
                </a:cubicBezTo>
                <a:cubicBezTo>
                  <a:pt x="1575799" y="735784"/>
                  <a:pt x="1571155" y="724432"/>
                  <a:pt x="1565995" y="713081"/>
                </a:cubicBezTo>
                <a:cubicBezTo>
                  <a:pt x="1562900" y="705857"/>
                  <a:pt x="1564448" y="701213"/>
                  <a:pt x="1570123" y="696054"/>
                </a:cubicBezTo>
                <a:cubicBezTo>
                  <a:pt x="1586635" y="681090"/>
                  <a:pt x="1602114" y="664579"/>
                  <a:pt x="1623269" y="656323"/>
                </a:cubicBezTo>
                <a:cubicBezTo>
                  <a:pt x="1631009" y="653227"/>
                  <a:pt x="1632557" y="649616"/>
                  <a:pt x="1628429" y="641876"/>
                </a:cubicBezTo>
                <a:cubicBezTo>
                  <a:pt x="1617077" y="620721"/>
                  <a:pt x="1605210" y="599566"/>
                  <a:pt x="1592310" y="579443"/>
                </a:cubicBezTo>
                <a:cubicBezTo>
                  <a:pt x="1587667" y="572219"/>
                  <a:pt x="1584055" y="572219"/>
                  <a:pt x="1578379" y="576863"/>
                </a:cubicBezTo>
                <a:cubicBezTo>
                  <a:pt x="1564963" y="587698"/>
                  <a:pt x="1548968" y="594406"/>
                  <a:pt x="1532457" y="599050"/>
                </a:cubicBezTo>
                <a:cubicBezTo>
                  <a:pt x="1499950" y="607821"/>
                  <a:pt x="1510270" y="610917"/>
                  <a:pt x="1490147" y="585118"/>
                </a:cubicBezTo>
                <a:cubicBezTo>
                  <a:pt x="1486019" y="579443"/>
                  <a:pt x="1481891" y="574283"/>
                  <a:pt x="1477247" y="569123"/>
                </a:cubicBezTo>
                <a:cubicBezTo>
                  <a:pt x="1472088" y="563447"/>
                  <a:pt x="1472088" y="558288"/>
                  <a:pt x="1476731" y="552096"/>
                </a:cubicBezTo>
                <a:cubicBezTo>
                  <a:pt x="1489115" y="533521"/>
                  <a:pt x="1498918" y="513397"/>
                  <a:pt x="1518525" y="499982"/>
                </a:cubicBezTo>
                <a:cubicBezTo>
                  <a:pt x="1525233" y="495338"/>
                  <a:pt x="1525233" y="490178"/>
                  <a:pt x="1519557" y="483987"/>
                </a:cubicBezTo>
                <a:cubicBezTo>
                  <a:pt x="1503562" y="466960"/>
                  <a:pt x="1487051" y="450448"/>
                  <a:pt x="1470540" y="434453"/>
                </a:cubicBezTo>
                <a:cubicBezTo>
                  <a:pt x="1463316" y="427745"/>
                  <a:pt x="1458156" y="428261"/>
                  <a:pt x="1452480" y="436001"/>
                </a:cubicBezTo>
                <a:cubicBezTo>
                  <a:pt x="1443709" y="448384"/>
                  <a:pt x="1431841" y="457672"/>
                  <a:pt x="1418942" y="465412"/>
                </a:cubicBezTo>
                <a:cubicBezTo>
                  <a:pt x="1393143" y="481407"/>
                  <a:pt x="1393143" y="481407"/>
                  <a:pt x="1369408" y="463348"/>
                </a:cubicBezTo>
                <a:cubicBezTo>
                  <a:pt x="1364764" y="459736"/>
                  <a:pt x="1360121" y="455608"/>
                  <a:pt x="1354961" y="452512"/>
                </a:cubicBezTo>
                <a:cubicBezTo>
                  <a:pt x="1348253" y="448384"/>
                  <a:pt x="1347221" y="443225"/>
                  <a:pt x="1349801" y="436001"/>
                </a:cubicBezTo>
                <a:cubicBezTo>
                  <a:pt x="1357025" y="414330"/>
                  <a:pt x="1361668" y="391627"/>
                  <a:pt x="1377148" y="374084"/>
                </a:cubicBezTo>
                <a:cubicBezTo>
                  <a:pt x="1382307" y="368408"/>
                  <a:pt x="1381276" y="364280"/>
                  <a:pt x="1374052" y="360152"/>
                </a:cubicBezTo>
                <a:cubicBezTo>
                  <a:pt x="1353929" y="347769"/>
                  <a:pt x="1333806" y="335385"/>
                  <a:pt x="1312651" y="324550"/>
                </a:cubicBezTo>
                <a:cubicBezTo>
                  <a:pt x="1304911" y="320422"/>
                  <a:pt x="1299751" y="320422"/>
                  <a:pt x="1296655" y="329193"/>
                </a:cubicBezTo>
                <a:cubicBezTo>
                  <a:pt x="1288916" y="350865"/>
                  <a:pt x="1271888" y="365828"/>
                  <a:pt x="1256925" y="382855"/>
                </a:cubicBezTo>
                <a:cubicBezTo>
                  <a:pt x="1251249" y="389047"/>
                  <a:pt x="1246090" y="389563"/>
                  <a:pt x="1238866" y="386467"/>
                </a:cubicBezTo>
                <a:cubicBezTo>
                  <a:pt x="1228546" y="381307"/>
                  <a:pt x="1217711" y="377179"/>
                  <a:pt x="1206875" y="373052"/>
                </a:cubicBezTo>
                <a:cubicBezTo>
                  <a:pt x="1199136" y="370472"/>
                  <a:pt x="1196556" y="365312"/>
                  <a:pt x="1196556" y="357572"/>
                </a:cubicBezTo>
                <a:cubicBezTo>
                  <a:pt x="1197072" y="335385"/>
                  <a:pt x="1196556" y="313714"/>
                  <a:pt x="1206359" y="293075"/>
                </a:cubicBezTo>
                <a:cubicBezTo>
                  <a:pt x="1209971" y="285335"/>
                  <a:pt x="1208939" y="280692"/>
                  <a:pt x="1199652" y="278112"/>
                </a:cubicBezTo>
                <a:cubicBezTo>
                  <a:pt x="1176949" y="271404"/>
                  <a:pt x="1154246" y="265212"/>
                  <a:pt x="1131027" y="259537"/>
                </a:cubicBezTo>
                <a:cubicBezTo>
                  <a:pt x="1122255" y="257473"/>
                  <a:pt x="1119159" y="260569"/>
                  <a:pt x="1118127" y="268308"/>
                </a:cubicBezTo>
                <a:cubicBezTo>
                  <a:pt x="1116063" y="291527"/>
                  <a:pt x="1103164" y="311134"/>
                  <a:pt x="1093360" y="331258"/>
                </a:cubicBezTo>
                <a:cubicBezTo>
                  <a:pt x="1090780" y="336933"/>
                  <a:pt x="1086653" y="339513"/>
                  <a:pt x="1079945" y="338481"/>
                </a:cubicBezTo>
                <a:cubicBezTo>
                  <a:pt x="1067561" y="336417"/>
                  <a:pt x="1055178" y="334869"/>
                  <a:pt x="1042794" y="333837"/>
                </a:cubicBezTo>
                <a:cubicBezTo>
                  <a:pt x="1034539" y="332805"/>
                  <a:pt x="1029895" y="329193"/>
                  <a:pt x="1028347" y="320422"/>
                </a:cubicBezTo>
                <a:cubicBezTo>
                  <a:pt x="1024735" y="299783"/>
                  <a:pt x="1016996" y="279660"/>
                  <a:pt x="1021123" y="257989"/>
                </a:cubicBezTo>
                <a:cubicBezTo>
                  <a:pt x="1022671" y="248701"/>
                  <a:pt x="1019059" y="244057"/>
                  <a:pt x="1008740" y="243541"/>
                </a:cubicBezTo>
                <a:cubicBezTo>
                  <a:pt x="986553" y="242509"/>
                  <a:pt x="964366" y="242509"/>
                  <a:pt x="941663" y="243541"/>
                </a:cubicBezTo>
                <a:cubicBezTo>
                  <a:pt x="931859" y="244057"/>
                  <a:pt x="928247" y="248185"/>
                  <a:pt x="929795" y="256957"/>
                </a:cubicBezTo>
                <a:cubicBezTo>
                  <a:pt x="933923" y="279144"/>
                  <a:pt x="926184" y="299267"/>
                  <a:pt x="922572" y="320422"/>
                </a:cubicBezTo>
                <a:cubicBezTo>
                  <a:pt x="921024" y="328678"/>
                  <a:pt x="916896" y="332290"/>
                  <a:pt x="909156" y="333321"/>
                </a:cubicBezTo>
                <a:cubicBezTo>
                  <a:pt x="896773" y="334869"/>
                  <a:pt x="884389" y="335901"/>
                  <a:pt x="872006" y="337965"/>
                </a:cubicBezTo>
                <a:cubicBezTo>
                  <a:pt x="864782" y="339513"/>
                  <a:pt x="860654" y="336933"/>
                  <a:pt x="857559" y="330226"/>
                </a:cubicBezTo>
                <a:cubicBezTo>
                  <a:pt x="847755" y="310102"/>
                  <a:pt x="835371" y="291527"/>
                  <a:pt x="833308" y="268308"/>
                </a:cubicBezTo>
                <a:cubicBezTo>
                  <a:pt x="832276" y="259537"/>
                  <a:pt x="828664" y="256957"/>
                  <a:pt x="819892" y="259021"/>
                </a:cubicBezTo>
                <a:cubicBezTo>
                  <a:pt x="797705" y="264180"/>
                  <a:pt x="775518" y="269856"/>
                  <a:pt x="753847" y="276564"/>
                </a:cubicBezTo>
                <a:cubicBezTo>
                  <a:pt x="744044" y="279660"/>
                  <a:pt x="740948" y="283272"/>
                  <a:pt x="745591" y="293075"/>
                </a:cubicBezTo>
                <a:cubicBezTo>
                  <a:pt x="751783" y="308039"/>
                  <a:pt x="754879" y="323518"/>
                  <a:pt x="754879" y="339513"/>
                </a:cubicBezTo>
                <a:cubicBezTo>
                  <a:pt x="754879" y="367892"/>
                  <a:pt x="755395" y="367892"/>
                  <a:pt x="728564" y="378728"/>
                </a:cubicBezTo>
                <a:cubicBezTo>
                  <a:pt x="722888" y="380791"/>
                  <a:pt x="717213" y="383371"/>
                  <a:pt x="712053" y="385951"/>
                </a:cubicBezTo>
                <a:cubicBezTo>
                  <a:pt x="705345" y="389563"/>
                  <a:pt x="700185" y="388531"/>
                  <a:pt x="695026" y="382855"/>
                </a:cubicBezTo>
                <a:cubicBezTo>
                  <a:pt x="679546" y="365828"/>
                  <a:pt x="662519" y="350349"/>
                  <a:pt x="654779" y="328161"/>
                </a:cubicBezTo>
                <a:cubicBezTo>
                  <a:pt x="652200" y="320938"/>
                  <a:pt x="648588" y="319390"/>
                  <a:pt x="641364" y="323002"/>
                </a:cubicBezTo>
                <a:cubicBezTo>
                  <a:pt x="619693" y="334353"/>
                  <a:pt x="598538" y="346737"/>
                  <a:pt x="577899" y="359636"/>
                </a:cubicBezTo>
                <a:cubicBezTo>
                  <a:pt x="571707" y="363248"/>
                  <a:pt x="570159" y="366860"/>
                  <a:pt x="574803" y="372536"/>
                </a:cubicBezTo>
                <a:cubicBezTo>
                  <a:pt x="590798" y="390595"/>
                  <a:pt x="595958" y="413298"/>
                  <a:pt x="602666" y="435485"/>
                </a:cubicBezTo>
                <a:cubicBezTo>
                  <a:pt x="604730" y="442193"/>
                  <a:pt x="604214" y="446836"/>
                  <a:pt x="598022" y="450964"/>
                </a:cubicBezTo>
                <a:cubicBezTo>
                  <a:pt x="587702" y="458188"/>
                  <a:pt x="577383" y="466444"/>
                  <a:pt x="567579" y="474699"/>
                </a:cubicBezTo>
                <a:cubicBezTo>
                  <a:pt x="561388" y="479859"/>
                  <a:pt x="556744" y="478827"/>
                  <a:pt x="550552" y="474699"/>
                </a:cubicBezTo>
                <a:cubicBezTo>
                  <a:pt x="531977" y="462316"/>
                  <a:pt x="511854" y="451996"/>
                  <a:pt x="498438" y="432905"/>
                </a:cubicBezTo>
                <a:cubicBezTo>
                  <a:pt x="494310" y="426713"/>
                  <a:pt x="489151" y="426197"/>
                  <a:pt x="483475" y="431357"/>
                </a:cubicBezTo>
                <a:cubicBezTo>
                  <a:pt x="465932" y="447352"/>
                  <a:pt x="448904" y="464895"/>
                  <a:pt x="432393" y="482439"/>
                </a:cubicBezTo>
                <a:cubicBezTo>
                  <a:pt x="427233" y="488114"/>
                  <a:pt x="426717" y="493274"/>
                  <a:pt x="433425" y="497402"/>
                </a:cubicBezTo>
                <a:cubicBezTo>
                  <a:pt x="453032" y="510818"/>
                  <a:pt x="462836" y="531457"/>
                  <a:pt x="475735" y="550032"/>
                </a:cubicBezTo>
                <a:cubicBezTo>
                  <a:pt x="479863" y="555708"/>
                  <a:pt x="479863" y="560867"/>
                  <a:pt x="475219" y="566027"/>
                </a:cubicBezTo>
                <a:cubicBezTo>
                  <a:pt x="466964" y="576347"/>
                  <a:pt x="458708" y="587182"/>
                  <a:pt x="450968" y="597502"/>
                </a:cubicBezTo>
                <a:cubicBezTo>
                  <a:pt x="447357" y="602146"/>
                  <a:pt x="443745" y="603694"/>
                  <a:pt x="437553" y="601629"/>
                </a:cubicBezTo>
                <a:cubicBezTo>
                  <a:pt x="414850" y="594406"/>
                  <a:pt x="391631" y="589246"/>
                  <a:pt x="373056" y="573251"/>
                </a:cubicBezTo>
                <a:cubicBezTo>
                  <a:pt x="367896" y="568607"/>
                  <a:pt x="363768" y="568607"/>
                  <a:pt x="360156" y="575315"/>
                </a:cubicBezTo>
                <a:cubicBezTo>
                  <a:pt x="347257" y="596470"/>
                  <a:pt x="334358" y="617109"/>
                  <a:pt x="323522" y="638780"/>
                </a:cubicBezTo>
                <a:cubicBezTo>
                  <a:pt x="319910" y="646004"/>
                  <a:pt x="320942" y="650131"/>
                  <a:pt x="328166" y="652711"/>
                </a:cubicBezTo>
                <a:cubicBezTo>
                  <a:pt x="346225" y="659419"/>
                  <a:pt x="360672" y="672318"/>
                  <a:pt x="374088" y="685218"/>
                </a:cubicBezTo>
                <a:cubicBezTo>
                  <a:pt x="392147" y="702245"/>
                  <a:pt x="391115" y="698117"/>
                  <a:pt x="380795" y="720820"/>
                </a:cubicBezTo>
                <a:cubicBezTo>
                  <a:pt x="377700" y="728044"/>
                  <a:pt x="374604" y="735268"/>
                  <a:pt x="372024" y="742492"/>
                </a:cubicBezTo>
                <a:cubicBezTo>
                  <a:pt x="369444" y="750747"/>
                  <a:pt x="364284" y="753327"/>
                  <a:pt x="355513" y="753327"/>
                </a:cubicBezTo>
                <a:cubicBezTo>
                  <a:pt x="333326" y="752811"/>
                  <a:pt x="311655" y="753327"/>
                  <a:pt x="291015" y="743523"/>
                </a:cubicBezTo>
                <a:cubicBezTo>
                  <a:pt x="282760" y="739396"/>
                  <a:pt x="279148" y="742492"/>
                  <a:pt x="276568" y="751263"/>
                </a:cubicBezTo>
                <a:cubicBezTo>
                  <a:pt x="269860" y="773450"/>
                  <a:pt x="264185" y="796153"/>
                  <a:pt x="258509" y="818340"/>
                </a:cubicBezTo>
                <a:cubicBezTo>
                  <a:pt x="256445" y="827628"/>
                  <a:pt x="259025" y="831239"/>
                  <a:pt x="267796" y="831756"/>
                </a:cubicBezTo>
                <a:cubicBezTo>
                  <a:pt x="291015" y="833819"/>
                  <a:pt x="310623" y="846719"/>
                  <a:pt x="330746" y="857038"/>
                </a:cubicBezTo>
                <a:cubicBezTo>
                  <a:pt x="335905" y="859618"/>
                  <a:pt x="338485" y="863230"/>
                  <a:pt x="337453" y="869422"/>
                </a:cubicBezTo>
                <a:cubicBezTo>
                  <a:pt x="335389" y="881805"/>
                  <a:pt x="333842" y="894189"/>
                  <a:pt x="332810" y="906572"/>
                </a:cubicBezTo>
                <a:cubicBezTo>
                  <a:pt x="331778" y="915344"/>
                  <a:pt x="328166" y="919988"/>
                  <a:pt x="318878" y="922052"/>
                </a:cubicBezTo>
                <a:cubicBezTo>
                  <a:pt x="298239" y="925664"/>
                  <a:pt x="278116" y="932887"/>
                  <a:pt x="256445" y="929275"/>
                </a:cubicBezTo>
                <a:cubicBezTo>
                  <a:pt x="246125" y="927211"/>
                  <a:pt x="243029" y="932371"/>
                  <a:pt x="242514" y="942175"/>
                </a:cubicBezTo>
                <a:cubicBezTo>
                  <a:pt x="241482" y="963846"/>
                  <a:pt x="241482" y="985001"/>
                  <a:pt x="242514" y="1006672"/>
                </a:cubicBezTo>
                <a:cubicBezTo>
                  <a:pt x="243029" y="1018023"/>
                  <a:pt x="247157" y="1022667"/>
                  <a:pt x="257993" y="1020603"/>
                </a:cubicBezTo>
                <a:cubicBezTo>
                  <a:pt x="280180" y="1016475"/>
                  <a:pt x="300303" y="1024731"/>
                  <a:pt x="321458" y="1028343"/>
                </a:cubicBezTo>
                <a:cubicBezTo>
                  <a:pt x="327650" y="1029375"/>
                  <a:pt x="331262" y="1032987"/>
                  <a:pt x="331778" y="1039694"/>
                </a:cubicBezTo>
                <a:cubicBezTo>
                  <a:pt x="333326" y="1052594"/>
                  <a:pt x="334358" y="1065493"/>
                  <a:pt x="336937" y="1077877"/>
                </a:cubicBezTo>
                <a:cubicBezTo>
                  <a:pt x="338485" y="1085617"/>
                  <a:pt x="335905" y="1089744"/>
                  <a:pt x="329198" y="1093356"/>
                </a:cubicBezTo>
                <a:cubicBezTo>
                  <a:pt x="309075" y="1103676"/>
                  <a:pt x="289467" y="1115543"/>
                  <a:pt x="265733" y="1117607"/>
                </a:cubicBezTo>
                <a:cubicBezTo>
                  <a:pt x="257993" y="1118123"/>
                  <a:pt x="255929" y="1122251"/>
                  <a:pt x="257993" y="1129990"/>
                </a:cubicBezTo>
                <a:cubicBezTo>
                  <a:pt x="263669" y="1153209"/>
                  <a:pt x="269344" y="1175913"/>
                  <a:pt x="276568" y="1198615"/>
                </a:cubicBezTo>
                <a:cubicBezTo>
                  <a:pt x="279148" y="1207903"/>
                  <a:pt x="283276" y="1209451"/>
                  <a:pt x="291531" y="1205839"/>
                </a:cubicBezTo>
                <a:cubicBezTo>
                  <a:pt x="308559" y="1198100"/>
                  <a:pt x="327134" y="1196035"/>
                  <a:pt x="345709" y="1196035"/>
                </a:cubicBezTo>
                <a:cubicBezTo>
                  <a:pt x="371508" y="1196035"/>
                  <a:pt x="366348" y="1193456"/>
                  <a:pt x="375636" y="1216675"/>
                </a:cubicBezTo>
                <a:cubicBezTo>
                  <a:pt x="378216" y="1223382"/>
                  <a:pt x="380795" y="1230606"/>
                  <a:pt x="384407" y="1236798"/>
                </a:cubicBezTo>
                <a:cubicBezTo>
                  <a:pt x="389051" y="1245569"/>
                  <a:pt x="386987" y="1251761"/>
                  <a:pt x="379764" y="1257953"/>
                </a:cubicBezTo>
                <a:cubicBezTo>
                  <a:pt x="363252" y="1272400"/>
                  <a:pt x="348289" y="1288396"/>
                  <a:pt x="327134" y="1296651"/>
                </a:cubicBezTo>
                <a:cubicBezTo>
                  <a:pt x="319394" y="1299231"/>
                  <a:pt x="319394" y="1303875"/>
                  <a:pt x="322490" y="1310583"/>
                </a:cubicBezTo>
                <a:cubicBezTo>
                  <a:pt x="333842" y="1332254"/>
                  <a:pt x="346225" y="1353409"/>
                  <a:pt x="359124" y="1374048"/>
                </a:cubicBezTo>
                <a:cubicBezTo>
                  <a:pt x="362736" y="1379724"/>
                  <a:pt x="365832" y="1380755"/>
                  <a:pt x="370992" y="1376628"/>
                </a:cubicBezTo>
                <a:cubicBezTo>
                  <a:pt x="389051" y="1361148"/>
                  <a:pt x="412270" y="1355988"/>
                  <a:pt x="433941" y="1348765"/>
                </a:cubicBezTo>
                <a:cubicBezTo>
                  <a:pt x="441165" y="1346185"/>
                  <a:pt x="445809" y="1347217"/>
                  <a:pt x="450452" y="1353925"/>
                </a:cubicBezTo>
                <a:cubicBezTo>
                  <a:pt x="457676" y="1364760"/>
                  <a:pt x="465932" y="1374564"/>
                  <a:pt x="474187" y="1384367"/>
                </a:cubicBezTo>
                <a:cubicBezTo>
                  <a:pt x="478315" y="1389527"/>
                  <a:pt x="478831" y="1393655"/>
                  <a:pt x="475219" y="1399331"/>
                </a:cubicBezTo>
                <a:cubicBezTo>
                  <a:pt x="462320" y="1417906"/>
                  <a:pt x="452516" y="1439061"/>
                  <a:pt x="432909" y="1452476"/>
                </a:cubicBezTo>
                <a:cubicBezTo>
                  <a:pt x="426201" y="1457120"/>
                  <a:pt x="425685" y="1461764"/>
                  <a:pt x="431877" y="1468471"/>
                </a:cubicBezTo>
                <a:cubicBezTo>
                  <a:pt x="447873" y="1486015"/>
                  <a:pt x="464384" y="1502526"/>
                  <a:pt x="481927" y="1518521"/>
                </a:cubicBezTo>
                <a:cubicBezTo>
                  <a:pt x="488119" y="1524197"/>
                  <a:pt x="493279" y="1524197"/>
                  <a:pt x="497922" y="1517489"/>
                </a:cubicBezTo>
                <a:cubicBezTo>
                  <a:pt x="510822" y="1498398"/>
                  <a:pt x="531461" y="1488595"/>
                  <a:pt x="550036" y="1475695"/>
                </a:cubicBezTo>
                <a:cubicBezTo>
                  <a:pt x="556228" y="1471568"/>
                  <a:pt x="561388" y="1471568"/>
                  <a:pt x="567063" y="1476211"/>
                </a:cubicBezTo>
                <a:cubicBezTo>
                  <a:pt x="576867" y="1483951"/>
                  <a:pt x="586670" y="1491690"/>
                  <a:pt x="596474" y="1498914"/>
                </a:cubicBezTo>
                <a:cubicBezTo>
                  <a:pt x="602666" y="1503558"/>
                  <a:pt x="604214" y="1508202"/>
                  <a:pt x="601634" y="1515426"/>
                </a:cubicBezTo>
                <a:cubicBezTo>
                  <a:pt x="594926" y="1537097"/>
                  <a:pt x="589250" y="1559284"/>
                  <a:pt x="574287" y="1577343"/>
                </a:cubicBezTo>
                <a:cubicBezTo>
                  <a:pt x="569127" y="1583018"/>
                  <a:pt x="569643" y="1587146"/>
                  <a:pt x="576867" y="1591274"/>
                </a:cubicBezTo>
                <a:cubicBezTo>
                  <a:pt x="597506" y="1603658"/>
                  <a:pt x="618145" y="1616041"/>
                  <a:pt x="639300" y="1627393"/>
                </a:cubicBezTo>
                <a:cubicBezTo>
                  <a:pt x="647040" y="1631520"/>
                  <a:pt x="651168" y="1629973"/>
                  <a:pt x="653747" y="1622233"/>
                </a:cubicBezTo>
                <a:cubicBezTo>
                  <a:pt x="662003" y="1600562"/>
                  <a:pt x="678514" y="1585598"/>
                  <a:pt x="693478" y="1568571"/>
                </a:cubicBezTo>
                <a:cubicBezTo>
                  <a:pt x="699153" y="1562379"/>
                  <a:pt x="704313" y="1561864"/>
                  <a:pt x="711537" y="1564959"/>
                </a:cubicBezTo>
                <a:cubicBezTo>
                  <a:pt x="721856" y="1570119"/>
                  <a:pt x="732692" y="1574247"/>
                  <a:pt x="743528" y="1578375"/>
                </a:cubicBezTo>
                <a:cubicBezTo>
                  <a:pt x="751267" y="1580955"/>
                  <a:pt x="753847" y="1585598"/>
                  <a:pt x="753847" y="1593854"/>
                </a:cubicBezTo>
                <a:cubicBezTo>
                  <a:pt x="753331" y="1616041"/>
                  <a:pt x="753847" y="1637712"/>
                  <a:pt x="744044" y="1658351"/>
                </a:cubicBezTo>
                <a:cubicBezTo>
                  <a:pt x="739916" y="1667123"/>
                  <a:pt x="743012" y="1671251"/>
                  <a:pt x="752299" y="1673831"/>
                </a:cubicBezTo>
                <a:cubicBezTo>
                  <a:pt x="773970" y="1680538"/>
                  <a:pt x="796157" y="1686214"/>
                  <a:pt x="818344" y="1691374"/>
                </a:cubicBezTo>
                <a:cubicBezTo>
                  <a:pt x="827116" y="1693438"/>
                  <a:pt x="831760" y="1692406"/>
                  <a:pt x="832276" y="1682602"/>
                </a:cubicBezTo>
                <a:cubicBezTo>
                  <a:pt x="834340" y="1659383"/>
                  <a:pt x="846723" y="1639776"/>
                  <a:pt x="857043" y="1619653"/>
                </a:cubicBezTo>
                <a:cubicBezTo>
                  <a:pt x="859622" y="1614493"/>
                  <a:pt x="862718" y="1611397"/>
                  <a:pt x="868910" y="1612429"/>
                </a:cubicBezTo>
                <a:cubicBezTo>
                  <a:pt x="881809" y="1614493"/>
                  <a:pt x="895225" y="1616041"/>
                  <a:pt x="908640" y="1617589"/>
                </a:cubicBezTo>
                <a:cubicBezTo>
                  <a:pt x="916896" y="1618621"/>
                  <a:pt x="920508" y="1622749"/>
                  <a:pt x="922056" y="1630488"/>
                </a:cubicBezTo>
                <a:cubicBezTo>
                  <a:pt x="925668" y="1651128"/>
                  <a:pt x="933407" y="1671251"/>
                  <a:pt x="929279" y="1692922"/>
                </a:cubicBezTo>
                <a:cubicBezTo>
                  <a:pt x="927215" y="1703757"/>
                  <a:pt x="932375" y="1706853"/>
                  <a:pt x="942695" y="1707369"/>
                </a:cubicBezTo>
                <a:cubicBezTo>
                  <a:pt x="964366" y="1708401"/>
                  <a:pt x="985521" y="1708401"/>
                  <a:pt x="1007192" y="1707369"/>
                </a:cubicBezTo>
                <a:cubicBezTo>
                  <a:pt x="1018028" y="1706853"/>
                  <a:pt x="1022155" y="1702725"/>
                  <a:pt x="1020607" y="1692406"/>
                </a:cubicBezTo>
                <a:cubicBezTo>
                  <a:pt x="1016480" y="1670219"/>
                  <a:pt x="1024219" y="1650096"/>
                  <a:pt x="1028347" y="1628941"/>
                </a:cubicBezTo>
                <a:cubicBezTo>
                  <a:pt x="1029379" y="1621717"/>
                  <a:pt x="1033507" y="1618621"/>
                  <a:pt x="1040215" y="1617589"/>
                </a:cubicBezTo>
                <a:cubicBezTo>
                  <a:pt x="1053114" y="1616041"/>
                  <a:pt x="1066013" y="1615009"/>
                  <a:pt x="1078397" y="1612429"/>
                </a:cubicBezTo>
                <a:cubicBezTo>
                  <a:pt x="1085621" y="1611397"/>
                  <a:pt x="1089748" y="1613461"/>
                  <a:pt x="1092844" y="1619653"/>
                </a:cubicBezTo>
                <a:cubicBezTo>
                  <a:pt x="1102648" y="1639776"/>
                  <a:pt x="1115031" y="1658351"/>
                  <a:pt x="1117095" y="1681570"/>
                </a:cubicBezTo>
                <a:cubicBezTo>
                  <a:pt x="1118127" y="1690342"/>
                  <a:pt x="1121739" y="1692922"/>
                  <a:pt x="1130511" y="1690858"/>
                </a:cubicBezTo>
                <a:cubicBezTo>
                  <a:pt x="1152698" y="1685698"/>
                  <a:pt x="1174885" y="1680022"/>
                  <a:pt x="1196556" y="1673315"/>
                </a:cubicBezTo>
                <a:cubicBezTo>
                  <a:pt x="1206359" y="1670219"/>
                  <a:pt x="1209455" y="1666607"/>
                  <a:pt x="1204811" y="1656803"/>
                </a:cubicBezTo>
                <a:cubicBezTo>
                  <a:pt x="1200168" y="1643904"/>
                  <a:pt x="1196556" y="1627393"/>
                  <a:pt x="1198104" y="1613977"/>
                </a:cubicBezTo>
                <a:close/>
              </a:path>
            </a:pathLst>
          </a:custGeom>
          <a:solidFill>
            <a:schemeClr val="bg1"/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="" xmlns:a16="http://schemas.microsoft.com/office/drawing/2014/main" id="{54C48116-DF0F-4187-A190-7F66C44BF701}"/>
              </a:ext>
            </a:extLst>
          </p:cNvPr>
          <p:cNvSpPr/>
          <p:nvPr userDrawn="1"/>
        </p:nvSpPr>
        <p:spPr>
          <a:xfrm rot="10800000" flipH="1">
            <a:off x="936003" y="1609750"/>
            <a:ext cx="242109" cy="240845"/>
          </a:xfrm>
          <a:custGeom>
            <a:avLst/>
            <a:gdLst>
              <a:gd name="connsiteX0" fmla="*/ 185362 w 237706"/>
              <a:gd name="connsiteY0" fmla="*/ 130458 h 236466"/>
              <a:gd name="connsiteX1" fmla="*/ 237706 w 237706"/>
              <a:gd name="connsiteY1" fmla="*/ 130458 h 236466"/>
              <a:gd name="connsiteX2" fmla="*/ 234128 w 237706"/>
              <a:gd name="connsiteY2" fmla="*/ 154126 h 236466"/>
              <a:gd name="connsiteX3" fmla="*/ 165835 w 237706"/>
              <a:gd name="connsiteY3" fmla="*/ 229449 h 236466"/>
              <a:gd name="connsiteX4" fmla="*/ 131078 w 237706"/>
              <a:gd name="connsiteY4" fmla="*/ 236466 h 236466"/>
              <a:gd name="connsiteX5" fmla="*/ 131078 w 237706"/>
              <a:gd name="connsiteY5" fmla="*/ 186008 h 236466"/>
              <a:gd name="connsiteX6" fmla="*/ 146195 w 237706"/>
              <a:gd name="connsiteY6" fmla="*/ 182956 h 236466"/>
              <a:gd name="connsiteX7" fmla="*/ 177100 w 237706"/>
              <a:gd name="connsiteY7" fmla="*/ 157507 h 236466"/>
              <a:gd name="connsiteX8" fmla="*/ 0 w 237706"/>
              <a:gd name="connsiteY8" fmla="*/ 130458 h 236466"/>
              <a:gd name="connsiteX9" fmla="*/ 52344 w 237706"/>
              <a:gd name="connsiteY9" fmla="*/ 130458 h 236466"/>
              <a:gd name="connsiteX10" fmla="*/ 60606 w 237706"/>
              <a:gd name="connsiteY10" fmla="*/ 157507 h 236466"/>
              <a:gd name="connsiteX11" fmla="*/ 91511 w 237706"/>
              <a:gd name="connsiteY11" fmla="*/ 182956 h 236466"/>
              <a:gd name="connsiteX12" fmla="*/ 106628 w 237706"/>
              <a:gd name="connsiteY12" fmla="*/ 186008 h 236466"/>
              <a:gd name="connsiteX13" fmla="*/ 106628 w 237706"/>
              <a:gd name="connsiteY13" fmla="*/ 236466 h 236466"/>
              <a:gd name="connsiteX14" fmla="*/ 71871 w 237706"/>
              <a:gd name="connsiteY14" fmla="*/ 229449 h 236466"/>
              <a:gd name="connsiteX15" fmla="*/ 3579 w 237706"/>
              <a:gd name="connsiteY15" fmla="*/ 154126 h 236466"/>
              <a:gd name="connsiteX16" fmla="*/ 131078 w 237706"/>
              <a:gd name="connsiteY16" fmla="*/ 0 h 236466"/>
              <a:gd name="connsiteX17" fmla="*/ 165835 w 237706"/>
              <a:gd name="connsiteY17" fmla="*/ 7017 h 236466"/>
              <a:gd name="connsiteX18" fmla="*/ 234128 w 237706"/>
              <a:gd name="connsiteY18" fmla="*/ 82340 h 236466"/>
              <a:gd name="connsiteX19" fmla="*/ 237706 w 237706"/>
              <a:gd name="connsiteY19" fmla="*/ 106008 h 236466"/>
              <a:gd name="connsiteX20" fmla="*/ 185362 w 237706"/>
              <a:gd name="connsiteY20" fmla="*/ 106008 h 236466"/>
              <a:gd name="connsiteX21" fmla="*/ 177100 w 237706"/>
              <a:gd name="connsiteY21" fmla="*/ 78960 h 236466"/>
              <a:gd name="connsiteX22" fmla="*/ 146195 w 237706"/>
              <a:gd name="connsiteY22" fmla="*/ 53510 h 236466"/>
              <a:gd name="connsiteX23" fmla="*/ 131078 w 237706"/>
              <a:gd name="connsiteY23" fmla="*/ 50458 h 236466"/>
              <a:gd name="connsiteX24" fmla="*/ 106628 w 237706"/>
              <a:gd name="connsiteY24" fmla="*/ 0 h 236466"/>
              <a:gd name="connsiteX25" fmla="*/ 106628 w 237706"/>
              <a:gd name="connsiteY25" fmla="*/ 50458 h 236466"/>
              <a:gd name="connsiteX26" fmla="*/ 91511 w 237706"/>
              <a:gd name="connsiteY26" fmla="*/ 53510 h 236466"/>
              <a:gd name="connsiteX27" fmla="*/ 60606 w 237706"/>
              <a:gd name="connsiteY27" fmla="*/ 78960 h 236466"/>
              <a:gd name="connsiteX28" fmla="*/ 52344 w 237706"/>
              <a:gd name="connsiteY28" fmla="*/ 106008 h 236466"/>
              <a:gd name="connsiteX29" fmla="*/ 0 w 237706"/>
              <a:gd name="connsiteY29" fmla="*/ 106008 h 236466"/>
              <a:gd name="connsiteX30" fmla="*/ 3579 w 237706"/>
              <a:gd name="connsiteY30" fmla="*/ 82340 h 236466"/>
              <a:gd name="connsiteX31" fmla="*/ 71871 w 237706"/>
              <a:gd name="connsiteY31" fmla="*/ 7017 h 236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37706" h="236466">
                <a:moveTo>
                  <a:pt x="185362" y="130458"/>
                </a:moveTo>
                <a:lnTo>
                  <a:pt x="237706" y="130458"/>
                </a:lnTo>
                <a:lnTo>
                  <a:pt x="234128" y="154126"/>
                </a:lnTo>
                <a:cubicBezTo>
                  <a:pt x="223548" y="188141"/>
                  <a:pt x="198326" y="215706"/>
                  <a:pt x="165835" y="229449"/>
                </a:cubicBezTo>
                <a:lnTo>
                  <a:pt x="131078" y="236466"/>
                </a:lnTo>
                <a:lnTo>
                  <a:pt x="131078" y="186008"/>
                </a:lnTo>
                <a:lnTo>
                  <a:pt x="146195" y="182956"/>
                </a:lnTo>
                <a:cubicBezTo>
                  <a:pt x="158800" y="177624"/>
                  <a:pt x="169526" y="168717"/>
                  <a:pt x="177100" y="157507"/>
                </a:cubicBezTo>
                <a:close/>
                <a:moveTo>
                  <a:pt x="0" y="130458"/>
                </a:moveTo>
                <a:lnTo>
                  <a:pt x="52344" y="130458"/>
                </a:lnTo>
                <a:lnTo>
                  <a:pt x="60606" y="157507"/>
                </a:lnTo>
                <a:cubicBezTo>
                  <a:pt x="68180" y="168717"/>
                  <a:pt x="78906" y="177624"/>
                  <a:pt x="91511" y="182956"/>
                </a:cubicBezTo>
                <a:lnTo>
                  <a:pt x="106628" y="186008"/>
                </a:lnTo>
                <a:lnTo>
                  <a:pt x="106628" y="236466"/>
                </a:lnTo>
                <a:lnTo>
                  <a:pt x="71871" y="229449"/>
                </a:lnTo>
                <a:cubicBezTo>
                  <a:pt x="39380" y="215706"/>
                  <a:pt x="14159" y="188141"/>
                  <a:pt x="3579" y="154126"/>
                </a:cubicBezTo>
                <a:close/>
                <a:moveTo>
                  <a:pt x="131078" y="0"/>
                </a:moveTo>
                <a:lnTo>
                  <a:pt x="165835" y="7017"/>
                </a:lnTo>
                <a:cubicBezTo>
                  <a:pt x="198326" y="20760"/>
                  <a:pt x="223548" y="48325"/>
                  <a:pt x="234128" y="82340"/>
                </a:cubicBezTo>
                <a:lnTo>
                  <a:pt x="237706" y="106008"/>
                </a:lnTo>
                <a:lnTo>
                  <a:pt x="185362" y="106008"/>
                </a:lnTo>
                <a:lnTo>
                  <a:pt x="177100" y="78960"/>
                </a:lnTo>
                <a:cubicBezTo>
                  <a:pt x="169526" y="67749"/>
                  <a:pt x="158800" y="58842"/>
                  <a:pt x="146195" y="53510"/>
                </a:cubicBezTo>
                <a:lnTo>
                  <a:pt x="131078" y="50458"/>
                </a:lnTo>
                <a:close/>
                <a:moveTo>
                  <a:pt x="106628" y="0"/>
                </a:moveTo>
                <a:lnTo>
                  <a:pt x="106628" y="50458"/>
                </a:lnTo>
                <a:lnTo>
                  <a:pt x="91511" y="53510"/>
                </a:lnTo>
                <a:cubicBezTo>
                  <a:pt x="78906" y="58842"/>
                  <a:pt x="68180" y="67749"/>
                  <a:pt x="60606" y="78960"/>
                </a:cubicBezTo>
                <a:lnTo>
                  <a:pt x="52344" y="106008"/>
                </a:lnTo>
                <a:lnTo>
                  <a:pt x="0" y="106008"/>
                </a:lnTo>
                <a:lnTo>
                  <a:pt x="3579" y="82340"/>
                </a:lnTo>
                <a:cubicBezTo>
                  <a:pt x="14159" y="48325"/>
                  <a:pt x="39380" y="20760"/>
                  <a:pt x="71871" y="701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="" xmlns:a16="http://schemas.microsoft.com/office/drawing/2014/main" id="{1CB88625-BD84-4AC0-8A04-F9D426252DC6}"/>
              </a:ext>
            </a:extLst>
          </p:cNvPr>
          <p:cNvSpPr/>
          <p:nvPr userDrawn="1"/>
        </p:nvSpPr>
        <p:spPr>
          <a:xfrm rot="10800000" flipH="1">
            <a:off x="1016764" y="1689879"/>
            <a:ext cx="80588" cy="80588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Top Corners Rounded 53">
            <a:extLst>
              <a:ext uri="{FF2B5EF4-FFF2-40B4-BE49-F238E27FC236}">
                <a16:creationId xmlns="" xmlns:a16="http://schemas.microsoft.com/office/drawing/2014/main" id="{FDB0D61A-55FF-42B8-B442-7B044B1376C5}"/>
              </a:ext>
            </a:extLst>
          </p:cNvPr>
          <p:cNvSpPr/>
          <p:nvPr userDrawn="1"/>
        </p:nvSpPr>
        <p:spPr>
          <a:xfrm rot="10800000" flipH="1">
            <a:off x="478272" y="255586"/>
            <a:ext cx="1246034" cy="7118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: Top Corners Rounded 54">
            <a:extLst>
              <a:ext uri="{FF2B5EF4-FFF2-40B4-BE49-F238E27FC236}">
                <a16:creationId xmlns="" xmlns:a16="http://schemas.microsoft.com/office/drawing/2014/main" id="{18A1D6DB-506D-44F9-B480-A76B310C3E71}"/>
              </a:ext>
            </a:extLst>
          </p:cNvPr>
          <p:cNvSpPr/>
          <p:nvPr userDrawn="1"/>
        </p:nvSpPr>
        <p:spPr>
          <a:xfrm rot="10800000" flipH="1">
            <a:off x="640963" y="322185"/>
            <a:ext cx="920653" cy="2560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DC50F240-F8DE-4A86-B350-32B373D2B6BC}"/>
              </a:ext>
            </a:extLst>
          </p:cNvPr>
          <p:cNvSpPr txBox="1"/>
          <p:nvPr userDrawn="1"/>
        </p:nvSpPr>
        <p:spPr>
          <a:xfrm>
            <a:off x="292045" y="6035759"/>
            <a:ext cx="3434108" cy="500056"/>
          </a:xfrm>
          <a:custGeom>
            <a:avLst/>
            <a:gdLst>
              <a:gd name="connsiteX0" fmla="*/ 918715 w 3349328"/>
              <a:gd name="connsiteY0" fmla="*/ 111816 h 487710"/>
              <a:gd name="connsiteX1" fmla="*/ 918715 w 3349328"/>
              <a:gd name="connsiteY1" fmla="*/ 374535 h 487710"/>
              <a:gd name="connsiteX2" fmla="*/ 946303 w 3349328"/>
              <a:gd name="connsiteY2" fmla="*/ 374535 h 487710"/>
              <a:gd name="connsiteX3" fmla="*/ 1052905 w 3349328"/>
              <a:gd name="connsiteY3" fmla="*/ 327170 h 487710"/>
              <a:gd name="connsiteX4" fmla="*/ 1079813 w 3349328"/>
              <a:gd name="connsiteY4" fmla="*/ 243005 h 487710"/>
              <a:gd name="connsiteX5" fmla="*/ 1052905 w 3349328"/>
              <a:gd name="connsiteY5" fmla="*/ 159181 h 487710"/>
              <a:gd name="connsiteX6" fmla="*/ 946303 w 3349328"/>
              <a:gd name="connsiteY6" fmla="*/ 111816 h 487710"/>
              <a:gd name="connsiteX7" fmla="*/ 2629830 w 3349328"/>
              <a:gd name="connsiteY7" fmla="*/ 102981 h 487710"/>
              <a:gd name="connsiteX8" fmla="*/ 2629830 w 3349328"/>
              <a:gd name="connsiteY8" fmla="*/ 218535 h 487710"/>
              <a:gd name="connsiteX9" fmla="*/ 2652342 w 3349328"/>
              <a:gd name="connsiteY9" fmla="*/ 218535 h 487710"/>
              <a:gd name="connsiteX10" fmla="*/ 2707256 w 3349328"/>
              <a:gd name="connsiteY10" fmla="*/ 202610 h 487710"/>
              <a:gd name="connsiteX11" fmla="*/ 2725333 w 3349328"/>
              <a:gd name="connsiteY11" fmla="*/ 160588 h 487710"/>
              <a:gd name="connsiteX12" fmla="*/ 2707256 w 3349328"/>
              <a:gd name="connsiteY12" fmla="*/ 118906 h 487710"/>
              <a:gd name="connsiteX13" fmla="*/ 2652342 w 3349328"/>
              <a:gd name="connsiteY13" fmla="*/ 102981 h 487710"/>
              <a:gd name="connsiteX14" fmla="*/ 222349 w 3349328"/>
              <a:gd name="connsiteY14" fmla="*/ 23791 h 487710"/>
              <a:gd name="connsiteX15" fmla="*/ 343001 w 3349328"/>
              <a:gd name="connsiteY15" fmla="*/ 23791 h 487710"/>
              <a:gd name="connsiteX16" fmla="*/ 564934 w 3349328"/>
              <a:gd name="connsiteY16" fmla="*/ 307580 h 487710"/>
              <a:gd name="connsiteX17" fmla="*/ 564934 w 3349328"/>
              <a:gd name="connsiteY17" fmla="*/ 23791 h 487710"/>
              <a:gd name="connsiteX18" fmla="*/ 685587 w 3349328"/>
              <a:gd name="connsiteY18" fmla="*/ 23791 h 487710"/>
              <a:gd name="connsiteX19" fmla="*/ 685587 w 3349328"/>
              <a:gd name="connsiteY19" fmla="*/ 487710 h 487710"/>
              <a:gd name="connsiteX20" fmla="*/ 564934 w 3349328"/>
              <a:gd name="connsiteY20" fmla="*/ 487710 h 487710"/>
              <a:gd name="connsiteX21" fmla="*/ 343001 w 3349328"/>
              <a:gd name="connsiteY21" fmla="*/ 203580 h 487710"/>
              <a:gd name="connsiteX22" fmla="*/ 343001 w 3349328"/>
              <a:gd name="connsiteY22" fmla="*/ 487710 h 487710"/>
              <a:gd name="connsiteX23" fmla="*/ 222349 w 3349328"/>
              <a:gd name="connsiteY23" fmla="*/ 487710 h 487710"/>
              <a:gd name="connsiteX24" fmla="*/ 0 w 3349328"/>
              <a:gd name="connsiteY24" fmla="*/ 23791 h 487710"/>
              <a:gd name="connsiteX25" fmla="*/ 120653 w 3349328"/>
              <a:gd name="connsiteY25" fmla="*/ 23791 h 487710"/>
              <a:gd name="connsiteX26" fmla="*/ 120653 w 3349328"/>
              <a:gd name="connsiteY26" fmla="*/ 487710 h 487710"/>
              <a:gd name="connsiteX27" fmla="*/ 0 w 3349328"/>
              <a:gd name="connsiteY27" fmla="*/ 487710 h 487710"/>
              <a:gd name="connsiteX28" fmla="*/ 2887110 w 3349328"/>
              <a:gd name="connsiteY28" fmla="*/ 11217 h 487710"/>
              <a:gd name="connsiteX29" fmla="*/ 3031213 w 3349328"/>
              <a:gd name="connsiteY29" fmla="*/ 11217 h 487710"/>
              <a:gd name="connsiteX30" fmla="*/ 3118899 w 3349328"/>
              <a:gd name="connsiteY30" fmla="*/ 137647 h 487710"/>
              <a:gd name="connsiteX31" fmla="*/ 3203186 w 3349328"/>
              <a:gd name="connsiteY31" fmla="*/ 11217 h 487710"/>
              <a:gd name="connsiteX32" fmla="*/ 3349328 w 3349328"/>
              <a:gd name="connsiteY32" fmla="*/ 11217 h 487710"/>
              <a:gd name="connsiteX33" fmla="*/ 3175657 w 3349328"/>
              <a:gd name="connsiteY33" fmla="*/ 252183 h 487710"/>
              <a:gd name="connsiteX34" fmla="*/ 3175657 w 3349328"/>
              <a:gd name="connsiteY34" fmla="*/ 475135 h 487710"/>
              <a:gd name="connsiteX35" fmla="*/ 3055003 w 3349328"/>
              <a:gd name="connsiteY35" fmla="*/ 475135 h 487710"/>
              <a:gd name="connsiteX36" fmla="*/ 3055003 w 3349328"/>
              <a:gd name="connsiteY36" fmla="*/ 252183 h 487710"/>
              <a:gd name="connsiteX37" fmla="*/ 2509178 w 3349328"/>
              <a:gd name="connsiteY37" fmla="*/ 11217 h 487710"/>
              <a:gd name="connsiteX38" fmla="*/ 2696784 w 3349328"/>
              <a:gd name="connsiteY38" fmla="*/ 11217 h 487710"/>
              <a:gd name="connsiteX39" fmla="*/ 2818457 w 3349328"/>
              <a:gd name="connsiteY39" fmla="*/ 60497 h 487710"/>
              <a:gd name="connsiteX40" fmla="*/ 2850405 w 3349328"/>
              <a:gd name="connsiteY40" fmla="*/ 153960 h 487710"/>
              <a:gd name="connsiteX41" fmla="*/ 2813699 w 3349328"/>
              <a:gd name="connsiteY41" fmla="*/ 252183 h 487710"/>
              <a:gd name="connsiteX42" fmla="*/ 2749123 w 3349328"/>
              <a:gd name="connsiteY42" fmla="*/ 284810 h 487710"/>
              <a:gd name="connsiteX43" fmla="*/ 2894927 w 3349328"/>
              <a:gd name="connsiteY43" fmla="*/ 475135 h 487710"/>
              <a:gd name="connsiteX44" fmla="*/ 2745046 w 3349328"/>
              <a:gd name="connsiteY44" fmla="*/ 475135 h 487710"/>
              <a:gd name="connsiteX45" fmla="*/ 2629830 w 3349328"/>
              <a:gd name="connsiteY45" fmla="*/ 297045 h 487710"/>
              <a:gd name="connsiteX46" fmla="*/ 2629830 w 3349328"/>
              <a:gd name="connsiteY46" fmla="*/ 475135 h 487710"/>
              <a:gd name="connsiteX47" fmla="*/ 2509178 w 3349328"/>
              <a:gd name="connsiteY47" fmla="*/ 475135 h 487710"/>
              <a:gd name="connsiteX48" fmla="*/ 2136647 w 3349328"/>
              <a:gd name="connsiteY48" fmla="*/ 11217 h 487710"/>
              <a:gd name="connsiteX49" fmla="*/ 2455441 w 3349328"/>
              <a:gd name="connsiteY49" fmla="*/ 11217 h 487710"/>
              <a:gd name="connsiteX50" fmla="*/ 2455441 w 3349328"/>
              <a:gd name="connsiteY50" fmla="*/ 111816 h 487710"/>
              <a:gd name="connsiteX51" fmla="*/ 2355520 w 3349328"/>
              <a:gd name="connsiteY51" fmla="*/ 111816 h 487710"/>
              <a:gd name="connsiteX52" fmla="*/ 2355520 w 3349328"/>
              <a:gd name="connsiteY52" fmla="*/ 475135 h 487710"/>
              <a:gd name="connsiteX53" fmla="*/ 2234868 w 3349328"/>
              <a:gd name="connsiteY53" fmla="*/ 475135 h 487710"/>
              <a:gd name="connsiteX54" fmla="*/ 2234868 w 3349328"/>
              <a:gd name="connsiteY54" fmla="*/ 111816 h 487710"/>
              <a:gd name="connsiteX55" fmla="*/ 2136647 w 3349328"/>
              <a:gd name="connsiteY55" fmla="*/ 111816 h 487710"/>
              <a:gd name="connsiteX56" fmla="*/ 1281429 w 3349328"/>
              <a:gd name="connsiteY56" fmla="*/ 11217 h 487710"/>
              <a:gd name="connsiteX57" fmla="*/ 1402081 w 3349328"/>
              <a:gd name="connsiteY57" fmla="*/ 11217 h 487710"/>
              <a:gd name="connsiteX58" fmla="*/ 1402081 w 3349328"/>
              <a:gd name="connsiteY58" fmla="*/ 262151 h 487710"/>
              <a:gd name="connsiteX59" fmla="*/ 1403101 w 3349328"/>
              <a:gd name="connsiteY59" fmla="*/ 307310 h 487710"/>
              <a:gd name="connsiteX60" fmla="*/ 1446264 w 3349328"/>
              <a:gd name="connsiteY60" fmla="*/ 373180 h 487710"/>
              <a:gd name="connsiteX61" fmla="*/ 1482289 w 3349328"/>
              <a:gd name="connsiteY61" fmla="*/ 380992 h 487710"/>
              <a:gd name="connsiteX62" fmla="*/ 1548903 w 3349328"/>
              <a:gd name="connsiteY62" fmla="*/ 350091 h 487710"/>
              <a:gd name="connsiteX63" fmla="*/ 1565557 w 3349328"/>
              <a:gd name="connsiteY63" fmla="*/ 262151 h 487710"/>
              <a:gd name="connsiteX64" fmla="*/ 1565557 w 3349328"/>
              <a:gd name="connsiteY64" fmla="*/ 11217 h 487710"/>
              <a:gd name="connsiteX65" fmla="*/ 1686210 w 3349328"/>
              <a:gd name="connsiteY65" fmla="*/ 11217 h 487710"/>
              <a:gd name="connsiteX66" fmla="*/ 1686210 w 3349328"/>
              <a:gd name="connsiteY66" fmla="*/ 278692 h 487710"/>
              <a:gd name="connsiteX67" fmla="*/ 1679413 w 3349328"/>
              <a:gd name="connsiteY67" fmla="*/ 350064 h 487710"/>
              <a:gd name="connsiteX68" fmla="*/ 1629112 w 3349328"/>
              <a:gd name="connsiteY68" fmla="*/ 433672 h 487710"/>
              <a:gd name="connsiteX69" fmla="*/ 1478212 w 3349328"/>
              <a:gd name="connsiteY69" fmla="*/ 487030 h 487710"/>
              <a:gd name="connsiteX70" fmla="*/ 1327990 w 3349328"/>
              <a:gd name="connsiteY70" fmla="*/ 432652 h 487710"/>
              <a:gd name="connsiteX71" fmla="*/ 1288906 w 3349328"/>
              <a:gd name="connsiteY71" fmla="*/ 360940 h 487710"/>
              <a:gd name="connsiteX72" fmla="*/ 1281429 w 3349328"/>
              <a:gd name="connsiteY72" fmla="*/ 278692 h 487710"/>
              <a:gd name="connsiteX73" fmla="*/ 798063 w 3349328"/>
              <a:gd name="connsiteY73" fmla="*/ 11217 h 487710"/>
              <a:gd name="connsiteX74" fmla="*/ 976153 w 3349328"/>
              <a:gd name="connsiteY74" fmla="*/ 11217 h 487710"/>
              <a:gd name="connsiteX75" fmla="*/ 1097146 w 3349328"/>
              <a:gd name="connsiteY75" fmla="*/ 47581 h 487710"/>
              <a:gd name="connsiteX76" fmla="*/ 1181093 w 3349328"/>
              <a:gd name="connsiteY76" fmla="*/ 142065 h 487710"/>
              <a:gd name="connsiteX77" fmla="*/ 1204883 w 3349328"/>
              <a:gd name="connsiteY77" fmla="*/ 243005 h 487710"/>
              <a:gd name="connsiteX78" fmla="*/ 1161210 w 3349328"/>
              <a:gd name="connsiteY78" fmla="*/ 377084 h 487710"/>
              <a:gd name="connsiteX79" fmla="*/ 1049564 w 3349328"/>
              <a:gd name="connsiteY79" fmla="*/ 462560 h 487710"/>
              <a:gd name="connsiteX80" fmla="*/ 976153 w 3349328"/>
              <a:gd name="connsiteY80" fmla="*/ 475135 h 487710"/>
              <a:gd name="connsiteX81" fmla="*/ 798063 w 3349328"/>
              <a:gd name="connsiteY81" fmla="*/ 475135 h 487710"/>
              <a:gd name="connsiteX82" fmla="*/ 1939788 w 3349328"/>
              <a:gd name="connsiteY82" fmla="*/ 0 h 487710"/>
              <a:gd name="connsiteX83" fmla="*/ 2086950 w 3349328"/>
              <a:gd name="connsiteY83" fmla="*/ 37726 h 487710"/>
              <a:gd name="connsiteX84" fmla="*/ 2038689 w 3349328"/>
              <a:gd name="connsiteY84" fmla="*/ 131529 h 487710"/>
              <a:gd name="connsiteX85" fmla="*/ 1958953 w 3349328"/>
              <a:gd name="connsiteY85" fmla="*/ 100602 h 487710"/>
              <a:gd name="connsiteX86" fmla="*/ 1924196 w 3349328"/>
              <a:gd name="connsiteY86" fmla="*/ 110494 h 487710"/>
              <a:gd name="connsiteX87" fmla="*/ 1906822 w 3349328"/>
              <a:gd name="connsiteY87" fmla="*/ 140514 h 487710"/>
              <a:gd name="connsiteX88" fmla="*/ 1929629 w 3349328"/>
              <a:gd name="connsiteY88" fmla="*/ 172233 h 487710"/>
              <a:gd name="connsiteX89" fmla="*/ 1990911 w 3349328"/>
              <a:gd name="connsiteY89" fmla="*/ 193384 h 487710"/>
              <a:gd name="connsiteX90" fmla="*/ 2082150 w 3349328"/>
              <a:gd name="connsiteY90" fmla="*/ 246468 h 487710"/>
              <a:gd name="connsiteX91" fmla="*/ 2105644 w 3349328"/>
              <a:gd name="connsiteY91" fmla="*/ 321663 h 487710"/>
              <a:gd name="connsiteX92" fmla="*/ 2002323 w 3349328"/>
              <a:gd name="connsiteY92" fmla="*/ 475119 h 487710"/>
              <a:gd name="connsiteX93" fmla="*/ 1924834 w 3349328"/>
              <a:gd name="connsiteY93" fmla="*/ 487710 h 487710"/>
              <a:gd name="connsiteX94" fmla="*/ 1763397 w 3349328"/>
              <a:gd name="connsiteY94" fmla="*/ 435031 h 487710"/>
              <a:gd name="connsiteX95" fmla="*/ 1815056 w 3349328"/>
              <a:gd name="connsiteY95" fmla="*/ 337828 h 487710"/>
              <a:gd name="connsiteX96" fmla="*/ 1921653 w 3349328"/>
              <a:gd name="connsiteY96" fmla="*/ 387110 h 487710"/>
              <a:gd name="connsiteX97" fmla="*/ 1961503 w 3349328"/>
              <a:gd name="connsiteY97" fmla="*/ 376122 h 487710"/>
              <a:gd name="connsiteX98" fmla="*/ 1980572 w 3349328"/>
              <a:gd name="connsiteY98" fmla="*/ 341106 h 487710"/>
              <a:gd name="connsiteX99" fmla="*/ 1959463 w 3349328"/>
              <a:gd name="connsiteY99" fmla="*/ 306773 h 487710"/>
              <a:gd name="connsiteX100" fmla="*/ 1906693 w 3349328"/>
              <a:gd name="connsiteY100" fmla="*/ 285828 h 487710"/>
              <a:gd name="connsiteX101" fmla="*/ 1850180 w 3349328"/>
              <a:gd name="connsiteY101" fmla="*/ 267498 h 487710"/>
              <a:gd name="connsiteX102" fmla="*/ 1818860 w 3349328"/>
              <a:gd name="connsiteY102" fmla="*/ 249165 h 487710"/>
              <a:gd name="connsiteX103" fmla="*/ 1781750 w 3349328"/>
              <a:gd name="connsiteY103" fmla="*/ 156833 h 487710"/>
              <a:gd name="connsiteX104" fmla="*/ 1820155 w 3349328"/>
              <a:gd name="connsiteY104" fmla="*/ 49903 h 487710"/>
              <a:gd name="connsiteX105" fmla="*/ 1939788 w 3349328"/>
              <a:gd name="connsiteY105" fmla="*/ 0 h 487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328" h="487710">
                <a:moveTo>
                  <a:pt x="918715" y="111816"/>
                </a:moveTo>
                <a:lnTo>
                  <a:pt x="918715" y="374535"/>
                </a:lnTo>
                <a:lnTo>
                  <a:pt x="946303" y="374535"/>
                </a:lnTo>
                <a:cubicBezTo>
                  <a:pt x="993757" y="374535"/>
                  <a:pt x="1029291" y="358747"/>
                  <a:pt x="1052905" y="327170"/>
                </a:cubicBezTo>
                <a:cubicBezTo>
                  <a:pt x="1070843" y="303090"/>
                  <a:pt x="1079813" y="275035"/>
                  <a:pt x="1079813" y="243005"/>
                </a:cubicBezTo>
                <a:cubicBezTo>
                  <a:pt x="1079813" y="210977"/>
                  <a:pt x="1070843" y="183035"/>
                  <a:pt x="1052905" y="159181"/>
                </a:cubicBezTo>
                <a:cubicBezTo>
                  <a:pt x="1029065" y="127605"/>
                  <a:pt x="993530" y="111816"/>
                  <a:pt x="946303" y="111816"/>
                </a:cubicBezTo>
                <a:close/>
                <a:moveTo>
                  <a:pt x="2629830" y="102981"/>
                </a:moveTo>
                <a:lnTo>
                  <a:pt x="2629830" y="218535"/>
                </a:lnTo>
                <a:lnTo>
                  <a:pt x="2652342" y="218535"/>
                </a:lnTo>
                <a:cubicBezTo>
                  <a:pt x="2677810" y="218535"/>
                  <a:pt x="2696115" y="213227"/>
                  <a:pt x="2707256" y="202610"/>
                </a:cubicBezTo>
                <a:cubicBezTo>
                  <a:pt x="2719308" y="191085"/>
                  <a:pt x="2725333" y="177079"/>
                  <a:pt x="2725333" y="160588"/>
                </a:cubicBezTo>
                <a:cubicBezTo>
                  <a:pt x="2725333" y="144097"/>
                  <a:pt x="2719308" y="130203"/>
                  <a:pt x="2707256" y="118906"/>
                </a:cubicBezTo>
                <a:cubicBezTo>
                  <a:pt x="2695885" y="108289"/>
                  <a:pt x="2677580" y="102981"/>
                  <a:pt x="2652342" y="102981"/>
                </a:cubicBezTo>
                <a:close/>
                <a:moveTo>
                  <a:pt x="222349" y="23791"/>
                </a:moveTo>
                <a:lnTo>
                  <a:pt x="343001" y="23791"/>
                </a:lnTo>
                <a:lnTo>
                  <a:pt x="564934" y="307580"/>
                </a:lnTo>
                <a:lnTo>
                  <a:pt x="564934" y="23791"/>
                </a:lnTo>
                <a:lnTo>
                  <a:pt x="685587" y="23791"/>
                </a:lnTo>
                <a:lnTo>
                  <a:pt x="685587" y="487710"/>
                </a:lnTo>
                <a:lnTo>
                  <a:pt x="564934" y="487710"/>
                </a:lnTo>
                <a:lnTo>
                  <a:pt x="343001" y="203580"/>
                </a:lnTo>
                <a:lnTo>
                  <a:pt x="343001" y="487710"/>
                </a:lnTo>
                <a:lnTo>
                  <a:pt x="222349" y="487710"/>
                </a:lnTo>
                <a:close/>
                <a:moveTo>
                  <a:pt x="0" y="23791"/>
                </a:moveTo>
                <a:lnTo>
                  <a:pt x="120653" y="23791"/>
                </a:lnTo>
                <a:lnTo>
                  <a:pt x="120653" y="487710"/>
                </a:lnTo>
                <a:lnTo>
                  <a:pt x="0" y="487710"/>
                </a:lnTo>
                <a:close/>
                <a:moveTo>
                  <a:pt x="2887110" y="11217"/>
                </a:moveTo>
                <a:lnTo>
                  <a:pt x="3031213" y="11217"/>
                </a:lnTo>
                <a:lnTo>
                  <a:pt x="3118899" y="137647"/>
                </a:lnTo>
                <a:lnTo>
                  <a:pt x="3203186" y="11217"/>
                </a:lnTo>
                <a:lnTo>
                  <a:pt x="3349328" y="11217"/>
                </a:lnTo>
                <a:lnTo>
                  <a:pt x="3175657" y="252183"/>
                </a:lnTo>
                <a:lnTo>
                  <a:pt x="3175657" y="475135"/>
                </a:lnTo>
                <a:lnTo>
                  <a:pt x="3055003" y="475135"/>
                </a:lnTo>
                <a:lnTo>
                  <a:pt x="3055003" y="252183"/>
                </a:lnTo>
                <a:close/>
                <a:moveTo>
                  <a:pt x="2509178" y="11217"/>
                </a:moveTo>
                <a:lnTo>
                  <a:pt x="2696784" y="11217"/>
                </a:lnTo>
                <a:cubicBezTo>
                  <a:pt x="2751617" y="11217"/>
                  <a:pt x="2792173" y="27643"/>
                  <a:pt x="2818457" y="60497"/>
                </a:cubicBezTo>
                <a:cubicBezTo>
                  <a:pt x="2839755" y="87006"/>
                  <a:pt x="2850405" y="118161"/>
                  <a:pt x="2850405" y="153960"/>
                </a:cubicBezTo>
                <a:cubicBezTo>
                  <a:pt x="2850405" y="194971"/>
                  <a:pt x="2838170" y="227712"/>
                  <a:pt x="2813699" y="252183"/>
                </a:cubicBezTo>
                <a:cubicBezTo>
                  <a:pt x="2798065" y="267816"/>
                  <a:pt x="2776540" y="278692"/>
                  <a:pt x="2749123" y="284810"/>
                </a:cubicBezTo>
                <a:lnTo>
                  <a:pt x="2894927" y="475135"/>
                </a:lnTo>
                <a:lnTo>
                  <a:pt x="2745046" y="475135"/>
                </a:lnTo>
                <a:lnTo>
                  <a:pt x="2629830" y="297045"/>
                </a:lnTo>
                <a:lnTo>
                  <a:pt x="2629830" y="475135"/>
                </a:lnTo>
                <a:lnTo>
                  <a:pt x="2509178" y="475135"/>
                </a:lnTo>
                <a:close/>
                <a:moveTo>
                  <a:pt x="2136647" y="11217"/>
                </a:moveTo>
                <a:lnTo>
                  <a:pt x="2455441" y="11217"/>
                </a:lnTo>
                <a:lnTo>
                  <a:pt x="2455441" y="111816"/>
                </a:lnTo>
                <a:lnTo>
                  <a:pt x="2355520" y="111816"/>
                </a:lnTo>
                <a:lnTo>
                  <a:pt x="2355520" y="475135"/>
                </a:lnTo>
                <a:lnTo>
                  <a:pt x="2234868" y="475135"/>
                </a:lnTo>
                <a:lnTo>
                  <a:pt x="2234868" y="111816"/>
                </a:lnTo>
                <a:lnTo>
                  <a:pt x="2136647" y="111816"/>
                </a:lnTo>
                <a:close/>
                <a:moveTo>
                  <a:pt x="1281429" y="11217"/>
                </a:moveTo>
                <a:lnTo>
                  <a:pt x="1402081" y="11217"/>
                </a:lnTo>
                <a:lnTo>
                  <a:pt x="1402081" y="262151"/>
                </a:lnTo>
                <a:cubicBezTo>
                  <a:pt x="1402081" y="282294"/>
                  <a:pt x="1402421" y="297347"/>
                  <a:pt x="1403101" y="307310"/>
                </a:cubicBezTo>
                <a:cubicBezTo>
                  <a:pt x="1405367" y="338775"/>
                  <a:pt x="1419754" y="360733"/>
                  <a:pt x="1446264" y="373180"/>
                </a:cubicBezTo>
                <a:cubicBezTo>
                  <a:pt x="1457139" y="378388"/>
                  <a:pt x="1469148" y="380992"/>
                  <a:pt x="1482289" y="380992"/>
                </a:cubicBezTo>
                <a:cubicBezTo>
                  <a:pt x="1511745" y="380992"/>
                  <a:pt x="1533949" y="370691"/>
                  <a:pt x="1548903" y="350091"/>
                </a:cubicBezTo>
                <a:cubicBezTo>
                  <a:pt x="1560006" y="334924"/>
                  <a:pt x="1565557" y="305610"/>
                  <a:pt x="1565557" y="262151"/>
                </a:cubicBezTo>
                <a:lnTo>
                  <a:pt x="1565557" y="11217"/>
                </a:lnTo>
                <a:lnTo>
                  <a:pt x="1686210" y="11217"/>
                </a:lnTo>
                <a:lnTo>
                  <a:pt x="1686210" y="278692"/>
                </a:lnTo>
                <a:cubicBezTo>
                  <a:pt x="1686210" y="306561"/>
                  <a:pt x="1683944" y="330351"/>
                  <a:pt x="1679413" y="350064"/>
                </a:cubicBezTo>
                <a:cubicBezTo>
                  <a:pt x="1672389" y="380652"/>
                  <a:pt x="1655622" y="408522"/>
                  <a:pt x="1629112" y="433672"/>
                </a:cubicBezTo>
                <a:cubicBezTo>
                  <a:pt x="1591500" y="469244"/>
                  <a:pt x="1541200" y="487030"/>
                  <a:pt x="1478212" y="487030"/>
                </a:cubicBezTo>
                <a:cubicBezTo>
                  <a:pt x="1414090" y="487030"/>
                  <a:pt x="1364016" y="468904"/>
                  <a:pt x="1327990" y="432652"/>
                </a:cubicBezTo>
                <a:cubicBezTo>
                  <a:pt x="1308958" y="413619"/>
                  <a:pt x="1295929" y="389715"/>
                  <a:pt x="1288906" y="360940"/>
                </a:cubicBezTo>
                <a:cubicBezTo>
                  <a:pt x="1283921" y="340548"/>
                  <a:pt x="1281429" y="313131"/>
                  <a:pt x="1281429" y="278692"/>
                </a:cubicBezTo>
                <a:close/>
                <a:moveTo>
                  <a:pt x="798063" y="11217"/>
                </a:moveTo>
                <a:lnTo>
                  <a:pt x="976153" y="11217"/>
                </a:lnTo>
                <a:cubicBezTo>
                  <a:pt x="1019656" y="11217"/>
                  <a:pt x="1059987" y="23337"/>
                  <a:pt x="1097146" y="47581"/>
                </a:cubicBezTo>
                <a:cubicBezTo>
                  <a:pt x="1133625" y="71146"/>
                  <a:pt x="1161607" y="102641"/>
                  <a:pt x="1181093" y="142065"/>
                </a:cubicBezTo>
                <a:cubicBezTo>
                  <a:pt x="1196954" y="174692"/>
                  <a:pt x="1204883" y="208339"/>
                  <a:pt x="1204883" y="243005"/>
                </a:cubicBezTo>
                <a:cubicBezTo>
                  <a:pt x="1204883" y="291267"/>
                  <a:pt x="1190325" y="335960"/>
                  <a:pt x="1161210" y="377084"/>
                </a:cubicBezTo>
                <a:cubicBezTo>
                  <a:pt x="1132096" y="418207"/>
                  <a:pt x="1094879" y="446699"/>
                  <a:pt x="1049564" y="462560"/>
                </a:cubicBezTo>
                <a:cubicBezTo>
                  <a:pt x="1025547" y="470943"/>
                  <a:pt x="1001077" y="475135"/>
                  <a:pt x="976153" y="475135"/>
                </a:cubicBezTo>
                <a:lnTo>
                  <a:pt x="798063" y="475135"/>
                </a:lnTo>
                <a:close/>
                <a:moveTo>
                  <a:pt x="1939788" y="0"/>
                </a:moveTo>
                <a:cubicBezTo>
                  <a:pt x="1989862" y="0"/>
                  <a:pt x="2038916" y="12575"/>
                  <a:pt x="2086950" y="37726"/>
                </a:cubicBezTo>
                <a:lnTo>
                  <a:pt x="2038689" y="131529"/>
                </a:lnTo>
                <a:cubicBezTo>
                  <a:pt x="2012339" y="110910"/>
                  <a:pt x="1985760" y="100602"/>
                  <a:pt x="1958953" y="100602"/>
                </a:cubicBezTo>
                <a:cubicBezTo>
                  <a:pt x="1946007" y="100602"/>
                  <a:pt x="1934421" y="103899"/>
                  <a:pt x="1924196" y="110494"/>
                </a:cubicBezTo>
                <a:cubicBezTo>
                  <a:pt x="1912613" y="118000"/>
                  <a:pt x="1906822" y="128007"/>
                  <a:pt x="1906822" y="140514"/>
                </a:cubicBezTo>
                <a:cubicBezTo>
                  <a:pt x="1906822" y="152792"/>
                  <a:pt x="1914423" y="163365"/>
                  <a:pt x="1929629" y="172233"/>
                </a:cubicBezTo>
                <a:cubicBezTo>
                  <a:pt x="1936440" y="176330"/>
                  <a:pt x="1956869" y="183380"/>
                  <a:pt x="1990911" y="193384"/>
                </a:cubicBezTo>
                <a:cubicBezTo>
                  <a:pt x="2033583" y="205862"/>
                  <a:pt x="2063995" y="223556"/>
                  <a:pt x="2082150" y="246468"/>
                </a:cubicBezTo>
                <a:cubicBezTo>
                  <a:pt x="2097812" y="265976"/>
                  <a:pt x="2105644" y="291040"/>
                  <a:pt x="2105644" y="321663"/>
                </a:cubicBezTo>
                <a:cubicBezTo>
                  <a:pt x="2105644" y="400148"/>
                  <a:pt x="2071204" y="451300"/>
                  <a:pt x="2002323" y="475119"/>
                </a:cubicBezTo>
                <a:cubicBezTo>
                  <a:pt x="1978306" y="483513"/>
                  <a:pt x="1952476" y="487710"/>
                  <a:pt x="1924834" y="487710"/>
                </a:cubicBezTo>
                <a:cubicBezTo>
                  <a:pt x="1866829" y="487710"/>
                  <a:pt x="1813018" y="470151"/>
                  <a:pt x="1763397" y="435031"/>
                </a:cubicBezTo>
                <a:lnTo>
                  <a:pt x="1815056" y="337828"/>
                </a:lnTo>
                <a:cubicBezTo>
                  <a:pt x="1851383" y="370682"/>
                  <a:pt x="1886915" y="387110"/>
                  <a:pt x="1921653" y="387110"/>
                </a:cubicBezTo>
                <a:cubicBezTo>
                  <a:pt x="1937319" y="387110"/>
                  <a:pt x="1950602" y="383447"/>
                  <a:pt x="1961503" y="376122"/>
                </a:cubicBezTo>
                <a:cubicBezTo>
                  <a:pt x="1974216" y="367884"/>
                  <a:pt x="1980572" y="356212"/>
                  <a:pt x="1980572" y="341106"/>
                </a:cubicBezTo>
                <a:cubicBezTo>
                  <a:pt x="1980572" y="327372"/>
                  <a:pt x="1973536" y="315929"/>
                  <a:pt x="1959463" y="306773"/>
                </a:cubicBezTo>
                <a:cubicBezTo>
                  <a:pt x="1949023" y="299905"/>
                  <a:pt x="1931433" y="292924"/>
                  <a:pt x="1906693" y="285828"/>
                </a:cubicBezTo>
                <a:cubicBezTo>
                  <a:pt x="1876736" y="277003"/>
                  <a:pt x="1857898" y="270893"/>
                  <a:pt x="1850180" y="267498"/>
                </a:cubicBezTo>
                <a:cubicBezTo>
                  <a:pt x="1837923" y="262294"/>
                  <a:pt x="1827484" y="256182"/>
                  <a:pt x="1818860" y="249165"/>
                </a:cubicBezTo>
                <a:cubicBezTo>
                  <a:pt x="1794119" y="228798"/>
                  <a:pt x="1781750" y="198021"/>
                  <a:pt x="1781750" y="156833"/>
                </a:cubicBezTo>
                <a:cubicBezTo>
                  <a:pt x="1781750" y="113833"/>
                  <a:pt x="1794552" y="78189"/>
                  <a:pt x="1820155" y="49903"/>
                </a:cubicBezTo>
                <a:cubicBezTo>
                  <a:pt x="1850063" y="16634"/>
                  <a:pt x="1889941" y="0"/>
                  <a:pt x="19397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="" xmlns:a16="http://schemas.microsoft.com/office/drawing/2014/main" id="{A0AE5792-052C-425C-AEBF-0DF8BD95BBA5}"/>
              </a:ext>
            </a:extLst>
          </p:cNvPr>
          <p:cNvSpPr txBox="1"/>
          <p:nvPr userDrawn="1"/>
        </p:nvSpPr>
        <p:spPr>
          <a:xfrm>
            <a:off x="2153235" y="5199161"/>
            <a:ext cx="811572" cy="689415"/>
          </a:xfrm>
          <a:custGeom>
            <a:avLst/>
            <a:gdLst>
              <a:gd name="connsiteX0" fmla="*/ 717483 w 844822"/>
              <a:gd name="connsiteY0" fmla="*/ 542899 h 717660"/>
              <a:gd name="connsiteX1" fmla="*/ 753792 w 844822"/>
              <a:gd name="connsiteY1" fmla="*/ 536357 h 717660"/>
              <a:gd name="connsiteX2" fmla="*/ 818277 w 844822"/>
              <a:gd name="connsiteY2" fmla="*/ 562525 h 717660"/>
              <a:gd name="connsiteX3" fmla="*/ 844822 w 844822"/>
              <a:gd name="connsiteY3" fmla="*/ 626631 h 717660"/>
              <a:gd name="connsiteX4" fmla="*/ 818276 w 844822"/>
              <a:gd name="connsiteY4" fmla="*/ 691109 h 717660"/>
              <a:gd name="connsiteX5" fmla="*/ 753792 w 844822"/>
              <a:gd name="connsiteY5" fmla="*/ 717660 h 717660"/>
              <a:gd name="connsiteX6" fmla="*/ 687428 w 844822"/>
              <a:gd name="connsiteY6" fmla="*/ 691108 h 717660"/>
              <a:gd name="connsiteX7" fmla="*/ 660499 w 844822"/>
              <a:gd name="connsiteY7" fmla="*/ 626631 h 717660"/>
              <a:gd name="connsiteX8" fmla="*/ 687428 w 844822"/>
              <a:gd name="connsiteY8" fmla="*/ 562525 h 717660"/>
              <a:gd name="connsiteX9" fmla="*/ 717483 w 844822"/>
              <a:gd name="connsiteY9" fmla="*/ 542899 h 717660"/>
              <a:gd name="connsiteX10" fmla="*/ 291596 w 844822"/>
              <a:gd name="connsiteY10" fmla="*/ 251558 h 717660"/>
              <a:gd name="connsiteX11" fmla="*/ 153352 w 844822"/>
              <a:gd name="connsiteY11" fmla="*/ 466855 h 717660"/>
              <a:gd name="connsiteX12" fmla="*/ 291596 w 844822"/>
              <a:gd name="connsiteY12" fmla="*/ 466855 h 717660"/>
              <a:gd name="connsiteX13" fmla="*/ 291596 w 844822"/>
              <a:gd name="connsiteY13" fmla="*/ 0 h 717660"/>
              <a:gd name="connsiteX14" fmla="*/ 444192 w 844822"/>
              <a:gd name="connsiteY14" fmla="*/ 0 h 717660"/>
              <a:gd name="connsiteX15" fmla="*/ 444192 w 844822"/>
              <a:gd name="connsiteY15" fmla="*/ 466856 h 717660"/>
              <a:gd name="connsiteX16" fmla="*/ 524269 w 844822"/>
              <a:gd name="connsiteY16" fmla="*/ 466855 h 717660"/>
              <a:gd name="connsiteX17" fmla="*/ 469123 w 844822"/>
              <a:gd name="connsiteY17" fmla="*/ 602080 h 717660"/>
              <a:gd name="connsiteX18" fmla="*/ 444192 w 844822"/>
              <a:gd name="connsiteY18" fmla="*/ 602080 h 717660"/>
              <a:gd name="connsiteX19" fmla="*/ 444192 w 844822"/>
              <a:gd name="connsiteY19" fmla="*/ 705574 h 717660"/>
              <a:gd name="connsiteX20" fmla="*/ 291596 w 844822"/>
              <a:gd name="connsiteY20" fmla="*/ 705574 h 717660"/>
              <a:gd name="connsiteX21" fmla="*/ 291596 w 844822"/>
              <a:gd name="connsiteY21" fmla="*/ 602080 h 717660"/>
              <a:gd name="connsiteX22" fmla="*/ 0 w 844822"/>
              <a:gd name="connsiteY22" fmla="*/ 602080 h 717660"/>
              <a:gd name="connsiteX23" fmla="*/ 0 w 844822"/>
              <a:gd name="connsiteY23" fmla="*/ 478944 h 71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44822" h="717660">
                <a:moveTo>
                  <a:pt x="717483" y="542899"/>
                </a:moveTo>
                <a:cubicBezTo>
                  <a:pt x="728544" y="538538"/>
                  <a:pt x="740647" y="536358"/>
                  <a:pt x="753792" y="536357"/>
                </a:cubicBezTo>
                <a:cubicBezTo>
                  <a:pt x="779084" y="536357"/>
                  <a:pt x="800579" y="545079"/>
                  <a:pt x="818277" y="562525"/>
                </a:cubicBezTo>
                <a:cubicBezTo>
                  <a:pt x="835975" y="579971"/>
                  <a:pt x="844822" y="601339"/>
                  <a:pt x="844822" y="626631"/>
                </a:cubicBezTo>
                <a:cubicBezTo>
                  <a:pt x="844822" y="651914"/>
                  <a:pt x="835975" y="673405"/>
                  <a:pt x="818276" y="691109"/>
                </a:cubicBezTo>
                <a:cubicBezTo>
                  <a:pt x="800579" y="708810"/>
                  <a:pt x="779084" y="717660"/>
                  <a:pt x="753792" y="717660"/>
                </a:cubicBezTo>
                <a:cubicBezTo>
                  <a:pt x="727501" y="717660"/>
                  <a:pt x="705381" y="708810"/>
                  <a:pt x="687428" y="691108"/>
                </a:cubicBezTo>
                <a:cubicBezTo>
                  <a:pt x="669474" y="673405"/>
                  <a:pt x="660499" y="651914"/>
                  <a:pt x="660499" y="626631"/>
                </a:cubicBezTo>
                <a:cubicBezTo>
                  <a:pt x="660499" y="601339"/>
                  <a:pt x="669474" y="579971"/>
                  <a:pt x="687428" y="562525"/>
                </a:cubicBezTo>
                <a:cubicBezTo>
                  <a:pt x="696405" y="553802"/>
                  <a:pt x="706423" y="547260"/>
                  <a:pt x="717483" y="542899"/>
                </a:cubicBezTo>
                <a:close/>
                <a:moveTo>
                  <a:pt x="291596" y="251558"/>
                </a:moveTo>
                <a:lnTo>
                  <a:pt x="153352" y="466855"/>
                </a:lnTo>
                <a:lnTo>
                  <a:pt x="291596" y="466855"/>
                </a:lnTo>
                <a:close/>
                <a:moveTo>
                  <a:pt x="291596" y="0"/>
                </a:moveTo>
                <a:lnTo>
                  <a:pt x="444192" y="0"/>
                </a:lnTo>
                <a:lnTo>
                  <a:pt x="444192" y="466856"/>
                </a:lnTo>
                <a:lnTo>
                  <a:pt x="524269" y="466855"/>
                </a:lnTo>
                <a:lnTo>
                  <a:pt x="469123" y="602080"/>
                </a:lnTo>
                <a:lnTo>
                  <a:pt x="444192" y="602080"/>
                </a:lnTo>
                <a:lnTo>
                  <a:pt x="444192" y="705574"/>
                </a:lnTo>
                <a:lnTo>
                  <a:pt x="291596" y="705574"/>
                </a:lnTo>
                <a:lnTo>
                  <a:pt x="291596" y="602080"/>
                </a:lnTo>
                <a:lnTo>
                  <a:pt x="0" y="602080"/>
                </a:lnTo>
                <a:lnTo>
                  <a:pt x="0" y="478944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="" xmlns:a16="http://schemas.microsoft.com/office/drawing/2014/main" id="{85B43318-2DB8-4BB3-B9A0-1354FEE4DB4F}"/>
              </a:ext>
            </a:extLst>
          </p:cNvPr>
          <p:cNvGrpSpPr/>
          <p:nvPr userDrawn="1"/>
        </p:nvGrpSpPr>
        <p:grpSpPr>
          <a:xfrm>
            <a:off x="1114621" y="213820"/>
            <a:ext cx="1607080" cy="1447031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59" name="Freeform: Shape 58">
              <a:extLst>
                <a:ext uri="{FF2B5EF4-FFF2-40B4-BE49-F238E27FC236}">
                  <a16:creationId xmlns="" xmlns:a16="http://schemas.microsoft.com/office/drawing/2014/main" id="{0934DCFA-D112-40A3-AF10-E7F0DCB664A9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="" xmlns:a16="http://schemas.microsoft.com/office/drawing/2014/main" id="{CD1301E3-DB0A-4D14-8837-E77509D7406C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61" name="Freeform: Shape 60">
                <a:extLst>
                  <a:ext uri="{FF2B5EF4-FFF2-40B4-BE49-F238E27FC236}">
                    <a16:creationId xmlns="" xmlns:a16="http://schemas.microsoft.com/office/drawing/2014/main" id="{9F2E27B1-7A75-4322-A01B-69D10FEB32AE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="" xmlns:a16="http://schemas.microsoft.com/office/drawing/2014/main" id="{1A179398-E96C-4ADE-99E3-9230E765D534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="" xmlns:a16="http://schemas.microsoft.com/office/drawing/2014/main" id="{B75EAAF5-9297-42F1-BF31-33670B897310}"/>
              </a:ext>
            </a:extLst>
          </p:cNvPr>
          <p:cNvGrpSpPr/>
          <p:nvPr userDrawn="1"/>
        </p:nvGrpSpPr>
        <p:grpSpPr>
          <a:xfrm rot="15300000">
            <a:off x="1967240" y="4555753"/>
            <a:ext cx="912206" cy="821359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65" name="Freeform: Shape 64">
              <a:extLst>
                <a:ext uri="{FF2B5EF4-FFF2-40B4-BE49-F238E27FC236}">
                  <a16:creationId xmlns="" xmlns:a16="http://schemas.microsoft.com/office/drawing/2014/main" id="{EB6A0FEE-3790-480E-AA13-354BBE7CEFD2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="" xmlns:a16="http://schemas.microsoft.com/office/drawing/2014/main" id="{A05E6556-C66E-421B-B7D3-709644D56DDA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67" name="Freeform: Shape 66">
                <a:extLst>
                  <a:ext uri="{FF2B5EF4-FFF2-40B4-BE49-F238E27FC236}">
                    <a16:creationId xmlns="" xmlns:a16="http://schemas.microsoft.com/office/drawing/2014/main" id="{16513AB7-70B6-41AE-BAF5-4E84C65AB256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="" xmlns:a16="http://schemas.microsoft.com/office/drawing/2014/main" id="{356123C7-5F64-4F5E-94DF-CE50049E0840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69" name="Freeform: Shape 68">
            <a:extLst>
              <a:ext uri="{FF2B5EF4-FFF2-40B4-BE49-F238E27FC236}">
                <a16:creationId xmlns="" xmlns:a16="http://schemas.microsoft.com/office/drawing/2014/main" id="{A51BEBA6-51A0-40FD-A445-F1CF56E3FB1A}"/>
              </a:ext>
            </a:extLst>
          </p:cNvPr>
          <p:cNvSpPr/>
          <p:nvPr userDrawn="1"/>
        </p:nvSpPr>
        <p:spPr>
          <a:xfrm>
            <a:off x="2978093" y="369489"/>
            <a:ext cx="623915" cy="635123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40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="" xmlns:a16="http://schemas.microsoft.com/office/drawing/2014/main" id="{07B7D1B0-1139-47E7-A404-619CAF68D59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82512" y="0"/>
            <a:ext cx="9626981" cy="6858000"/>
          </a:xfrm>
          <a:custGeom>
            <a:avLst/>
            <a:gdLst>
              <a:gd name="connsiteX0" fmla="*/ 0 w 9626981"/>
              <a:gd name="connsiteY0" fmla="*/ 0 h 6858000"/>
              <a:gd name="connsiteX1" fmla="*/ 4760133 w 9626981"/>
              <a:gd name="connsiteY1" fmla="*/ 0 h 6858000"/>
              <a:gd name="connsiteX2" fmla="*/ 9626981 w 9626981"/>
              <a:gd name="connsiteY2" fmla="*/ 6858000 h 6858000"/>
              <a:gd name="connsiteX3" fmla="*/ 4866848 w 96269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26981" h="6858000">
                <a:moveTo>
                  <a:pt x="0" y="0"/>
                </a:moveTo>
                <a:lnTo>
                  <a:pt x="4760133" y="0"/>
                </a:lnTo>
                <a:lnTo>
                  <a:pt x="9626981" y="6858000"/>
                </a:lnTo>
                <a:lnTo>
                  <a:pt x="4866848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381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="" xmlns:a16="http://schemas.microsoft.com/office/drawing/2014/main" id="{4D42F50A-D54B-4085-9B51-D4561AE437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317860" y="659465"/>
            <a:ext cx="5556281" cy="5539071"/>
          </a:xfrm>
          <a:custGeom>
            <a:avLst/>
            <a:gdLst>
              <a:gd name="connsiteX0" fmla="*/ 2778140 w 5556281"/>
              <a:gd name="connsiteY0" fmla="*/ 1624152 h 5539071"/>
              <a:gd name="connsiteX1" fmla="*/ 1632756 w 5556281"/>
              <a:gd name="connsiteY1" fmla="*/ 2769536 h 5539071"/>
              <a:gd name="connsiteX2" fmla="*/ 2778140 w 5556281"/>
              <a:gd name="connsiteY2" fmla="*/ 3914920 h 5539071"/>
              <a:gd name="connsiteX3" fmla="*/ 3923524 w 5556281"/>
              <a:gd name="connsiteY3" fmla="*/ 2769536 h 5539071"/>
              <a:gd name="connsiteX4" fmla="*/ 2778140 w 5556281"/>
              <a:gd name="connsiteY4" fmla="*/ 1624152 h 5539071"/>
              <a:gd name="connsiteX5" fmla="*/ 3162198 w 5556281"/>
              <a:gd name="connsiteY5" fmla="*/ 151 h 5539071"/>
              <a:gd name="connsiteX6" fmla="*/ 3189369 w 5556281"/>
              <a:gd name="connsiteY6" fmla="*/ 2803 h 5539071"/>
              <a:gd name="connsiteX7" fmla="*/ 3689300 w 5556281"/>
              <a:gd name="connsiteY7" fmla="*/ 121613 h 5539071"/>
              <a:gd name="connsiteX8" fmla="*/ 3747933 w 5556281"/>
              <a:gd name="connsiteY8" fmla="*/ 194134 h 5539071"/>
              <a:gd name="connsiteX9" fmla="*/ 3751019 w 5556281"/>
              <a:gd name="connsiteY9" fmla="*/ 254313 h 5539071"/>
              <a:gd name="connsiteX10" fmla="*/ 3763361 w 5556281"/>
              <a:gd name="connsiteY10" fmla="*/ 627717 h 5539071"/>
              <a:gd name="connsiteX11" fmla="*/ 3767990 w 5556281"/>
              <a:gd name="connsiteY11" fmla="*/ 731096 h 5539071"/>
              <a:gd name="connsiteX12" fmla="*/ 3815825 w 5556281"/>
              <a:gd name="connsiteY12" fmla="*/ 808246 h 5539071"/>
              <a:gd name="connsiteX13" fmla="*/ 3928463 w 5556281"/>
              <a:gd name="connsiteY13" fmla="*/ 873052 h 5539071"/>
              <a:gd name="connsiteX14" fmla="*/ 4036474 w 5556281"/>
              <a:gd name="connsiteY14" fmla="*/ 873052 h 5539071"/>
              <a:gd name="connsiteX15" fmla="*/ 4493199 w 5556281"/>
              <a:gd name="connsiteY15" fmla="*/ 618458 h 5539071"/>
              <a:gd name="connsiteX16" fmla="*/ 4590409 w 5556281"/>
              <a:gd name="connsiteY16" fmla="*/ 632346 h 5539071"/>
              <a:gd name="connsiteX17" fmla="*/ 4945295 w 5556281"/>
              <a:gd name="connsiteY17" fmla="*/ 994951 h 5539071"/>
              <a:gd name="connsiteX18" fmla="*/ 4957640 w 5556281"/>
              <a:gd name="connsiteY18" fmla="*/ 1095244 h 5539071"/>
              <a:gd name="connsiteX19" fmla="*/ 4692245 w 5556281"/>
              <a:gd name="connsiteY19" fmla="*/ 1542714 h 5539071"/>
              <a:gd name="connsiteX20" fmla="*/ 4690702 w 5556281"/>
              <a:gd name="connsiteY20" fmla="*/ 1646093 h 5539071"/>
              <a:gd name="connsiteX21" fmla="*/ 4758594 w 5556281"/>
              <a:gd name="connsiteY21" fmla="*/ 1771076 h 5539071"/>
              <a:gd name="connsiteX22" fmla="*/ 4837287 w 5556281"/>
              <a:gd name="connsiteY22" fmla="*/ 1820454 h 5539071"/>
              <a:gd name="connsiteX23" fmla="*/ 5014730 w 5556281"/>
              <a:gd name="connsiteY23" fmla="*/ 1832795 h 5539071"/>
              <a:gd name="connsiteX24" fmla="*/ 5375792 w 5556281"/>
              <a:gd name="connsiteY24" fmla="*/ 1855941 h 5539071"/>
              <a:gd name="connsiteX25" fmla="*/ 5445227 w 5556281"/>
              <a:gd name="connsiteY25" fmla="*/ 1914574 h 5539071"/>
              <a:gd name="connsiteX26" fmla="*/ 5554778 w 5556281"/>
              <a:gd name="connsiteY26" fmla="*/ 2417592 h 5539071"/>
              <a:gd name="connsiteX27" fmla="*/ 5537805 w 5556281"/>
              <a:gd name="connsiteY27" fmla="*/ 2479311 h 5539071"/>
              <a:gd name="connsiteX28" fmla="*/ 5506946 w 5556281"/>
              <a:gd name="connsiteY28" fmla="*/ 2500914 h 5539071"/>
              <a:gd name="connsiteX29" fmla="*/ 5042505 w 5556281"/>
              <a:gd name="connsiteY29" fmla="*/ 2732362 h 5539071"/>
              <a:gd name="connsiteX30" fmla="*/ 4990041 w 5556281"/>
              <a:gd name="connsiteY30" fmla="*/ 2811055 h 5539071"/>
              <a:gd name="connsiteX31" fmla="*/ 4979243 w 5556281"/>
              <a:gd name="connsiteY31" fmla="*/ 2985415 h 5539071"/>
              <a:gd name="connsiteX32" fmla="*/ 5019359 w 5556281"/>
              <a:gd name="connsiteY32" fmla="*/ 3068735 h 5539071"/>
              <a:gd name="connsiteX33" fmla="*/ 5448313 w 5556281"/>
              <a:gd name="connsiteY33" fmla="*/ 3385051 h 5539071"/>
              <a:gd name="connsiteX34" fmla="*/ 5477631 w 5556281"/>
              <a:gd name="connsiteY34" fmla="*/ 3480714 h 5539071"/>
              <a:gd name="connsiteX35" fmla="*/ 5398935 w 5556281"/>
              <a:gd name="connsiteY35" fmla="*/ 3698277 h 5539071"/>
              <a:gd name="connsiteX36" fmla="*/ 5309443 w 5556281"/>
              <a:gd name="connsiteY36" fmla="*/ 3940526 h 5539071"/>
              <a:gd name="connsiteX37" fmla="*/ 5233836 w 5556281"/>
              <a:gd name="connsiteY37" fmla="*/ 3989904 h 5539071"/>
              <a:gd name="connsiteX38" fmla="*/ 5040963 w 5556281"/>
              <a:gd name="connsiteY38" fmla="*/ 3969844 h 5539071"/>
              <a:gd name="connsiteX39" fmla="*/ 4707676 w 5556281"/>
              <a:gd name="connsiteY39" fmla="*/ 3934357 h 5539071"/>
              <a:gd name="connsiteX40" fmla="*/ 4622811 w 5556281"/>
              <a:gd name="connsiteY40" fmla="*/ 3972931 h 5539071"/>
              <a:gd name="connsiteX41" fmla="*/ 4502457 w 5556281"/>
              <a:gd name="connsiteY41" fmla="*/ 4136489 h 5539071"/>
              <a:gd name="connsiteX42" fmla="*/ 4488570 w 5556281"/>
              <a:gd name="connsiteY42" fmla="*/ 4239869 h 5539071"/>
              <a:gd name="connsiteX43" fmla="*/ 4675271 w 5556281"/>
              <a:gd name="connsiteY43" fmla="*/ 4730542 h 5539071"/>
              <a:gd name="connsiteX44" fmla="*/ 4647499 w 5556281"/>
              <a:gd name="connsiteY44" fmla="*/ 4830835 h 5539071"/>
              <a:gd name="connsiteX45" fmla="*/ 4278723 w 5556281"/>
              <a:gd name="connsiteY45" fmla="*/ 5110117 h 5539071"/>
              <a:gd name="connsiteX46" fmla="*/ 4178427 w 5556281"/>
              <a:gd name="connsiteY46" fmla="*/ 5108574 h 5539071"/>
              <a:gd name="connsiteX47" fmla="*/ 3778791 w 5556281"/>
              <a:gd name="connsiteY47" fmla="*/ 4786089 h 5539071"/>
              <a:gd name="connsiteX48" fmla="*/ 3684671 w 5556281"/>
              <a:gd name="connsiteY48" fmla="*/ 4767572 h 5539071"/>
              <a:gd name="connsiteX49" fmla="*/ 3450134 w 5556281"/>
              <a:gd name="connsiteY49" fmla="*/ 4857067 h 5539071"/>
              <a:gd name="connsiteX50" fmla="*/ 3393044 w 5556281"/>
              <a:gd name="connsiteY50" fmla="*/ 4924959 h 5539071"/>
              <a:gd name="connsiteX51" fmla="*/ 3360639 w 5556281"/>
              <a:gd name="connsiteY51" fmla="*/ 5079259 h 5539071"/>
              <a:gd name="connsiteX52" fmla="*/ 3283489 w 5556281"/>
              <a:gd name="connsiteY52" fmla="*/ 5448033 h 5539071"/>
              <a:gd name="connsiteX53" fmla="*/ 3218687 w 5556281"/>
              <a:gd name="connsiteY53" fmla="*/ 5509753 h 5539071"/>
              <a:gd name="connsiteX54" fmla="*/ 2973349 w 5556281"/>
              <a:gd name="connsiteY54" fmla="*/ 5535985 h 5539071"/>
              <a:gd name="connsiteX55" fmla="*/ 2868424 w 5556281"/>
              <a:gd name="connsiteY55" fmla="*/ 5539071 h 5539071"/>
              <a:gd name="connsiteX56" fmla="*/ 2723385 w 5556281"/>
              <a:gd name="connsiteY56" fmla="*/ 5539071 h 5539071"/>
              <a:gd name="connsiteX57" fmla="*/ 2666291 w 5556281"/>
              <a:gd name="connsiteY57" fmla="*/ 5474265 h 5539071"/>
              <a:gd name="connsiteX58" fmla="*/ 2507365 w 5556281"/>
              <a:gd name="connsiteY58" fmla="*/ 4992850 h 5539071"/>
              <a:gd name="connsiteX59" fmla="*/ 2431758 w 5556281"/>
              <a:gd name="connsiteY59" fmla="*/ 4924959 h 5539071"/>
              <a:gd name="connsiteX60" fmla="*/ 2184880 w 5556281"/>
              <a:gd name="connsiteY60" fmla="*/ 4869411 h 5539071"/>
              <a:gd name="connsiteX61" fmla="*/ 2075329 w 5556281"/>
              <a:gd name="connsiteY61" fmla="*/ 4901813 h 5539071"/>
              <a:gd name="connsiteX62" fmla="*/ 1714267 w 5556281"/>
              <a:gd name="connsiteY62" fmla="*/ 5267504 h 5539071"/>
              <a:gd name="connsiteX63" fmla="*/ 1621686 w 5556281"/>
              <a:gd name="connsiteY63" fmla="*/ 5282934 h 5539071"/>
              <a:gd name="connsiteX64" fmla="*/ 1234396 w 5556281"/>
              <a:gd name="connsiteY64" fmla="*/ 5065371 h 5539071"/>
              <a:gd name="connsiteX65" fmla="*/ 1191190 w 5556281"/>
              <a:gd name="connsiteY65" fmla="*/ 4966618 h 5539071"/>
              <a:gd name="connsiteX66" fmla="*/ 1317715 w 5556281"/>
              <a:gd name="connsiteY66" fmla="*/ 4468233 h 5539071"/>
              <a:gd name="connsiteX67" fmla="*/ 1294569 w 5556281"/>
              <a:gd name="connsiteY67" fmla="*/ 4372566 h 5539071"/>
              <a:gd name="connsiteX68" fmla="*/ 1107868 w 5556281"/>
              <a:gd name="connsiteY68" fmla="*/ 4178149 h 5539071"/>
              <a:gd name="connsiteX69" fmla="*/ 1018376 w 5556281"/>
              <a:gd name="connsiteY69" fmla="*/ 4151917 h 5539071"/>
              <a:gd name="connsiteX70" fmla="*/ 928882 w 5556281"/>
              <a:gd name="connsiteY70" fmla="*/ 4171977 h 5539071"/>
              <a:gd name="connsiteX71" fmla="*/ 509190 w 5556281"/>
              <a:gd name="connsiteY71" fmla="*/ 4266101 h 5539071"/>
              <a:gd name="connsiteX72" fmla="*/ 422778 w 5556281"/>
              <a:gd name="connsiteY72" fmla="*/ 4227524 h 5539071"/>
              <a:gd name="connsiteX73" fmla="*/ 211391 w 5556281"/>
              <a:gd name="connsiteY73" fmla="*/ 3818630 h 5539071"/>
              <a:gd name="connsiteX74" fmla="*/ 226818 w 5556281"/>
              <a:gd name="connsiteY74" fmla="*/ 3730682 h 5539071"/>
              <a:gd name="connsiteX75" fmla="*/ 617198 w 5556281"/>
              <a:gd name="connsiteY75" fmla="*/ 3368077 h 5539071"/>
              <a:gd name="connsiteX76" fmla="*/ 648056 w 5556281"/>
              <a:gd name="connsiteY76" fmla="*/ 3280125 h 5539071"/>
              <a:gd name="connsiteX77" fmla="*/ 601767 w 5556281"/>
              <a:gd name="connsiteY77" fmla="*/ 3028618 h 5539071"/>
              <a:gd name="connsiteX78" fmla="*/ 541591 w 5556281"/>
              <a:gd name="connsiteY78" fmla="*/ 2957640 h 5539071"/>
              <a:gd name="connsiteX79" fmla="*/ 200589 w 5556281"/>
              <a:gd name="connsiteY79" fmla="*/ 2832658 h 5539071"/>
              <a:gd name="connsiteX80" fmla="*/ 0 w 5556281"/>
              <a:gd name="connsiteY80" fmla="*/ 2757051 h 5539071"/>
              <a:gd name="connsiteX81" fmla="*/ 0 w 5556281"/>
              <a:gd name="connsiteY81" fmla="*/ 2670642 h 5539071"/>
              <a:gd name="connsiteX82" fmla="*/ 13885 w 5556281"/>
              <a:gd name="connsiteY82" fmla="*/ 2519428 h 5539071"/>
              <a:gd name="connsiteX83" fmla="*/ 52461 w 5556281"/>
              <a:gd name="connsiteY83" fmla="*/ 2224718 h 5539071"/>
              <a:gd name="connsiteX84" fmla="*/ 114181 w 5556281"/>
              <a:gd name="connsiteY84" fmla="*/ 2162996 h 5539071"/>
              <a:gd name="connsiteX85" fmla="*/ 640344 w 5556281"/>
              <a:gd name="connsiteY85" fmla="*/ 2067332 h 5539071"/>
              <a:gd name="connsiteX86" fmla="*/ 717491 w 5556281"/>
              <a:gd name="connsiteY86" fmla="*/ 2007155 h 5539071"/>
              <a:gd name="connsiteX87" fmla="*/ 797727 w 5556281"/>
              <a:gd name="connsiteY87" fmla="*/ 1814281 h 5539071"/>
              <a:gd name="connsiteX88" fmla="*/ 783840 w 5556281"/>
              <a:gd name="connsiteY88" fmla="*/ 1704727 h 5539071"/>
              <a:gd name="connsiteX89" fmla="*/ 476785 w 5556281"/>
              <a:gd name="connsiteY89" fmla="*/ 1300462 h 5539071"/>
              <a:gd name="connsiteX90" fmla="*/ 478329 w 5556281"/>
              <a:gd name="connsiteY90" fmla="*/ 1200169 h 5539071"/>
              <a:gd name="connsiteX91" fmla="*/ 776125 w 5556281"/>
              <a:gd name="connsiteY91" fmla="*/ 831392 h 5539071"/>
              <a:gd name="connsiteX92" fmla="*/ 881050 w 5556281"/>
              <a:gd name="connsiteY92" fmla="*/ 803617 h 5539071"/>
              <a:gd name="connsiteX93" fmla="*/ 1368636 w 5556281"/>
              <a:gd name="connsiteY93" fmla="*/ 1005749 h 5539071"/>
              <a:gd name="connsiteX94" fmla="*/ 1462757 w 5556281"/>
              <a:gd name="connsiteY94" fmla="*/ 998037 h 5539071"/>
              <a:gd name="connsiteX95" fmla="*/ 1617057 w 5556281"/>
              <a:gd name="connsiteY95" fmla="*/ 891569 h 5539071"/>
              <a:gd name="connsiteX96" fmla="*/ 1654088 w 5556281"/>
              <a:gd name="connsiteY96" fmla="*/ 819048 h 5539071"/>
              <a:gd name="connsiteX97" fmla="*/ 1651005 w 5556281"/>
              <a:gd name="connsiteY97" fmla="*/ 765044 h 5539071"/>
              <a:gd name="connsiteX98" fmla="*/ 1632488 w 5556281"/>
              <a:gd name="connsiteY98" fmla="*/ 525881 h 5539071"/>
              <a:gd name="connsiteX99" fmla="*/ 1613971 w 5556281"/>
              <a:gd name="connsiteY99" fmla="*/ 286715 h 5539071"/>
              <a:gd name="connsiteX100" fmla="*/ 1664889 w 5556281"/>
              <a:gd name="connsiteY100" fmla="*/ 208022 h 5539071"/>
              <a:gd name="connsiteX101" fmla="*/ 2141674 w 5556281"/>
              <a:gd name="connsiteY101" fmla="*/ 47552 h 5539071"/>
              <a:gd name="connsiteX102" fmla="*/ 2172535 w 5556281"/>
              <a:gd name="connsiteY102" fmla="*/ 42923 h 5539071"/>
              <a:gd name="connsiteX103" fmla="*/ 2237341 w 5556281"/>
              <a:gd name="connsiteY103" fmla="*/ 86126 h 5539071"/>
              <a:gd name="connsiteX104" fmla="*/ 2535137 w 5556281"/>
              <a:gd name="connsiteY104" fmla="*/ 516622 h 5539071"/>
              <a:gd name="connsiteX105" fmla="*/ 2627718 w 5556281"/>
              <a:gd name="connsiteY105" fmla="*/ 561368 h 5539071"/>
              <a:gd name="connsiteX106" fmla="*/ 2786647 w 5556281"/>
              <a:gd name="connsiteY106" fmla="*/ 555196 h 5539071"/>
              <a:gd name="connsiteX107" fmla="*/ 2836022 w 5556281"/>
              <a:gd name="connsiteY107" fmla="*/ 530507 h 5539071"/>
              <a:gd name="connsiteX108" fmla="*/ 2852996 w 5556281"/>
              <a:gd name="connsiteY108" fmla="*/ 505821 h 5539071"/>
              <a:gd name="connsiteX109" fmla="*/ 2930143 w 5556281"/>
              <a:gd name="connsiteY109" fmla="*/ 363865 h 5539071"/>
              <a:gd name="connsiteX110" fmla="*/ 3102960 w 5556281"/>
              <a:gd name="connsiteY110" fmla="*/ 41380 h 5539071"/>
              <a:gd name="connsiteX111" fmla="*/ 3162198 w 5556281"/>
              <a:gd name="connsiteY111" fmla="*/ 151 h 5539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5556281" h="5539071">
                <a:moveTo>
                  <a:pt x="2778140" y="1624152"/>
                </a:moveTo>
                <a:cubicBezTo>
                  <a:pt x="2145562" y="1624152"/>
                  <a:pt x="1632756" y="2136958"/>
                  <a:pt x="1632756" y="2769536"/>
                </a:cubicBezTo>
                <a:cubicBezTo>
                  <a:pt x="1632756" y="3402114"/>
                  <a:pt x="2145562" y="3914920"/>
                  <a:pt x="2778140" y="3914920"/>
                </a:cubicBezTo>
                <a:cubicBezTo>
                  <a:pt x="3410718" y="3914920"/>
                  <a:pt x="3923524" y="3402114"/>
                  <a:pt x="3923524" y="2769536"/>
                </a:cubicBezTo>
                <a:cubicBezTo>
                  <a:pt x="3923524" y="2136958"/>
                  <a:pt x="3410718" y="1624152"/>
                  <a:pt x="2778140" y="1624152"/>
                </a:cubicBezTo>
                <a:close/>
                <a:moveTo>
                  <a:pt x="3162198" y="151"/>
                </a:moveTo>
                <a:cubicBezTo>
                  <a:pt x="3170660" y="-379"/>
                  <a:pt x="3179725" y="489"/>
                  <a:pt x="3189369" y="2803"/>
                </a:cubicBezTo>
                <a:cubicBezTo>
                  <a:pt x="3356013" y="42923"/>
                  <a:pt x="3522655" y="81496"/>
                  <a:pt x="3689300" y="121613"/>
                </a:cubicBezTo>
                <a:cubicBezTo>
                  <a:pt x="3724787" y="130871"/>
                  <a:pt x="3746390" y="157104"/>
                  <a:pt x="3747933" y="194134"/>
                </a:cubicBezTo>
                <a:cubicBezTo>
                  <a:pt x="3749476" y="214194"/>
                  <a:pt x="3749476" y="234254"/>
                  <a:pt x="3751019" y="254313"/>
                </a:cubicBezTo>
                <a:cubicBezTo>
                  <a:pt x="3755645" y="379296"/>
                  <a:pt x="3758735" y="504278"/>
                  <a:pt x="3763361" y="627717"/>
                </a:cubicBezTo>
                <a:cubicBezTo>
                  <a:pt x="3764907" y="661664"/>
                  <a:pt x="3766450" y="697152"/>
                  <a:pt x="3767990" y="731096"/>
                </a:cubicBezTo>
                <a:cubicBezTo>
                  <a:pt x="3769533" y="765044"/>
                  <a:pt x="3786507" y="791275"/>
                  <a:pt x="3815825" y="808246"/>
                </a:cubicBezTo>
                <a:cubicBezTo>
                  <a:pt x="3852855" y="829849"/>
                  <a:pt x="3891432" y="849909"/>
                  <a:pt x="3928463" y="873052"/>
                </a:cubicBezTo>
                <a:cubicBezTo>
                  <a:pt x="3965496" y="894655"/>
                  <a:pt x="3999440" y="893112"/>
                  <a:pt x="4036474" y="873052"/>
                </a:cubicBezTo>
                <a:cubicBezTo>
                  <a:pt x="4189231" y="788189"/>
                  <a:pt x="4340442" y="703324"/>
                  <a:pt x="4493199" y="618458"/>
                </a:cubicBezTo>
                <a:cubicBezTo>
                  <a:pt x="4528689" y="598402"/>
                  <a:pt x="4562634" y="604571"/>
                  <a:pt x="4590409" y="632346"/>
                </a:cubicBezTo>
                <a:cubicBezTo>
                  <a:pt x="4709219" y="752699"/>
                  <a:pt x="4826485" y="874595"/>
                  <a:pt x="4945295" y="994951"/>
                </a:cubicBezTo>
                <a:cubicBezTo>
                  <a:pt x="4976157" y="1027352"/>
                  <a:pt x="4980786" y="1056670"/>
                  <a:pt x="4957640" y="1095244"/>
                </a:cubicBezTo>
                <a:cubicBezTo>
                  <a:pt x="4869689" y="1244915"/>
                  <a:pt x="4780194" y="1393043"/>
                  <a:pt x="4692245" y="1542714"/>
                </a:cubicBezTo>
                <a:cubicBezTo>
                  <a:pt x="4672185" y="1576659"/>
                  <a:pt x="4670643" y="1612149"/>
                  <a:pt x="4690702" y="1646093"/>
                </a:cubicBezTo>
                <a:cubicBezTo>
                  <a:pt x="4713848" y="1687753"/>
                  <a:pt x="4735448" y="1729416"/>
                  <a:pt x="4758594" y="1771076"/>
                </a:cubicBezTo>
                <a:cubicBezTo>
                  <a:pt x="4775567" y="1801937"/>
                  <a:pt x="4801797" y="1818911"/>
                  <a:pt x="4837287" y="1820454"/>
                </a:cubicBezTo>
                <a:cubicBezTo>
                  <a:pt x="4895921" y="1825083"/>
                  <a:pt x="4956097" y="1828169"/>
                  <a:pt x="5014730" y="1832795"/>
                </a:cubicBezTo>
                <a:cubicBezTo>
                  <a:pt x="5135083" y="1840510"/>
                  <a:pt x="5255439" y="1848226"/>
                  <a:pt x="5375792" y="1855941"/>
                </a:cubicBezTo>
                <a:cubicBezTo>
                  <a:pt x="5409736" y="1857484"/>
                  <a:pt x="5437511" y="1880630"/>
                  <a:pt x="5445227" y="1914574"/>
                </a:cubicBezTo>
                <a:cubicBezTo>
                  <a:pt x="5482257" y="2081219"/>
                  <a:pt x="5517747" y="2249404"/>
                  <a:pt x="5554778" y="2417592"/>
                </a:cubicBezTo>
                <a:cubicBezTo>
                  <a:pt x="5559407" y="2440735"/>
                  <a:pt x="5553235" y="2460795"/>
                  <a:pt x="5537805" y="2479311"/>
                </a:cubicBezTo>
                <a:cubicBezTo>
                  <a:pt x="5530089" y="2488570"/>
                  <a:pt x="5517747" y="2494742"/>
                  <a:pt x="5506946" y="2500914"/>
                </a:cubicBezTo>
                <a:cubicBezTo>
                  <a:pt x="5352646" y="2578062"/>
                  <a:pt x="5198345" y="2655212"/>
                  <a:pt x="5042505" y="2732362"/>
                </a:cubicBezTo>
                <a:cubicBezTo>
                  <a:pt x="5010101" y="2749336"/>
                  <a:pt x="4991587" y="2774025"/>
                  <a:pt x="4990041" y="2811055"/>
                </a:cubicBezTo>
                <a:cubicBezTo>
                  <a:pt x="4986958" y="2869688"/>
                  <a:pt x="4982326" y="2926779"/>
                  <a:pt x="4979243" y="2985415"/>
                </a:cubicBezTo>
                <a:cubicBezTo>
                  <a:pt x="4977699" y="3019360"/>
                  <a:pt x="4990041" y="3048678"/>
                  <a:pt x="5019359" y="3068735"/>
                </a:cubicBezTo>
                <a:cubicBezTo>
                  <a:pt x="5162858" y="3173660"/>
                  <a:pt x="5304814" y="3280125"/>
                  <a:pt x="5448313" y="3385051"/>
                </a:cubicBezTo>
                <a:cubicBezTo>
                  <a:pt x="5482257" y="3409737"/>
                  <a:pt x="5493059" y="3440598"/>
                  <a:pt x="5477631" y="3480714"/>
                </a:cubicBezTo>
                <a:cubicBezTo>
                  <a:pt x="5451399" y="3553235"/>
                  <a:pt x="5425167" y="3625756"/>
                  <a:pt x="5398935" y="3698277"/>
                </a:cubicBezTo>
                <a:cubicBezTo>
                  <a:pt x="5369619" y="3778514"/>
                  <a:pt x="5340305" y="3860293"/>
                  <a:pt x="5309443" y="3940526"/>
                </a:cubicBezTo>
                <a:cubicBezTo>
                  <a:pt x="5297099" y="3974474"/>
                  <a:pt x="5267781" y="3992990"/>
                  <a:pt x="5233836" y="3989904"/>
                </a:cubicBezTo>
                <a:cubicBezTo>
                  <a:pt x="5169031" y="3983732"/>
                  <a:pt x="5105768" y="3976017"/>
                  <a:pt x="5040963" y="3969844"/>
                </a:cubicBezTo>
                <a:cubicBezTo>
                  <a:pt x="4929868" y="3957500"/>
                  <a:pt x="4818771" y="3945155"/>
                  <a:pt x="4707676" y="3934357"/>
                </a:cubicBezTo>
                <a:cubicBezTo>
                  <a:pt x="4672185" y="3931271"/>
                  <a:pt x="4644413" y="3943612"/>
                  <a:pt x="4622811" y="3972931"/>
                </a:cubicBezTo>
                <a:cubicBezTo>
                  <a:pt x="4582694" y="4026935"/>
                  <a:pt x="4544117" y="4082482"/>
                  <a:pt x="4502457" y="4136489"/>
                </a:cubicBezTo>
                <a:cubicBezTo>
                  <a:pt x="4477769" y="4168891"/>
                  <a:pt x="4474683" y="4202838"/>
                  <a:pt x="4488570" y="4239869"/>
                </a:cubicBezTo>
                <a:cubicBezTo>
                  <a:pt x="4550289" y="4403427"/>
                  <a:pt x="4613552" y="4566983"/>
                  <a:pt x="4675271" y="4730542"/>
                </a:cubicBezTo>
                <a:cubicBezTo>
                  <a:pt x="4692245" y="4773744"/>
                  <a:pt x="4682987" y="4803063"/>
                  <a:pt x="4647499" y="4830835"/>
                </a:cubicBezTo>
                <a:cubicBezTo>
                  <a:pt x="4524057" y="4923416"/>
                  <a:pt x="4402161" y="5017539"/>
                  <a:pt x="4278723" y="5110117"/>
                </a:cubicBezTo>
                <a:cubicBezTo>
                  <a:pt x="4243235" y="5136349"/>
                  <a:pt x="4212374" y="5136349"/>
                  <a:pt x="4178427" y="5108574"/>
                </a:cubicBezTo>
                <a:cubicBezTo>
                  <a:pt x="4045729" y="5002109"/>
                  <a:pt x="3911492" y="4894097"/>
                  <a:pt x="3778791" y="4786089"/>
                </a:cubicBezTo>
                <a:cubicBezTo>
                  <a:pt x="3749476" y="4762943"/>
                  <a:pt x="3718615" y="4755228"/>
                  <a:pt x="3684671" y="4767572"/>
                </a:cubicBezTo>
                <a:cubicBezTo>
                  <a:pt x="3605977" y="4796890"/>
                  <a:pt x="3527284" y="4826209"/>
                  <a:pt x="3450134" y="4857067"/>
                </a:cubicBezTo>
                <a:cubicBezTo>
                  <a:pt x="3419276" y="4869411"/>
                  <a:pt x="3400759" y="4892557"/>
                  <a:pt x="3393044" y="4924959"/>
                </a:cubicBezTo>
                <a:cubicBezTo>
                  <a:pt x="3382243" y="4975877"/>
                  <a:pt x="3371444" y="5028338"/>
                  <a:pt x="3360639" y="5079259"/>
                </a:cubicBezTo>
                <a:cubicBezTo>
                  <a:pt x="3334411" y="5202698"/>
                  <a:pt x="3309721" y="5324594"/>
                  <a:pt x="3283489" y="5448033"/>
                </a:cubicBezTo>
                <a:cubicBezTo>
                  <a:pt x="3275777" y="5483524"/>
                  <a:pt x="3254174" y="5505126"/>
                  <a:pt x="3218687" y="5509753"/>
                </a:cubicBezTo>
                <a:cubicBezTo>
                  <a:pt x="3136907" y="5520554"/>
                  <a:pt x="3055128" y="5528269"/>
                  <a:pt x="2973349" y="5535985"/>
                </a:cubicBezTo>
                <a:cubicBezTo>
                  <a:pt x="2933232" y="5532899"/>
                  <a:pt x="2900828" y="5535985"/>
                  <a:pt x="2868424" y="5539071"/>
                </a:cubicBezTo>
                <a:cubicBezTo>
                  <a:pt x="2820592" y="5539071"/>
                  <a:pt x="2772760" y="5539071"/>
                  <a:pt x="2723385" y="5539071"/>
                </a:cubicBezTo>
                <a:cubicBezTo>
                  <a:pt x="2692523" y="5528269"/>
                  <a:pt x="2675550" y="5505126"/>
                  <a:pt x="2666291" y="5474265"/>
                </a:cubicBezTo>
                <a:cubicBezTo>
                  <a:pt x="2613831" y="5313793"/>
                  <a:pt x="2559826" y="5153323"/>
                  <a:pt x="2507365" y="4992850"/>
                </a:cubicBezTo>
                <a:cubicBezTo>
                  <a:pt x="2495021" y="4955817"/>
                  <a:pt x="2470335" y="4932674"/>
                  <a:pt x="2431758" y="4924959"/>
                </a:cubicBezTo>
                <a:cubicBezTo>
                  <a:pt x="2349979" y="4906442"/>
                  <a:pt x="2266657" y="4889468"/>
                  <a:pt x="2184880" y="4869411"/>
                </a:cubicBezTo>
                <a:cubicBezTo>
                  <a:pt x="2141674" y="4858610"/>
                  <a:pt x="2106187" y="4869411"/>
                  <a:pt x="2075329" y="4901813"/>
                </a:cubicBezTo>
                <a:cubicBezTo>
                  <a:pt x="1956516" y="5025252"/>
                  <a:pt x="1834620" y="5145608"/>
                  <a:pt x="1714267" y="5267504"/>
                </a:cubicBezTo>
                <a:cubicBezTo>
                  <a:pt x="1686492" y="5295276"/>
                  <a:pt x="1654088" y="5301451"/>
                  <a:pt x="1621686" y="5282934"/>
                </a:cubicBezTo>
                <a:cubicBezTo>
                  <a:pt x="1492075" y="5210413"/>
                  <a:pt x="1364004" y="5137892"/>
                  <a:pt x="1234396" y="5065371"/>
                </a:cubicBezTo>
                <a:cubicBezTo>
                  <a:pt x="1189647" y="5040682"/>
                  <a:pt x="1178846" y="5014453"/>
                  <a:pt x="1191190" y="4966618"/>
                </a:cubicBezTo>
                <a:cubicBezTo>
                  <a:pt x="1232850" y="4799977"/>
                  <a:pt x="1276055" y="4634875"/>
                  <a:pt x="1317715" y="4468233"/>
                </a:cubicBezTo>
                <a:cubicBezTo>
                  <a:pt x="1326977" y="4432743"/>
                  <a:pt x="1320801" y="4400341"/>
                  <a:pt x="1294569" y="4372566"/>
                </a:cubicBezTo>
                <a:cubicBezTo>
                  <a:pt x="1232850" y="4307760"/>
                  <a:pt x="1169587" y="4242955"/>
                  <a:pt x="1107868" y="4178149"/>
                </a:cubicBezTo>
                <a:cubicBezTo>
                  <a:pt x="1083182" y="4151917"/>
                  <a:pt x="1052321" y="4144202"/>
                  <a:pt x="1018376" y="4151917"/>
                </a:cubicBezTo>
                <a:cubicBezTo>
                  <a:pt x="987518" y="4158089"/>
                  <a:pt x="958200" y="4165804"/>
                  <a:pt x="928882" y="4171977"/>
                </a:cubicBezTo>
                <a:cubicBezTo>
                  <a:pt x="788469" y="4202838"/>
                  <a:pt x="649599" y="4235239"/>
                  <a:pt x="509190" y="4266101"/>
                </a:cubicBezTo>
                <a:cubicBezTo>
                  <a:pt x="470613" y="4275359"/>
                  <a:pt x="439755" y="4261472"/>
                  <a:pt x="422778" y="4227524"/>
                </a:cubicBezTo>
                <a:cubicBezTo>
                  <a:pt x="351800" y="4091740"/>
                  <a:pt x="282366" y="3954414"/>
                  <a:pt x="211391" y="3818630"/>
                </a:cubicBezTo>
                <a:cubicBezTo>
                  <a:pt x="195960" y="3787772"/>
                  <a:pt x="202132" y="3753825"/>
                  <a:pt x="226818" y="3730682"/>
                </a:cubicBezTo>
                <a:cubicBezTo>
                  <a:pt x="356433" y="3610326"/>
                  <a:pt x="487587" y="3488430"/>
                  <a:pt x="617198" y="3368077"/>
                </a:cubicBezTo>
                <a:cubicBezTo>
                  <a:pt x="643427" y="3344931"/>
                  <a:pt x="652686" y="3314073"/>
                  <a:pt x="648056" y="3280125"/>
                </a:cubicBezTo>
                <a:cubicBezTo>
                  <a:pt x="632629" y="3196803"/>
                  <a:pt x="617198" y="3111937"/>
                  <a:pt x="601767" y="3028618"/>
                </a:cubicBezTo>
                <a:cubicBezTo>
                  <a:pt x="595595" y="2993127"/>
                  <a:pt x="575535" y="2969985"/>
                  <a:pt x="541591" y="2957640"/>
                </a:cubicBezTo>
                <a:cubicBezTo>
                  <a:pt x="427407" y="2915980"/>
                  <a:pt x="313227" y="2874318"/>
                  <a:pt x="200589" y="2832658"/>
                </a:cubicBezTo>
                <a:cubicBezTo>
                  <a:pt x="134241" y="2807969"/>
                  <a:pt x="66349" y="2786366"/>
                  <a:pt x="0" y="2757051"/>
                </a:cubicBezTo>
                <a:cubicBezTo>
                  <a:pt x="0" y="2727733"/>
                  <a:pt x="0" y="2699960"/>
                  <a:pt x="0" y="2670642"/>
                </a:cubicBezTo>
                <a:cubicBezTo>
                  <a:pt x="4629" y="2619724"/>
                  <a:pt x="9259" y="2570349"/>
                  <a:pt x="13885" y="2519428"/>
                </a:cubicBezTo>
                <a:cubicBezTo>
                  <a:pt x="23146" y="2420678"/>
                  <a:pt x="37031" y="2321925"/>
                  <a:pt x="52461" y="2224718"/>
                </a:cubicBezTo>
                <a:cubicBezTo>
                  <a:pt x="57091" y="2192314"/>
                  <a:pt x="80236" y="2169168"/>
                  <a:pt x="114181" y="2162996"/>
                </a:cubicBezTo>
                <a:cubicBezTo>
                  <a:pt x="290081" y="2130594"/>
                  <a:pt x="464441" y="2099733"/>
                  <a:pt x="640344" y="2067332"/>
                </a:cubicBezTo>
                <a:cubicBezTo>
                  <a:pt x="677375" y="2061160"/>
                  <a:pt x="702064" y="2041100"/>
                  <a:pt x="717491" y="2007155"/>
                </a:cubicBezTo>
                <a:cubicBezTo>
                  <a:pt x="743723" y="1942350"/>
                  <a:pt x="771498" y="1877544"/>
                  <a:pt x="797727" y="1814281"/>
                </a:cubicBezTo>
                <a:cubicBezTo>
                  <a:pt x="814701" y="1774162"/>
                  <a:pt x="810072" y="1740217"/>
                  <a:pt x="783840" y="1704727"/>
                </a:cubicBezTo>
                <a:cubicBezTo>
                  <a:pt x="680461" y="1570486"/>
                  <a:pt x="578625" y="1434703"/>
                  <a:pt x="476785" y="1300462"/>
                </a:cubicBezTo>
                <a:cubicBezTo>
                  <a:pt x="450553" y="1264975"/>
                  <a:pt x="450553" y="1234114"/>
                  <a:pt x="478329" y="1200169"/>
                </a:cubicBezTo>
                <a:cubicBezTo>
                  <a:pt x="577078" y="1076730"/>
                  <a:pt x="675831" y="954831"/>
                  <a:pt x="776125" y="831392"/>
                </a:cubicBezTo>
                <a:cubicBezTo>
                  <a:pt x="808529" y="792819"/>
                  <a:pt x="834761" y="785103"/>
                  <a:pt x="881050" y="803617"/>
                </a:cubicBezTo>
                <a:cubicBezTo>
                  <a:pt x="1043065" y="871512"/>
                  <a:pt x="1205078" y="937860"/>
                  <a:pt x="1368636" y="1005749"/>
                </a:cubicBezTo>
                <a:cubicBezTo>
                  <a:pt x="1401037" y="1019637"/>
                  <a:pt x="1433439" y="1018094"/>
                  <a:pt x="1462757" y="998037"/>
                </a:cubicBezTo>
                <a:cubicBezTo>
                  <a:pt x="1515221" y="962546"/>
                  <a:pt x="1566139" y="927059"/>
                  <a:pt x="1617057" y="891569"/>
                </a:cubicBezTo>
                <a:cubicBezTo>
                  <a:pt x="1641743" y="874595"/>
                  <a:pt x="1654088" y="849909"/>
                  <a:pt x="1654088" y="819048"/>
                </a:cubicBezTo>
                <a:cubicBezTo>
                  <a:pt x="1654088" y="800531"/>
                  <a:pt x="1652548" y="782017"/>
                  <a:pt x="1651005" y="765044"/>
                </a:cubicBezTo>
                <a:cubicBezTo>
                  <a:pt x="1644832" y="684807"/>
                  <a:pt x="1638660" y="606114"/>
                  <a:pt x="1632488" y="525881"/>
                </a:cubicBezTo>
                <a:cubicBezTo>
                  <a:pt x="1626316" y="445644"/>
                  <a:pt x="1620143" y="366951"/>
                  <a:pt x="1613971" y="286715"/>
                </a:cubicBezTo>
                <a:cubicBezTo>
                  <a:pt x="1610885" y="249681"/>
                  <a:pt x="1629402" y="220366"/>
                  <a:pt x="1664889" y="208022"/>
                </a:cubicBezTo>
                <a:cubicBezTo>
                  <a:pt x="1823819" y="154017"/>
                  <a:pt x="1982748" y="100013"/>
                  <a:pt x="2141674" y="47552"/>
                </a:cubicBezTo>
                <a:cubicBezTo>
                  <a:pt x="2152476" y="44466"/>
                  <a:pt x="2161734" y="42923"/>
                  <a:pt x="2172535" y="42923"/>
                </a:cubicBezTo>
                <a:cubicBezTo>
                  <a:pt x="2201851" y="44466"/>
                  <a:pt x="2220367" y="62980"/>
                  <a:pt x="2237341" y="86126"/>
                </a:cubicBezTo>
                <a:cubicBezTo>
                  <a:pt x="2336091" y="229624"/>
                  <a:pt x="2436387" y="373123"/>
                  <a:pt x="2535137" y="516622"/>
                </a:cubicBezTo>
                <a:cubicBezTo>
                  <a:pt x="2558283" y="549024"/>
                  <a:pt x="2589145" y="564454"/>
                  <a:pt x="2627718" y="561368"/>
                </a:cubicBezTo>
                <a:cubicBezTo>
                  <a:pt x="2680179" y="556739"/>
                  <a:pt x="2734186" y="555196"/>
                  <a:pt x="2786647" y="555196"/>
                </a:cubicBezTo>
                <a:cubicBezTo>
                  <a:pt x="2808250" y="555196"/>
                  <a:pt x="2823681" y="547480"/>
                  <a:pt x="2836022" y="530507"/>
                </a:cubicBezTo>
                <a:cubicBezTo>
                  <a:pt x="2842195" y="522794"/>
                  <a:pt x="2848367" y="513536"/>
                  <a:pt x="2852996" y="505821"/>
                </a:cubicBezTo>
                <a:cubicBezTo>
                  <a:pt x="2879228" y="457986"/>
                  <a:pt x="2903914" y="410154"/>
                  <a:pt x="2930143" y="363865"/>
                </a:cubicBezTo>
                <a:cubicBezTo>
                  <a:pt x="2987237" y="255856"/>
                  <a:pt x="3045870" y="149388"/>
                  <a:pt x="3102960" y="41380"/>
                </a:cubicBezTo>
                <a:cubicBezTo>
                  <a:pt x="3116848" y="15919"/>
                  <a:pt x="3136811" y="1742"/>
                  <a:pt x="3162198" y="1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t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7253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71424D9-1201-489D-8759-802BEB428968}"/>
              </a:ext>
            </a:extLst>
          </p:cNvPr>
          <p:cNvSpPr/>
          <p:nvPr userDrawn="1"/>
        </p:nvSpPr>
        <p:spPr>
          <a:xfrm>
            <a:off x="808468" y="3753255"/>
            <a:ext cx="3143250" cy="20049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F0AA1C5-BCBE-4E2F-A961-AB73B3335AEC}"/>
              </a:ext>
            </a:extLst>
          </p:cNvPr>
          <p:cNvSpPr/>
          <p:nvPr userDrawn="1"/>
        </p:nvSpPr>
        <p:spPr>
          <a:xfrm>
            <a:off x="0" y="0"/>
            <a:ext cx="12192000" cy="3753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9AA3D867-D133-48FC-B3C8-A5F667B90D58}"/>
              </a:ext>
            </a:extLst>
          </p:cNvPr>
          <p:cNvSpPr/>
          <p:nvPr userDrawn="1"/>
        </p:nvSpPr>
        <p:spPr>
          <a:xfrm>
            <a:off x="819150" y="1762124"/>
            <a:ext cx="3143250" cy="1991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4E22717C-9F52-4A37-85B9-FD48F3E55A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02288" y="1883517"/>
            <a:ext cx="2955610" cy="37532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gradFill>
              <a:gsLst>
                <a:gs pos="0">
                  <a:schemeClr val="bg1">
                    <a:alpha val="59000"/>
                  </a:schemeClr>
                </a:gs>
                <a:gs pos="100000">
                  <a:schemeClr val="bg1">
                    <a:alpha val="17000"/>
                  </a:schemeClr>
                </a:gs>
              </a:gsLst>
              <a:lin ang="78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="" xmlns:a16="http://schemas.microsoft.com/office/drawing/2014/main" id="{252358FC-753C-4A29-8F87-6685EF055F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0747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4E22717C-9F52-4A37-85B9-FD48F3E55A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12192000" cy="38385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666B193-49A3-4956-A9EF-296EF16EA757}"/>
              </a:ext>
            </a:extLst>
          </p:cNvPr>
          <p:cNvSpPr/>
          <p:nvPr userDrawn="1"/>
        </p:nvSpPr>
        <p:spPr>
          <a:xfrm>
            <a:off x="0" y="3810000"/>
            <a:ext cx="12192000" cy="304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83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="" xmlns:a16="http://schemas.microsoft.com/office/drawing/2014/main" id="{001BC926-532D-4A29-930A-236814050938}"/>
              </a:ext>
            </a:extLst>
          </p:cNvPr>
          <p:cNvSpPr>
            <a:spLocks noChangeAspect="1"/>
          </p:cNvSpPr>
          <p:nvPr userDrawn="1"/>
        </p:nvSpPr>
        <p:spPr>
          <a:xfrm>
            <a:off x="7119313" y="5067541"/>
            <a:ext cx="4297680" cy="4353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AE3E906F-6E18-4B03-BE88-75566ECC92F8}"/>
              </a:ext>
            </a:extLst>
          </p:cNvPr>
          <p:cNvSpPr/>
          <p:nvPr userDrawn="1"/>
        </p:nvSpPr>
        <p:spPr>
          <a:xfrm>
            <a:off x="0" y="1988840"/>
            <a:ext cx="12192000" cy="2880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5" name="Graphic 14">
            <a:extLst>
              <a:ext uri="{FF2B5EF4-FFF2-40B4-BE49-F238E27FC236}">
                <a16:creationId xmlns="" xmlns:a16="http://schemas.microsoft.com/office/drawing/2014/main" id="{5EBDAAFC-71A9-4BA2-A27E-C4F1F4BA22EC}"/>
              </a:ext>
            </a:extLst>
          </p:cNvPr>
          <p:cNvGrpSpPr/>
          <p:nvPr userDrawn="1"/>
        </p:nvGrpSpPr>
        <p:grpSpPr>
          <a:xfrm>
            <a:off x="6867308" y="1360224"/>
            <a:ext cx="4999344" cy="3932069"/>
            <a:chOff x="2444748" y="555045"/>
            <a:chExt cx="7282048" cy="5727454"/>
          </a:xfrm>
        </p:grpSpPr>
        <p:sp>
          <p:nvSpPr>
            <p:cNvPr id="6" name="Freeform: Shape 5">
              <a:extLst>
                <a:ext uri="{FF2B5EF4-FFF2-40B4-BE49-F238E27FC236}">
                  <a16:creationId xmlns="" xmlns:a16="http://schemas.microsoft.com/office/drawing/2014/main" id="{16173859-0352-4FD9-B3BD-10167F74D9C0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="" xmlns:a16="http://schemas.microsoft.com/office/drawing/2014/main" id="{7945F6B7-E4A6-48B1-9406-9E425F295FFF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="" xmlns:a16="http://schemas.microsoft.com/office/drawing/2014/main" id="{37CA7AAB-8778-4F88-BE73-6CB5FA0E0E6A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="" xmlns:a16="http://schemas.microsoft.com/office/drawing/2014/main" id="{9BD4C418-0F80-4101-A919-833900A7CEFD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="" xmlns:a16="http://schemas.microsoft.com/office/drawing/2014/main" id="{EB2511B1-DF8F-4023-8CEE-586AEE878B8D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="" xmlns:a16="http://schemas.microsoft.com/office/drawing/2014/main" id="{2BDA56B7-7F45-4702-8E59-4222CE520868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="" xmlns:a16="http://schemas.microsoft.com/office/drawing/2014/main" id="{6FA1173E-505A-4DD9-BBC4-17F19752B615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="" xmlns:a16="http://schemas.microsoft.com/office/drawing/2014/main" id="{0ED9CBC3-5115-4FA9-AC8A-A42FC5D3EE68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Picture Placeholder 2">
            <a:extLst>
              <a:ext uri="{FF2B5EF4-FFF2-40B4-BE49-F238E27FC236}">
                <a16:creationId xmlns="" xmlns:a16="http://schemas.microsoft.com/office/drawing/2014/main" id="{1B9825C8-5D1C-4169-9149-8B4CB0E262B1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7103893" y="1624176"/>
            <a:ext cx="4580042" cy="25889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="" xmlns:a16="http://schemas.microsoft.com/office/drawing/2014/main" id="{CD05948B-F459-46FB-B9E4-88B7F7FCBE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2496338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544297" y="553701"/>
            <a:ext cx="3387405" cy="28086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8064908" y="3488723"/>
            <a:ext cx="3387405" cy="280862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="" xmlns:a16="http://schemas.microsoft.com/office/drawing/2014/main" id="{D96107BE-A57B-43A2-8162-9CC825B80B47}"/>
              </a:ext>
            </a:extLst>
          </p:cNvPr>
          <p:cNvSpPr/>
          <p:nvPr userDrawn="1"/>
        </p:nvSpPr>
        <p:spPr>
          <a:xfrm>
            <a:off x="8064908" y="553701"/>
            <a:ext cx="3387405" cy="280831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Rectangle 8">
            <a:extLst>
              <a:ext uri="{FF2B5EF4-FFF2-40B4-BE49-F238E27FC236}">
                <a16:creationId xmlns="" xmlns:a16="http://schemas.microsoft.com/office/drawing/2014/main" id="{B278EEC4-D011-4897-80FB-FEE45D61C9CB}"/>
              </a:ext>
            </a:extLst>
          </p:cNvPr>
          <p:cNvSpPr/>
          <p:nvPr userDrawn="1"/>
        </p:nvSpPr>
        <p:spPr>
          <a:xfrm>
            <a:off x="4544297" y="3489035"/>
            <a:ext cx="3387405" cy="280831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607233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D7E74B4-22C6-4BCA-8832-66A46F494BC9}"/>
              </a:ext>
            </a:extLst>
          </p:cNvPr>
          <p:cNvSpPr/>
          <p:nvPr userDrawn="1"/>
        </p:nvSpPr>
        <p:spPr>
          <a:xfrm>
            <a:off x="405848" y="6372225"/>
            <a:ext cx="11380304" cy="3470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137DC34-CBCD-4E73-89FA-8B6D1D79AF20}"/>
              </a:ext>
            </a:extLst>
          </p:cNvPr>
          <p:cNvSpPr/>
          <p:nvPr userDrawn="1"/>
        </p:nvSpPr>
        <p:spPr>
          <a:xfrm>
            <a:off x="7920798" y="6353175"/>
            <a:ext cx="3865354" cy="369332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COMPUTER REPAIR &amp; SUPPORT 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="" xmlns:a16="http://schemas.microsoft.com/office/drawing/2014/main" id="{3C6FA00E-E78B-4921-A599-440A95A27C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" y="339509"/>
            <a:ext cx="11896726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1591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3254185"/>
            <a:ext cx="12192000" cy="1296144"/>
          </a:xfrm>
          <a:prstGeom prst="rect">
            <a:avLst/>
          </a:prstGeom>
          <a:solidFill>
            <a:schemeClr val="accent6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16" name="Group 8">
            <a:extLst>
              <a:ext uri="{FF2B5EF4-FFF2-40B4-BE49-F238E27FC236}">
                <a16:creationId xmlns="" xmlns:a16="http://schemas.microsoft.com/office/drawing/2014/main" id="{7A6E4E8F-323E-4E56-A3E0-B410F41472FA}"/>
              </a:ext>
            </a:extLst>
          </p:cNvPr>
          <p:cNvGrpSpPr/>
          <p:nvPr userDrawn="1"/>
        </p:nvGrpSpPr>
        <p:grpSpPr>
          <a:xfrm>
            <a:off x="741800" y="1570966"/>
            <a:ext cx="2520000" cy="4680000"/>
            <a:chOff x="445712" y="1449040"/>
            <a:chExt cx="2520000" cy="4680000"/>
          </a:xfrm>
        </p:grpSpPr>
        <p:sp>
          <p:nvSpPr>
            <p:cNvPr id="17" name="Rounded Rectangle 3">
              <a:extLst>
                <a:ext uri="{FF2B5EF4-FFF2-40B4-BE49-F238E27FC236}">
                  <a16:creationId xmlns="" xmlns:a16="http://schemas.microsoft.com/office/drawing/2014/main" id="{9EB8720D-D6C8-40E3-AEA8-C748FF71E768}"/>
                </a:ext>
              </a:extLst>
            </p:cNvPr>
            <p:cNvSpPr/>
            <p:nvPr userDrawn="1"/>
          </p:nvSpPr>
          <p:spPr>
            <a:xfrm>
              <a:off x="445712" y="1449040"/>
              <a:ext cx="2520000" cy="468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Rectangle 5">
              <a:extLst>
                <a:ext uri="{FF2B5EF4-FFF2-40B4-BE49-F238E27FC236}">
                  <a16:creationId xmlns="" xmlns:a16="http://schemas.microsoft.com/office/drawing/2014/main" id="{91836BAA-C0E5-4D63-B27B-CBD803229F09}"/>
                </a:ext>
              </a:extLst>
            </p:cNvPr>
            <p:cNvSpPr/>
            <p:nvPr userDrawn="1"/>
          </p:nvSpPr>
          <p:spPr>
            <a:xfrm>
              <a:off x="1597700" y="1680321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9" name="Group 1">
              <a:extLst>
                <a:ext uri="{FF2B5EF4-FFF2-40B4-BE49-F238E27FC236}">
                  <a16:creationId xmlns="" xmlns:a16="http://schemas.microsoft.com/office/drawing/2014/main" id="{C28766A3-2014-43BE-876E-8A4B4FEB0841}"/>
                </a:ext>
              </a:extLst>
            </p:cNvPr>
            <p:cNvGrpSpPr/>
            <p:nvPr userDrawn="1"/>
          </p:nvGrpSpPr>
          <p:grpSpPr>
            <a:xfrm>
              <a:off x="1549420" y="5712364"/>
              <a:ext cx="312583" cy="312583"/>
              <a:chOff x="1570727" y="5532687"/>
              <a:chExt cx="312583" cy="312583"/>
            </a:xfrm>
          </p:grpSpPr>
          <p:sp>
            <p:nvSpPr>
              <p:cNvPr id="20" name="Oval 4">
                <a:extLst>
                  <a:ext uri="{FF2B5EF4-FFF2-40B4-BE49-F238E27FC236}">
                    <a16:creationId xmlns="" xmlns:a16="http://schemas.microsoft.com/office/drawing/2014/main" id="{72D578AC-69F5-4335-8B22-0B0F46BD0749}"/>
                  </a:ext>
                </a:extLst>
              </p:cNvPr>
              <p:cNvSpPr/>
              <p:nvPr userDrawn="1"/>
            </p:nvSpPr>
            <p:spPr>
              <a:xfrm>
                <a:off x="1570727" y="5532687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6" name="Rounded Rectangle 7">
                <a:extLst>
                  <a:ext uri="{FF2B5EF4-FFF2-40B4-BE49-F238E27FC236}">
                    <a16:creationId xmlns="" xmlns:a16="http://schemas.microsoft.com/office/drawing/2014/main" id="{71DADC0D-963F-41B5-A251-C16889197FB9}"/>
                  </a:ext>
                </a:extLst>
              </p:cNvPr>
              <p:cNvSpPr/>
              <p:nvPr userDrawn="1"/>
            </p:nvSpPr>
            <p:spPr>
              <a:xfrm>
                <a:off x="1655532" y="5616970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27" name="Picture Placeholder 9">
            <a:extLst>
              <a:ext uri="{FF2B5EF4-FFF2-40B4-BE49-F238E27FC236}">
                <a16:creationId xmlns="" xmlns:a16="http://schemas.microsoft.com/office/drawing/2014/main" id="{F3B880A8-064D-444B-B101-CFC702649F2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1680" y="1930403"/>
            <a:ext cx="2160240" cy="37444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8" name="Text Placeholder 9">
            <a:extLst>
              <a:ext uri="{FF2B5EF4-FFF2-40B4-BE49-F238E27FC236}">
                <a16:creationId xmlns="" xmlns:a16="http://schemas.microsoft.com/office/drawing/2014/main" id="{07475BB2-3025-4D53-A046-5CBF3CD6D8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91C276BA-915D-4DD4-82F3-1E6EE0C578E1}"/>
              </a:ext>
            </a:extLst>
          </p:cNvPr>
          <p:cNvGrpSpPr/>
          <p:nvPr userDrawn="1"/>
        </p:nvGrpSpPr>
        <p:grpSpPr>
          <a:xfrm flipV="1">
            <a:off x="5427361" y="1143268"/>
            <a:ext cx="1337278" cy="220479"/>
            <a:chOff x="5809673" y="3008118"/>
            <a:chExt cx="2419398" cy="398889"/>
          </a:xfrm>
        </p:grpSpPr>
        <p:sp>
          <p:nvSpPr>
            <p:cNvPr id="30" name="Rectangle 29">
              <a:extLst>
                <a:ext uri="{FF2B5EF4-FFF2-40B4-BE49-F238E27FC236}">
                  <a16:creationId xmlns="" xmlns:a16="http://schemas.microsoft.com/office/drawing/2014/main" id="{52CC7F17-87A5-40BD-985E-E79BFBFD4F9D}"/>
                </a:ext>
              </a:extLst>
            </p:cNvPr>
            <p:cNvSpPr/>
            <p:nvPr userDrawn="1"/>
          </p:nvSpPr>
          <p:spPr>
            <a:xfrm>
              <a:off x="5809673" y="3008118"/>
              <a:ext cx="398888" cy="39888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="" xmlns:a16="http://schemas.microsoft.com/office/drawing/2014/main" id="{16B54549-6829-4ACF-858E-445718F0D635}"/>
                </a:ext>
              </a:extLst>
            </p:cNvPr>
            <p:cNvSpPr/>
            <p:nvPr userDrawn="1"/>
          </p:nvSpPr>
          <p:spPr>
            <a:xfrm>
              <a:off x="6314801" y="3008118"/>
              <a:ext cx="398888" cy="3988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="" xmlns:a16="http://schemas.microsoft.com/office/drawing/2014/main" id="{CB0A30D3-E2AC-4099-B1AF-BE6E1CBB4E5B}"/>
                </a:ext>
              </a:extLst>
            </p:cNvPr>
            <p:cNvSpPr/>
            <p:nvPr userDrawn="1"/>
          </p:nvSpPr>
          <p:spPr>
            <a:xfrm>
              <a:off x="6819928" y="3008118"/>
              <a:ext cx="398888" cy="39888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="" xmlns:a16="http://schemas.microsoft.com/office/drawing/2014/main" id="{EEF4A7E2-8C60-4C9B-8086-070DF60B571B}"/>
                </a:ext>
              </a:extLst>
            </p:cNvPr>
            <p:cNvSpPr/>
            <p:nvPr userDrawn="1"/>
          </p:nvSpPr>
          <p:spPr>
            <a:xfrm>
              <a:off x="7325056" y="3008118"/>
              <a:ext cx="398888" cy="39888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="" xmlns:a16="http://schemas.microsoft.com/office/drawing/2014/main" id="{216A6BFD-3A79-4EB5-93EA-8D286D1749D7}"/>
                </a:ext>
              </a:extLst>
            </p:cNvPr>
            <p:cNvSpPr/>
            <p:nvPr userDrawn="1"/>
          </p:nvSpPr>
          <p:spPr>
            <a:xfrm>
              <a:off x="7830183" y="3008118"/>
              <a:ext cx="398888" cy="39888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24154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24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69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81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71" r:id="rId3"/>
    <p:sldLayoutId id="2147483666" r:id="rId4"/>
    <p:sldLayoutId id="2147483659" r:id="rId5"/>
    <p:sldLayoutId id="2147483665" r:id="rId6"/>
    <p:sldLayoutId id="2147483667" r:id="rId7"/>
    <p:sldLayoutId id="2147483669" r:id="rId8"/>
    <p:sldLayoutId id="2147483674" r:id="rId9"/>
    <p:sldLayoutId id="2147483672" r:id="rId10"/>
    <p:sldLayoutId id="2147483675" r:id="rId11"/>
    <p:sldLayoutId id="214748367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55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8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reeform: Shape 98">
            <a:extLst>
              <a:ext uri="{FF2B5EF4-FFF2-40B4-BE49-F238E27FC236}">
                <a16:creationId xmlns="" xmlns:a16="http://schemas.microsoft.com/office/drawing/2014/main" id="{3CD6C908-6459-4021-AE8E-283EF4C1ED44}"/>
              </a:ext>
            </a:extLst>
          </p:cNvPr>
          <p:cNvSpPr/>
          <p:nvPr/>
        </p:nvSpPr>
        <p:spPr>
          <a:xfrm>
            <a:off x="8831560" y="2981015"/>
            <a:ext cx="893052" cy="892469"/>
          </a:xfrm>
          <a:custGeom>
            <a:avLst/>
            <a:gdLst>
              <a:gd name="connsiteX0" fmla="*/ 446879 w 893052"/>
              <a:gd name="connsiteY0" fmla="*/ 366069 h 892469"/>
              <a:gd name="connsiteX1" fmla="*/ 367213 w 893052"/>
              <a:gd name="connsiteY1" fmla="*/ 445391 h 892469"/>
              <a:gd name="connsiteX2" fmla="*/ 446535 w 893052"/>
              <a:gd name="connsiteY2" fmla="*/ 525402 h 892469"/>
              <a:gd name="connsiteX3" fmla="*/ 526373 w 893052"/>
              <a:gd name="connsiteY3" fmla="*/ 445907 h 892469"/>
              <a:gd name="connsiteX4" fmla="*/ 446879 w 893052"/>
              <a:gd name="connsiteY4" fmla="*/ 366069 h 892469"/>
              <a:gd name="connsiteX5" fmla="*/ 447223 w 893052"/>
              <a:gd name="connsiteY5" fmla="*/ 129135 h 892469"/>
              <a:gd name="connsiteX6" fmla="*/ 763479 w 893052"/>
              <a:gd name="connsiteY6" fmla="*/ 446251 h 892469"/>
              <a:gd name="connsiteX7" fmla="*/ 446018 w 893052"/>
              <a:gd name="connsiteY7" fmla="*/ 762164 h 892469"/>
              <a:gd name="connsiteX8" fmla="*/ 130278 w 893052"/>
              <a:gd name="connsiteY8" fmla="*/ 445219 h 892469"/>
              <a:gd name="connsiteX9" fmla="*/ 447223 w 893052"/>
              <a:gd name="connsiteY9" fmla="*/ 129135 h 892469"/>
              <a:gd name="connsiteX10" fmla="*/ 446879 w 893052"/>
              <a:gd name="connsiteY10" fmla="*/ 119843 h 892469"/>
              <a:gd name="connsiteX11" fmla="*/ 120643 w 893052"/>
              <a:gd name="connsiteY11" fmla="*/ 444187 h 892469"/>
              <a:gd name="connsiteX12" fmla="*/ 446363 w 893052"/>
              <a:gd name="connsiteY12" fmla="*/ 771283 h 892469"/>
              <a:gd name="connsiteX13" fmla="*/ 772599 w 893052"/>
              <a:gd name="connsiteY13" fmla="*/ 445391 h 892469"/>
              <a:gd name="connsiteX14" fmla="*/ 446879 w 893052"/>
              <a:gd name="connsiteY14" fmla="*/ 119843 h 892469"/>
              <a:gd name="connsiteX15" fmla="*/ 500047 w 893052"/>
              <a:gd name="connsiteY15" fmla="*/ 85 h 892469"/>
              <a:gd name="connsiteX16" fmla="*/ 504692 w 893052"/>
              <a:gd name="connsiteY16" fmla="*/ 258 h 892469"/>
              <a:gd name="connsiteX17" fmla="*/ 524652 w 893052"/>
              <a:gd name="connsiteY17" fmla="*/ 21766 h 892469"/>
              <a:gd name="connsiteX18" fmla="*/ 525857 w 893052"/>
              <a:gd name="connsiteY18" fmla="*/ 61857 h 892469"/>
              <a:gd name="connsiteX19" fmla="*/ 532911 w 893052"/>
              <a:gd name="connsiteY19" fmla="*/ 73557 h 892469"/>
              <a:gd name="connsiteX20" fmla="*/ 558377 w 893052"/>
              <a:gd name="connsiteY20" fmla="*/ 80268 h 892469"/>
              <a:gd name="connsiteX21" fmla="*/ 570422 w 893052"/>
              <a:gd name="connsiteY21" fmla="*/ 73901 h 892469"/>
              <a:gd name="connsiteX22" fmla="*/ 593306 w 893052"/>
              <a:gd name="connsiteY22" fmla="*/ 37252 h 892469"/>
              <a:gd name="connsiteX23" fmla="*/ 615503 w 893052"/>
              <a:gd name="connsiteY23" fmla="*/ 29509 h 892469"/>
              <a:gd name="connsiteX24" fmla="*/ 619460 w 893052"/>
              <a:gd name="connsiteY24" fmla="*/ 30885 h 892469"/>
              <a:gd name="connsiteX25" fmla="*/ 632021 w 893052"/>
              <a:gd name="connsiteY25" fmla="*/ 55491 h 892469"/>
              <a:gd name="connsiteX26" fmla="*/ 623074 w 893052"/>
              <a:gd name="connsiteY26" fmla="*/ 94033 h 892469"/>
              <a:gd name="connsiteX27" fmla="*/ 629268 w 893052"/>
              <a:gd name="connsiteY27" fmla="*/ 110724 h 892469"/>
              <a:gd name="connsiteX28" fmla="*/ 649227 w 893052"/>
              <a:gd name="connsiteY28" fmla="*/ 121736 h 892469"/>
              <a:gd name="connsiteX29" fmla="*/ 662477 w 893052"/>
              <a:gd name="connsiteY29" fmla="*/ 118639 h 892469"/>
              <a:gd name="connsiteX30" fmla="*/ 694137 w 893052"/>
              <a:gd name="connsiteY30" fmla="*/ 89215 h 892469"/>
              <a:gd name="connsiteX31" fmla="*/ 717538 w 893052"/>
              <a:gd name="connsiteY31" fmla="*/ 87323 h 892469"/>
              <a:gd name="connsiteX32" fmla="*/ 718742 w 893052"/>
              <a:gd name="connsiteY32" fmla="*/ 88183 h 892469"/>
              <a:gd name="connsiteX33" fmla="*/ 726141 w 893052"/>
              <a:gd name="connsiteY33" fmla="*/ 117951 h 892469"/>
              <a:gd name="connsiteX34" fmla="*/ 707730 w 893052"/>
              <a:gd name="connsiteY34" fmla="*/ 152363 h 892469"/>
              <a:gd name="connsiteX35" fmla="*/ 709279 w 893052"/>
              <a:gd name="connsiteY35" fmla="*/ 168710 h 892469"/>
              <a:gd name="connsiteX36" fmla="*/ 724764 w 893052"/>
              <a:gd name="connsiteY36" fmla="*/ 184024 h 892469"/>
              <a:gd name="connsiteX37" fmla="*/ 740250 w 893052"/>
              <a:gd name="connsiteY37" fmla="*/ 185400 h 892469"/>
              <a:gd name="connsiteX38" fmla="*/ 779309 w 893052"/>
              <a:gd name="connsiteY38" fmla="*/ 164752 h 892469"/>
              <a:gd name="connsiteX39" fmla="*/ 800645 w 893052"/>
              <a:gd name="connsiteY39" fmla="*/ 169226 h 892469"/>
              <a:gd name="connsiteX40" fmla="*/ 807184 w 893052"/>
              <a:gd name="connsiteY40" fmla="*/ 178001 h 892469"/>
              <a:gd name="connsiteX41" fmla="*/ 805463 w 893052"/>
              <a:gd name="connsiteY41" fmla="*/ 197273 h 892469"/>
              <a:gd name="connsiteX42" fmla="*/ 774319 w 893052"/>
              <a:gd name="connsiteY42" fmla="*/ 230825 h 892469"/>
              <a:gd name="connsiteX43" fmla="*/ 771566 w 893052"/>
              <a:gd name="connsiteY43" fmla="*/ 244591 h 892469"/>
              <a:gd name="connsiteX44" fmla="*/ 783439 w 893052"/>
              <a:gd name="connsiteY44" fmla="*/ 265238 h 892469"/>
              <a:gd name="connsiteX45" fmla="*/ 798580 w 893052"/>
              <a:gd name="connsiteY45" fmla="*/ 270229 h 892469"/>
              <a:gd name="connsiteX46" fmla="*/ 842629 w 893052"/>
              <a:gd name="connsiteY46" fmla="*/ 260249 h 892469"/>
              <a:gd name="connsiteX47" fmla="*/ 858975 w 893052"/>
              <a:gd name="connsiteY47" fmla="*/ 267819 h 892469"/>
              <a:gd name="connsiteX48" fmla="*/ 864137 w 893052"/>
              <a:gd name="connsiteY48" fmla="*/ 279692 h 892469"/>
              <a:gd name="connsiteX49" fmla="*/ 857082 w 893052"/>
              <a:gd name="connsiteY49" fmla="*/ 298963 h 892469"/>
              <a:gd name="connsiteX50" fmla="*/ 820777 w 893052"/>
              <a:gd name="connsiteY50" fmla="*/ 321504 h 892469"/>
              <a:gd name="connsiteX51" fmla="*/ 813034 w 893052"/>
              <a:gd name="connsiteY51" fmla="*/ 338366 h 892469"/>
              <a:gd name="connsiteX52" fmla="*/ 818368 w 893052"/>
              <a:gd name="connsiteY52" fmla="*/ 357982 h 892469"/>
              <a:gd name="connsiteX53" fmla="*/ 831273 w 893052"/>
              <a:gd name="connsiteY53" fmla="*/ 367101 h 892469"/>
              <a:gd name="connsiteX54" fmla="*/ 876526 w 893052"/>
              <a:gd name="connsiteY54" fmla="*/ 368822 h 892469"/>
              <a:gd name="connsiteX55" fmla="*/ 891152 w 893052"/>
              <a:gd name="connsiteY55" fmla="*/ 380350 h 892469"/>
              <a:gd name="connsiteX56" fmla="*/ 893044 w 893052"/>
              <a:gd name="connsiteY56" fmla="*/ 394288 h 892469"/>
              <a:gd name="connsiteX57" fmla="*/ 881860 w 893052"/>
              <a:gd name="connsiteY57" fmla="*/ 410118 h 892469"/>
              <a:gd name="connsiteX58" fmla="*/ 841080 w 893052"/>
              <a:gd name="connsiteY58" fmla="*/ 422679 h 892469"/>
              <a:gd name="connsiteX59" fmla="*/ 828348 w 893052"/>
              <a:gd name="connsiteY59" fmla="*/ 438852 h 892469"/>
              <a:gd name="connsiteX60" fmla="*/ 829208 w 893052"/>
              <a:gd name="connsiteY60" fmla="*/ 460189 h 892469"/>
              <a:gd name="connsiteX61" fmla="*/ 837983 w 893052"/>
              <a:gd name="connsiteY61" fmla="*/ 469480 h 892469"/>
              <a:gd name="connsiteX62" fmla="*/ 880827 w 893052"/>
              <a:gd name="connsiteY62" fmla="*/ 482557 h 892469"/>
              <a:gd name="connsiteX63" fmla="*/ 893044 w 893052"/>
              <a:gd name="connsiteY63" fmla="*/ 499592 h 892469"/>
              <a:gd name="connsiteX64" fmla="*/ 893044 w 893052"/>
              <a:gd name="connsiteY64" fmla="*/ 502689 h 892469"/>
              <a:gd name="connsiteX65" fmla="*/ 871020 w 893052"/>
              <a:gd name="connsiteY65" fmla="*/ 524541 h 892469"/>
              <a:gd name="connsiteX66" fmla="*/ 830413 w 893052"/>
              <a:gd name="connsiteY66" fmla="*/ 525746 h 892469"/>
              <a:gd name="connsiteX67" fmla="*/ 819572 w 893052"/>
              <a:gd name="connsiteY67" fmla="*/ 532456 h 892469"/>
              <a:gd name="connsiteX68" fmla="*/ 812690 w 893052"/>
              <a:gd name="connsiteY68" fmla="*/ 557922 h 892469"/>
              <a:gd name="connsiteX69" fmla="*/ 819400 w 893052"/>
              <a:gd name="connsiteY69" fmla="*/ 570311 h 892469"/>
              <a:gd name="connsiteX70" fmla="*/ 855190 w 893052"/>
              <a:gd name="connsiteY70" fmla="*/ 592679 h 892469"/>
              <a:gd name="connsiteX71" fmla="*/ 863277 w 893052"/>
              <a:gd name="connsiteY71" fmla="*/ 615564 h 892469"/>
              <a:gd name="connsiteX72" fmla="*/ 857599 w 893052"/>
              <a:gd name="connsiteY72" fmla="*/ 627264 h 892469"/>
              <a:gd name="connsiteX73" fmla="*/ 846587 w 893052"/>
              <a:gd name="connsiteY73" fmla="*/ 632770 h 892469"/>
              <a:gd name="connsiteX74" fmla="*/ 819228 w 893052"/>
              <a:gd name="connsiteY74" fmla="*/ 626748 h 892469"/>
              <a:gd name="connsiteX75" fmla="*/ 796860 w 893052"/>
              <a:gd name="connsiteY75" fmla="*/ 621586 h 892469"/>
              <a:gd name="connsiteX76" fmla="*/ 785159 w 893052"/>
              <a:gd name="connsiteY76" fmla="*/ 625200 h 892469"/>
              <a:gd name="connsiteX77" fmla="*/ 771050 w 893052"/>
              <a:gd name="connsiteY77" fmla="*/ 650493 h 892469"/>
              <a:gd name="connsiteX78" fmla="*/ 774491 w 893052"/>
              <a:gd name="connsiteY78" fmla="*/ 661333 h 892469"/>
              <a:gd name="connsiteX79" fmla="*/ 804603 w 893052"/>
              <a:gd name="connsiteY79" fmla="*/ 693682 h 892469"/>
              <a:gd name="connsiteX80" fmla="*/ 806495 w 893052"/>
              <a:gd name="connsiteY80" fmla="*/ 715878 h 892469"/>
              <a:gd name="connsiteX81" fmla="*/ 805291 w 893052"/>
              <a:gd name="connsiteY81" fmla="*/ 717599 h 892469"/>
              <a:gd name="connsiteX82" fmla="*/ 775007 w 893052"/>
              <a:gd name="connsiteY82" fmla="*/ 725170 h 892469"/>
              <a:gd name="connsiteX83" fmla="*/ 740078 w 893052"/>
              <a:gd name="connsiteY83" fmla="*/ 706586 h 892469"/>
              <a:gd name="connsiteX84" fmla="*/ 726485 w 893052"/>
              <a:gd name="connsiteY84" fmla="*/ 707103 h 892469"/>
              <a:gd name="connsiteX85" fmla="*/ 708762 w 893052"/>
              <a:gd name="connsiteY85" fmla="*/ 724481 h 892469"/>
              <a:gd name="connsiteX86" fmla="*/ 707902 w 893052"/>
              <a:gd name="connsiteY86" fmla="*/ 739451 h 892469"/>
              <a:gd name="connsiteX87" fmla="*/ 728550 w 893052"/>
              <a:gd name="connsiteY87" fmla="*/ 778510 h 892469"/>
              <a:gd name="connsiteX88" fmla="*/ 725109 w 893052"/>
              <a:gd name="connsiteY88" fmla="*/ 798814 h 892469"/>
              <a:gd name="connsiteX89" fmla="*/ 721667 w 893052"/>
              <a:gd name="connsiteY89" fmla="*/ 801911 h 892469"/>
              <a:gd name="connsiteX90" fmla="*/ 692072 w 893052"/>
              <a:gd name="connsiteY90" fmla="*/ 800878 h 892469"/>
              <a:gd name="connsiteX91" fmla="*/ 663165 w 893052"/>
              <a:gd name="connsiteY91" fmla="*/ 773864 h 892469"/>
              <a:gd name="connsiteX92" fmla="*/ 648367 w 893052"/>
              <a:gd name="connsiteY92" fmla="*/ 770939 h 892469"/>
              <a:gd name="connsiteX93" fmla="*/ 628063 w 893052"/>
              <a:gd name="connsiteY93" fmla="*/ 782467 h 892469"/>
              <a:gd name="connsiteX94" fmla="*/ 623074 w 893052"/>
              <a:gd name="connsiteY94" fmla="*/ 797609 h 892469"/>
              <a:gd name="connsiteX95" fmla="*/ 633398 w 893052"/>
              <a:gd name="connsiteY95" fmla="*/ 842690 h 892469"/>
              <a:gd name="connsiteX96" fmla="*/ 626687 w 893052"/>
              <a:gd name="connsiteY96" fmla="*/ 857660 h 892469"/>
              <a:gd name="connsiteX97" fmla="*/ 613954 w 893052"/>
              <a:gd name="connsiteY97" fmla="*/ 863338 h 892469"/>
              <a:gd name="connsiteX98" fmla="*/ 594511 w 893052"/>
              <a:gd name="connsiteY98" fmla="*/ 856456 h 892469"/>
              <a:gd name="connsiteX99" fmla="*/ 571970 w 893052"/>
              <a:gd name="connsiteY99" fmla="*/ 820150 h 892469"/>
              <a:gd name="connsiteX100" fmla="*/ 555108 w 893052"/>
              <a:gd name="connsiteY100" fmla="*/ 812235 h 892469"/>
              <a:gd name="connsiteX101" fmla="*/ 537041 w 893052"/>
              <a:gd name="connsiteY101" fmla="*/ 817053 h 892469"/>
              <a:gd name="connsiteX102" fmla="*/ 526029 w 893052"/>
              <a:gd name="connsiteY102" fmla="*/ 832022 h 892469"/>
              <a:gd name="connsiteX103" fmla="*/ 524824 w 893052"/>
              <a:gd name="connsiteY103" fmla="*/ 872630 h 892469"/>
              <a:gd name="connsiteX104" fmla="*/ 509166 w 893052"/>
              <a:gd name="connsiteY104" fmla="*/ 891213 h 892469"/>
              <a:gd name="connsiteX105" fmla="*/ 499359 w 893052"/>
              <a:gd name="connsiteY105" fmla="*/ 892417 h 892469"/>
              <a:gd name="connsiteX106" fmla="*/ 483529 w 893052"/>
              <a:gd name="connsiteY106" fmla="*/ 881749 h 892469"/>
              <a:gd name="connsiteX107" fmla="*/ 470280 w 893052"/>
              <a:gd name="connsiteY107" fmla="*/ 838561 h 892469"/>
              <a:gd name="connsiteX108" fmla="*/ 457891 w 893052"/>
              <a:gd name="connsiteY108" fmla="*/ 827893 h 892469"/>
              <a:gd name="connsiteX109" fmla="*/ 435178 w 893052"/>
              <a:gd name="connsiteY109" fmla="*/ 828065 h 892469"/>
              <a:gd name="connsiteX110" fmla="*/ 424166 w 893052"/>
              <a:gd name="connsiteY110" fmla="*/ 837528 h 892469"/>
              <a:gd name="connsiteX111" fmla="*/ 411605 w 893052"/>
              <a:gd name="connsiteY111" fmla="*/ 878308 h 892469"/>
              <a:gd name="connsiteX112" fmla="*/ 390441 w 893052"/>
              <a:gd name="connsiteY112" fmla="*/ 891901 h 892469"/>
              <a:gd name="connsiteX113" fmla="*/ 369105 w 893052"/>
              <a:gd name="connsiteY113" fmla="*/ 867812 h 892469"/>
              <a:gd name="connsiteX114" fmla="*/ 368073 w 893052"/>
              <a:gd name="connsiteY114" fmla="*/ 830818 h 892469"/>
              <a:gd name="connsiteX115" fmla="*/ 360330 w 893052"/>
              <a:gd name="connsiteY115" fmla="*/ 818429 h 892469"/>
              <a:gd name="connsiteX116" fmla="*/ 335208 w 893052"/>
              <a:gd name="connsiteY116" fmla="*/ 812063 h 892469"/>
              <a:gd name="connsiteX117" fmla="*/ 323164 w 893052"/>
              <a:gd name="connsiteY117" fmla="*/ 818429 h 892469"/>
              <a:gd name="connsiteX118" fmla="*/ 300279 w 893052"/>
              <a:gd name="connsiteY118" fmla="*/ 855079 h 892469"/>
              <a:gd name="connsiteX119" fmla="*/ 278943 w 893052"/>
              <a:gd name="connsiteY119" fmla="*/ 862822 h 892469"/>
              <a:gd name="connsiteX120" fmla="*/ 277394 w 893052"/>
              <a:gd name="connsiteY120" fmla="*/ 862306 h 892469"/>
              <a:gd name="connsiteX121" fmla="*/ 261908 w 893052"/>
              <a:gd name="connsiteY121" fmla="*/ 835291 h 892469"/>
              <a:gd name="connsiteX122" fmla="*/ 270684 w 893052"/>
              <a:gd name="connsiteY122" fmla="*/ 797265 h 892469"/>
              <a:gd name="connsiteX123" fmla="*/ 265006 w 893052"/>
              <a:gd name="connsiteY123" fmla="*/ 781779 h 892469"/>
              <a:gd name="connsiteX124" fmla="*/ 246594 w 893052"/>
              <a:gd name="connsiteY124" fmla="*/ 771111 h 892469"/>
              <a:gd name="connsiteX125" fmla="*/ 229904 w 893052"/>
              <a:gd name="connsiteY125" fmla="*/ 774208 h 892469"/>
              <a:gd name="connsiteX126" fmla="*/ 198761 w 893052"/>
              <a:gd name="connsiteY126" fmla="*/ 803287 h 892469"/>
              <a:gd name="connsiteX127" fmla="*/ 176908 w 893052"/>
              <a:gd name="connsiteY127" fmla="*/ 805352 h 892469"/>
              <a:gd name="connsiteX128" fmla="*/ 173811 w 893052"/>
              <a:gd name="connsiteY128" fmla="*/ 803287 h 892469"/>
              <a:gd name="connsiteX129" fmla="*/ 166928 w 893052"/>
              <a:gd name="connsiteY129" fmla="*/ 774552 h 892469"/>
              <a:gd name="connsiteX130" fmla="*/ 185511 w 893052"/>
              <a:gd name="connsiteY130" fmla="*/ 739623 h 892469"/>
              <a:gd name="connsiteX131" fmla="*/ 184135 w 893052"/>
              <a:gd name="connsiteY131" fmla="*/ 723277 h 892469"/>
              <a:gd name="connsiteX132" fmla="*/ 168649 w 893052"/>
              <a:gd name="connsiteY132" fmla="*/ 707963 h 892469"/>
              <a:gd name="connsiteX133" fmla="*/ 152647 w 893052"/>
              <a:gd name="connsiteY133" fmla="*/ 706758 h 892469"/>
              <a:gd name="connsiteX134" fmla="*/ 113932 w 893052"/>
              <a:gd name="connsiteY134" fmla="*/ 727235 h 892469"/>
              <a:gd name="connsiteX135" fmla="*/ 92768 w 893052"/>
              <a:gd name="connsiteY135" fmla="*/ 723277 h 892469"/>
              <a:gd name="connsiteX136" fmla="*/ 91392 w 893052"/>
              <a:gd name="connsiteY136" fmla="*/ 721728 h 892469"/>
              <a:gd name="connsiteX137" fmla="*/ 92252 w 893052"/>
              <a:gd name="connsiteY137" fmla="*/ 690068 h 892469"/>
              <a:gd name="connsiteX138" fmla="*/ 118234 w 893052"/>
              <a:gd name="connsiteY138" fmla="*/ 662366 h 892469"/>
              <a:gd name="connsiteX139" fmla="*/ 121331 w 893052"/>
              <a:gd name="connsiteY139" fmla="*/ 647224 h 892469"/>
              <a:gd name="connsiteX140" fmla="*/ 109459 w 893052"/>
              <a:gd name="connsiteY140" fmla="*/ 626576 h 892469"/>
              <a:gd name="connsiteX141" fmla="*/ 94489 w 893052"/>
              <a:gd name="connsiteY141" fmla="*/ 622274 h 892469"/>
              <a:gd name="connsiteX142" fmla="*/ 56979 w 893052"/>
              <a:gd name="connsiteY142" fmla="*/ 630878 h 892469"/>
              <a:gd name="connsiteX143" fmla="*/ 51989 w 893052"/>
              <a:gd name="connsiteY143" fmla="*/ 632082 h 892469"/>
              <a:gd name="connsiteX144" fmla="*/ 33406 w 893052"/>
              <a:gd name="connsiteY144" fmla="*/ 622963 h 892469"/>
              <a:gd name="connsiteX145" fmla="*/ 29104 w 893052"/>
              <a:gd name="connsiteY145" fmla="*/ 612983 h 892469"/>
              <a:gd name="connsiteX146" fmla="*/ 35987 w 893052"/>
              <a:gd name="connsiteY146" fmla="*/ 593539 h 892469"/>
              <a:gd name="connsiteX147" fmla="*/ 71260 w 893052"/>
              <a:gd name="connsiteY147" fmla="*/ 571515 h 892469"/>
              <a:gd name="connsiteX148" fmla="*/ 79691 w 893052"/>
              <a:gd name="connsiteY148" fmla="*/ 551728 h 892469"/>
              <a:gd name="connsiteX149" fmla="*/ 74357 w 893052"/>
              <a:gd name="connsiteY149" fmla="*/ 533833 h 892469"/>
              <a:gd name="connsiteX150" fmla="*/ 61452 w 893052"/>
              <a:gd name="connsiteY150" fmla="*/ 525229 h 892469"/>
              <a:gd name="connsiteX151" fmla="*/ 19813 w 893052"/>
              <a:gd name="connsiteY151" fmla="*/ 524025 h 892469"/>
              <a:gd name="connsiteX152" fmla="*/ 1230 w 893052"/>
              <a:gd name="connsiteY152" fmla="*/ 508367 h 892469"/>
              <a:gd name="connsiteX153" fmla="*/ 541 w 893052"/>
              <a:gd name="connsiteY153" fmla="*/ 504754 h 892469"/>
              <a:gd name="connsiteX154" fmla="*/ 16199 w 893052"/>
              <a:gd name="connsiteY154" fmla="*/ 481009 h 892469"/>
              <a:gd name="connsiteX155" fmla="*/ 53537 w 893052"/>
              <a:gd name="connsiteY155" fmla="*/ 469652 h 892469"/>
              <a:gd name="connsiteX156" fmla="*/ 64722 w 893052"/>
              <a:gd name="connsiteY156" fmla="*/ 457091 h 892469"/>
              <a:gd name="connsiteX157" fmla="*/ 64205 w 893052"/>
              <a:gd name="connsiteY157" fmla="*/ 433174 h 892469"/>
              <a:gd name="connsiteX158" fmla="*/ 55430 w 893052"/>
              <a:gd name="connsiteY158" fmla="*/ 423367 h 892469"/>
              <a:gd name="connsiteX159" fmla="*/ 15683 w 893052"/>
              <a:gd name="connsiteY159" fmla="*/ 411150 h 892469"/>
              <a:gd name="connsiteX160" fmla="*/ 541 w 893052"/>
              <a:gd name="connsiteY160" fmla="*/ 389126 h 892469"/>
              <a:gd name="connsiteX161" fmla="*/ 2090 w 893052"/>
              <a:gd name="connsiteY161" fmla="*/ 380006 h 892469"/>
              <a:gd name="connsiteX162" fmla="*/ 16371 w 893052"/>
              <a:gd name="connsiteY162" fmla="*/ 368650 h 892469"/>
              <a:gd name="connsiteX163" fmla="*/ 54914 w 893052"/>
              <a:gd name="connsiteY163" fmla="*/ 367445 h 892469"/>
              <a:gd name="connsiteX164" fmla="*/ 60592 w 893052"/>
              <a:gd name="connsiteY164" fmla="*/ 367273 h 892469"/>
              <a:gd name="connsiteX165" fmla="*/ 75906 w 893052"/>
              <a:gd name="connsiteY165" fmla="*/ 355229 h 892469"/>
              <a:gd name="connsiteX166" fmla="*/ 80379 w 893052"/>
              <a:gd name="connsiteY166" fmla="*/ 338194 h 892469"/>
              <a:gd name="connsiteX167" fmla="*/ 73153 w 893052"/>
              <a:gd name="connsiteY167" fmla="*/ 322020 h 892469"/>
              <a:gd name="connsiteX168" fmla="*/ 37879 w 893052"/>
              <a:gd name="connsiteY168" fmla="*/ 299996 h 892469"/>
              <a:gd name="connsiteX169" fmla="*/ 29964 w 893052"/>
              <a:gd name="connsiteY169" fmla="*/ 277455 h 892469"/>
              <a:gd name="connsiteX170" fmla="*/ 34954 w 893052"/>
              <a:gd name="connsiteY170" fmla="*/ 266615 h 892469"/>
              <a:gd name="connsiteX171" fmla="*/ 50440 w 893052"/>
              <a:gd name="connsiteY171" fmla="*/ 260077 h 892469"/>
              <a:gd name="connsiteX172" fmla="*/ 94489 w 893052"/>
              <a:gd name="connsiteY172" fmla="*/ 270229 h 892469"/>
              <a:gd name="connsiteX173" fmla="*/ 110491 w 893052"/>
              <a:gd name="connsiteY173" fmla="*/ 264894 h 892469"/>
              <a:gd name="connsiteX174" fmla="*/ 121331 w 893052"/>
              <a:gd name="connsiteY174" fmla="*/ 245967 h 892469"/>
              <a:gd name="connsiteX175" fmla="*/ 118234 w 893052"/>
              <a:gd name="connsiteY175" fmla="*/ 229793 h 892469"/>
              <a:gd name="connsiteX176" fmla="*/ 88983 w 893052"/>
              <a:gd name="connsiteY176" fmla="*/ 198649 h 892469"/>
              <a:gd name="connsiteX177" fmla="*/ 87262 w 893052"/>
              <a:gd name="connsiteY177" fmla="*/ 176453 h 892469"/>
              <a:gd name="connsiteX178" fmla="*/ 90187 w 893052"/>
              <a:gd name="connsiteY178" fmla="*/ 172151 h 892469"/>
              <a:gd name="connsiteX179" fmla="*/ 116685 w 893052"/>
              <a:gd name="connsiteY179" fmla="*/ 166301 h 892469"/>
              <a:gd name="connsiteX180" fmla="*/ 152475 w 893052"/>
              <a:gd name="connsiteY180" fmla="*/ 185400 h 892469"/>
              <a:gd name="connsiteX181" fmla="*/ 169337 w 893052"/>
              <a:gd name="connsiteY181" fmla="*/ 183852 h 892469"/>
              <a:gd name="connsiteX182" fmla="*/ 183791 w 893052"/>
              <a:gd name="connsiteY182" fmla="*/ 169570 h 892469"/>
              <a:gd name="connsiteX183" fmla="*/ 185684 w 893052"/>
              <a:gd name="connsiteY183" fmla="*/ 152363 h 892469"/>
              <a:gd name="connsiteX184" fmla="*/ 164864 w 893052"/>
              <a:gd name="connsiteY184" fmla="*/ 113305 h 892469"/>
              <a:gd name="connsiteX185" fmla="*/ 168477 w 893052"/>
              <a:gd name="connsiteY185" fmla="*/ 93517 h 892469"/>
              <a:gd name="connsiteX186" fmla="*/ 179317 w 893052"/>
              <a:gd name="connsiteY186" fmla="*/ 85430 h 892469"/>
              <a:gd name="connsiteX187" fmla="*/ 196868 w 893052"/>
              <a:gd name="connsiteY187" fmla="*/ 87323 h 892469"/>
              <a:gd name="connsiteX188" fmla="*/ 226635 w 893052"/>
              <a:gd name="connsiteY188" fmla="*/ 115025 h 892469"/>
              <a:gd name="connsiteX189" fmla="*/ 251757 w 893052"/>
              <a:gd name="connsiteY189" fmla="*/ 118639 h 892469"/>
              <a:gd name="connsiteX190" fmla="*/ 265866 w 893052"/>
              <a:gd name="connsiteY190" fmla="*/ 109863 h 892469"/>
              <a:gd name="connsiteX191" fmla="*/ 270684 w 893052"/>
              <a:gd name="connsiteY191" fmla="*/ 95066 h 892469"/>
              <a:gd name="connsiteX192" fmla="*/ 260704 w 893052"/>
              <a:gd name="connsiteY192" fmla="*/ 52049 h 892469"/>
              <a:gd name="connsiteX193" fmla="*/ 269135 w 893052"/>
              <a:gd name="connsiteY193" fmla="*/ 33638 h 892469"/>
              <a:gd name="connsiteX194" fmla="*/ 280664 w 893052"/>
              <a:gd name="connsiteY194" fmla="*/ 28820 h 892469"/>
              <a:gd name="connsiteX195" fmla="*/ 298903 w 893052"/>
              <a:gd name="connsiteY195" fmla="*/ 35359 h 892469"/>
              <a:gd name="connsiteX196" fmla="*/ 321959 w 893052"/>
              <a:gd name="connsiteY196" fmla="*/ 72525 h 892469"/>
              <a:gd name="connsiteX197" fmla="*/ 337961 w 893052"/>
              <a:gd name="connsiteY197" fmla="*/ 80268 h 892469"/>
              <a:gd name="connsiteX198" fmla="*/ 359470 w 893052"/>
              <a:gd name="connsiteY198" fmla="*/ 74246 h 892469"/>
              <a:gd name="connsiteX199" fmla="*/ 367385 w 893052"/>
              <a:gd name="connsiteY199" fmla="*/ 62717 h 892469"/>
              <a:gd name="connsiteX200" fmla="*/ 369105 w 893052"/>
              <a:gd name="connsiteY200" fmla="*/ 17980 h 892469"/>
              <a:gd name="connsiteX201" fmla="*/ 381838 w 893052"/>
              <a:gd name="connsiteY201" fmla="*/ 1634 h 892469"/>
              <a:gd name="connsiteX202" fmla="*/ 386484 w 893052"/>
              <a:gd name="connsiteY202" fmla="*/ 602 h 892469"/>
              <a:gd name="connsiteX203" fmla="*/ 412122 w 893052"/>
              <a:gd name="connsiteY203" fmla="*/ 16260 h 892469"/>
              <a:gd name="connsiteX204" fmla="*/ 423478 w 893052"/>
              <a:gd name="connsiteY204" fmla="*/ 54114 h 892469"/>
              <a:gd name="connsiteX205" fmla="*/ 434662 w 893052"/>
              <a:gd name="connsiteY205" fmla="*/ 64266 h 892469"/>
              <a:gd name="connsiteX206" fmla="*/ 459095 w 893052"/>
              <a:gd name="connsiteY206" fmla="*/ 64266 h 892469"/>
              <a:gd name="connsiteX207" fmla="*/ 469935 w 893052"/>
              <a:gd name="connsiteY207" fmla="*/ 54458 h 892469"/>
              <a:gd name="connsiteX208" fmla="*/ 482669 w 893052"/>
              <a:gd name="connsiteY208" fmla="*/ 12646 h 892469"/>
              <a:gd name="connsiteX209" fmla="*/ 500047 w 893052"/>
              <a:gd name="connsiteY209" fmla="*/ 85 h 892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</a:cxnLst>
            <a:rect l="l" t="t" r="r" b="b"/>
            <a:pathLst>
              <a:path w="893052" h="892469">
                <a:moveTo>
                  <a:pt x="446879" y="366069"/>
                </a:moveTo>
                <a:cubicBezTo>
                  <a:pt x="399045" y="366069"/>
                  <a:pt x="367040" y="405300"/>
                  <a:pt x="367213" y="445391"/>
                </a:cubicBezTo>
                <a:cubicBezTo>
                  <a:pt x="367385" y="489784"/>
                  <a:pt x="402314" y="525402"/>
                  <a:pt x="446535" y="525402"/>
                </a:cubicBezTo>
                <a:cubicBezTo>
                  <a:pt x="490755" y="525402"/>
                  <a:pt x="526201" y="490300"/>
                  <a:pt x="526373" y="445907"/>
                </a:cubicBezTo>
                <a:cubicBezTo>
                  <a:pt x="526545" y="401686"/>
                  <a:pt x="491788" y="366069"/>
                  <a:pt x="446879" y="366069"/>
                </a:cubicBezTo>
                <a:close/>
                <a:moveTo>
                  <a:pt x="447223" y="129135"/>
                </a:moveTo>
                <a:cubicBezTo>
                  <a:pt x="621181" y="129479"/>
                  <a:pt x="763823" y="271777"/>
                  <a:pt x="763479" y="446251"/>
                </a:cubicBezTo>
                <a:cubicBezTo>
                  <a:pt x="763135" y="618833"/>
                  <a:pt x="623074" y="762508"/>
                  <a:pt x="446018" y="762164"/>
                </a:cubicBezTo>
                <a:cubicBezTo>
                  <a:pt x="267587" y="761648"/>
                  <a:pt x="128902" y="616080"/>
                  <a:pt x="130278" y="445219"/>
                </a:cubicBezTo>
                <a:cubicBezTo>
                  <a:pt x="129246" y="271949"/>
                  <a:pt x="272404" y="128791"/>
                  <a:pt x="447223" y="129135"/>
                </a:cubicBezTo>
                <a:close/>
                <a:moveTo>
                  <a:pt x="446879" y="119843"/>
                </a:moveTo>
                <a:cubicBezTo>
                  <a:pt x="265522" y="119671"/>
                  <a:pt x="121331" y="265066"/>
                  <a:pt x="120643" y="444187"/>
                </a:cubicBezTo>
                <a:cubicBezTo>
                  <a:pt x="119954" y="627609"/>
                  <a:pt x="268791" y="771799"/>
                  <a:pt x="446363" y="771283"/>
                </a:cubicBezTo>
                <a:cubicBezTo>
                  <a:pt x="623418" y="771972"/>
                  <a:pt x="772770" y="629501"/>
                  <a:pt x="772599" y="445391"/>
                </a:cubicBezTo>
                <a:cubicBezTo>
                  <a:pt x="772427" y="264378"/>
                  <a:pt x="627203" y="120015"/>
                  <a:pt x="446879" y="119843"/>
                </a:cubicBezTo>
                <a:close/>
                <a:moveTo>
                  <a:pt x="500047" y="85"/>
                </a:moveTo>
                <a:cubicBezTo>
                  <a:pt x="501595" y="85"/>
                  <a:pt x="503144" y="85"/>
                  <a:pt x="504692" y="258"/>
                </a:cubicBezTo>
                <a:cubicBezTo>
                  <a:pt x="520006" y="1806"/>
                  <a:pt x="524308" y="6452"/>
                  <a:pt x="524652" y="21766"/>
                </a:cubicBezTo>
                <a:cubicBezTo>
                  <a:pt x="524996" y="35187"/>
                  <a:pt x="525513" y="48436"/>
                  <a:pt x="525857" y="61857"/>
                </a:cubicBezTo>
                <a:cubicBezTo>
                  <a:pt x="526029" y="67191"/>
                  <a:pt x="527921" y="71321"/>
                  <a:pt x="532911" y="73557"/>
                </a:cubicBezTo>
                <a:cubicBezTo>
                  <a:pt x="540999" y="77171"/>
                  <a:pt x="549429" y="79580"/>
                  <a:pt x="558377" y="80268"/>
                </a:cubicBezTo>
                <a:cubicBezTo>
                  <a:pt x="563883" y="80612"/>
                  <a:pt x="567669" y="78375"/>
                  <a:pt x="570422" y="73901"/>
                </a:cubicBezTo>
                <a:cubicBezTo>
                  <a:pt x="577993" y="61685"/>
                  <a:pt x="585735" y="49468"/>
                  <a:pt x="593306" y="37252"/>
                </a:cubicBezTo>
                <a:cubicBezTo>
                  <a:pt x="599845" y="26928"/>
                  <a:pt x="603803" y="25551"/>
                  <a:pt x="615503" y="29509"/>
                </a:cubicBezTo>
                <a:cubicBezTo>
                  <a:pt x="616879" y="30025"/>
                  <a:pt x="618084" y="30369"/>
                  <a:pt x="619460" y="30885"/>
                </a:cubicBezTo>
                <a:cubicBezTo>
                  <a:pt x="633053" y="36735"/>
                  <a:pt x="635290" y="41037"/>
                  <a:pt x="632021" y="55491"/>
                </a:cubicBezTo>
                <a:cubicBezTo>
                  <a:pt x="629096" y="68395"/>
                  <a:pt x="626171" y="81128"/>
                  <a:pt x="623074" y="94033"/>
                </a:cubicBezTo>
                <a:cubicBezTo>
                  <a:pt x="621353" y="101088"/>
                  <a:pt x="623074" y="106594"/>
                  <a:pt x="629268" y="110724"/>
                </a:cubicBezTo>
                <a:cubicBezTo>
                  <a:pt x="635635" y="115025"/>
                  <a:pt x="642001" y="118983"/>
                  <a:pt x="649227" y="121736"/>
                </a:cubicBezTo>
                <a:cubicBezTo>
                  <a:pt x="654390" y="123629"/>
                  <a:pt x="658519" y="122424"/>
                  <a:pt x="662477" y="118639"/>
                </a:cubicBezTo>
                <a:cubicBezTo>
                  <a:pt x="672972" y="108659"/>
                  <a:pt x="683469" y="99023"/>
                  <a:pt x="694137" y="89215"/>
                </a:cubicBezTo>
                <a:cubicBezTo>
                  <a:pt x="702912" y="80956"/>
                  <a:pt x="707730" y="80612"/>
                  <a:pt x="717538" y="87323"/>
                </a:cubicBezTo>
                <a:cubicBezTo>
                  <a:pt x="718054" y="87667"/>
                  <a:pt x="718398" y="87839"/>
                  <a:pt x="718742" y="88183"/>
                </a:cubicBezTo>
                <a:cubicBezTo>
                  <a:pt x="735433" y="100228"/>
                  <a:pt x="733024" y="105390"/>
                  <a:pt x="726141" y="117951"/>
                </a:cubicBezTo>
                <a:cubicBezTo>
                  <a:pt x="719947" y="129307"/>
                  <a:pt x="714096" y="141007"/>
                  <a:pt x="707730" y="152363"/>
                </a:cubicBezTo>
                <a:cubicBezTo>
                  <a:pt x="704461" y="158386"/>
                  <a:pt x="705149" y="163548"/>
                  <a:pt x="709279" y="168710"/>
                </a:cubicBezTo>
                <a:cubicBezTo>
                  <a:pt x="713924" y="174388"/>
                  <a:pt x="719086" y="179550"/>
                  <a:pt x="724764" y="184024"/>
                </a:cubicBezTo>
                <a:cubicBezTo>
                  <a:pt x="729582" y="187809"/>
                  <a:pt x="734572" y="188325"/>
                  <a:pt x="740250" y="185400"/>
                </a:cubicBezTo>
                <a:cubicBezTo>
                  <a:pt x="753155" y="178346"/>
                  <a:pt x="766232" y="171463"/>
                  <a:pt x="779309" y="164752"/>
                </a:cubicBezTo>
                <a:cubicBezTo>
                  <a:pt x="788600" y="159934"/>
                  <a:pt x="793935" y="160967"/>
                  <a:pt x="800645" y="169226"/>
                </a:cubicBezTo>
                <a:cubicBezTo>
                  <a:pt x="803054" y="171979"/>
                  <a:pt x="805291" y="174904"/>
                  <a:pt x="807184" y="178001"/>
                </a:cubicBezTo>
                <a:cubicBezTo>
                  <a:pt x="812001" y="185572"/>
                  <a:pt x="811485" y="190562"/>
                  <a:pt x="805463" y="197273"/>
                </a:cubicBezTo>
                <a:cubicBezTo>
                  <a:pt x="795139" y="208457"/>
                  <a:pt x="784815" y="219813"/>
                  <a:pt x="774319" y="230825"/>
                </a:cubicBezTo>
                <a:cubicBezTo>
                  <a:pt x="770362" y="234955"/>
                  <a:pt x="769501" y="239429"/>
                  <a:pt x="771566" y="244591"/>
                </a:cubicBezTo>
                <a:cubicBezTo>
                  <a:pt x="774663" y="251989"/>
                  <a:pt x="778449" y="258872"/>
                  <a:pt x="783439" y="265238"/>
                </a:cubicBezTo>
                <a:cubicBezTo>
                  <a:pt x="787396" y="270401"/>
                  <a:pt x="792214" y="271777"/>
                  <a:pt x="798580" y="270229"/>
                </a:cubicBezTo>
                <a:cubicBezTo>
                  <a:pt x="813206" y="266615"/>
                  <a:pt x="828003" y="263346"/>
                  <a:pt x="842629" y="260249"/>
                </a:cubicBezTo>
                <a:cubicBezTo>
                  <a:pt x="850372" y="258528"/>
                  <a:pt x="855018" y="260765"/>
                  <a:pt x="858975" y="267819"/>
                </a:cubicBezTo>
                <a:cubicBezTo>
                  <a:pt x="861040" y="271605"/>
                  <a:pt x="862761" y="275562"/>
                  <a:pt x="864137" y="279692"/>
                </a:cubicBezTo>
                <a:cubicBezTo>
                  <a:pt x="867062" y="289156"/>
                  <a:pt x="865514" y="293629"/>
                  <a:pt x="857082" y="298963"/>
                </a:cubicBezTo>
                <a:cubicBezTo>
                  <a:pt x="845038" y="306534"/>
                  <a:pt x="833165" y="314449"/>
                  <a:pt x="820777" y="321504"/>
                </a:cubicBezTo>
                <a:cubicBezTo>
                  <a:pt x="813722" y="325633"/>
                  <a:pt x="811829" y="331140"/>
                  <a:pt x="813034" y="338366"/>
                </a:cubicBezTo>
                <a:cubicBezTo>
                  <a:pt x="814066" y="345077"/>
                  <a:pt x="815959" y="351615"/>
                  <a:pt x="818368" y="357982"/>
                </a:cubicBezTo>
                <a:cubicBezTo>
                  <a:pt x="820605" y="363832"/>
                  <a:pt x="824562" y="366929"/>
                  <a:pt x="831273" y="367101"/>
                </a:cubicBezTo>
                <a:cubicBezTo>
                  <a:pt x="846415" y="367273"/>
                  <a:pt x="861384" y="368306"/>
                  <a:pt x="876526" y="368822"/>
                </a:cubicBezTo>
                <a:cubicBezTo>
                  <a:pt x="884785" y="369166"/>
                  <a:pt x="888915" y="372435"/>
                  <a:pt x="891152" y="380350"/>
                </a:cubicBezTo>
                <a:cubicBezTo>
                  <a:pt x="892528" y="384824"/>
                  <a:pt x="893044" y="389470"/>
                  <a:pt x="893044" y="394288"/>
                </a:cubicBezTo>
                <a:cubicBezTo>
                  <a:pt x="893044" y="403579"/>
                  <a:pt x="890463" y="407365"/>
                  <a:pt x="881860" y="410118"/>
                </a:cubicBezTo>
                <a:cubicBezTo>
                  <a:pt x="868267" y="414419"/>
                  <a:pt x="854673" y="418549"/>
                  <a:pt x="841080" y="422679"/>
                </a:cubicBezTo>
                <a:cubicBezTo>
                  <a:pt x="831273" y="425603"/>
                  <a:pt x="828692" y="428701"/>
                  <a:pt x="828348" y="438852"/>
                </a:cubicBezTo>
                <a:cubicBezTo>
                  <a:pt x="828175" y="445907"/>
                  <a:pt x="827659" y="453134"/>
                  <a:pt x="829208" y="460189"/>
                </a:cubicBezTo>
                <a:cubicBezTo>
                  <a:pt x="830240" y="465007"/>
                  <a:pt x="833165" y="467932"/>
                  <a:pt x="837983" y="469480"/>
                </a:cubicBezTo>
                <a:cubicBezTo>
                  <a:pt x="852265" y="473782"/>
                  <a:pt x="866546" y="478083"/>
                  <a:pt x="880827" y="482557"/>
                </a:cubicBezTo>
                <a:cubicBezTo>
                  <a:pt x="890807" y="485654"/>
                  <a:pt x="893216" y="489096"/>
                  <a:pt x="893044" y="499592"/>
                </a:cubicBezTo>
                <a:cubicBezTo>
                  <a:pt x="893044" y="500624"/>
                  <a:pt x="893044" y="501656"/>
                  <a:pt x="893044" y="502689"/>
                </a:cubicBezTo>
                <a:cubicBezTo>
                  <a:pt x="892356" y="518863"/>
                  <a:pt x="887194" y="524025"/>
                  <a:pt x="871020" y="524541"/>
                </a:cubicBezTo>
                <a:cubicBezTo>
                  <a:pt x="857427" y="524885"/>
                  <a:pt x="844006" y="525574"/>
                  <a:pt x="830413" y="525746"/>
                </a:cubicBezTo>
                <a:cubicBezTo>
                  <a:pt x="825250" y="525918"/>
                  <a:pt x="821637" y="528155"/>
                  <a:pt x="819572" y="532456"/>
                </a:cubicBezTo>
                <a:cubicBezTo>
                  <a:pt x="815787" y="540543"/>
                  <a:pt x="813378" y="548975"/>
                  <a:pt x="812690" y="557922"/>
                </a:cubicBezTo>
                <a:cubicBezTo>
                  <a:pt x="812173" y="563600"/>
                  <a:pt x="814582" y="567386"/>
                  <a:pt x="819400" y="570311"/>
                </a:cubicBezTo>
                <a:cubicBezTo>
                  <a:pt x="831445" y="577709"/>
                  <a:pt x="843317" y="585108"/>
                  <a:pt x="855190" y="592679"/>
                </a:cubicBezTo>
                <a:cubicBezTo>
                  <a:pt x="866030" y="599390"/>
                  <a:pt x="867407" y="603519"/>
                  <a:pt x="863277" y="615564"/>
                </a:cubicBezTo>
                <a:cubicBezTo>
                  <a:pt x="861901" y="619694"/>
                  <a:pt x="860008" y="623651"/>
                  <a:pt x="857599" y="627264"/>
                </a:cubicBezTo>
                <a:cubicBezTo>
                  <a:pt x="855362" y="630533"/>
                  <a:pt x="851749" y="632770"/>
                  <a:pt x="846587" y="632770"/>
                </a:cubicBezTo>
                <a:cubicBezTo>
                  <a:pt x="837467" y="630706"/>
                  <a:pt x="828348" y="628641"/>
                  <a:pt x="819228" y="626748"/>
                </a:cubicBezTo>
                <a:cubicBezTo>
                  <a:pt x="811829" y="625027"/>
                  <a:pt x="804258" y="623479"/>
                  <a:pt x="796860" y="621586"/>
                </a:cubicBezTo>
                <a:cubicBezTo>
                  <a:pt x="792042" y="620381"/>
                  <a:pt x="788256" y="621758"/>
                  <a:pt x="785159" y="625200"/>
                </a:cubicBezTo>
                <a:cubicBezTo>
                  <a:pt x="778793" y="632598"/>
                  <a:pt x="773803" y="641030"/>
                  <a:pt x="771050" y="650493"/>
                </a:cubicBezTo>
                <a:cubicBezTo>
                  <a:pt x="769673" y="654967"/>
                  <a:pt x="771738" y="658236"/>
                  <a:pt x="774491" y="661333"/>
                </a:cubicBezTo>
                <a:cubicBezTo>
                  <a:pt x="784471" y="672173"/>
                  <a:pt x="794623" y="683013"/>
                  <a:pt x="804603" y="693682"/>
                </a:cubicBezTo>
                <a:cubicBezTo>
                  <a:pt x="812173" y="701769"/>
                  <a:pt x="812518" y="706586"/>
                  <a:pt x="806495" y="715878"/>
                </a:cubicBezTo>
                <a:cubicBezTo>
                  <a:pt x="806151" y="716394"/>
                  <a:pt x="805807" y="717083"/>
                  <a:pt x="805291" y="717599"/>
                </a:cubicBezTo>
                <a:cubicBezTo>
                  <a:pt x="793935" y="732913"/>
                  <a:pt x="788945" y="733085"/>
                  <a:pt x="775007" y="725170"/>
                </a:cubicBezTo>
                <a:cubicBezTo>
                  <a:pt x="763651" y="718631"/>
                  <a:pt x="751606" y="712781"/>
                  <a:pt x="740078" y="706586"/>
                </a:cubicBezTo>
                <a:cubicBezTo>
                  <a:pt x="735260" y="704006"/>
                  <a:pt x="730787" y="704006"/>
                  <a:pt x="726485" y="707103"/>
                </a:cubicBezTo>
                <a:cubicBezTo>
                  <a:pt x="719602" y="711921"/>
                  <a:pt x="713752" y="717771"/>
                  <a:pt x="708762" y="724481"/>
                </a:cubicBezTo>
                <a:cubicBezTo>
                  <a:pt x="705149" y="729299"/>
                  <a:pt x="704977" y="734117"/>
                  <a:pt x="707902" y="739451"/>
                </a:cubicBezTo>
                <a:cubicBezTo>
                  <a:pt x="714957" y="752356"/>
                  <a:pt x="721839" y="765433"/>
                  <a:pt x="728550" y="778510"/>
                </a:cubicBezTo>
                <a:cubicBezTo>
                  <a:pt x="733196" y="787629"/>
                  <a:pt x="732507" y="791759"/>
                  <a:pt x="725109" y="798814"/>
                </a:cubicBezTo>
                <a:cubicBezTo>
                  <a:pt x="723904" y="799846"/>
                  <a:pt x="722872" y="801051"/>
                  <a:pt x="721667" y="801911"/>
                </a:cubicBezTo>
                <a:cubicBezTo>
                  <a:pt x="710655" y="809998"/>
                  <a:pt x="704977" y="813955"/>
                  <a:pt x="692072" y="800878"/>
                </a:cubicBezTo>
                <a:cubicBezTo>
                  <a:pt x="682780" y="791415"/>
                  <a:pt x="672801" y="782984"/>
                  <a:pt x="663165" y="773864"/>
                </a:cubicBezTo>
                <a:cubicBezTo>
                  <a:pt x="658691" y="769562"/>
                  <a:pt x="653873" y="768702"/>
                  <a:pt x="648367" y="770939"/>
                </a:cubicBezTo>
                <a:cubicBezTo>
                  <a:pt x="641141" y="773864"/>
                  <a:pt x="634258" y="777650"/>
                  <a:pt x="628063" y="782467"/>
                </a:cubicBezTo>
                <a:cubicBezTo>
                  <a:pt x="622902" y="786425"/>
                  <a:pt x="621525" y="791415"/>
                  <a:pt x="623074" y="797609"/>
                </a:cubicBezTo>
                <a:cubicBezTo>
                  <a:pt x="626687" y="812579"/>
                  <a:pt x="630128" y="827721"/>
                  <a:pt x="633398" y="842690"/>
                </a:cubicBezTo>
                <a:cubicBezTo>
                  <a:pt x="634774" y="849229"/>
                  <a:pt x="632537" y="854219"/>
                  <a:pt x="626687" y="857660"/>
                </a:cubicBezTo>
                <a:cubicBezTo>
                  <a:pt x="622729" y="860069"/>
                  <a:pt x="618428" y="861962"/>
                  <a:pt x="613954" y="863338"/>
                </a:cubicBezTo>
                <a:cubicBezTo>
                  <a:pt x="604835" y="866263"/>
                  <a:pt x="599673" y="864542"/>
                  <a:pt x="594511" y="856456"/>
                </a:cubicBezTo>
                <a:cubicBezTo>
                  <a:pt x="586940" y="844411"/>
                  <a:pt x="579197" y="832539"/>
                  <a:pt x="571970" y="820150"/>
                </a:cubicBezTo>
                <a:cubicBezTo>
                  <a:pt x="568013" y="813439"/>
                  <a:pt x="562851" y="810858"/>
                  <a:pt x="555108" y="812235"/>
                </a:cubicBezTo>
                <a:cubicBezTo>
                  <a:pt x="548914" y="813439"/>
                  <a:pt x="542891" y="814988"/>
                  <a:pt x="537041" y="817053"/>
                </a:cubicBezTo>
                <a:cubicBezTo>
                  <a:pt x="528954" y="819978"/>
                  <a:pt x="526373" y="823419"/>
                  <a:pt x="526029" y="832022"/>
                </a:cubicBezTo>
                <a:cubicBezTo>
                  <a:pt x="525513" y="845615"/>
                  <a:pt x="525169" y="859036"/>
                  <a:pt x="524824" y="872630"/>
                </a:cubicBezTo>
                <a:cubicBezTo>
                  <a:pt x="524480" y="885018"/>
                  <a:pt x="521383" y="888976"/>
                  <a:pt x="509166" y="891213"/>
                </a:cubicBezTo>
                <a:cubicBezTo>
                  <a:pt x="505897" y="891901"/>
                  <a:pt x="502628" y="892245"/>
                  <a:pt x="499359" y="892417"/>
                </a:cubicBezTo>
                <a:cubicBezTo>
                  <a:pt x="491272" y="892934"/>
                  <a:pt x="486110" y="889664"/>
                  <a:pt x="483529" y="881749"/>
                </a:cubicBezTo>
                <a:cubicBezTo>
                  <a:pt x="478883" y="867296"/>
                  <a:pt x="474409" y="853014"/>
                  <a:pt x="470280" y="838561"/>
                </a:cubicBezTo>
                <a:cubicBezTo>
                  <a:pt x="468387" y="832022"/>
                  <a:pt x="464429" y="828925"/>
                  <a:pt x="457891" y="827893"/>
                </a:cubicBezTo>
                <a:cubicBezTo>
                  <a:pt x="450320" y="826860"/>
                  <a:pt x="442749" y="826860"/>
                  <a:pt x="435178" y="828065"/>
                </a:cubicBezTo>
                <a:cubicBezTo>
                  <a:pt x="429500" y="828925"/>
                  <a:pt x="425887" y="831850"/>
                  <a:pt x="424166" y="837528"/>
                </a:cubicBezTo>
                <a:cubicBezTo>
                  <a:pt x="420209" y="851121"/>
                  <a:pt x="415907" y="864715"/>
                  <a:pt x="411605" y="878308"/>
                </a:cubicBezTo>
                <a:cubicBezTo>
                  <a:pt x="407820" y="890524"/>
                  <a:pt x="403002" y="893622"/>
                  <a:pt x="390441" y="891901"/>
                </a:cubicBezTo>
                <a:cubicBezTo>
                  <a:pt x="371514" y="889320"/>
                  <a:pt x="369277" y="886739"/>
                  <a:pt x="369105" y="867812"/>
                </a:cubicBezTo>
                <a:cubicBezTo>
                  <a:pt x="368933" y="855423"/>
                  <a:pt x="368417" y="843206"/>
                  <a:pt x="368073" y="830818"/>
                </a:cubicBezTo>
                <a:cubicBezTo>
                  <a:pt x="367901" y="825140"/>
                  <a:pt x="365664" y="820666"/>
                  <a:pt x="360330" y="818429"/>
                </a:cubicBezTo>
                <a:cubicBezTo>
                  <a:pt x="352243" y="814988"/>
                  <a:pt x="343984" y="812579"/>
                  <a:pt x="335208" y="812063"/>
                </a:cubicBezTo>
                <a:cubicBezTo>
                  <a:pt x="329874" y="811718"/>
                  <a:pt x="326089" y="813783"/>
                  <a:pt x="323164" y="818429"/>
                </a:cubicBezTo>
                <a:cubicBezTo>
                  <a:pt x="315765" y="830818"/>
                  <a:pt x="307850" y="842862"/>
                  <a:pt x="300279" y="855079"/>
                </a:cubicBezTo>
                <a:cubicBezTo>
                  <a:pt x="294257" y="864715"/>
                  <a:pt x="289611" y="866435"/>
                  <a:pt x="278943" y="862822"/>
                </a:cubicBezTo>
                <a:cubicBezTo>
                  <a:pt x="278427" y="862650"/>
                  <a:pt x="277911" y="862478"/>
                  <a:pt x="277394" y="862306"/>
                </a:cubicBezTo>
                <a:cubicBezTo>
                  <a:pt x="260876" y="855595"/>
                  <a:pt x="257607" y="851810"/>
                  <a:pt x="261908" y="835291"/>
                </a:cubicBezTo>
                <a:cubicBezTo>
                  <a:pt x="265178" y="822731"/>
                  <a:pt x="267587" y="809998"/>
                  <a:pt x="270684" y="797265"/>
                </a:cubicBezTo>
                <a:cubicBezTo>
                  <a:pt x="272232" y="790726"/>
                  <a:pt x="270512" y="785737"/>
                  <a:pt x="265006" y="781779"/>
                </a:cubicBezTo>
                <a:cubicBezTo>
                  <a:pt x="259155" y="777650"/>
                  <a:pt x="253133" y="774036"/>
                  <a:pt x="246594" y="771111"/>
                </a:cubicBezTo>
                <a:cubicBezTo>
                  <a:pt x="240400" y="768358"/>
                  <a:pt x="235066" y="769390"/>
                  <a:pt x="229904" y="774208"/>
                </a:cubicBezTo>
                <a:cubicBezTo>
                  <a:pt x="219580" y="784016"/>
                  <a:pt x="209085" y="793652"/>
                  <a:pt x="198761" y="803287"/>
                </a:cubicBezTo>
                <a:cubicBezTo>
                  <a:pt x="191018" y="810686"/>
                  <a:pt x="186028" y="811030"/>
                  <a:pt x="176908" y="805352"/>
                </a:cubicBezTo>
                <a:cubicBezTo>
                  <a:pt x="175876" y="804664"/>
                  <a:pt x="174843" y="803975"/>
                  <a:pt x="173811" y="803287"/>
                </a:cubicBezTo>
                <a:cubicBezTo>
                  <a:pt x="160562" y="793824"/>
                  <a:pt x="159358" y="788834"/>
                  <a:pt x="166928" y="774552"/>
                </a:cubicBezTo>
                <a:cubicBezTo>
                  <a:pt x="173123" y="762852"/>
                  <a:pt x="179145" y="751151"/>
                  <a:pt x="185511" y="739623"/>
                </a:cubicBezTo>
                <a:cubicBezTo>
                  <a:pt x="188781" y="733601"/>
                  <a:pt x="188265" y="728439"/>
                  <a:pt x="184135" y="723277"/>
                </a:cubicBezTo>
                <a:cubicBezTo>
                  <a:pt x="179661" y="717599"/>
                  <a:pt x="174499" y="712437"/>
                  <a:pt x="168649" y="707963"/>
                </a:cubicBezTo>
                <a:cubicBezTo>
                  <a:pt x="163487" y="704006"/>
                  <a:pt x="158325" y="703662"/>
                  <a:pt x="152647" y="706758"/>
                </a:cubicBezTo>
                <a:cubicBezTo>
                  <a:pt x="139914" y="713641"/>
                  <a:pt x="127009" y="720524"/>
                  <a:pt x="113932" y="727235"/>
                </a:cubicBezTo>
                <a:cubicBezTo>
                  <a:pt x="104813" y="732052"/>
                  <a:pt x="99479" y="730848"/>
                  <a:pt x="92768" y="723277"/>
                </a:cubicBezTo>
                <a:cubicBezTo>
                  <a:pt x="92252" y="722761"/>
                  <a:pt x="91908" y="722244"/>
                  <a:pt x="91392" y="721728"/>
                </a:cubicBezTo>
                <a:cubicBezTo>
                  <a:pt x="79519" y="707963"/>
                  <a:pt x="79691" y="703145"/>
                  <a:pt x="92252" y="690068"/>
                </a:cubicBezTo>
                <a:cubicBezTo>
                  <a:pt x="101027" y="680777"/>
                  <a:pt x="109287" y="671313"/>
                  <a:pt x="118234" y="662366"/>
                </a:cubicBezTo>
                <a:cubicBezTo>
                  <a:pt x="122708" y="657720"/>
                  <a:pt x="123568" y="652902"/>
                  <a:pt x="121331" y="647224"/>
                </a:cubicBezTo>
                <a:cubicBezTo>
                  <a:pt x="118406" y="639825"/>
                  <a:pt x="114276" y="632942"/>
                  <a:pt x="109459" y="626576"/>
                </a:cubicBezTo>
                <a:cubicBezTo>
                  <a:pt x="105501" y="621414"/>
                  <a:pt x="100167" y="620898"/>
                  <a:pt x="94489" y="622274"/>
                </a:cubicBezTo>
                <a:cubicBezTo>
                  <a:pt x="81928" y="625200"/>
                  <a:pt x="69539" y="628124"/>
                  <a:pt x="56979" y="630878"/>
                </a:cubicBezTo>
                <a:cubicBezTo>
                  <a:pt x="55258" y="631222"/>
                  <a:pt x="53537" y="631738"/>
                  <a:pt x="51989" y="632082"/>
                </a:cubicBezTo>
                <a:cubicBezTo>
                  <a:pt x="42525" y="633803"/>
                  <a:pt x="37707" y="631566"/>
                  <a:pt x="33406" y="622963"/>
                </a:cubicBezTo>
                <a:cubicBezTo>
                  <a:pt x="31857" y="619694"/>
                  <a:pt x="30309" y="616424"/>
                  <a:pt x="29104" y="612983"/>
                </a:cubicBezTo>
                <a:cubicBezTo>
                  <a:pt x="26007" y="603863"/>
                  <a:pt x="27727" y="598701"/>
                  <a:pt x="35987" y="593539"/>
                </a:cubicBezTo>
                <a:cubicBezTo>
                  <a:pt x="47687" y="586141"/>
                  <a:pt x="59560" y="578742"/>
                  <a:pt x="71260" y="571515"/>
                </a:cubicBezTo>
                <a:cubicBezTo>
                  <a:pt x="80551" y="565665"/>
                  <a:pt x="81928" y="562396"/>
                  <a:pt x="79691" y="551728"/>
                </a:cubicBezTo>
                <a:cubicBezTo>
                  <a:pt x="78315" y="545705"/>
                  <a:pt x="76766" y="539511"/>
                  <a:pt x="74357" y="533833"/>
                </a:cubicBezTo>
                <a:cubicBezTo>
                  <a:pt x="71948" y="528155"/>
                  <a:pt x="67819" y="525402"/>
                  <a:pt x="61452" y="525229"/>
                </a:cubicBezTo>
                <a:cubicBezTo>
                  <a:pt x="47515" y="525057"/>
                  <a:pt x="33750" y="524541"/>
                  <a:pt x="19813" y="524025"/>
                </a:cubicBezTo>
                <a:cubicBezTo>
                  <a:pt x="7252" y="523681"/>
                  <a:pt x="3466" y="520412"/>
                  <a:pt x="1230" y="508367"/>
                </a:cubicBezTo>
                <a:cubicBezTo>
                  <a:pt x="1057" y="507162"/>
                  <a:pt x="713" y="505958"/>
                  <a:pt x="541" y="504754"/>
                </a:cubicBezTo>
                <a:cubicBezTo>
                  <a:pt x="-1352" y="489440"/>
                  <a:pt x="1230" y="485482"/>
                  <a:pt x="16199" y="481009"/>
                </a:cubicBezTo>
                <a:cubicBezTo>
                  <a:pt x="28588" y="477223"/>
                  <a:pt x="40976" y="473094"/>
                  <a:pt x="53537" y="469652"/>
                </a:cubicBezTo>
                <a:cubicBezTo>
                  <a:pt x="60420" y="467760"/>
                  <a:pt x="64033" y="463802"/>
                  <a:pt x="64722" y="457091"/>
                </a:cubicBezTo>
                <a:cubicBezTo>
                  <a:pt x="65410" y="449176"/>
                  <a:pt x="65754" y="441089"/>
                  <a:pt x="64205" y="433174"/>
                </a:cubicBezTo>
                <a:cubicBezTo>
                  <a:pt x="63345" y="428012"/>
                  <a:pt x="60420" y="424915"/>
                  <a:pt x="55430" y="423367"/>
                </a:cubicBezTo>
                <a:cubicBezTo>
                  <a:pt x="42181" y="419409"/>
                  <a:pt x="28932" y="415280"/>
                  <a:pt x="15683" y="411150"/>
                </a:cubicBezTo>
                <a:cubicBezTo>
                  <a:pt x="1230" y="406676"/>
                  <a:pt x="-319" y="404267"/>
                  <a:pt x="541" y="389126"/>
                </a:cubicBezTo>
                <a:cubicBezTo>
                  <a:pt x="713" y="386028"/>
                  <a:pt x="1402" y="382931"/>
                  <a:pt x="2090" y="380006"/>
                </a:cubicBezTo>
                <a:cubicBezTo>
                  <a:pt x="4155" y="372435"/>
                  <a:pt x="8456" y="368994"/>
                  <a:pt x="16371" y="368650"/>
                </a:cubicBezTo>
                <a:cubicBezTo>
                  <a:pt x="29276" y="368134"/>
                  <a:pt x="42009" y="367790"/>
                  <a:pt x="54914" y="367445"/>
                </a:cubicBezTo>
                <a:cubicBezTo>
                  <a:pt x="56807" y="367445"/>
                  <a:pt x="58699" y="367273"/>
                  <a:pt x="60592" y="367273"/>
                </a:cubicBezTo>
                <a:cubicBezTo>
                  <a:pt x="69195" y="367618"/>
                  <a:pt x="73669" y="362799"/>
                  <a:pt x="75906" y="355229"/>
                </a:cubicBezTo>
                <a:cubicBezTo>
                  <a:pt x="77627" y="349551"/>
                  <a:pt x="79175" y="343872"/>
                  <a:pt x="80379" y="338194"/>
                </a:cubicBezTo>
                <a:cubicBezTo>
                  <a:pt x="81928" y="330279"/>
                  <a:pt x="80036" y="326494"/>
                  <a:pt x="73153" y="322020"/>
                </a:cubicBezTo>
                <a:cubicBezTo>
                  <a:pt x="61452" y="314621"/>
                  <a:pt x="49580" y="307223"/>
                  <a:pt x="37879" y="299996"/>
                </a:cubicBezTo>
                <a:cubicBezTo>
                  <a:pt x="27384" y="293457"/>
                  <a:pt x="25835" y="289328"/>
                  <a:pt x="29964" y="277455"/>
                </a:cubicBezTo>
                <a:cubicBezTo>
                  <a:pt x="31169" y="273670"/>
                  <a:pt x="32718" y="269884"/>
                  <a:pt x="34954" y="266615"/>
                </a:cubicBezTo>
                <a:cubicBezTo>
                  <a:pt x="38568" y="261109"/>
                  <a:pt x="43557" y="258356"/>
                  <a:pt x="50440" y="260077"/>
                </a:cubicBezTo>
                <a:cubicBezTo>
                  <a:pt x="65066" y="263518"/>
                  <a:pt x="79863" y="266615"/>
                  <a:pt x="94489" y="270229"/>
                </a:cubicBezTo>
                <a:cubicBezTo>
                  <a:pt x="101199" y="271949"/>
                  <a:pt x="106361" y="270401"/>
                  <a:pt x="110491" y="264894"/>
                </a:cubicBezTo>
                <a:cubicBezTo>
                  <a:pt x="114793" y="259044"/>
                  <a:pt x="118578" y="252678"/>
                  <a:pt x="121331" y="245967"/>
                </a:cubicBezTo>
                <a:cubicBezTo>
                  <a:pt x="123740" y="239945"/>
                  <a:pt x="123052" y="234783"/>
                  <a:pt x="118234" y="229793"/>
                </a:cubicBezTo>
                <a:cubicBezTo>
                  <a:pt x="108254" y="219641"/>
                  <a:pt x="98791" y="209145"/>
                  <a:pt x="88983" y="198649"/>
                </a:cubicBezTo>
                <a:cubicBezTo>
                  <a:pt x="81412" y="190390"/>
                  <a:pt x="81068" y="185744"/>
                  <a:pt x="87262" y="176453"/>
                </a:cubicBezTo>
                <a:cubicBezTo>
                  <a:pt x="88294" y="175076"/>
                  <a:pt x="89155" y="173527"/>
                  <a:pt x="90187" y="172151"/>
                </a:cubicBezTo>
                <a:cubicBezTo>
                  <a:pt x="98963" y="160623"/>
                  <a:pt x="103780" y="159590"/>
                  <a:pt x="116685" y="166301"/>
                </a:cubicBezTo>
                <a:cubicBezTo>
                  <a:pt x="128730" y="172667"/>
                  <a:pt x="140774" y="178862"/>
                  <a:pt x="152475" y="185400"/>
                </a:cubicBezTo>
                <a:cubicBezTo>
                  <a:pt x="158669" y="188841"/>
                  <a:pt x="164176" y="188153"/>
                  <a:pt x="169337" y="183852"/>
                </a:cubicBezTo>
                <a:cubicBezTo>
                  <a:pt x="174499" y="179550"/>
                  <a:pt x="179317" y="174732"/>
                  <a:pt x="183791" y="169570"/>
                </a:cubicBezTo>
                <a:cubicBezTo>
                  <a:pt x="188265" y="164236"/>
                  <a:pt x="189297" y="158902"/>
                  <a:pt x="185684" y="152363"/>
                </a:cubicBezTo>
                <a:cubicBezTo>
                  <a:pt x="178457" y="139459"/>
                  <a:pt x="171746" y="126381"/>
                  <a:pt x="164864" y="113305"/>
                </a:cubicBezTo>
                <a:cubicBezTo>
                  <a:pt x="160390" y="104701"/>
                  <a:pt x="161422" y="100056"/>
                  <a:pt x="168477" y="93517"/>
                </a:cubicBezTo>
                <a:cubicBezTo>
                  <a:pt x="171746" y="90420"/>
                  <a:pt x="175360" y="87839"/>
                  <a:pt x="179317" y="85430"/>
                </a:cubicBezTo>
                <a:cubicBezTo>
                  <a:pt x="186200" y="81472"/>
                  <a:pt x="191018" y="81989"/>
                  <a:pt x="196868" y="87323"/>
                </a:cubicBezTo>
                <a:cubicBezTo>
                  <a:pt x="206848" y="96442"/>
                  <a:pt x="216828" y="105734"/>
                  <a:pt x="226635" y="115025"/>
                </a:cubicBezTo>
                <a:cubicBezTo>
                  <a:pt x="236959" y="124833"/>
                  <a:pt x="239196" y="125177"/>
                  <a:pt x="251757" y="118639"/>
                </a:cubicBezTo>
                <a:cubicBezTo>
                  <a:pt x="256746" y="116058"/>
                  <a:pt x="261392" y="113305"/>
                  <a:pt x="265866" y="109863"/>
                </a:cubicBezTo>
                <a:cubicBezTo>
                  <a:pt x="270684" y="105906"/>
                  <a:pt x="272232" y="101260"/>
                  <a:pt x="270684" y="95066"/>
                </a:cubicBezTo>
                <a:cubicBezTo>
                  <a:pt x="267070" y="80784"/>
                  <a:pt x="263973" y="66331"/>
                  <a:pt x="260704" y="52049"/>
                </a:cubicBezTo>
                <a:cubicBezTo>
                  <a:pt x="258639" y="42758"/>
                  <a:pt x="260876" y="38112"/>
                  <a:pt x="269135" y="33638"/>
                </a:cubicBezTo>
                <a:cubicBezTo>
                  <a:pt x="272921" y="31746"/>
                  <a:pt x="276706" y="30197"/>
                  <a:pt x="280664" y="28820"/>
                </a:cubicBezTo>
                <a:cubicBezTo>
                  <a:pt x="289095" y="26240"/>
                  <a:pt x="293913" y="27788"/>
                  <a:pt x="298903" y="35359"/>
                </a:cubicBezTo>
                <a:cubicBezTo>
                  <a:pt x="306817" y="47576"/>
                  <a:pt x="314733" y="59792"/>
                  <a:pt x="321959" y="72525"/>
                </a:cubicBezTo>
                <a:cubicBezTo>
                  <a:pt x="325745" y="79064"/>
                  <a:pt x="330907" y="81300"/>
                  <a:pt x="337961" y="80268"/>
                </a:cubicBezTo>
                <a:cubicBezTo>
                  <a:pt x="345360" y="79064"/>
                  <a:pt x="352587" y="77171"/>
                  <a:pt x="359470" y="74246"/>
                </a:cubicBezTo>
                <a:cubicBezTo>
                  <a:pt x="364459" y="72009"/>
                  <a:pt x="367213" y="68568"/>
                  <a:pt x="367385" y="62717"/>
                </a:cubicBezTo>
                <a:cubicBezTo>
                  <a:pt x="367729" y="47748"/>
                  <a:pt x="368589" y="32950"/>
                  <a:pt x="369105" y="17980"/>
                </a:cubicBezTo>
                <a:cubicBezTo>
                  <a:pt x="369449" y="8345"/>
                  <a:pt x="372547" y="4215"/>
                  <a:pt x="381838" y="1634"/>
                </a:cubicBezTo>
                <a:cubicBezTo>
                  <a:pt x="383386" y="1290"/>
                  <a:pt x="384935" y="774"/>
                  <a:pt x="386484" y="602"/>
                </a:cubicBezTo>
                <a:cubicBezTo>
                  <a:pt x="403518" y="-1291"/>
                  <a:pt x="407648" y="602"/>
                  <a:pt x="412122" y="16260"/>
                </a:cubicBezTo>
                <a:cubicBezTo>
                  <a:pt x="415735" y="28992"/>
                  <a:pt x="420037" y="41381"/>
                  <a:pt x="423478" y="54114"/>
                </a:cubicBezTo>
                <a:cubicBezTo>
                  <a:pt x="425198" y="60136"/>
                  <a:pt x="428812" y="63406"/>
                  <a:pt x="434662" y="64266"/>
                </a:cubicBezTo>
                <a:cubicBezTo>
                  <a:pt x="442749" y="65299"/>
                  <a:pt x="451008" y="65299"/>
                  <a:pt x="459095" y="64266"/>
                </a:cubicBezTo>
                <a:cubicBezTo>
                  <a:pt x="464774" y="63578"/>
                  <a:pt x="468215" y="60136"/>
                  <a:pt x="469935" y="54458"/>
                </a:cubicBezTo>
                <a:cubicBezTo>
                  <a:pt x="474065" y="40521"/>
                  <a:pt x="478367" y="26584"/>
                  <a:pt x="482669" y="12646"/>
                </a:cubicBezTo>
                <a:cubicBezTo>
                  <a:pt x="485938" y="2322"/>
                  <a:pt x="489207" y="-87"/>
                  <a:pt x="500047" y="85"/>
                </a:cubicBezTo>
                <a:close/>
              </a:path>
            </a:pathLst>
          </a:custGeom>
          <a:solidFill>
            <a:schemeClr val="bg1"/>
          </a:solidFill>
          <a:ln w="51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A3227745-A39A-4E4F-B826-03D30F35EB0D}"/>
              </a:ext>
            </a:extLst>
          </p:cNvPr>
          <p:cNvGrpSpPr/>
          <p:nvPr/>
        </p:nvGrpSpPr>
        <p:grpSpPr>
          <a:xfrm>
            <a:off x="-211043" y="242749"/>
            <a:ext cx="3451519" cy="2538224"/>
            <a:chOff x="-211043" y="242749"/>
            <a:chExt cx="3451519" cy="2538224"/>
          </a:xfrm>
        </p:grpSpPr>
        <p:grpSp>
          <p:nvGrpSpPr>
            <p:cNvPr id="115" name="Group 114">
              <a:extLst>
                <a:ext uri="{FF2B5EF4-FFF2-40B4-BE49-F238E27FC236}">
                  <a16:creationId xmlns="" xmlns:a16="http://schemas.microsoft.com/office/drawing/2014/main" id="{ED98EE80-DEDE-430B-935C-DB5A307EB381}"/>
                </a:ext>
              </a:extLst>
            </p:cNvPr>
            <p:cNvGrpSpPr/>
            <p:nvPr/>
          </p:nvGrpSpPr>
          <p:grpSpPr>
            <a:xfrm rot="18821504" flipH="1">
              <a:off x="2536016" y="1987747"/>
              <a:ext cx="830987" cy="577933"/>
              <a:chOff x="5405974" y="1533288"/>
              <a:chExt cx="611040" cy="424965"/>
            </a:xfrm>
          </p:grpSpPr>
          <p:sp>
            <p:nvSpPr>
              <p:cNvPr id="120" name="Trapezoid 119">
                <a:extLst>
                  <a:ext uri="{FF2B5EF4-FFF2-40B4-BE49-F238E27FC236}">
                    <a16:creationId xmlns="" xmlns:a16="http://schemas.microsoft.com/office/drawing/2014/main" id="{9DE2CED2-AEEB-4346-B8BA-39D5C9F008E3}"/>
                  </a:ext>
                </a:extLst>
              </p:cNvPr>
              <p:cNvSpPr/>
              <p:nvPr/>
            </p:nvSpPr>
            <p:spPr>
              <a:xfrm rot="8867088" flipH="1">
                <a:off x="5923517" y="1775373"/>
                <a:ext cx="93497" cy="182880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9" name="Trapezoid 118">
                <a:extLst>
                  <a:ext uri="{FF2B5EF4-FFF2-40B4-BE49-F238E27FC236}">
                    <a16:creationId xmlns="" xmlns:a16="http://schemas.microsoft.com/office/drawing/2014/main" id="{5A89F4B4-1ED6-4282-BAE7-5107B2DD9024}"/>
                  </a:ext>
                </a:extLst>
              </p:cNvPr>
              <p:cNvSpPr/>
              <p:nvPr/>
            </p:nvSpPr>
            <p:spPr>
              <a:xfrm rot="7277434" flipH="1">
                <a:off x="5727739" y="1619233"/>
                <a:ext cx="146016" cy="194202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Trapezoid 116">
                <a:extLst>
                  <a:ext uri="{FF2B5EF4-FFF2-40B4-BE49-F238E27FC236}">
                    <a16:creationId xmlns="" xmlns:a16="http://schemas.microsoft.com/office/drawing/2014/main" id="{BB555E24-6D38-4A4A-861D-6AF072B96FAC}"/>
                  </a:ext>
                </a:extLst>
              </p:cNvPr>
              <p:cNvSpPr/>
              <p:nvPr/>
            </p:nvSpPr>
            <p:spPr>
              <a:xfrm rot="5912136" flipH="1">
                <a:off x="5633173" y="1617814"/>
                <a:ext cx="141626" cy="93186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6" name="Trapezoid 115">
                <a:extLst>
                  <a:ext uri="{FF2B5EF4-FFF2-40B4-BE49-F238E27FC236}">
                    <a16:creationId xmlns="" xmlns:a16="http://schemas.microsoft.com/office/drawing/2014/main" id="{A7D9085C-2B58-4F88-9B08-2B2F4B0DBF73}"/>
                  </a:ext>
                </a:extLst>
              </p:cNvPr>
              <p:cNvSpPr/>
              <p:nvPr/>
            </p:nvSpPr>
            <p:spPr>
              <a:xfrm rot="5912136" flipH="1">
                <a:off x="5438996" y="1500266"/>
                <a:ext cx="200130" cy="266173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Trapezoid 117">
                <a:extLst>
                  <a:ext uri="{FF2B5EF4-FFF2-40B4-BE49-F238E27FC236}">
                    <a16:creationId xmlns="" xmlns:a16="http://schemas.microsoft.com/office/drawing/2014/main" id="{E698BC45-A595-4DD2-87C7-3302FA8BE798}"/>
                  </a:ext>
                </a:extLst>
              </p:cNvPr>
              <p:cNvSpPr/>
              <p:nvPr/>
            </p:nvSpPr>
            <p:spPr>
              <a:xfrm rot="7277434" flipH="1">
                <a:off x="5857778" y="1735728"/>
                <a:ext cx="103331" cy="96694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="" xmlns:a16="http://schemas.microsoft.com/office/drawing/2014/main" id="{CA86DA89-BF25-4B2F-B746-19009E28529A}"/>
                </a:ext>
              </a:extLst>
            </p:cNvPr>
            <p:cNvGrpSpPr/>
            <p:nvPr/>
          </p:nvGrpSpPr>
          <p:grpSpPr>
            <a:xfrm rot="20700986">
              <a:off x="-211043" y="561627"/>
              <a:ext cx="688855" cy="2063532"/>
              <a:chOff x="391500" y="630207"/>
              <a:chExt cx="531845" cy="1593193"/>
            </a:xfrm>
          </p:grpSpPr>
          <p:sp>
            <p:nvSpPr>
              <p:cNvPr id="108" name="Rectangle: Rounded Corners 107">
                <a:extLst>
                  <a:ext uri="{FF2B5EF4-FFF2-40B4-BE49-F238E27FC236}">
                    <a16:creationId xmlns="" xmlns:a16="http://schemas.microsoft.com/office/drawing/2014/main" id="{A31B3607-BD19-4C4C-B903-0E09D92762BB}"/>
                  </a:ext>
                </a:extLst>
              </p:cNvPr>
              <p:cNvSpPr/>
              <p:nvPr/>
            </p:nvSpPr>
            <p:spPr>
              <a:xfrm rot="20495611">
                <a:off x="400452" y="630207"/>
                <a:ext cx="522893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: Rounded Corners 108">
                <a:extLst>
                  <a:ext uri="{FF2B5EF4-FFF2-40B4-BE49-F238E27FC236}">
                    <a16:creationId xmlns="" xmlns:a16="http://schemas.microsoft.com/office/drawing/2014/main" id="{5E0AD24E-7646-4E0E-B33F-FBCA5E5E3A55}"/>
                  </a:ext>
                </a:extLst>
              </p:cNvPr>
              <p:cNvSpPr/>
              <p:nvPr/>
            </p:nvSpPr>
            <p:spPr>
              <a:xfrm rot="20495611">
                <a:off x="391500" y="684262"/>
                <a:ext cx="191608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="" xmlns:a16="http://schemas.microsoft.com/office/drawing/2014/main" id="{DCDE1FC3-06F7-42CE-9911-5FEC1436C053}"/>
                </a:ext>
              </a:extLst>
            </p:cNvPr>
            <p:cNvGrpSpPr/>
            <p:nvPr/>
          </p:nvGrpSpPr>
          <p:grpSpPr>
            <a:xfrm rot="14601445">
              <a:off x="1150919" y="215556"/>
              <a:ext cx="729571" cy="2548346"/>
              <a:chOff x="391500" y="630207"/>
              <a:chExt cx="531845" cy="1593193"/>
            </a:xfrm>
          </p:grpSpPr>
          <p:sp>
            <p:nvSpPr>
              <p:cNvPr id="63" name="Rectangle: Rounded Corners 62">
                <a:extLst>
                  <a:ext uri="{FF2B5EF4-FFF2-40B4-BE49-F238E27FC236}">
                    <a16:creationId xmlns="" xmlns:a16="http://schemas.microsoft.com/office/drawing/2014/main" id="{0A650D8B-2C6F-4CAD-B6D5-FE7BDEFD4CE7}"/>
                  </a:ext>
                </a:extLst>
              </p:cNvPr>
              <p:cNvSpPr/>
              <p:nvPr/>
            </p:nvSpPr>
            <p:spPr>
              <a:xfrm rot="20495611">
                <a:off x="400452" y="630207"/>
                <a:ext cx="522893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: Rounded Corners 63">
                <a:extLst>
                  <a:ext uri="{FF2B5EF4-FFF2-40B4-BE49-F238E27FC236}">
                    <a16:creationId xmlns="" xmlns:a16="http://schemas.microsoft.com/office/drawing/2014/main" id="{4D8DB57F-27AE-4641-A856-C26060E5CCAA}"/>
                  </a:ext>
                </a:extLst>
              </p:cNvPr>
              <p:cNvSpPr/>
              <p:nvPr/>
            </p:nvSpPr>
            <p:spPr>
              <a:xfrm rot="20495611">
                <a:off x="391500" y="684262"/>
                <a:ext cx="191608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6" name="Oval 65">
              <a:extLst>
                <a:ext uri="{FF2B5EF4-FFF2-40B4-BE49-F238E27FC236}">
                  <a16:creationId xmlns="" xmlns:a16="http://schemas.microsoft.com/office/drawing/2014/main" id="{510D57C7-999C-42DA-AF11-D48981C22307}"/>
                </a:ext>
              </a:extLst>
            </p:cNvPr>
            <p:cNvSpPr/>
            <p:nvPr/>
          </p:nvSpPr>
          <p:spPr>
            <a:xfrm>
              <a:off x="182294" y="1854426"/>
              <a:ext cx="926547" cy="926547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="" xmlns:a16="http://schemas.microsoft.com/office/drawing/2014/main" id="{83077C34-CBAE-4645-92CD-6DF20774BB54}"/>
                </a:ext>
              </a:extLst>
            </p:cNvPr>
            <p:cNvSpPr/>
            <p:nvPr/>
          </p:nvSpPr>
          <p:spPr>
            <a:xfrm>
              <a:off x="282221" y="1954353"/>
              <a:ext cx="726695" cy="726695"/>
            </a:xfrm>
            <a:custGeom>
              <a:avLst/>
              <a:gdLst>
                <a:gd name="connsiteX0" fmla="*/ 977265 w 1950394"/>
                <a:gd name="connsiteY0" fmla="*/ 1954006 h 1950394"/>
                <a:gd name="connsiteX1" fmla="*/ 4 w 1950394"/>
                <a:gd name="connsiteY1" fmla="*/ 977261 h 1950394"/>
                <a:gd name="connsiteX2" fmla="*/ 976749 w 1950394"/>
                <a:gd name="connsiteY2" fmla="*/ 0 h 1950394"/>
                <a:gd name="connsiteX3" fmla="*/ 1953494 w 1950394"/>
                <a:gd name="connsiteY3" fmla="*/ 976229 h 1950394"/>
                <a:gd name="connsiteX4" fmla="*/ 977265 w 1950394"/>
                <a:gd name="connsiteY4" fmla="*/ 1954006 h 1950394"/>
                <a:gd name="connsiteX5" fmla="*/ 1198104 w 1950394"/>
                <a:gd name="connsiteY5" fmla="*/ 1613977 h 1950394"/>
                <a:gd name="connsiteX6" fmla="*/ 1221839 w 1950394"/>
                <a:gd name="connsiteY6" fmla="*/ 1574763 h 1950394"/>
                <a:gd name="connsiteX7" fmla="*/ 1240930 w 1950394"/>
                <a:gd name="connsiteY7" fmla="*/ 1566507 h 1950394"/>
                <a:gd name="connsiteX8" fmla="*/ 1257957 w 1950394"/>
                <a:gd name="connsiteY8" fmla="*/ 1569603 h 1950394"/>
                <a:gd name="connsiteX9" fmla="*/ 1298203 w 1950394"/>
                <a:gd name="connsiteY9" fmla="*/ 1624297 h 1950394"/>
                <a:gd name="connsiteX10" fmla="*/ 1311619 w 1950394"/>
                <a:gd name="connsiteY10" fmla="*/ 1629456 h 1950394"/>
                <a:gd name="connsiteX11" fmla="*/ 1375084 w 1950394"/>
                <a:gd name="connsiteY11" fmla="*/ 1592822 h 1950394"/>
                <a:gd name="connsiteX12" fmla="*/ 1377148 w 1950394"/>
                <a:gd name="connsiteY12" fmla="*/ 1578891 h 1950394"/>
                <a:gd name="connsiteX13" fmla="*/ 1349285 w 1950394"/>
                <a:gd name="connsiteY13" fmla="*/ 1515426 h 1950394"/>
                <a:gd name="connsiteX14" fmla="*/ 1353413 w 1950394"/>
                <a:gd name="connsiteY14" fmla="*/ 1502010 h 1950394"/>
                <a:gd name="connsiteX15" fmla="*/ 1385919 w 1950394"/>
                <a:gd name="connsiteY15" fmla="*/ 1476727 h 1950394"/>
                <a:gd name="connsiteX16" fmla="*/ 1400883 w 1950394"/>
                <a:gd name="connsiteY16" fmla="*/ 1476727 h 1950394"/>
                <a:gd name="connsiteX17" fmla="*/ 1452996 w 1950394"/>
                <a:gd name="connsiteY17" fmla="*/ 1518005 h 1950394"/>
                <a:gd name="connsiteX18" fmla="*/ 1470024 w 1950394"/>
                <a:gd name="connsiteY18" fmla="*/ 1519553 h 1950394"/>
                <a:gd name="connsiteX19" fmla="*/ 1519041 w 1950394"/>
                <a:gd name="connsiteY19" fmla="*/ 1470535 h 1950394"/>
                <a:gd name="connsiteX20" fmla="*/ 1518010 w 1950394"/>
                <a:gd name="connsiteY20" fmla="*/ 1453508 h 1950394"/>
                <a:gd name="connsiteX21" fmla="*/ 1475699 w 1950394"/>
                <a:gd name="connsiteY21" fmla="*/ 1400363 h 1950394"/>
                <a:gd name="connsiteX22" fmla="*/ 1476215 w 1950394"/>
                <a:gd name="connsiteY22" fmla="*/ 1386431 h 1950394"/>
                <a:gd name="connsiteX23" fmla="*/ 1501498 w 1950394"/>
                <a:gd name="connsiteY23" fmla="*/ 1353925 h 1950394"/>
                <a:gd name="connsiteX24" fmla="*/ 1515946 w 1950394"/>
                <a:gd name="connsiteY24" fmla="*/ 1349797 h 1950394"/>
                <a:gd name="connsiteX25" fmla="*/ 1579411 w 1950394"/>
                <a:gd name="connsiteY25" fmla="*/ 1377660 h 1950394"/>
                <a:gd name="connsiteX26" fmla="*/ 1592310 w 1950394"/>
                <a:gd name="connsiteY26" fmla="*/ 1375596 h 1950394"/>
                <a:gd name="connsiteX27" fmla="*/ 1628945 w 1950394"/>
                <a:gd name="connsiteY27" fmla="*/ 1312130 h 1950394"/>
                <a:gd name="connsiteX28" fmla="*/ 1623785 w 1950394"/>
                <a:gd name="connsiteY28" fmla="*/ 1298199 h 1950394"/>
                <a:gd name="connsiteX29" fmla="*/ 1577863 w 1950394"/>
                <a:gd name="connsiteY29" fmla="*/ 1265692 h 1950394"/>
                <a:gd name="connsiteX30" fmla="*/ 1571155 w 1950394"/>
                <a:gd name="connsiteY30" fmla="*/ 1230090 h 1950394"/>
                <a:gd name="connsiteX31" fmla="*/ 1579927 w 1950394"/>
                <a:gd name="connsiteY31" fmla="*/ 1208419 h 1950394"/>
                <a:gd name="connsiteX32" fmla="*/ 1596438 w 1950394"/>
                <a:gd name="connsiteY32" fmla="*/ 1197583 h 1950394"/>
                <a:gd name="connsiteX33" fmla="*/ 1660935 w 1950394"/>
                <a:gd name="connsiteY33" fmla="*/ 1207387 h 1950394"/>
                <a:gd name="connsiteX34" fmla="*/ 1675383 w 1950394"/>
                <a:gd name="connsiteY34" fmla="*/ 1201195 h 1950394"/>
                <a:gd name="connsiteX35" fmla="*/ 1693442 w 1950394"/>
                <a:gd name="connsiteY35" fmla="*/ 1132570 h 1950394"/>
                <a:gd name="connsiteX36" fmla="*/ 1684154 w 1950394"/>
                <a:gd name="connsiteY36" fmla="*/ 1119155 h 1950394"/>
                <a:gd name="connsiteX37" fmla="*/ 1621205 w 1950394"/>
                <a:gd name="connsiteY37" fmla="*/ 1093872 h 1950394"/>
                <a:gd name="connsiteX38" fmla="*/ 1614497 w 1950394"/>
                <a:gd name="connsiteY38" fmla="*/ 1083037 h 1950394"/>
                <a:gd name="connsiteX39" fmla="*/ 1620173 w 1950394"/>
                <a:gd name="connsiteY39" fmla="*/ 1042274 h 1950394"/>
                <a:gd name="connsiteX40" fmla="*/ 1632557 w 1950394"/>
                <a:gd name="connsiteY40" fmla="*/ 1029891 h 1950394"/>
                <a:gd name="connsiteX41" fmla="*/ 1696022 w 1950394"/>
                <a:gd name="connsiteY41" fmla="*/ 1022667 h 1950394"/>
                <a:gd name="connsiteX42" fmla="*/ 1709437 w 1950394"/>
                <a:gd name="connsiteY42" fmla="*/ 1010800 h 1950394"/>
                <a:gd name="connsiteX43" fmla="*/ 1709437 w 1950394"/>
                <a:gd name="connsiteY43" fmla="*/ 943723 h 1950394"/>
                <a:gd name="connsiteX44" fmla="*/ 1694990 w 1950394"/>
                <a:gd name="connsiteY44" fmla="*/ 931339 h 1950394"/>
                <a:gd name="connsiteX45" fmla="*/ 1650616 w 1950394"/>
                <a:gd name="connsiteY45" fmla="*/ 928243 h 1950394"/>
                <a:gd name="connsiteX46" fmla="*/ 1618109 w 1950394"/>
                <a:gd name="connsiteY46" fmla="*/ 892125 h 1950394"/>
                <a:gd name="connsiteX47" fmla="*/ 1615013 w 1950394"/>
                <a:gd name="connsiteY47" fmla="*/ 874582 h 1950394"/>
                <a:gd name="connsiteX48" fmla="*/ 1622753 w 1950394"/>
                <a:gd name="connsiteY48" fmla="*/ 859102 h 1950394"/>
                <a:gd name="connsiteX49" fmla="*/ 1684670 w 1950394"/>
                <a:gd name="connsiteY49" fmla="*/ 834851 h 1950394"/>
                <a:gd name="connsiteX50" fmla="*/ 1693442 w 1950394"/>
                <a:gd name="connsiteY50" fmla="*/ 821952 h 1950394"/>
                <a:gd name="connsiteX51" fmla="*/ 1674867 w 1950394"/>
                <a:gd name="connsiteY51" fmla="*/ 753327 h 1950394"/>
                <a:gd name="connsiteX52" fmla="*/ 1659903 w 1950394"/>
                <a:gd name="connsiteY52" fmla="*/ 746619 h 1950394"/>
                <a:gd name="connsiteX53" fmla="*/ 1594374 w 1950394"/>
                <a:gd name="connsiteY53" fmla="*/ 756423 h 1950394"/>
                <a:gd name="connsiteX54" fmla="*/ 1580443 w 1950394"/>
                <a:gd name="connsiteY54" fmla="*/ 747651 h 1950394"/>
                <a:gd name="connsiteX55" fmla="*/ 1565995 w 1950394"/>
                <a:gd name="connsiteY55" fmla="*/ 713081 h 1950394"/>
                <a:gd name="connsiteX56" fmla="*/ 1570123 w 1950394"/>
                <a:gd name="connsiteY56" fmla="*/ 696054 h 1950394"/>
                <a:gd name="connsiteX57" fmla="*/ 1623269 w 1950394"/>
                <a:gd name="connsiteY57" fmla="*/ 656323 h 1950394"/>
                <a:gd name="connsiteX58" fmla="*/ 1628429 w 1950394"/>
                <a:gd name="connsiteY58" fmla="*/ 641876 h 1950394"/>
                <a:gd name="connsiteX59" fmla="*/ 1592310 w 1950394"/>
                <a:gd name="connsiteY59" fmla="*/ 579443 h 1950394"/>
                <a:gd name="connsiteX60" fmla="*/ 1578379 w 1950394"/>
                <a:gd name="connsiteY60" fmla="*/ 576863 h 1950394"/>
                <a:gd name="connsiteX61" fmla="*/ 1532457 w 1950394"/>
                <a:gd name="connsiteY61" fmla="*/ 599050 h 1950394"/>
                <a:gd name="connsiteX62" fmla="*/ 1490147 w 1950394"/>
                <a:gd name="connsiteY62" fmla="*/ 585118 h 1950394"/>
                <a:gd name="connsiteX63" fmla="*/ 1477247 w 1950394"/>
                <a:gd name="connsiteY63" fmla="*/ 569123 h 1950394"/>
                <a:gd name="connsiteX64" fmla="*/ 1476731 w 1950394"/>
                <a:gd name="connsiteY64" fmla="*/ 552096 h 1950394"/>
                <a:gd name="connsiteX65" fmla="*/ 1518525 w 1950394"/>
                <a:gd name="connsiteY65" fmla="*/ 499982 h 1950394"/>
                <a:gd name="connsiteX66" fmla="*/ 1519557 w 1950394"/>
                <a:gd name="connsiteY66" fmla="*/ 483987 h 1950394"/>
                <a:gd name="connsiteX67" fmla="*/ 1470540 w 1950394"/>
                <a:gd name="connsiteY67" fmla="*/ 434453 h 1950394"/>
                <a:gd name="connsiteX68" fmla="*/ 1452480 w 1950394"/>
                <a:gd name="connsiteY68" fmla="*/ 436001 h 1950394"/>
                <a:gd name="connsiteX69" fmla="*/ 1418942 w 1950394"/>
                <a:gd name="connsiteY69" fmla="*/ 465412 h 1950394"/>
                <a:gd name="connsiteX70" fmla="*/ 1369408 w 1950394"/>
                <a:gd name="connsiteY70" fmla="*/ 463348 h 1950394"/>
                <a:gd name="connsiteX71" fmla="*/ 1354961 w 1950394"/>
                <a:gd name="connsiteY71" fmla="*/ 452512 h 1950394"/>
                <a:gd name="connsiteX72" fmla="*/ 1349801 w 1950394"/>
                <a:gd name="connsiteY72" fmla="*/ 436001 h 1950394"/>
                <a:gd name="connsiteX73" fmla="*/ 1377148 w 1950394"/>
                <a:gd name="connsiteY73" fmla="*/ 374084 h 1950394"/>
                <a:gd name="connsiteX74" fmla="*/ 1374052 w 1950394"/>
                <a:gd name="connsiteY74" fmla="*/ 360152 h 1950394"/>
                <a:gd name="connsiteX75" fmla="*/ 1312651 w 1950394"/>
                <a:gd name="connsiteY75" fmla="*/ 324550 h 1950394"/>
                <a:gd name="connsiteX76" fmla="*/ 1296655 w 1950394"/>
                <a:gd name="connsiteY76" fmla="*/ 329193 h 1950394"/>
                <a:gd name="connsiteX77" fmla="*/ 1256925 w 1950394"/>
                <a:gd name="connsiteY77" fmla="*/ 382855 h 1950394"/>
                <a:gd name="connsiteX78" fmla="*/ 1238866 w 1950394"/>
                <a:gd name="connsiteY78" fmla="*/ 386467 h 1950394"/>
                <a:gd name="connsiteX79" fmla="*/ 1206875 w 1950394"/>
                <a:gd name="connsiteY79" fmla="*/ 373052 h 1950394"/>
                <a:gd name="connsiteX80" fmla="*/ 1196556 w 1950394"/>
                <a:gd name="connsiteY80" fmla="*/ 357572 h 1950394"/>
                <a:gd name="connsiteX81" fmla="*/ 1206359 w 1950394"/>
                <a:gd name="connsiteY81" fmla="*/ 293075 h 1950394"/>
                <a:gd name="connsiteX82" fmla="*/ 1199652 w 1950394"/>
                <a:gd name="connsiteY82" fmla="*/ 278112 h 1950394"/>
                <a:gd name="connsiteX83" fmla="*/ 1131027 w 1950394"/>
                <a:gd name="connsiteY83" fmla="*/ 259537 h 1950394"/>
                <a:gd name="connsiteX84" fmla="*/ 1118127 w 1950394"/>
                <a:gd name="connsiteY84" fmla="*/ 268308 h 1950394"/>
                <a:gd name="connsiteX85" fmla="*/ 1093360 w 1950394"/>
                <a:gd name="connsiteY85" fmla="*/ 331258 h 1950394"/>
                <a:gd name="connsiteX86" fmla="*/ 1079945 w 1950394"/>
                <a:gd name="connsiteY86" fmla="*/ 338481 h 1950394"/>
                <a:gd name="connsiteX87" fmla="*/ 1042794 w 1950394"/>
                <a:gd name="connsiteY87" fmla="*/ 333837 h 1950394"/>
                <a:gd name="connsiteX88" fmla="*/ 1028347 w 1950394"/>
                <a:gd name="connsiteY88" fmla="*/ 320422 h 1950394"/>
                <a:gd name="connsiteX89" fmla="*/ 1021123 w 1950394"/>
                <a:gd name="connsiteY89" fmla="*/ 257989 h 1950394"/>
                <a:gd name="connsiteX90" fmla="*/ 1008740 w 1950394"/>
                <a:gd name="connsiteY90" fmla="*/ 243541 h 1950394"/>
                <a:gd name="connsiteX91" fmla="*/ 941663 w 1950394"/>
                <a:gd name="connsiteY91" fmla="*/ 243541 h 1950394"/>
                <a:gd name="connsiteX92" fmla="*/ 929795 w 1950394"/>
                <a:gd name="connsiteY92" fmla="*/ 256957 h 1950394"/>
                <a:gd name="connsiteX93" fmla="*/ 922572 w 1950394"/>
                <a:gd name="connsiteY93" fmla="*/ 320422 h 1950394"/>
                <a:gd name="connsiteX94" fmla="*/ 909156 w 1950394"/>
                <a:gd name="connsiteY94" fmla="*/ 333321 h 1950394"/>
                <a:gd name="connsiteX95" fmla="*/ 872006 w 1950394"/>
                <a:gd name="connsiteY95" fmla="*/ 337965 h 1950394"/>
                <a:gd name="connsiteX96" fmla="*/ 857559 w 1950394"/>
                <a:gd name="connsiteY96" fmla="*/ 330226 h 1950394"/>
                <a:gd name="connsiteX97" fmla="*/ 833308 w 1950394"/>
                <a:gd name="connsiteY97" fmla="*/ 268308 h 1950394"/>
                <a:gd name="connsiteX98" fmla="*/ 819892 w 1950394"/>
                <a:gd name="connsiteY98" fmla="*/ 259021 h 1950394"/>
                <a:gd name="connsiteX99" fmla="*/ 753847 w 1950394"/>
                <a:gd name="connsiteY99" fmla="*/ 276564 h 1950394"/>
                <a:gd name="connsiteX100" fmla="*/ 745591 w 1950394"/>
                <a:gd name="connsiteY100" fmla="*/ 293075 h 1950394"/>
                <a:gd name="connsiteX101" fmla="*/ 754879 w 1950394"/>
                <a:gd name="connsiteY101" fmla="*/ 339513 h 1950394"/>
                <a:gd name="connsiteX102" fmla="*/ 728564 w 1950394"/>
                <a:gd name="connsiteY102" fmla="*/ 378728 h 1950394"/>
                <a:gd name="connsiteX103" fmla="*/ 712053 w 1950394"/>
                <a:gd name="connsiteY103" fmla="*/ 385951 h 1950394"/>
                <a:gd name="connsiteX104" fmla="*/ 695026 w 1950394"/>
                <a:gd name="connsiteY104" fmla="*/ 382855 h 1950394"/>
                <a:gd name="connsiteX105" fmla="*/ 654779 w 1950394"/>
                <a:gd name="connsiteY105" fmla="*/ 328161 h 1950394"/>
                <a:gd name="connsiteX106" fmla="*/ 641364 w 1950394"/>
                <a:gd name="connsiteY106" fmla="*/ 323002 h 1950394"/>
                <a:gd name="connsiteX107" fmla="*/ 577899 w 1950394"/>
                <a:gd name="connsiteY107" fmla="*/ 359636 h 1950394"/>
                <a:gd name="connsiteX108" fmla="*/ 574803 w 1950394"/>
                <a:gd name="connsiteY108" fmla="*/ 372536 h 1950394"/>
                <a:gd name="connsiteX109" fmla="*/ 602666 w 1950394"/>
                <a:gd name="connsiteY109" fmla="*/ 435485 h 1950394"/>
                <a:gd name="connsiteX110" fmla="*/ 598022 w 1950394"/>
                <a:gd name="connsiteY110" fmla="*/ 450964 h 1950394"/>
                <a:gd name="connsiteX111" fmla="*/ 567579 w 1950394"/>
                <a:gd name="connsiteY111" fmla="*/ 474699 h 1950394"/>
                <a:gd name="connsiteX112" fmla="*/ 550552 w 1950394"/>
                <a:gd name="connsiteY112" fmla="*/ 474699 h 1950394"/>
                <a:gd name="connsiteX113" fmla="*/ 498438 w 1950394"/>
                <a:gd name="connsiteY113" fmla="*/ 432905 h 1950394"/>
                <a:gd name="connsiteX114" fmla="*/ 483475 w 1950394"/>
                <a:gd name="connsiteY114" fmla="*/ 431357 h 1950394"/>
                <a:gd name="connsiteX115" fmla="*/ 432393 w 1950394"/>
                <a:gd name="connsiteY115" fmla="*/ 482439 h 1950394"/>
                <a:gd name="connsiteX116" fmla="*/ 433425 w 1950394"/>
                <a:gd name="connsiteY116" fmla="*/ 497402 h 1950394"/>
                <a:gd name="connsiteX117" fmla="*/ 475735 w 1950394"/>
                <a:gd name="connsiteY117" fmla="*/ 550032 h 1950394"/>
                <a:gd name="connsiteX118" fmla="*/ 475219 w 1950394"/>
                <a:gd name="connsiteY118" fmla="*/ 566027 h 1950394"/>
                <a:gd name="connsiteX119" fmla="*/ 450968 w 1950394"/>
                <a:gd name="connsiteY119" fmla="*/ 597502 h 1950394"/>
                <a:gd name="connsiteX120" fmla="*/ 437553 w 1950394"/>
                <a:gd name="connsiteY120" fmla="*/ 601629 h 1950394"/>
                <a:gd name="connsiteX121" fmla="*/ 373056 w 1950394"/>
                <a:gd name="connsiteY121" fmla="*/ 573251 h 1950394"/>
                <a:gd name="connsiteX122" fmla="*/ 360156 w 1950394"/>
                <a:gd name="connsiteY122" fmla="*/ 575315 h 1950394"/>
                <a:gd name="connsiteX123" fmla="*/ 323522 w 1950394"/>
                <a:gd name="connsiteY123" fmla="*/ 638780 h 1950394"/>
                <a:gd name="connsiteX124" fmla="*/ 328166 w 1950394"/>
                <a:gd name="connsiteY124" fmla="*/ 652711 h 1950394"/>
                <a:gd name="connsiteX125" fmla="*/ 374088 w 1950394"/>
                <a:gd name="connsiteY125" fmla="*/ 685218 h 1950394"/>
                <a:gd name="connsiteX126" fmla="*/ 380795 w 1950394"/>
                <a:gd name="connsiteY126" fmla="*/ 720820 h 1950394"/>
                <a:gd name="connsiteX127" fmla="*/ 372024 w 1950394"/>
                <a:gd name="connsiteY127" fmla="*/ 742492 h 1950394"/>
                <a:gd name="connsiteX128" fmla="*/ 355513 w 1950394"/>
                <a:gd name="connsiteY128" fmla="*/ 753327 h 1950394"/>
                <a:gd name="connsiteX129" fmla="*/ 291015 w 1950394"/>
                <a:gd name="connsiteY129" fmla="*/ 743523 h 1950394"/>
                <a:gd name="connsiteX130" fmla="*/ 276568 w 1950394"/>
                <a:gd name="connsiteY130" fmla="*/ 751263 h 1950394"/>
                <a:gd name="connsiteX131" fmla="*/ 258509 w 1950394"/>
                <a:gd name="connsiteY131" fmla="*/ 818340 h 1950394"/>
                <a:gd name="connsiteX132" fmla="*/ 267796 w 1950394"/>
                <a:gd name="connsiteY132" fmla="*/ 831756 h 1950394"/>
                <a:gd name="connsiteX133" fmla="*/ 330746 w 1950394"/>
                <a:gd name="connsiteY133" fmla="*/ 857038 h 1950394"/>
                <a:gd name="connsiteX134" fmla="*/ 337453 w 1950394"/>
                <a:gd name="connsiteY134" fmla="*/ 869422 h 1950394"/>
                <a:gd name="connsiteX135" fmla="*/ 332810 w 1950394"/>
                <a:gd name="connsiteY135" fmla="*/ 906572 h 1950394"/>
                <a:gd name="connsiteX136" fmla="*/ 318878 w 1950394"/>
                <a:gd name="connsiteY136" fmla="*/ 922052 h 1950394"/>
                <a:gd name="connsiteX137" fmla="*/ 256445 w 1950394"/>
                <a:gd name="connsiteY137" fmla="*/ 929275 h 1950394"/>
                <a:gd name="connsiteX138" fmla="*/ 242514 w 1950394"/>
                <a:gd name="connsiteY138" fmla="*/ 942175 h 1950394"/>
                <a:gd name="connsiteX139" fmla="*/ 242514 w 1950394"/>
                <a:gd name="connsiteY139" fmla="*/ 1006672 h 1950394"/>
                <a:gd name="connsiteX140" fmla="*/ 257993 w 1950394"/>
                <a:gd name="connsiteY140" fmla="*/ 1020603 h 1950394"/>
                <a:gd name="connsiteX141" fmla="*/ 321458 w 1950394"/>
                <a:gd name="connsiteY141" fmla="*/ 1028343 h 1950394"/>
                <a:gd name="connsiteX142" fmla="*/ 331778 w 1950394"/>
                <a:gd name="connsiteY142" fmla="*/ 1039694 h 1950394"/>
                <a:gd name="connsiteX143" fmla="*/ 336937 w 1950394"/>
                <a:gd name="connsiteY143" fmla="*/ 1077877 h 1950394"/>
                <a:gd name="connsiteX144" fmla="*/ 329198 w 1950394"/>
                <a:gd name="connsiteY144" fmla="*/ 1093356 h 1950394"/>
                <a:gd name="connsiteX145" fmla="*/ 265733 w 1950394"/>
                <a:gd name="connsiteY145" fmla="*/ 1117607 h 1950394"/>
                <a:gd name="connsiteX146" fmla="*/ 257993 w 1950394"/>
                <a:gd name="connsiteY146" fmla="*/ 1129990 h 1950394"/>
                <a:gd name="connsiteX147" fmla="*/ 276568 w 1950394"/>
                <a:gd name="connsiteY147" fmla="*/ 1198615 h 1950394"/>
                <a:gd name="connsiteX148" fmla="*/ 291531 w 1950394"/>
                <a:gd name="connsiteY148" fmla="*/ 1205839 h 1950394"/>
                <a:gd name="connsiteX149" fmla="*/ 345709 w 1950394"/>
                <a:gd name="connsiteY149" fmla="*/ 1196035 h 1950394"/>
                <a:gd name="connsiteX150" fmla="*/ 375636 w 1950394"/>
                <a:gd name="connsiteY150" fmla="*/ 1216675 h 1950394"/>
                <a:gd name="connsiteX151" fmla="*/ 384407 w 1950394"/>
                <a:gd name="connsiteY151" fmla="*/ 1236798 h 1950394"/>
                <a:gd name="connsiteX152" fmla="*/ 379764 w 1950394"/>
                <a:gd name="connsiteY152" fmla="*/ 1257953 h 1950394"/>
                <a:gd name="connsiteX153" fmla="*/ 327134 w 1950394"/>
                <a:gd name="connsiteY153" fmla="*/ 1296651 h 1950394"/>
                <a:gd name="connsiteX154" fmla="*/ 322490 w 1950394"/>
                <a:gd name="connsiteY154" fmla="*/ 1310583 h 1950394"/>
                <a:gd name="connsiteX155" fmla="*/ 359124 w 1950394"/>
                <a:gd name="connsiteY155" fmla="*/ 1374048 h 1950394"/>
                <a:gd name="connsiteX156" fmla="*/ 370992 w 1950394"/>
                <a:gd name="connsiteY156" fmla="*/ 1376628 h 1950394"/>
                <a:gd name="connsiteX157" fmla="*/ 433941 w 1950394"/>
                <a:gd name="connsiteY157" fmla="*/ 1348765 h 1950394"/>
                <a:gd name="connsiteX158" fmla="*/ 450452 w 1950394"/>
                <a:gd name="connsiteY158" fmla="*/ 1353925 h 1950394"/>
                <a:gd name="connsiteX159" fmla="*/ 474187 w 1950394"/>
                <a:gd name="connsiteY159" fmla="*/ 1384367 h 1950394"/>
                <a:gd name="connsiteX160" fmla="*/ 475219 w 1950394"/>
                <a:gd name="connsiteY160" fmla="*/ 1399331 h 1950394"/>
                <a:gd name="connsiteX161" fmla="*/ 432909 w 1950394"/>
                <a:gd name="connsiteY161" fmla="*/ 1452476 h 1950394"/>
                <a:gd name="connsiteX162" fmla="*/ 431877 w 1950394"/>
                <a:gd name="connsiteY162" fmla="*/ 1468471 h 1950394"/>
                <a:gd name="connsiteX163" fmla="*/ 481927 w 1950394"/>
                <a:gd name="connsiteY163" fmla="*/ 1518521 h 1950394"/>
                <a:gd name="connsiteX164" fmla="*/ 497922 w 1950394"/>
                <a:gd name="connsiteY164" fmla="*/ 1517489 h 1950394"/>
                <a:gd name="connsiteX165" fmla="*/ 550036 w 1950394"/>
                <a:gd name="connsiteY165" fmla="*/ 1475695 h 1950394"/>
                <a:gd name="connsiteX166" fmla="*/ 567063 w 1950394"/>
                <a:gd name="connsiteY166" fmla="*/ 1476211 h 1950394"/>
                <a:gd name="connsiteX167" fmla="*/ 596474 w 1950394"/>
                <a:gd name="connsiteY167" fmla="*/ 1498914 h 1950394"/>
                <a:gd name="connsiteX168" fmla="*/ 601634 w 1950394"/>
                <a:gd name="connsiteY168" fmla="*/ 1515426 h 1950394"/>
                <a:gd name="connsiteX169" fmla="*/ 574287 w 1950394"/>
                <a:gd name="connsiteY169" fmla="*/ 1577343 h 1950394"/>
                <a:gd name="connsiteX170" fmla="*/ 576867 w 1950394"/>
                <a:gd name="connsiteY170" fmla="*/ 1591274 h 1950394"/>
                <a:gd name="connsiteX171" fmla="*/ 639300 w 1950394"/>
                <a:gd name="connsiteY171" fmla="*/ 1627393 h 1950394"/>
                <a:gd name="connsiteX172" fmla="*/ 653747 w 1950394"/>
                <a:gd name="connsiteY172" fmla="*/ 1622233 h 1950394"/>
                <a:gd name="connsiteX173" fmla="*/ 693478 w 1950394"/>
                <a:gd name="connsiteY173" fmla="*/ 1568571 h 1950394"/>
                <a:gd name="connsiteX174" fmla="*/ 711537 w 1950394"/>
                <a:gd name="connsiteY174" fmla="*/ 1564959 h 1950394"/>
                <a:gd name="connsiteX175" fmla="*/ 743528 w 1950394"/>
                <a:gd name="connsiteY175" fmla="*/ 1578375 h 1950394"/>
                <a:gd name="connsiteX176" fmla="*/ 753847 w 1950394"/>
                <a:gd name="connsiteY176" fmla="*/ 1593854 h 1950394"/>
                <a:gd name="connsiteX177" fmla="*/ 744044 w 1950394"/>
                <a:gd name="connsiteY177" fmla="*/ 1658351 h 1950394"/>
                <a:gd name="connsiteX178" fmla="*/ 752299 w 1950394"/>
                <a:gd name="connsiteY178" fmla="*/ 1673831 h 1950394"/>
                <a:gd name="connsiteX179" fmla="*/ 818344 w 1950394"/>
                <a:gd name="connsiteY179" fmla="*/ 1691374 h 1950394"/>
                <a:gd name="connsiteX180" fmla="*/ 832276 w 1950394"/>
                <a:gd name="connsiteY180" fmla="*/ 1682602 h 1950394"/>
                <a:gd name="connsiteX181" fmla="*/ 857043 w 1950394"/>
                <a:gd name="connsiteY181" fmla="*/ 1619653 h 1950394"/>
                <a:gd name="connsiteX182" fmla="*/ 868910 w 1950394"/>
                <a:gd name="connsiteY182" fmla="*/ 1612429 h 1950394"/>
                <a:gd name="connsiteX183" fmla="*/ 908640 w 1950394"/>
                <a:gd name="connsiteY183" fmla="*/ 1617589 h 1950394"/>
                <a:gd name="connsiteX184" fmla="*/ 922056 w 1950394"/>
                <a:gd name="connsiteY184" fmla="*/ 1630488 h 1950394"/>
                <a:gd name="connsiteX185" fmla="*/ 929279 w 1950394"/>
                <a:gd name="connsiteY185" fmla="*/ 1692922 h 1950394"/>
                <a:gd name="connsiteX186" fmla="*/ 942695 w 1950394"/>
                <a:gd name="connsiteY186" fmla="*/ 1707369 h 1950394"/>
                <a:gd name="connsiteX187" fmla="*/ 1007192 w 1950394"/>
                <a:gd name="connsiteY187" fmla="*/ 1707369 h 1950394"/>
                <a:gd name="connsiteX188" fmla="*/ 1020607 w 1950394"/>
                <a:gd name="connsiteY188" fmla="*/ 1692406 h 1950394"/>
                <a:gd name="connsiteX189" fmla="*/ 1028347 w 1950394"/>
                <a:gd name="connsiteY189" fmla="*/ 1628941 h 1950394"/>
                <a:gd name="connsiteX190" fmla="*/ 1040215 w 1950394"/>
                <a:gd name="connsiteY190" fmla="*/ 1617589 h 1950394"/>
                <a:gd name="connsiteX191" fmla="*/ 1078397 w 1950394"/>
                <a:gd name="connsiteY191" fmla="*/ 1612429 h 1950394"/>
                <a:gd name="connsiteX192" fmla="*/ 1092844 w 1950394"/>
                <a:gd name="connsiteY192" fmla="*/ 1619653 h 1950394"/>
                <a:gd name="connsiteX193" fmla="*/ 1117095 w 1950394"/>
                <a:gd name="connsiteY193" fmla="*/ 1681570 h 1950394"/>
                <a:gd name="connsiteX194" fmla="*/ 1130511 w 1950394"/>
                <a:gd name="connsiteY194" fmla="*/ 1690858 h 1950394"/>
                <a:gd name="connsiteX195" fmla="*/ 1196556 w 1950394"/>
                <a:gd name="connsiteY195" fmla="*/ 1673315 h 1950394"/>
                <a:gd name="connsiteX196" fmla="*/ 1204811 w 1950394"/>
                <a:gd name="connsiteY196" fmla="*/ 1656803 h 1950394"/>
                <a:gd name="connsiteX197" fmla="*/ 1198104 w 1950394"/>
                <a:gd name="connsiteY197" fmla="*/ 1613977 h 1950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950394" h="1950394">
                  <a:moveTo>
                    <a:pt x="977265" y="1954006"/>
                  </a:moveTo>
                  <a:cubicBezTo>
                    <a:pt x="444261" y="1950394"/>
                    <a:pt x="1552" y="1529873"/>
                    <a:pt x="4" y="977261"/>
                  </a:cubicBezTo>
                  <a:cubicBezTo>
                    <a:pt x="-1544" y="439613"/>
                    <a:pt x="427749" y="0"/>
                    <a:pt x="976749" y="0"/>
                  </a:cubicBezTo>
                  <a:cubicBezTo>
                    <a:pt x="1519041" y="0"/>
                    <a:pt x="1952978" y="432905"/>
                    <a:pt x="1953494" y="976229"/>
                  </a:cubicBezTo>
                  <a:cubicBezTo>
                    <a:pt x="1953494" y="1512846"/>
                    <a:pt x="1525749" y="1948330"/>
                    <a:pt x="977265" y="1954006"/>
                  </a:cubicBezTo>
                  <a:close/>
                  <a:moveTo>
                    <a:pt x="1198104" y="1613977"/>
                  </a:moveTo>
                  <a:cubicBezTo>
                    <a:pt x="1198104" y="1578891"/>
                    <a:pt x="1194492" y="1586630"/>
                    <a:pt x="1221839" y="1574763"/>
                  </a:cubicBezTo>
                  <a:cubicBezTo>
                    <a:pt x="1228030" y="1572183"/>
                    <a:pt x="1234738" y="1569603"/>
                    <a:pt x="1240930" y="1566507"/>
                  </a:cubicBezTo>
                  <a:cubicBezTo>
                    <a:pt x="1247637" y="1562896"/>
                    <a:pt x="1252797" y="1563927"/>
                    <a:pt x="1257957" y="1569603"/>
                  </a:cubicBezTo>
                  <a:cubicBezTo>
                    <a:pt x="1272920" y="1586630"/>
                    <a:pt x="1290464" y="1602110"/>
                    <a:pt x="1298203" y="1624297"/>
                  </a:cubicBezTo>
                  <a:cubicBezTo>
                    <a:pt x="1300783" y="1631520"/>
                    <a:pt x="1304395" y="1633068"/>
                    <a:pt x="1311619" y="1629456"/>
                  </a:cubicBezTo>
                  <a:cubicBezTo>
                    <a:pt x="1333290" y="1618105"/>
                    <a:pt x="1354445" y="1605722"/>
                    <a:pt x="1375084" y="1592822"/>
                  </a:cubicBezTo>
                  <a:cubicBezTo>
                    <a:pt x="1382824" y="1588178"/>
                    <a:pt x="1381791" y="1584051"/>
                    <a:pt x="1377148" y="1578891"/>
                  </a:cubicBezTo>
                  <a:cubicBezTo>
                    <a:pt x="1361152" y="1560832"/>
                    <a:pt x="1356509" y="1537613"/>
                    <a:pt x="1349285" y="1515426"/>
                  </a:cubicBezTo>
                  <a:cubicBezTo>
                    <a:pt x="1347221" y="1509750"/>
                    <a:pt x="1348253" y="1505622"/>
                    <a:pt x="1353413" y="1502010"/>
                  </a:cubicBezTo>
                  <a:cubicBezTo>
                    <a:pt x="1364248" y="1493754"/>
                    <a:pt x="1375600" y="1485499"/>
                    <a:pt x="1385919" y="1476727"/>
                  </a:cubicBezTo>
                  <a:cubicBezTo>
                    <a:pt x="1391079" y="1472600"/>
                    <a:pt x="1395723" y="1473115"/>
                    <a:pt x="1400883" y="1476727"/>
                  </a:cubicBezTo>
                  <a:cubicBezTo>
                    <a:pt x="1419458" y="1489111"/>
                    <a:pt x="1440097" y="1498914"/>
                    <a:pt x="1452996" y="1518005"/>
                  </a:cubicBezTo>
                  <a:cubicBezTo>
                    <a:pt x="1457640" y="1525229"/>
                    <a:pt x="1463316" y="1525745"/>
                    <a:pt x="1470024" y="1519553"/>
                  </a:cubicBezTo>
                  <a:cubicBezTo>
                    <a:pt x="1487051" y="1503558"/>
                    <a:pt x="1503562" y="1487047"/>
                    <a:pt x="1519041" y="1470535"/>
                  </a:cubicBezTo>
                  <a:cubicBezTo>
                    <a:pt x="1525233" y="1464344"/>
                    <a:pt x="1525749" y="1458668"/>
                    <a:pt x="1518010" y="1453508"/>
                  </a:cubicBezTo>
                  <a:cubicBezTo>
                    <a:pt x="1498402" y="1440093"/>
                    <a:pt x="1488599" y="1418938"/>
                    <a:pt x="1475699" y="1400363"/>
                  </a:cubicBezTo>
                  <a:cubicBezTo>
                    <a:pt x="1472088" y="1395203"/>
                    <a:pt x="1472088" y="1391075"/>
                    <a:pt x="1476215" y="1386431"/>
                  </a:cubicBezTo>
                  <a:cubicBezTo>
                    <a:pt x="1484987" y="1375596"/>
                    <a:pt x="1493243" y="1364760"/>
                    <a:pt x="1501498" y="1353925"/>
                  </a:cubicBezTo>
                  <a:cubicBezTo>
                    <a:pt x="1505626" y="1348249"/>
                    <a:pt x="1510270" y="1348249"/>
                    <a:pt x="1515946" y="1349797"/>
                  </a:cubicBezTo>
                  <a:cubicBezTo>
                    <a:pt x="1538133" y="1357020"/>
                    <a:pt x="1560836" y="1362180"/>
                    <a:pt x="1579411" y="1377660"/>
                  </a:cubicBezTo>
                  <a:cubicBezTo>
                    <a:pt x="1584571" y="1382303"/>
                    <a:pt x="1588182" y="1382303"/>
                    <a:pt x="1592310" y="1375596"/>
                  </a:cubicBezTo>
                  <a:cubicBezTo>
                    <a:pt x="1605210" y="1354441"/>
                    <a:pt x="1617593" y="1333801"/>
                    <a:pt x="1628945" y="1312130"/>
                  </a:cubicBezTo>
                  <a:cubicBezTo>
                    <a:pt x="1632557" y="1304907"/>
                    <a:pt x="1631009" y="1300779"/>
                    <a:pt x="1623785" y="1298199"/>
                  </a:cubicBezTo>
                  <a:cubicBezTo>
                    <a:pt x="1605726" y="1291491"/>
                    <a:pt x="1591794" y="1278592"/>
                    <a:pt x="1577863" y="1265692"/>
                  </a:cubicBezTo>
                  <a:cubicBezTo>
                    <a:pt x="1560320" y="1248665"/>
                    <a:pt x="1560836" y="1253309"/>
                    <a:pt x="1571155" y="1230090"/>
                  </a:cubicBezTo>
                  <a:cubicBezTo>
                    <a:pt x="1574251" y="1222866"/>
                    <a:pt x="1577347" y="1215643"/>
                    <a:pt x="1579927" y="1208419"/>
                  </a:cubicBezTo>
                  <a:cubicBezTo>
                    <a:pt x="1582507" y="1200163"/>
                    <a:pt x="1587667" y="1197583"/>
                    <a:pt x="1596438" y="1197583"/>
                  </a:cubicBezTo>
                  <a:cubicBezTo>
                    <a:pt x="1618625" y="1198100"/>
                    <a:pt x="1640296" y="1197583"/>
                    <a:pt x="1660935" y="1207387"/>
                  </a:cubicBezTo>
                  <a:cubicBezTo>
                    <a:pt x="1668159" y="1210483"/>
                    <a:pt x="1672287" y="1209967"/>
                    <a:pt x="1675383" y="1201195"/>
                  </a:cubicBezTo>
                  <a:cubicBezTo>
                    <a:pt x="1682090" y="1178492"/>
                    <a:pt x="1688282" y="1155789"/>
                    <a:pt x="1693442" y="1132570"/>
                  </a:cubicBezTo>
                  <a:cubicBezTo>
                    <a:pt x="1695506" y="1123283"/>
                    <a:pt x="1692926" y="1119671"/>
                    <a:pt x="1684154" y="1119155"/>
                  </a:cubicBezTo>
                  <a:cubicBezTo>
                    <a:pt x="1660935" y="1117091"/>
                    <a:pt x="1641328" y="1104192"/>
                    <a:pt x="1621205" y="1093872"/>
                  </a:cubicBezTo>
                  <a:cubicBezTo>
                    <a:pt x="1616561" y="1091808"/>
                    <a:pt x="1613465" y="1088712"/>
                    <a:pt x="1614497" y="1083037"/>
                  </a:cubicBezTo>
                  <a:cubicBezTo>
                    <a:pt x="1616561" y="1069621"/>
                    <a:pt x="1618625" y="1055690"/>
                    <a:pt x="1620173" y="1042274"/>
                  </a:cubicBezTo>
                  <a:cubicBezTo>
                    <a:pt x="1621205" y="1034535"/>
                    <a:pt x="1625333" y="1031439"/>
                    <a:pt x="1632557" y="1029891"/>
                  </a:cubicBezTo>
                  <a:cubicBezTo>
                    <a:pt x="1653712" y="1025763"/>
                    <a:pt x="1673835" y="1018539"/>
                    <a:pt x="1696022" y="1022667"/>
                  </a:cubicBezTo>
                  <a:cubicBezTo>
                    <a:pt x="1704793" y="1024215"/>
                    <a:pt x="1708921" y="1020603"/>
                    <a:pt x="1709437" y="1010800"/>
                  </a:cubicBezTo>
                  <a:cubicBezTo>
                    <a:pt x="1710469" y="988612"/>
                    <a:pt x="1710985" y="966426"/>
                    <a:pt x="1709437" y="943723"/>
                  </a:cubicBezTo>
                  <a:cubicBezTo>
                    <a:pt x="1708921" y="933403"/>
                    <a:pt x="1704793" y="929791"/>
                    <a:pt x="1694990" y="931339"/>
                  </a:cubicBezTo>
                  <a:cubicBezTo>
                    <a:pt x="1680026" y="933919"/>
                    <a:pt x="1665063" y="931855"/>
                    <a:pt x="1650616" y="928243"/>
                  </a:cubicBezTo>
                  <a:cubicBezTo>
                    <a:pt x="1619141" y="919988"/>
                    <a:pt x="1621205" y="928243"/>
                    <a:pt x="1618109" y="892125"/>
                  </a:cubicBezTo>
                  <a:cubicBezTo>
                    <a:pt x="1617593" y="885933"/>
                    <a:pt x="1616561" y="880257"/>
                    <a:pt x="1615013" y="874582"/>
                  </a:cubicBezTo>
                  <a:cubicBezTo>
                    <a:pt x="1612949" y="866842"/>
                    <a:pt x="1616561" y="862714"/>
                    <a:pt x="1622753" y="859102"/>
                  </a:cubicBezTo>
                  <a:cubicBezTo>
                    <a:pt x="1642876" y="849299"/>
                    <a:pt x="1661967" y="836915"/>
                    <a:pt x="1684670" y="834851"/>
                  </a:cubicBezTo>
                  <a:cubicBezTo>
                    <a:pt x="1692410" y="834335"/>
                    <a:pt x="1696022" y="830724"/>
                    <a:pt x="1693442" y="821952"/>
                  </a:cubicBezTo>
                  <a:cubicBezTo>
                    <a:pt x="1687766" y="799249"/>
                    <a:pt x="1682090" y="776030"/>
                    <a:pt x="1674867" y="753327"/>
                  </a:cubicBezTo>
                  <a:cubicBezTo>
                    <a:pt x="1671771" y="744039"/>
                    <a:pt x="1667643" y="743007"/>
                    <a:pt x="1659903" y="746619"/>
                  </a:cubicBezTo>
                  <a:cubicBezTo>
                    <a:pt x="1638748" y="756423"/>
                    <a:pt x="1616561" y="755907"/>
                    <a:pt x="1594374" y="756423"/>
                  </a:cubicBezTo>
                  <a:cubicBezTo>
                    <a:pt x="1587667" y="756423"/>
                    <a:pt x="1583023" y="754359"/>
                    <a:pt x="1580443" y="747651"/>
                  </a:cubicBezTo>
                  <a:cubicBezTo>
                    <a:pt x="1575799" y="735784"/>
                    <a:pt x="1571155" y="724432"/>
                    <a:pt x="1565995" y="713081"/>
                  </a:cubicBezTo>
                  <a:cubicBezTo>
                    <a:pt x="1562900" y="705857"/>
                    <a:pt x="1564448" y="701213"/>
                    <a:pt x="1570123" y="696054"/>
                  </a:cubicBezTo>
                  <a:cubicBezTo>
                    <a:pt x="1586635" y="681090"/>
                    <a:pt x="1602114" y="664579"/>
                    <a:pt x="1623269" y="656323"/>
                  </a:cubicBezTo>
                  <a:cubicBezTo>
                    <a:pt x="1631009" y="653227"/>
                    <a:pt x="1632557" y="649616"/>
                    <a:pt x="1628429" y="641876"/>
                  </a:cubicBezTo>
                  <a:cubicBezTo>
                    <a:pt x="1617077" y="620721"/>
                    <a:pt x="1605210" y="599566"/>
                    <a:pt x="1592310" y="579443"/>
                  </a:cubicBezTo>
                  <a:cubicBezTo>
                    <a:pt x="1587667" y="572219"/>
                    <a:pt x="1584055" y="572219"/>
                    <a:pt x="1578379" y="576863"/>
                  </a:cubicBezTo>
                  <a:cubicBezTo>
                    <a:pt x="1564963" y="587698"/>
                    <a:pt x="1548968" y="594406"/>
                    <a:pt x="1532457" y="599050"/>
                  </a:cubicBezTo>
                  <a:cubicBezTo>
                    <a:pt x="1499950" y="607821"/>
                    <a:pt x="1510270" y="610917"/>
                    <a:pt x="1490147" y="585118"/>
                  </a:cubicBezTo>
                  <a:cubicBezTo>
                    <a:pt x="1486019" y="579443"/>
                    <a:pt x="1481891" y="574283"/>
                    <a:pt x="1477247" y="569123"/>
                  </a:cubicBezTo>
                  <a:cubicBezTo>
                    <a:pt x="1472088" y="563447"/>
                    <a:pt x="1472088" y="558288"/>
                    <a:pt x="1476731" y="552096"/>
                  </a:cubicBezTo>
                  <a:cubicBezTo>
                    <a:pt x="1489115" y="533521"/>
                    <a:pt x="1498918" y="513397"/>
                    <a:pt x="1518525" y="499982"/>
                  </a:cubicBezTo>
                  <a:cubicBezTo>
                    <a:pt x="1525233" y="495338"/>
                    <a:pt x="1525233" y="490178"/>
                    <a:pt x="1519557" y="483987"/>
                  </a:cubicBezTo>
                  <a:cubicBezTo>
                    <a:pt x="1503562" y="466960"/>
                    <a:pt x="1487051" y="450448"/>
                    <a:pt x="1470540" y="434453"/>
                  </a:cubicBezTo>
                  <a:cubicBezTo>
                    <a:pt x="1463316" y="427745"/>
                    <a:pt x="1458156" y="428261"/>
                    <a:pt x="1452480" y="436001"/>
                  </a:cubicBezTo>
                  <a:cubicBezTo>
                    <a:pt x="1443709" y="448384"/>
                    <a:pt x="1431841" y="457672"/>
                    <a:pt x="1418942" y="465412"/>
                  </a:cubicBezTo>
                  <a:cubicBezTo>
                    <a:pt x="1393143" y="481407"/>
                    <a:pt x="1393143" y="481407"/>
                    <a:pt x="1369408" y="463348"/>
                  </a:cubicBezTo>
                  <a:cubicBezTo>
                    <a:pt x="1364764" y="459736"/>
                    <a:pt x="1360121" y="455608"/>
                    <a:pt x="1354961" y="452512"/>
                  </a:cubicBezTo>
                  <a:cubicBezTo>
                    <a:pt x="1348253" y="448384"/>
                    <a:pt x="1347221" y="443225"/>
                    <a:pt x="1349801" y="436001"/>
                  </a:cubicBezTo>
                  <a:cubicBezTo>
                    <a:pt x="1357025" y="414330"/>
                    <a:pt x="1361668" y="391627"/>
                    <a:pt x="1377148" y="374084"/>
                  </a:cubicBezTo>
                  <a:cubicBezTo>
                    <a:pt x="1382307" y="368408"/>
                    <a:pt x="1381276" y="364280"/>
                    <a:pt x="1374052" y="360152"/>
                  </a:cubicBezTo>
                  <a:cubicBezTo>
                    <a:pt x="1353929" y="347769"/>
                    <a:pt x="1333806" y="335385"/>
                    <a:pt x="1312651" y="324550"/>
                  </a:cubicBezTo>
                  <a:cubicBezTo>
                    <a:pt x="1304911" y="320422"/>
                    <a:pt x="1299751" y="320422"/>
                    <a:pt x="1296655" y="329193"/>
                  </a:cubicBezTo>
                  <a:cubicBezTo>
                    <a:pt x="1288916" y="350865"/>
                    <a:pt x="1271888" y="365828"/>
                    <a:pt x="1256925" y="382855"/>
                  </a:cubicBezTo>
                  <a:cubicBezTo>
                    <a:pt x="1251249" y="389047"/>
                    <a:pt x="1246090" y="389563"/>
                    <a:pt x="1238866" y="386467"/>
                  </a:cubicBezTo>
                  <a:cubicBezTo>
                    <a:pt x="1228546" y="381307"/>
                    <a:pt x="1217711" y="377179"/>
                    <a:pt x="1206875" y="373052"/>
                  </a:cubicBezTo>
                  <a:cubicBezTo>
                    <a:pt x="1199136" y="370472"/>
                    <a:pt x="1196556" y="365312"/>
                    <a:pt x="1196556" y="357572"/>
                  </a:cubicBezTo>
                  <a:cubicBezTo>
                    <a:pt x="1197072" y="335385"/>
                    <a:pt x="1196556" y="313714"/>
                    <a:pt x="1206359" y="293075"/>
                  </a:cubicBezTo>
                  <a:cubicBezTo>
                    <a:pt x="1209971" y="285335"/>
                    <a:pt x="1208939" y="280692"/>
                    <a:pt x="1199652" y="278112"/>
                  </a:cubicBezTo>
                  <a:cubicBezTo>
                    <a:pt x="1176949" y="271404"/>
                    <a:pt x="1154246" y="265212"/>
                    <a:pt x="1131027" y="259537"/>
                  </a:cubicBezTo>
                  <a:cubicBezTo>
                    <a:pt x="1122255" y="257473"/>
                    <a:pt x="1119159" y="260569"/>
                    <a:pt x="1118127" y="268308"/>
                  </a:cubicBezTo>
                  <a:cubicBezTo>
                    <a:pt x="1116063" y="291527"/>
                    <a:pt x="1103164" y="311134"/>
                    <a:pt x="1093360" y="331258"/>
                  </a:cubicBezTo>
                  <a:cubicBezTo>
                    <a:pt x="1090780" y="336933"/>
                    <a:pt x="1086653" y="339513"/>
                    <a:pt x="1079945" y="338481"/>
                  </a:cubicBezTo>
                  <a:cubicBezTo>
                    <a:pt x="1067561" y="336417"/>
                    <a:pt x="1055178" y="334869"/>
                    <a:pt x="1042794" y="333837"/>
                  </a:cubicBezTo>
                  <a:cubicBezTo>
                    <a:pt x="1034539" y="332805"/>
                    <a:pt x="1029895" y="329193"/>
                    <a:pt x="1028347" y="320422"/>
                  </a:cubicBezTo>
                  <a:cubicBezTo>
                    <a:pt x="1024735" y="299783"/>
                    <a:pt x="1016996" y="279660"/>
                    <a:pt x="1021123" y="257989"/>
                  </a:cubicBezTo>
                  <a:cubicBezTo>
                    <a:pt x="1022671" y="248701"/>
                    <a:pt x="1019059" y="244057"/>
                    <a:pt x="1008740" y="243541"/>
                  </a:cubicBezTo>
                  <a:cubicBezTo>
                    <a:pt x="986553" y="242509"/>
                    <a:pt x="964366" y="242509"/>
                    <a:pt x="941663" y="243541"/>
                  </a:cubicBezTo>
                  <a:cubicBezTo>
                    <a:pt x="931859" y="244057"/>
                    <a:pt x="928247" y="248185"/>
                    <a:pt x="929795" y="256957"/>
                  </a:cubicBezTo>
                  <a:cubicBezTo>
                    <a:pt x="933923" y="279144"/>
                    <a:pt x="926184" y="299267"/>
                    <a:pt x="922572" y="320422"/>
                  </a:cubicBezTo>
                  <a:cubicBezTo>
                    <a:pt x="921024" y="328678"/>
                    <a:pt x="916896" y="332290"/>
                    <a:pt x="909156" y="333321"/>
                  </a:cubicBezTo>
                  <a:cubicBezTo>
                    <a:pt x="896773" y="334869"/>
                    <a:pt x="884389" y="335901"/>
                    <a:pt x="872006" y="337965"/>
                  </a:cubicBezTo>
                  <a:cubicBezTo>
                    <a:pt x="864782" y="339513"/>
                    <a:pt x="860654" y="336933"/>
                    <a:pt x="857559" y="330226"/>
                  </a:cubicBezTo>
                  <a:cubicBezTo>
                    <a:pt x="847755" y="310102"/>
                    <a:pt x="835371" y="291527"/>
                    <a:pt x="833308" y="268308"/>
                  </a:cubicBezTo>
                  <a:cubicBezTo>
                    <a:pt x="832276" y="259537"/>
                    <a:pt x="828664" y="256957"/>
                    <a:pt x="819892" y="259021"/>
                  </a:cubicBezTo>
                  <a:cubicBezTo>
                    <a:pt x="797705" y="264180"/>
                    <a:pt x="775518" y="269856"/>
                    <a:pt x="753847" y="276564"/>
                  </a:cubicBezTo>
                  <a:cubicBezTo>
                    <a:pt x="744044" y="279660"/>
                    <a:pt x="740948" y="283272"/>
                    <a:pt x="745591" y="293075"/>
                  </a:cubicBezTo>
                  <a:cubicBezTo>
                    <a:pt x="751783" y="308039"/>
                    <a:pt x="754879" y="323518"/>
                    <a:pt x="754879" y="339513"/>
                  </a:cubicBezTo>
                  <a:cubicBezTo>
                    <a:pt x="754879" y="367892"/>
                    <a:pt x="755395" y="367892"/>
                    <a:pt x="728564" y="378728"/>
                  </a:cubicBezTo>
                  <a:cubicBezTo>
                    <a:pt x="722888" y="380791"/>
                    <a:pt x="717213" y="383371"/>
                    <a:pt x="712053" y="385951"/>
                  </a:cubicBezTo>
                  <a:cubicBezTo>
                    <a:pt x="705345" y="389563"/>
                    <a:pt x="700185" y="388531"/>
                    <a:pt x="695026" y="382855"/>
                  </a:cubicBezTo>
                  <a:cubicBezTo>
                    <a:pt x="679546" y="365828"/>
                    <a:pt x="662519" y="350349"/>
                    <a:pt x="654779" y="328161"/>
                  </a:cubicBezTo>
                  <a:cubicBezTo>
                    <a:pt x="652200" y="320938"/>
                    <a:pt x="648588" y="319390"/>
                    <a:pt x="641364" y="323002"/>
                  </a:cubicBezTo>
                  <a:cubicBezTo>
                    <a:pt x="619693" y="334353"/>
                    <a:pt x="598538" y="346737"/>
                    <a:pt x="577899" y="359636"/>
                  </a:cubicBezTo>
                  <a:cubicBezTo>
                    <a:pt x="571707" y="363248"/>
                    <a:pt x="570159" y="366860"/>
                    <a:pt x="574803" y="372536"/>
                  </a:cubicBezTo>
                  <a:cubicBezTo>
                    <a:pt x="590798" y="390595"/>
                    <a:pt x="595958" y="413298"/>
                    <a:pt x="602666" y="435485"/>
                  </a:cubicBezTo>
                  <a:cubicBezTo>
                    <a:pt x="604730" y="442193"/>
                    <a:pt x="604214" y="446836"/>
                    <a:pt x="598022" y="450964"/>
                  </a:cubicBezTo>
                  <a:cubicBezTo>
                    <a:pt x="587702" y="458188"/>
                    <a:pt x="577383" y="466444"/>
                    <a:pt x="567579" y="474699"/>
                  </a:cubicBezTo>
                  <a:cubicBezTo>
                    <a:pt x="561388" y="479859"/>
                    <a:pt x="556744" y="478827"/>
                    <a:pt x="550552" y="474699"/>
                  </a:cubicBezTo>
                  <a:cubicBezTo>
                    <a:pt x="531977" y="462316"/>
                    <a:pt x="511854" y="451996"/>
                    <a:pt x="498438" y="432905"/>
                  </a:cubicBezTo>
                  <a:cubicBezTo>
                    <a:pt x="494310" y="426713"/>
                    <a:pt x="489151" y="426197"/>
                    <a:pt x="483475" y="431357"/>
                  </a:cubicBezTo>
                  <a:cubicBezTo>
                    <a:pt x="465932" y="447352"/>
                    <a:pt x="448904" y="464895"/>
                    <a:pt x="432393" y="482439"/>
                  </a:cubicBezTo>
                  <a:cubicBezTo>
                    <a:pt x="427233" y="488114"/>
                    <a:pt x="426717" y="493274"/>
                    <a:pt x="433425" y="497402"/>
                  </a:cubicBezTo>
                  <a:cubicBezTo>
                    <a:pt x="453032" y="510818"/>
                    <a:pt x="462836" y="531457"/>
                    <a:pt x="475735" y="550032"/>
                  </a:cubicBezTo>
                  <a:cubicBezTo>
                    <a:pt x="479863" y="555708"/>
                    <a:pt x="479863" y="560867"/>
                    <a:pt x="475219" y="566027"/>
                  </a:cubicBezTo>
                  <a:cubicBezTo>
                    <a:pt x="466964" y="576347"/>
                    <a:pt x="458708" y="587182"/>
                    <a:pt x="450968" y="597502"/>
                  </a:cubicBezTo>
                  <a:cubicBezTo>
                    <a:pt x="447357" y="602146"/>
                    <a:pt x="443745" y="603694"/>
                    <a:pt x="437553" y="601629"/>
                  </a:cubicBezTo>
                  <a:cubicBezTo>
                    <a:pt x="414850" y="594406"/>
                    <a:pt x="391631" y="589246"/>
                    <a:pt x="373056" y="573251"/>
                  </a:cubicBezTo>
                  <a:cubicBezTo>
                    <a:pt x="367896" y="568607"/>
                    <a:pt x="363768" y="568607"/>
                    <a:pt x="360156" y="575315"/>
                  </a:cubicBezTo>
                  <a:cubicBezTo>
                    <a:pt x="347257" y="596470"/>
                    <a:pt x="334358" y="617109"/>
                    <a:pt x="323522" y="638780"/>
                  </a:cubicBezTo>
                  <a:cubicBezTo>
                    <a:pt x="319910" y="646004"/>
                    <a:pt x="320942" y="650131"/>
                    <a:pt x="328166" y="652711"/>
                  </a:cubicBezTo>
                  <a:cubicBezTo>
                    <a:pt x="346225" y="659419"/>
                    <a:pt x="360672" y="672318"/>
                    <a:pt x="374088" y="685218"/>
                  </a:cubicBezTo>
                  <a:cubicBezTo>
                    <a:pt x="392147" y="702245"/>
                    <a:pt x="391115" y="698117"/>
                    <a:pt x="380795" y="720820"/>
                  </a:cubicBezTo>
                  <a:cubicBezTo>
                    <a:pt x="377700" y="728044"/>
                    <a:pt x="374604" y="735268"/>
                    <a:pt x="372024" y="742492"/>
                  </a:cubicBezTo>
                  <a:cubicBezTo>
                    <a:pt x="369444" y="750747"/>
                    <a:pt x="364284" y="753327"/>
                    <a:pt x="355513" y="753327"/>
                  </a:cubicBezTo>
                  <a:cubicBezTo>
                    <a:pt x="333326" y="752811"/>
                    <a:pt x="311655" y="753327"/>
                    <a:pt x="291015" y="743523"/>
                  </a:cubicBezTo>
                  <a:cubicBezTo>
                    <a:pt x="282760" y="739396"/>
                    <a:pt x="279148" y="742492"/>
                    <a:pt x="276568" y="751263"/>
                  </a:cubicBezTo>
                  <a:cubicBezTo>
                    <a:pt x="269860" y="773450"/>
                    <a:pt x="264185" y="796153"/>
                    <a:pt x="258509" y="818340"/>
                  </a:cubicBezTo>
                  <a:cubicBezTo>
                    <a:pt x="256445" y="827628"/>
                    <a:pt x="259025" y="831239"/>
                    <a:pt x="267796" y="831756"/>
                  </a:cubicBezTo>
                  <a:cubicBezTo>
                    <a:pt x="291015" y="833819"/>
                    <a:pt x="310623" y="846719"/>
                    <a:pt x="330746" y="857038"/>
                  </a:cubicBezTo>
                  <a:cubicBezTo>
                    <a:pt x="335905" y="859618"/>
                    <a:pt x="338485" y="863230"/>
                    <a:pt x="337453" y="869422"/>
                  </a:cubicBezTo>
                  <a:cubicBezTo>
                    <a:pt x="335389" y="881805"/>
                    <a:pt x="333842" y="894189"/>
                    <a:pt x="332810" y="906572"/>
                  </a:cubicBezTo>
                  <a:cubicBezTo>
                    <a:pt x="331778" y="915344"/>
                    <a:pt x="328166" y="919988"/>
                    <a:pt x="318878" y="922052"/>
                  </a:cubicBezTo>
                  <a:cubicBezTo>
                    <a:pt x="298239" y="925664"/>
                    <a:pt x="278116" y="932887"/>
                    <a:pt x="256445" y="929275"/>
                  </a:cubicBezTo>
                  <a:cubicBezTo>
                    <a:pt x="246125" y="927211"/>
                    <a:pt x="243029" y="932371"/>
                    <a:pt x="242514" y="942175"/>
                  </a:cubicBezTo>
                  <a:cubicBezTo>
                    <a:pt x="241482" y="963846"/>
                    <a:pt x="241482" y="985001"/>
                    <a:pt x="242514" y="1006672"/>
                  </a:cubicBezTo>
                  <a:cubicBezTo>
                    <a:pt x="243029" y="1018023"/>
                    <a:pt x="247157" y="1022667"/>
                    <a:pt x="257993" y="1020603"/>
                  </a:cubicBezTo>
                  <a:cubicBezTo>
                    <a:pt x="280180" y="1016475"/>
                    <a:pt x="300303" y="1024731"/>
                    <a:pt x="321458" y="1028343"/>
                  </a:cubicBezTo>
                  <a:cubicBezTo>
                    <a:pt x="327650" y="1029375"/>
                    <a:pt x="331262" y="1032987"/>
                    <a:pt x="331778" y="1039694"/>
                  </a:cubicBezTo>
                  <a:cubicBezTo>
                    <a:pt x="333326" y="1052594"/>
                    <a:pt x="334358" y="1065493"/>
                    <a:pt x="336937" y="1077877"/>
                  </a:cubicBezTo>
                  <a:cubicBezTo>
                    <a:pt x="338485" y="1085617"/>
                    <a:pt x="335905" y="1089744"/>
                    <a:pt x="329198" y="1093356"/>
                  </a:cubicBezTo>
                  <a:cubicBezTo>
                    <a:pt x="309075" y="1103676"/>
                    <a:pt x="289467" y="1115543"/>
                    <a:pt x="265733" y="1117607"/>
                  </a:cubicBezTo>
                  <a:cubicBezTo>
                    <a:pt x="257993" y="1118123"/>
                    <a:pt x="255929" y="1122251"/>
                    <a:pt x="257993" y="1129990"/>
                  </a:cubicBezTo>
                  <a:cubicBezTo>
                    <a:pt x="263669" y="1153209"/>
                    <a:pt x="269344" y="1175913"/>
                    <a:pt x="276568" y="1198615"/>
                  </a:cubicBezTo>
                  <a:cubicBezTo>
                    <a:pt x="279148" y="1207903"/>
                    <a:pt x="283276" y="1209451"/>
                    <a:pt x="291531" y="1205839"/>
                  </a:cubicBezTo>
                  <a:cubicBezTo>
                    <a:pt x="308559" y="1198100"/>
                    <a:pt x="327134" y="1196035"/>
                    <a:pt x="345709" y="1196035"/>
                  </a:cubicBezTo>
                  <a:cubicBezTo>
                    <a:pt x="371508" y="1196035"/>
                    <a:pt x="366348" y="1193456"/>
                    <a:pt x="375636" y="1216675"/>
                  </a:cubicBezTo>
                  <a:cubicBezTo>
                    <a:pt x="378216" y="1223382"/>
                    <a:pt x="380795" y="1230606"/>
                    <a:pt x="384407" y="1236798"/>
                  </a:cubicBezTo>
                  <a:cubicBezTo>
                    <a:pt x="389051" y="1245569"/>
                    <a:pt x="386987" y="1251761"/>
                    <a:pt x="379764" y="1257953"/>
                  </a:cubicBezTo>
                  <a:cubicBezTo>
                    <a:pt x="363252" y="1272400"/>
                    <a:pt x="348289" y="1288396"/>
                    <a:pt x="327134" y="1296651"/>
                  </a:cubicBezTo>
                  <a:cubicBezTo>
                    <a:pt x="319394" y="1299231"/>
                    <a:pt x="319394" y="1303875"/>
                    <a:pt x="322490" y="1310583"/>
                  </a:cubicBezTo>
                  <a:cubicBezTo>
                    <a:pt x="333842" y="1332254"/>
                    <a:pt x="346225" y="1353409"/>
                    <a:pt x="359124" y="1374048"/>
                  </a:cubicBezTo>
                  <a:cubicBezTo>
                    <a:pt x="362736" y="1379724"/>
                    <a:pt x="365832" y="1380755"/>
                    <a:pt x="370992" y="1376628"/>
                  </a:cubicBezTo>
                  <a:cubicBezTo>
                    <a:pt x="389051" y="1361148"/>
                    <a:pt x="412270" y="1355988"/>
                    <a:pt x="433941" y="1348765"/>
                  </a:cubicBezTo>
                  <a:cubicBezTo>
                    <a:pt x="441165" y="1346185"/>
                    <a:pt x="445809" y="1347217"/>
                    <a:pt x="450452" y="1353925"/>
                  </a:cubicBezTo>
                  <a:cubicBezTo>
                    <a:pt x="457676" y="1364760"/>
                    <a:pt x="465932" y="1374564"/>
                    <a:pt x="474187" y="1384367"/>
                  </a:cubicBezTo>
                  <a:cubicBezTo>
                    <a:pt x="478315" y="1389527"/>
                    <a:pt x="478831" y="1393655"/>
                    <a:pt x="475219" y="1399331"/>
                  </a:cubicBezTo>
                  <a:cubicBezTo>
                    <a:pt x="462320" y="1417906"/>
                    <a:pt x="452516" y="1439061"/>
                    <a:pt x="432909" y="1452476"/>
                  </a:cubicBezTo>
                  <a:cubicBezTo>
                    <a:pt x="426201" y="1457120"/>
                    <a:pt x="425685" y="1461764"/>
                    <a:pt x="431877" y="1468471"/>
                  </a:cubicBezTo>
                  <a:cubicBezTo>
                    <a:pt x="447873" y="1486015"/>
                    <a:pt x="464384" y="1502526"/>
                    <a:pt x="481927" y="1518521"/>
                  </a:cubicBezTo>
                  <a:cubicBezTo>
                    <a:pt x="488119" y="1524197"/>
                    <a:pt x="493279" y="1524197"/>
                    <a:pt x="497922" y="1517489"/>
                  </a:cubicBezTo>
                  <a:cubicBezTo>
                    <a:pt x="510822" y="1498398"/>
                    <a:pt x="531461" y="1488595"/>
                    <a:pt x="550036" y="1475695"/>
                  </a:cubicBezTo>
                  <a:cubicBezTo>
                    <a:pt x="556228" y="1471568"/>
                    <a:pt x="561388" y="1471568"/>
                    <a:pt x="567063" y="1476211"/>
                  </a:cubicBezTo>
                  <a:cubicBezTo>
                    <a:pt x="576867" y="1483951"/>
                    <a:pt x="586670" y="1491690"/>
                    <a:pt x="596474" y="1498914"/>
                  </a:cubicBezTo>
                  <a:cubicBezTo>
                    <a:pt x="602666" y="1503558"/>
                    <a:pt x="604214" y="1508202"/>
                    <a:pt x="601634" y="1515426"/>
                  </a:cubicBezTo>
                  <a:cubicBezTo>
                    <a:pt x="594926" y="1537097"/>
                    <a:pt x="589250" y="1559284"/>
                    <a:pt x="574287" y="1577343"/>
                  </a:cubicBezTo>
                  <a:cubicBezTo>
                    <a:pt x="569127" y="1583018"/>
                    <a:pt x="569643" y="1587146"/>
                    <a:pt x="576867" y="1591274"/>
                  </a:cubicBezTo>
                  <a:cubicBezTo>
                    <a:pt x="597506" y="1603658"/>
                    <a:pt x="618145" y="1616041"/>
                    <a:pt x="639300" y="1627393"/>
                  </a:cubicBezTo>
                  <a:cubicBezTo>
                    <a:pt x="647040" y="1631520"/>
                    <a:pt x="651168" y="1629973"/>
                    <a:pt x="653747" y="1622233"/>
                  </a:cubicBezTo>
                  <a:cubicBezTo>
                    <a:pt x="662003" y="1600562"/>
                    <a:pt x="678514" y="1585598"/>
                    <a:pt x="693478" y="1568571"/>
                  </a:cubicBezTo>
                  <a:cubicBezTo>
                    <a:pt x="699153" y="1562379"/>
                    <a:pt x="704313" y="1561864"/>
                    <a:pt x="711537" y="1564959"/>
                  </a:cubicBezTo>
                  <a:cubicBezTo>
                    <a:pt x="721856" y="1570119"/>
                    <a:pt x="732692" y="1574247"/>
                    <a:pt x="743528" y="1578375"/>
                  </a:cubicBezTo>
                  <a:cubicBezTo>
                    <a:pt x="751267" y="1580955"/>
                    <a:pt x="753847" y="1585598"/>
                    <a:pt x="753847" y="1593854"/>
                  </a:cubicBezTo>
                  <a:cubicBezTo>
                    <a:pt x="753331" y="1616041"/>
                    <a:pt x="753847" y="1637712"/>
                    <a:pt x="744044" y="1658351"/>
                  </a:cubicBezTo>
                  <a:cubicBezTo>
                    <a:pt x="739916" y="1667123"/>
                    <a:pt x="743012" y="1671251"/>
                    <a:pt x="752299" y="1673831"/>
                  </a:cubicBezTo>
                  <a:cubicBezTo>
                    <a:pt x="773970" y="1680538"/>
                    <a:pt x="796157" y="1686214"/>
                    <a:pt x="818344" y="1691374"/>
                  </a:cubicBezTo>
                  <a:cubicBezTo>
                    <a:pt x="827116" y="1693438"/>
                    <a:pt x="831760" y="1692406"/>
                    <a:pt x="832276" y="1682602"/>
                  </a:cubicBezTo>
                  <a:cubicBezTo>
                    <a:pt x="834340" y="1659383"/>
                    <a:pt x="846723" y="1639776"/>
                    <a:pt x="857043" y="1619653"/>
                  </a:cubicBezTo>
                  <a:cubicBezTo>
                    <a:pt x="859622" y="1614493"/>
                    <a:pt x="862718" y="1611397"/>
                    <a:pt x="868910" y="1612429"/>
                  </a:cubicBezTo>
                  <a:cubicBezTo>
                    <a:pt x="881809" y="1614493"/>
                    <a:pt x="895225" y="1616041"/>
                    <a:pt x="908640" y="1617589"/>
                  </a:cubicBezTo>
                  <a:cubicBezTo>
                    <a:pt x="916896" y="1618621"/>
                    <a:pt x="920508" y="1622749"/>
                    <a:pt x="922056" y="1630488"/>
                  </a:cubicBezTo>
                  <a:cubicBezTo>
                    <a:pt x="925668" y="1651128"/>
                    <a:pt x="933407" y="1671251"/>
                    <a:pt x="929279" y="1692922"/>
                  </a:cubicBezTo>
                  <a:cubicBezTo>
                    <a:pt x="927215" y="1703757"/>
                    <a:pt x="932375" y="1706853"/>
                    <a:pt x="942695" y="1707369"/>
                  </a:cubicBezTo>
                  <a:cubicBezTo>
                    <a:pt x="964366" y="1708401"/>
                    <a:pt x="985521" y="1708401"/>
                    <a:pt x="1007192" y="1707369"/>
                  </a:cubicBezTo>
                  <a:cubicBezTo>
                    <a:pt x="1018028" y="1706853"/>
                    <a:pt x="1022155" y="1702725"/>
                    <a:pt x="1020607" y="1692406"/>
                  </a:cubicBezTo>
                  <a:cubicBezTo>
                    <a:pt x="1016480" y="1670219"/>
                    <a:pt x="1024219" y="1650096"/>
                    <a:pt x="1028347" y="1628941"/>
                  </a:cubicBezTo>
                  <a:cubicBezTo>
                    <a:pt x="1029379" y="1621717"/>
                    <a:pt x="1033507" y="1618621"/>
                    <a:pt x="1040215" y="1617589"/>
                  </a:cubicBezTo>
                  <a:cubicBezTo>
                    <a:pt x="1053114" y="1616041"/>
                    <a:pt x="1066013" y="1615009"/>
                    <a:pt x="1078397" y="1612429"/>
                  </a:cubicBezTo>
                  <a:cubicBezTo>
                    <a:pt x="1085621" y="1611397"/>
                    <a:pt x="1089748" y="1613461"/>
                    <a:pt x="1092844" y="1619653"/>
                  </a:cubicBezTo>
                  <a:cubicBezTo>
                    <a:pt x="1102648" y="1639776"/>
                    <a:pt x="1115031" y="1658351"/>
                    <a:pt x="1117095" y="1681570"/>
                  </a:cubicBezTo>
                  <a:cubicBezTo>
                    <a:pt x="1118127" y="1690342"/>
                    <a:pt x="1121739" y="1692922"/>
                    <a:pt x="1130511" y="1690858"/>
                  </a:cubicBezTo>
                  <a:cubicBezTo>
                    <a:pt x="1152698" y="1685698"/>
                    <a:pt x="1174885" y="1680022"/>
                    <a:pt x="1196556" y="1673315"/>
                  </a:cubicBezTo>
                  <a:cubicBezTo>
                    <a:pt x="1206359" y="1670219"/>
                    <a:pt x="1209455" y="1666607"/>
                    <a:pt x="1204811" y="1656803"/>
                  </a:cubicBezTo>
                  <a:cubicBezTo>
                    <a:pt x="1200168" y="1643904"/>
                    <a:pt x="1196556" y="1627393"/>
                    <a:pt x="1198104" y="1613977"/>
                  </a:cubicBezTo>
                  <a:close/>
                </a:path>
              </a:pathLst>
            </a:custGeom>
            <a:solidFill>
              <a:schemeClr val="bg1"/>
            </a:solidFill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="" xmlns:a16="http://schemas.microsoft.com/office/drawing/2014/main" id="{77183266-7827-4E9F-84EA-469E59172608}"/>
                </a:ext>
              </a:extLst>
            </p:cNvPr>
            <p:cNvSpPr/>
            <p:nvPr/>
          </p:nvSpPr>
          <p:spPr>
            <a:xfrm>
              <a:off x="464259" y="2137337"/>
              <a:ext cx="362617" cy="360726"/>
            </a:xfrm>
            <a:custGeom>
              <a:avLst/>
              <a:gdLst>
                <a:gd name="connsiteX0" fmla="*/ 185362 w 237706"/>
                <a:gd name="connsiteY0" fmla="*/ 130458 h 236466"/>
                <a:gd name="connsiteX1" fmla="*/ 237706 w 237706"/>
                <a:gd name="connsiteY1" fmla="*/ 130458 h 236466"/>
                <a:gd name="connsiteX2" fmla="*/ 234128 w 237706"/>
                <a:gd name="connsiteY2" fmla="*/ 154126 h 236466"/>
                <a:gd name="connsiteX3" fmla="*/ 165835 w 237706"/>
                <a:gd name="connsiteY3" fmla="*/ 229449 h 236466"/>
                <a:gd name="connsiteX4" fmla="*/ 131078 w 237706"/>
                <a:gd name="connsiteY4" fmla="*/ 236466 h 236466"/>
                <a:gd name="connsiteX5" fmla="*/ 131078 w 237706"/>
                <a:gd name="connsiteY5" fmla="*/ 186008 h 236466"/>
                <a:gd name="connsiteX6" fmla="*/ 146195 w 237706"/>
                <a:gd name="connsiteY6" fmla="*/ 182956 h 236466"/>
                <a:gd name="connsiteX7" fmla="*/ 177100 w 237706"/>
                <a:gd name="connsiteY7" fmla="*/ 157507 h 236466"/>
                <a:gd name="connsiteX8" fmla="*/ 0 w 237706"/>
                <a:gd name="connsiteY8" fmla="*/ 130458 h 236466"/>
                <a:gd name="connsiteX9" fmla="*/ 52344 w 237706"/>
                <a:gd name="connsiteY9" fmla="*/ 130458 h 236466"/>
                <a:gd name="connsiteX10" fmla="*/ 60606 w 237706"/>
                <a:gd name="connsiteY10" fmla="*/ 157507 h 236466"/>
                <a:gd name="connsiteX11" fmla="*/ 91511 w 237706"/>
                <a:gd name="connsiteY11" fmla="*/ 182956 h 236466"/>
                <a:gd name="connsiteX12" fmla="*/ 106628 w 237706"/>
                <a:gd name="connsiteY12" fmla="*/ 186008 h 236466"/>
                <a:gd name="connsiteX13" fmla="*/ 106628 w 237706"/>
                <a:gd name="connsiteY13" fmla="*/ 236466 h 236466"/>
                <a:gd name="connsiteX14" fmla="*/ 71871 w 237706"/>
                <a:gd name="connsiteY14" fmla="*/ 229449 h 236466"/>
                <a:gd name="connsiteX15" fmla="*/ 3579 w 237706"/>
                <a:gd name="connsiteY15" fmla="*/ 154126 h 236466"/>
                <a:gd name="connsiteX16" fmla="*/ 131078 w 237706"/>
                <a:gd name="connsiteY16" fmla="*/ 0 h 236466"/>
                <a:gd name="connsiteX17" fmla="*/ 165835 w 237706"/>
                <a:gd name="connsiteY17" fmla="*/ 7017 h 236466"/>
                <a:gd name="connsiteX18" fmla="*/ 234128 w 237706"/>
                <a:gd name="connsiteY18" fmla="*/ 82340 h 236466"/>
                <a:gd name="connsiteX19" fmla="*/ 237706 w 237706"/>
                <a:gd name="connsiteY19" fmla="*/ 106008 h 236466"/>
                <a:gd name="connsiteX20" fmla="*/ 185362 w 237706"/>
                <a:gd name="connsiteY20" fmla="*/ 106008 h 236466"/>
                <a:gd name="connsiteX21" fmla="*/ 177100 w 237706"/>
                <a:gd name="connsiteY21" fmla="*/ 78960 h 236466"/>
                <a:gd name="connsiteX22" fmla="*/ 146195 w 237706"/>
                <a:gd name="connsiteY22" fmla="*/ 53510 h 236466"/>
                <a:gd name="connsiteX23" fmla="*/ 131078 w 237706"/>
                <a:gd name="connsiteY23" fmla="*/ 50458 h 236466"/>
                <a:gd name="connsiteX24" fmla="*/ 106628 w 237706"/>
                <a:gd name="connsiteY24" fmla="*/ 0 h 236466"/>
                <a:gd name="connsiteX25" fmla="*/ 106628 w 237706"/>
                <a:gd name="connsiteY25" fmla="*/ 50458 h 236466"/>
                <a:gd name="connsiteX26" fmla="*/ 91511 w 237706"/>
                <a:gd name="connsiteY26" fmla="*/ 53510 h 236466"/>
                <a:gd name="connsiteX27" fmla="*/ 60606 w 237706"/>
                <a:gd name="connsiteY27" fmla="*/ 78960 h 236466"/>
                <a:gd name="connsiteX28" fmla="*/ 52344 w 237706"/>
                <a:gd name="connsiteY28" fmla="*/ 106008 h 236466"/>
                <a:gd name="connsiteX29" fmla="*/ 0 w 237706"/>
                <a:gd name="connsiteY29" fmla="*/ 106008 h 236466"/>
                <a:gd name="connsiteX30" fmla="*/ 3579 w 237706"/>
                <a:gd name="connsiteY30" fmla="*/ 82340 h 236466"/>
                <a:gd name="connsiteX31" fmla="*/ 71871 w 237706"/>
                <a:gd name="connsiteY31" fmla="*/ 7017 h 23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7706" h="236466">
                  <a:moveTo>
                    <a:pt x="185362" y="130458"/>
                  </a:moveTo>
                  <a:lnTo>
                    <a:pt x="237706" y="130458"/>
                  </a:lnTo>
                  <a:lnTo>
                    <a:pt x="234128" y="154126"/>
                  </a:lnTo>
                  <a:cubicBezTo>
                    <a:pt x="223548" y="188141"/>
                    <a:pt x="198326" y="215706"/>
                    <a:pt x="165835" y="229449"/>
                  </a:cubicBezTo>
                  <a:lnTo>
                    <a:pt x="131078" y="236466"/>
                  </a:lnTo>
                  <a:lnTo>
                    <a:pt x="131078" y="186008"/>
                  </a:lnTo>
                  <a:lnTo>
                    <a:pt x="146195" y="182956"/>
                  </a:lnTo>
                  <a:cubicBezTo>
                    <a:pt x="158800" y="177624"/>
                    <a:pt x="169526" y="168717"/>
                    <a:pt x="177100" y="157507"/>
                  </a:cubicBezTo>
                  <a:close/>
                  <a:moveTo>
                    <a:pt x="0" y="130458"/>
                  </a:moveTo>
                  <a:lnTo>
                    <a:pt x="52344" y="130458"/>
                  </a:lnTo>
                  <a:lnTo>
                    <a:pt x="60606" y="157507"/>
                  </a:lnTo>
                  <a:cubicBezTo>
                    <a:pt x="68180" y="168717"/>
                    <a:pt x="78906" y="177624"/>
                    <a:pt x="91511" y="182956"/>
                  </a:cubicBezTo>
                  <a:lnTo>
                    <a:pt x="106628" y="186008"/>
                  </a:lnTo>
                  <a:lnTo>
                    <a:pt x="106628" y="236466"/>
                  </a:lnTo>
                  <a:lnTo>
                    <a:pt x="71871" y="229449"/>
                  </a:lnTo>
                  <a:cubicBezTo>
                    <a:pt x="39380" y="215706"/>
                    <a:pt x="14159" y="188141"/>
                    <a:pt x="3579" y="154126"/>
                  </a:cubicBezTo>
                  <a:close/>
                  <a:moveTo>
                    <a:pt x="131078" y="0"/>
                  </a:moveTo>
                  <a:lnTo>
                    <a:pt x="165835" y="7017"/>
                  </a:lnTo>
                  <a:cubicBezTo>
                    <a:pt x="198326" y="20760"/>
                    <a:pt x="223548" y="48325"/>
                    <a:pt x="234128" y="82340"/>
                  </a:cubicBezTo>
                  <a:lnTo>
                    <a:pt x="237706" y="106008"/>
                  </a:lnTo>
                  <a:lnTo>
                    <a:pt x="185362" y="106008"/>
                  </a:lnTo>
                  <a:lnTo>
                    <a:pt x="177100" y="78960"/>
                  </a:lnTo>
                  <a:cubicBezTo>
                    <a:pt x="169526" y="67749"/>
                    <a:pt x="158800" y="58842"/>
                    <a:pt x="146195" y="53510"/>
                  </a:cubicBezTo>
                  <a:lnTo>
                    <a:pt x="131078" y="50458"/>
                  </a:lnTo>
                  <a:close/>
                  <a:moveTo>
                    <a:pt x="106628" y="0"/>
                  </a:moveTo>
                  <a:lnTo>
                    <a:pt x="106628" y="50458"/>
                  </a:lnTo>
                  <a:lnTo>
                    <a:pt x="91511" y="53510"/>
                  </a:lnTo>
                  <a:cubicBezTo>
                    <a:pt x="78906" y="58842"/>
                    <a:pt x="68180" y="67749"/>
                    <a:pt x="60606" y="78960"/>
                  </a:cubicBezTo>
                  <a:lnTo>
                    <a:pt x="52344" y="106008"/>
                  </a:lnTo>
                  <a:lnTo>
                    <a:pt x="0" y="106008"/>
                  </a:lnTo>
                  <a:lnTo>
                    <a:pt x="3579" y="82340"/>
                  </a:lnTo>
                  <a:cubicBezTo>
                    <a:pt x="14159" y="48325"/>
                    <a:pt x="39380" y="20760"/>
                    <a:pt x="71871" y="70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="" xmlns:a16="http://schemas.microsoft.com/office/drawing/2014/main" id="{76CA7BCC-4553-4E37-AEA2-3EB99A1C138A}"/>
                </a:ext>
              </a:extLst>
            </p:cNvPr>
            <p:cNvSpPr/>
            <p:nvPr/>
          </p:nvSpPr>
          <p:spPr>
            <a:xfrm>
              <a:off x="585218" y="2257350"/>
              <a:ext cx="120700" cy="1207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="" xmlns:a16="http://schemas.microsoft.com/office/drawing/2014/main" id="{E7962633-7205-4392-AE46-2DCD52369CED}"/>
                </a:ext>
              </a:extLst>
            </p:cNvPr>
            <p:cNvGrpSpPr/>
            <p:nvPr/>
          </p:nvGrpSpPr>
          <p:grpSpPr>
            <a:xfrm rot="8720915">
              <a:off x="2465418" y="429474"/>
              <a:ext cx="606909" cy="1518446"/>
              <a:chOff x="4130254" y="650162"/>
              <a:chExt cx="502274" cy="1664988"/>
            </a:xfrm>
            <a:solidFill>
              <a:schemeClr val="accent2"/>
            </a:solidFill>
          </p:grpSpPr>
          <p:sp>
            <p:nvSpPr>
              <p:cNvPr id="71" name="Trapezoid 70">
                <a:extLst>
                  <a:ext uri="{FF2B5EF4-FFF2-40B4-BE49-F238E27FC236}">
                    <a16:creationId xmlns="" xmlns:a16="http://schemas.microsoft.com/office/drawing/2014/main" id="{F7579618-1C24-40C8-A27D-763A2EDC201E}"/>
                  </a:ext>
                </a:extLst>
              </p:cNvPr>
              <p:cNvSpPr/>
              <p:nvPr/>
            </p:nvSpPr>
            <p:spPr>
              <a:xfrm>
                <a:off x="4130254" y="650162"/>
                <a:ext cx="502274" cy="1664988"/>
              </a:xfrm>
              <a:prstGeom prst="trapezoid">
                <a:avLst>
                  <a:gd name="adj" fmla="val 9168"/>
                </a:avLst>
              </a:prstGeom>
              <a:grp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Trapezoid 94">
                <a:extLst>
                  <a:ext uri="{FF2B5EF4-FFF2-40B4-BE49-F238E27FC236}">
                    <a16:creationId xmlns="" xmlns:a16="http://schemas.microsoft.com/office/drawing/2014/main" id="{105B8F30-72EC-476F-BEF8-7534C575E875}"/>
                  </a:ext>
                </a:extLst>
              </p:cNvPr>
              <p:cNvSpPr/>
              <p:nvPr/>
            </p:nvSpPr>
            <p:spPr>
              <a:xfrm>
                <a:off x="4449648" y="650162"/>
                <a:ext cx="182880" cy="1664988"/>
              </a:xfrm>
              <a:custGeom>
                <a:avLst/>
                <a:gdLst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182880 w 182880"/>
                  <a:gd name="connsiteY2" fmla="*/ 0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130540 w 182880"/>
                  <a:gd name="connsiteY2" fmla="*/ 3079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68965 w 182880"/>
                  <a:gd name="connsiteY2" fmla="*/ 6157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133619 w 182880"/>
                  <a:gd name="connsiteY2" fmla="*/ 3079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880" h="1664988">
                    <a:moveTo>
                      <a:pt x="0" y="1664988"/>
                    </a:moveTo>
                    <a:lnTo>
                      <a:pt x="0" y="0"/>
                    </a:lnTo>
                    <a:lnTo>
                      <a:pt x="133619" y="3079"/>
                    </a:lnTo>
                    <a:lnTo>
                      <a:pt x="182880" y="1664988"/>
                    </a:lnTo>
                    <a:lnTo>
                      <a:pt x="0" y="1664988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="" xmlns:a16="http://schemas.microsoft.com/office/drawing/2014/main" id="{6E1A9330-7C3E-42EF-9689-A307053E150C}"/>
                </a:ext>
              </a:extLst>
            </p:cNvPr>
            <p:cNvGrpSpPr/>
            <p:nvPr/>
          </p:nvGrpSpPr>
          <p:grpSpPr>
            <a:xfrm>
              <a:off x="1986951" y="242749"/>
              <a:ext cx="770532" cy="770532"/>
              <a:chOff x="121429" y="411152"/>
              <a:chExt cx="607378" cy="607378"/>
            </a:xfrm>
          </p:grpSpPr>
          <p:sp>
            <p:nvSpPr>
              <p:cNvPr id="103" name="Oval 102">
                <a:extLst>
                  <a:ext uri="{FF2B5EF4-FFF2-40B4-BE49-F238E27FC236}">
                    <a16:creationId xmlns="" xmlns:a16="http://schemas.microsoft.com/office/drawing/2014/main" id="{C767F0B7-D8C1-4D35-AD36-EBAAE3837800}"/>
                  </a:ext>
                </a:extLst>
              </p:cNvPr>
              <p:cNvSpPr/>
              <p:nvPr/>
            </p:nvSpPr>
            <p:spPr>
              <a:xfrm>
                <a:off x="121429" y="411152"/>
                <a:ext cx="607378" cy="607378"/>
              </a:xfrm>
              <a:prstGeom prst="ellipse">
                <a:avLst/>
              </a:prstGeom>
              <a:solidFill>
                <a:schemeClr val="accent2"/>
              </a:solidFill>
              <a:ln w="127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="" xmlns:a16="http://schemas.microsoft.com/office/drawing/2014/main" id="{C91E6EC7-EAD1-4E13-93D7-56F5A0CC4EDF}"/>
                  </a:ext>
                </a:extLst>
              </p:cNvPr>
              <p:cNvSpPr/>
              <p:nvPr/>
            </p:nvSpPr>
            <p:spPr>
              <a:xfrm>
                <a:off x="186934" y="476657"/>
                <a:ext cx="476369" cy="476369"/>
              </a:xfrm>
              <a:custGeom>
                <a:avLst/>
                <a:gdLst>
                  <a:gd name="connsiteX0" fmla="*/ 977265 w 1950394"/>
                  <a:gd name="connsiteY0" fmla="*/ 1954006 h 1950394"/>
                  <a:gd name="connsiteX1" fmla="*/ 4 w 1950394"/>
                  <a:gd name="connsiteY1" fmla="*/ 977261 h 1950394"/>
                  <a:gd name="connsiteX2" fmla="*/ 976749 w 1950394"/>
                  <a:gd name="connsiteY2" fmla="*/ 0 h 1950394"/>
                  <a:gd name="connsiteX3" fmla="*/ 1953494 w 1950394"/>
                  <a:gd name="connsiteY3" fmla="*/ 976229 h 1950394"/>
                  <a:gd name="connsiteX4" fmla="*/ 977265 w 1950394"/>
                  <a:gd name="connsiteY4" fmla="*/ 1954006 h 1950394"/>
                  <a:gd name="connsiteX5" fmla="*/ 1198104 w 1950394"/>
                  <a:gd name="connsiteY5" fmla="*/ 1613977 h 1950394"/>
                  <a:gd name="connsiteX6" fmla="*/ 1221839 w 1950394"/>
                  <a:gd name="connsiteY6" fmla="*/ 1574763 h 1950394"/>
                  <a:gd name="connsiteX7" fmla="*/ 1240930 w 1950394"/>
                  <a:gd name="connsiteY7" fmla="*/ 1566507 h 1950394"/>
                  <a:gd name="connsiteX8" fmla="*/ 1257957 w 1950394"/>
                  <a:gd name="connsiteY8" fmla="*/ 1569603 h 1950394"/>
                  <a:gd name="connsiteX9" fmla="*/ 1298203 w 1950394"/>
                  <a:gd name="connsiteY9" fmla="*/ 1624297 h 1950394"/>
                  <a:gd name="connsiteX10" fmla="*/ 1311619 w 1950394"/>
                  <a:gd name="connsiteY10" fmla="*/ 1629456 h 1950394"/>
                  <a:gd name="connsiteX11" fmla="*/ 1375084 w 1950394"/>
                  <a:gd name="connsiteY11" fmla="*/ 1592822 h 1950394"/>
                  <a:gd name="connsiteX12" fmla="*/ 1377148 w 1950394"/>
                  <a:gd name="connsiteY12" fmla="*/ 1578891 h 1950394"/>
                  <a:gd name="connsiteX13" fmla="*/ 1349285 w 1950394"/>
                  <a:gd name="connsiteY13" fmla="*/ 1515426 h 1950394"/>
                  <a:gd name="connsiteX14" fmla="*/ 1353413 w 1950394"/>
                  <a:gd name="connsiteY14" fmla="*/ 1502010 h 1950394"/>
                  <a:gd name="connsiteX15" fmla="*/ 1385919 w 1950394"/>
                  <a:gd name="connsiteY15" fmla="*/ 1476727 h 1950394"/>
                  <a:gd name="connsiteX16" fmla="*/ 1400883 w 1950394"/>
                  <a:gd name="connsiteY16" fmla="*/ 1476727 h 1950394"/>
                  <a:gd name="connsiteX17" fmla="*/ 1452996 w 1950394"/>
                  <a:gd name="connsiteY17" fmla="*/ 1518005 h 1950394"/>
                  <a:gd name="connsiteX18" fmla="*/ 1470024 w 1950394"/>
                  <a:gd name="connsiteY18" fmla="*/ 1519553 h 1950394"/>
                  <a:gd name="connsiteX19" fmla="*/ 1519041 w 1950394"/>
                  <a:gd name="connsiteY19" fmla="*/ 1470535 h 1950394"/>
                  <a:gd name="connsiteX20" fmla="*/ 1518010 w 1950394"/>
                  <a:gd name="connsiteY20" fmla="*/ 1453508 h 1950394"/>
                  <a:gd name="connsiteX21" fmla="*/ 1475699 w 1950394"/>
                  <a:gd name="connsiteY21" fmla="*/ 1400363 h 1950394"/>
                  <a:gd name="connsiteX22" fmla="*/ 1476215 w 1950394"/>
                  <a:gd name="connsiteY22" fmla="*/ 1386431 h 1950394"/>
                  <a:gd name="connsiteX23" fmla="*/ 1501498 w 1950394"/>
                  <a:gd name="connsiteY23" fmla="*/ 1353925 h 1950394"/>
                  <a:gd name="connsiteX24" fmla="*/ 1515946 w 1950394"/>
                  <a:gd name="connsiteY24" fmla="*/ 1349797 h 1950394"/>
                  <a:gd name="connsiteX25" fmla="*/ 1579411 w 1950394"/>
                  <a:gd name="connsiteY25" fmla="*/ 1377660 h 1950394"/>
                  <a:gd name="connsiteX26" fmla="*/ 1592310 w 1950394"/>
                  <a:gd name="connsiteY26" fmla="*/ 1375596 h 1950394"/>
                  <a:gd name="connsiteX27" fmla="*/ 1628945 w 1950394"/>
                  <a:gd name="connsiteY27" fmla="*/ 1312130 h 1950394"/>
                  <a:gd name="connsiteX28" fmla="*/ 1623785 w 1950394"/>
                  <a:gd name="connsiteY28" fmla="*/ 1298199 h 1950394"/>
                  <a:gd name="connsiteX29" fmla="*/ 1577863 w 1950394"/>
                  <a:gd name="connsiteY29" fmla="*/ 1265692 h 1950394"/>
                  <a:gd name="connsiteX30" fmla="*/ 1571155 w 1950394"/>
                  <a:gd name="connsiteY30" fmla="*/ 1230090 h 1950394"/>
                  <a:gd name="connsiteX31" fmla="*/ 1579927 w 1950394"/>
                  <a:gd name="connsiteY31" fmla="*/ 1208419 h 1950394"/>
                  <a:gd name="connsiteX32" fmla="*/ 1596438 w 1950394"/>
                  <a:gd name="connsiteY32" fmla="*/ 1197583 h 1950394"/>
                  <a:gd name="connsiteX33" fmla="*/ 1660935 w 1950394"/>
                  <a:gd name="connsiteY33" fmla="*/ 1207387 h 1950394"/>
                  <a:gd name="connsiteX34" fmla="*/ 1675383 w 1950394"/>
                  <a:gd name="connsiteY34" fmla="*/ 1201195 h 1950394"/>
                  <a:gd name="connsiteX35" fmla="*/ 1693442 w 1950394"/>
                  <a:gd name="connsiteY35" fmla="*/ 1132570 h 1950394"/>
                  <a:gd name="connsiteX36" fmla="*/ 1684154 w 1950394"/>
                  <a:gd name="connsiteY36" fmla="*/ 1119155 h 1950394"/>
                  <a:gd name="connsiteX37" fmla="*/ 1621205 w 1950394"/>
                  <a:gd name="connsiteY37" fmla="*/ 1093872 h 1950394"/>
                  <a:gd name="connsiteX38" fmla="*/ 1614497 w 1950394"/>
                  <a:gd name="connsiteY38" fmla="*/ 1083037 h 1950394"/>
                  <a:gd name="connsiteX39" fmla="*/ 1620173 w 1950394"/>
                  <a:gd name="connsiteY39" fmla="*/ 1042274 h 1950394"/>
                  <a:gd name="connsiteX40" fmla="*/ 1632557 w 1950394"/>
                  <a:gd name="connsiteY40" fmla="*/ 1029891 h 1950394"/>
                  <a:gd name="connsiteX41" fmla="*/ 1696022 w 1950394"/>
                  <a:gd name="connsiteY41" fmla="*/ 1022667 h 1950394"/>
                  <a:gd name="connsiteX42" fmla="*/ 1709437 w 1950394"/>
                  <a:gd name="connsiteY42" fmla="*/ 1010800 h 1950394"/>
                  <a:gd name="connsiteX43" fmla="*/ 1709437 w 1950394"/>
                  <a:gd name="connsiteY43" fmla="*/ 943723 h 1950394"/>
                  <a:gd name="connsiteX44" fmla="*/ 1694990 w 1950394"/>
                  <a:gd name="connsiteY44" fmla="*/ 931339 h 1950394"/>
                  <a:gd name="connsiteX45" fmla="*/ 1650616 w 1950394"/>
                  <a:gd name="connsiteY45" fmla="*/ 928243 h 1950394"/>
                  <a:gd name="connsiteX46" fmla="*/ 1618109 w 1950394"/>
                  <a:gd name="connsiteY46" fmla="*/ 892125 h 1950394"/>
                  <a:gd name="connsiteX47" fmla="*/ 1615013 w 1950394"/>
                  <a:gd name="connsiteY47" fmla="*/ 874582 h 1950394"/>
                  <a:gd name="connsiteX48" fmla="*/ 1622753 w 1950394"/>
                  <a:gd name="connsiteY48" fmla="*/ 859102 h 1950394"/>
                  <a:gd name="connsiteX49" fmla="*/ 1684670 w 1950394"/>
                  <a:gd name="connsiteY49" fmla="*/ 834851 h 1950394"/>
                  <a:gd name="connsiteX50" fmla="*/ 1693442 w 1950394"/>
                  <a:gd name="connsiteY50" fmla="*/ 821952 h 1950394"/>
                  <a:gd name="connsiteX51" fmla="*/ 1674867 w 1950394"/>
                  <a:gd name="connsiteY51" fmla="*/ 753327 h 1950394"/>
                  <a:gd name="connsiteX52" fmla="*/ 1659903 w 1950394"/>
                  <a:gd name="connsiteY52" fmla="*/ 746619 h 1950394"/>
                  <a:gd name="connsiteX53" fmla="*/ 1594374 w 1950394"/>
                  <a:gd name="connsiteY53" fmla="*/ 756423 h 1950394"/>
                  <a:gd name="connsiteX54" fmla="*/ 1580443 w 1950394"/>
                  <a:gd name="connsiteY54" fmla="*/ 747651 h 1950394"/>
                  <a:gd name="connsiteX55" fmla="*/ 1565995 w 1950394"/>
                  <a:gd name="connsiteY55" fmla="*/ 713081 h 1950394"/>
                  <a:gd name="connsiteX56" fmla="*/ 1570123 w 1950394"/>
                  <a:gd name="connsiteY56" fmla="*/ 696054 h 1950394"/>
                  <a:gd name="connsiteX57" fmla="*/ 1623269 w 1950394"/>
                  <a:gd name="connsiteY57" fmla="*/ 656323 h 1950394"/>
                  <a:gd name="connsiteX58" fmla="*/ 1628429 w 1950394"/>
                  <a:gd name="connsiteY58" fmla="*/ 641876 h 1950394"/>
                  <a:gd name="connsiteX59" fmla="*/ 1592310 w 1950394"/>
                  <a:gd name="connsiteY59" fmla="*/ 579443 h 1950394"/>
                  <a:gd name="connsiteX60" fmla="*/ 1578379 w 1950394"/>
                  <a:gd name="connsiteY60" fmla="*/ 576863 h 1950394"/>
                  <a:gd name="connsiteX61" fmla="*/ 1532457 w 1950394"/>
                  <a:gd name="connsiteY61" fmla="*/ 599050 h 1950394"/>
                  <a:gd name="connsiteX62" fmla="*/ 1490147 w 1950394"/>
                  <a:gd name="connsiteY62" fmla="*/ 585118 h 1950394"/>
                  <a:gd name="connsiteX63" fmla="*/ 1477247 w 1950394"/>
                  <a:gd name="connsiteY63" fmla="*/ 569123 h 1950394"/>
                  <a:gd name="connsiteX64" fmla="*/ 1476731 w 1950394"/>
                  <a:gd name="connsiteY64" fmla="*/ 552096 h 1950394"/>
                  <a:gd name="connsiteX65" fmla="*/ 1518525 w 1950394"/>
                  <a:gd name="connsiteY65" fmla="*/ 499982 h 1950394"/>
                  <a:gd name="connsiteX66" fmla="*/ 1519557 w 1950394"/>
                  <a:gd name="connsiteY66" fmla="*/ 483987 h 1950394"/>
                  <a:gd name="connsiteX67" fmla="*/ 1470540 w 1950394"/>
                  <a:gd name="connsiteY67" fmla="*/ 434453 h 1950394"/>
                  <a:gd name="connsiteX68" fmla="*/ 1452480 w 1950394"/>
                  <a:gd name="connsiteY68" fmla="*/ 436001 h 1950394"/>
                  <a:gd name="connsiteX69" fmla="*/ 1418942 w 1950394"/>
                  <a:gd name="connsiteY69" fmla="*/ 465412 h 1950394"/>
                  <a:gd name="connsiteX70" fmla="*/ 1369408 w 1950394"/>
                  <a:gd name="connsiteY70" fmla="*/ 463348 h 1950394"/>
                  <a:gd name="connsiteX71" fmla="*/ 1354961 w 1950394"/>
                  <a:gd name="connsiteY71" fmla="*/ 452512 h 1950394"/>
                  <a:gd name="connsiteX72" fmla="*/ 1349801 w 1950394"/>
                  <a:gd name="connsiteY72" fmla="*/ 436001 h 1950394"/>
                  <a:gd name="connsiteX73" fmla="*/ 1377148 w 1950394"/>
                  <a:gd name="connsiteY73" fmla="*/ 374084 h 1950394"/>
                  <a:gd name="connsiteX74" fmla="*/ 1374052 w 1950394"/>
                  <a:gd name="connsiteY74" fmla="*/ 360152 h 1950394"/>
                  <a:gd name="connsiteX75" fmla="*/ 1312651 w 1950394"/>
                  <a:gd name="connsiteY75" fmla="*/ 324550 h 1950394"/>
                  <a:gd name="connsiteX76" fmla="*/ 1296655 w 1950394"/>
                  <a:gd name="connsiteY76" fmla="*/ 329193 h 1950394"/>
                  <a:gd name="connsiteX77" fmla="*/ 1256925 w 1950394"/>
                  <a:gd name="connsiteY77" fmla="*/ 382855 h 1950394"/>
                  <a:gd name="connsiteX78" fmla="*/ 1238866 w 1950394"/>
                  <a:gd name="connsiteY78" fmla="*/ 386467 h 1950394"/>
                  <a:gd name="connsiteX79" fmla="*/ 1206875 w 1950394"/>
                  <a:gd name="connsiteY79" fmla="*/ 373052 h 1950394"/>
                  <a:gd name="connsiteX80" fmla="*/ 1196556 w 1950394"/>
                  <a:gd name="connsiteY80" fmla="*/ 357572 h 1950394"/>
                  <a:gd name="connsiteX81" fmla="*/ 1206359 w 1950394"/>
                  <a:gd name="connsiteY81" fmla="*/ 293075 h 1950394"/>
                  <a:gd name="connsiteX82" fmla="*/ 1199652 w 1950394"/>
                  <a:gd name="connsiteY82" fmla="*/ 278112 h 1950394"/>
                  <a:gd name="connsiteX83" fmla="*/ 1131027 w 1950394"/>
                  <a:gd name="connsiteY83" fmla="*/ 259537 h 1950394"/>
                  <a:gd name="connsiteX84" fmla="*/ 1118127 w 1950394"/>
                  <a:gd name="connsiteY84" fmla="*/ 268308 h 1950394"/>
                  <a:gd name="connsiteX85" fmla="*/ 1093360 w 1950394"/>
                  <a:gd name="connsiteY85" fmla="*/ 331258 h 1950394"/>
                  <a:gd name="connsiteX86" fmla="*/ 1079945 w 1950394"/>
                  <a:gd name="connsiteY86" fmla="*/ 338481 h 1950394"/>
                  <a:gd name="connsiteX87" fmla="*/ 1042794 w 1950394"/>
                  <a:gd name="connsiteY87" fmla="*/ 333837 h 1950394"/>
                  <a:gd name="connsiteX88" fmla="*/ 1028347 w 1950394"/>
                  <a:gd name="connsiteY88" fmla="*/ 320422 h 1950394"/>
                  <a:gd name="connsiteX89" fmla="*/ 1021123 w 1950394"/>
                  <a:gd name="connsiteY89" fmla="*/ 257989 h 1950394"/>
                  <a:gd name="connsiteX90" fmla="*/ 1008740 w 1950394"/>
                  <a:gd name="connsiteY90" fmla="*/ 243541 h 1950394"/>
                  <a:gd name="connsiteX91" fmla="*/ 941663 w 1950394"/>
                  <a:gd name="connsiteY91" fmla="*/ 243541 h 1950394"/>
                  <a:gd name="connsiteX92" fmla="*/ 929795 w 1950394"/>
                  <a:gd name="connsiteY92" fmla="*/ 256957 h 1950394"/>
                  <a:gd name="connsiteX93" fmla="*/ 922572 w 1950394"/>
                  <a:gd name="connsiteY93" fmla="*/ 320422 h 1950394"/>
                  <a:gd name="connsiteX94" fmla="*/ 909156 w 1950394"/>
                  <a:gd name="connsiteY94" fmla="*/ 333321 h 1950394"/>
                  <a:gd name="connsiteX95" fmla="*/ 872006 w 1950394"/>
                  <a:gd name="connsiteY95" fmla="*/ 337965 h 1950394"/>
                  <a:gd name="connsiteX96" fmla="*/ 857559 w 1950394"/>
                  <a:gd name="connsiteY96" fmla="*/ 330226 h 1950394"/>
                  <a:gd name="connsiteX97" fmla="*/ 833308 w 1950394"/>
                  <a:gd name="connsiteY97" fmla="*/ 268308 h 1950394"/>
                  <a:gd name="connsiteX98" fmla="*/ 819892 w 1950394"/>
                  <a:gd name="connsiteY98" fmla="*/ 259021 h 1950394"/>
                  <a:gd name="connsiteX99" fmla="*/ 753847 w 1950394"/>
                  <a:gd name="connsiteY99" fmla="*/ 276564 h 1950394"/>
                  <a:gd name="connsiteX100" fmla="*/ 745591 w 1950394"/>
                  <a:gd name="connsiteY100" fmla="*/ 293075 h 1950394"/>
                  <a:gd name="connsiteX101" fmla="*/ 754879 w 1950394"/>
                  <a:gd name="connsiteY101" fmla="*/ 339513 h 1950394"/>
                  <a:gd name="connsiteX102" fmla="*/ 728564 w 1950394"/>
                  <a:gd name="connsiteY102" fmla="*/ 378728 h 1950394"/>
                  <a:gd name="connsiteX103" fmla="*/ 712053 w 1950394"/>
                  <a:gd name="connsiteY103" fmla="*/ 385951 h 1950394"/>
                  <a:gd name="connsiteX104" fmla="*/ 695026 w 1950394"/>
                  <a:gd name="connsiteY104" fmla="*/ 382855 h 1950394"/>
                  <a:gd name="connsiteX105" fmla="*/ 654779 w 1950394"/>
                  <a:gd name="connsiteY105" fmla="*/ 328161 h 1950394"/>
                  <a:gd name="connsiteX106" fmla="*/ 641364 w 1950394"/>
                  <a:gd name="connsiteY106" fmla="*/ 323002 h 1950394"/>
                  <a:gd name="connsiteX107" fmla="*/ 577899 w 1950394"/>
                  <a:gd name="connsiteY107" fmla="*/ 359636 h 1950394"/>
                  <a:gd name="connsiteX108" fmla="*/ 574803 w 1950394"/>
                  <a:gd name="connsiteY108" fmla="*/ 372536 h 1950394"/>
                  <a:gd name="connsiteX109" fmla="*/ 602666 w 1950394"/>
                  <a:gd name="connsiteY109" fmla="*/ 435485 h 1950394"/>
                  <a:gd name="connsiteX110" fmla="*/ 598022 w 1950394"/>
                  <a:gd name="connsiteY110" fmla="*/ 450964 h 1950394"/>
                  <a:gd name="connsiteX111" fmla="*/ 567579 w 1950394"/>
                  <a:gd name="connsiteY111" fmla="*/ 474699 h 1950394"/>
                  <a:gd name="connsiteX112" fmla="*/ 550552 w 1950394"/>
                  <a:gd name="connsiteY112" fmla="*/ 474699 h 1950394"/>
                  <a:gd name="connsiteX113" fmla="*/ 498438 w 1950394"/>
                  <a:gd name="connsiteY113" fmla="*/ 432905 h 1950394"/>
                  <a:gd name="connsiteX114" fmla="*/ 483475 w 1950394"/>
                  <a:gd name="connsiteY114" fmla="*/ 431357 h 1950394"/>
                  <a:gd name="connsiteX115" fmla="*/ 432393 w 1950394"/>
                  <a:gd name="connsiteY115" fmla="*/ 482439 h 1950394"/>
                  <a:gd name="connsiteX116" fmla="*/ 433425 w 1950394"/>
                  <a:gd name="connsiteY116" fmla="*/ 497402 h 1950394"/>
                  <a:gd name="connsiteX117" fmla="*/ 475735 w 1950394"/>
                  <a:gd name="connsiteY117" fmla="*/ 550032 h 1950394"/>
                  <a:gd name="connsiteX118" fmla="*/ 475219 w 1950394"/>
                  <a:gd name="connsiteY118" fmla="*/ 566027 h 1950394"/>
                  <a:gd name="connsiteX119" fmla="*/ 450968 w 1950394"/>
                  <a:gd name="connsiteY119" fmla="*/ 597502 h 1950394"/>
                  <a:gd name="connsiteX120" fmla="*/ 437553 w 1950394"/>
                  <a:gd name="connsiteY120" fmla="*/ 601629 h 1950394"/>
                  <a:gd name="connsiteX121" fmla="*/ 373056 w 1950394"/>
                  <a:gd name="connsiteY121" fmla="*/ 573251 h 1950394"/>
                  <a:gd name="connsiteX122" fmla="*/ 360156 w 1950394"/>
                  <a:gd name="connsiteY122" fmla="*/ 575315 h 1950394"/>
                  <a:gd name="connsiteX123" fmla="*/ 323522 w 1950394"/>
                  <a:gd name="connsiteY123" fmla="*/ 638780 h 1950394"/>
                  <a:gd name="connsiteX124" fmla="*/ 328166 w 1950394"/>
                  <a:gd name="connsiteY124" fmla="*/ 652711 h 1950394"/>
                  <a:gd name="connsiteX125" fmla="*/ 374088 w 1950394"/>
                  <a:gd name="connsiteY125" fmla="*/ 685218 h 1950394"/>
                  <a:gd name="connsiteX126" fmla="*/ 380795 w 1950394"/>
                  <a:gd name="connsiteY126" fmla="*/ 720820 h 1950394"/>
                  <a:gd name="connsiteX127" fmla="*/ 372024 w 1950394"/>
                  <a:gd name="connsiteY127" fmla="*/ 742492 h 1950394"/>
                  <a:gd name="connsiteX128" fmla="*/ 355513 w 1950394"/>
                  <a:gd name="connsiteY128" fmla="*/ 753327 h 1950394"/>
                  <a:gd name="connsiteX129" fmla="*/ 291015 w 1950394"/>
                  <a:gd name="connsiteY129" fmla="*/ 743523 h 1950394"/>
                  <a:gd name="connsiteX130" fmla="*/ 276568 w 1950394"/>
                  <a:gd name="connsiteY130" fmla="*/ 751263 h 1950394"/>
                  <a:gd name="connsiteX131" fmla="*/ 258509 w 1950394"/>
                  <a:gd name="connsiteY131" fmla="*/ 818340 h 1950394"/>
                  <a:gd name="connsiteX132" fmla="*/ 267796 w 1950394"/>
                  <a:gd name="connsiteY132" fmla="*/ 831756 h 1950394"/>
                  <a:gd name="connsiteX133" fmla="*/ 330746 w 1950394"/>
                  <a:gd name="connsiteY133" fmla="*/ 857038 h 1950394"/>
                  <a:gd name="connsiteX134" fmla="*/ 337453 w 1950394"/>
                  <a:gd name="connsiteY134" fmla="*/ 869422 h 1950394"/>
                  <a:gd name="connsiteX135" fmla="*/ 332810 w 1950394"/>
                  <a:gd name="connsiteY135" fmla="*/ 906572 h 1950394"/>
                  <a:gd name="connsiteX136" fmla="*/ 318878 w 1950394"/>
                  <a:gd name="connsiteY136" fmla="*/ 922052 h 1950394"/>
                  <a:gd name="connsiteX137" fmla="*/ 256445 w 1950394"/>
                  <a:gd name="connsiteY137" fmla="*/ 929275 h 1950394"/>
                  <a:gd name="connsiteX138" fmla="*/ 242514 w 1950394"/>
                  <a:gd name="connsiteY138" fmla="*/ 942175 h 1950394"/>
                  <a:gd name="connsiteX139" fmla="*/ 242514 w 1950394"/>
                  <a:gd name="connsiteY139" fmla="*/ 1006672 h 1950394"/>
                  <a:gd name="connsiteX140" fmla="*/ 257993 w 1950394"/>
                  <a:gd name="connsiteY140" fmla="*/ 1020603 h 1950394"/>
                  <a:gd name="connsiteX141" fmla="*/ 321458 w 1950394"/>
                  <a:gd name="connsiteY141" fmla="*/ 1028343 h 1950394"/>
                  <a:gd name="connsiteX142" fmla="*/ 331778 w 1950394"/>
                  <a:gd name="connsiteY142" fmla="*/ 1039694 h 1950394"/>
                  <a:gd name="connsiteX143" fmla="*/ 336937 w 1950394"/>
                  <a:gd name="connsiteY143" fmla="*/ 1077877 h 1950394"/>
                  <a:gd name="connsiteX144" fmla="*/ 329198 w 1950394"/>
                  <a:gd name="connsiteY144" fmla="*/ 1093356 h 1950394"/>
                  <a:gd name="connsiteX145" fmla="*/ 265733 w 1950394"/>
                  <a:gd name="connsiteY145" fmla="*/ 1117607 h 1950394"/>
                  <a:gd name="connsiteX146" fmla="*/ 257993 w 1950394"/>
                  <a:gd name="connsiteY146" fmla="*/ 1129990 h 1950394"/>
                  <a:gd name="connsiteX147" fmla="*/ 276568 w 1950394"/>
                  <a:gd name="connsiteY147" fmla="*/ 1198615 h 1950394"/>
                  <a:gd name="connsiteX148" fmla="*/ 291531 w 1950394"/>
                  <a:gd name="connsiteY148" fmla="*/ 1205839 h 1950394"/>
                  <a:gd name="connsiteX149" fmla="*/ 345709 w 1950394"/>
                  <a:gd name="connsiteY149" fmla="*/ 1196035 h 1950394"/>
                  <a:gd name="connsiteX150" fmla="*/ 375636 w 1950394"/>
                  <a:gd name="connsiteY150" fmla="*/ 1216675 h 1950394"/>
                  <a:gd name="connsiteX151" fmla="*/ 384407 w 1950394"/>
                  <a:gd name="connsiteY151" fmla="*/ 1236798 h 1950394"/>
                  <a:gd name="connsiteX152" fmla="*/ 379764 w 1950394"/>
                  <a:gd name="connsiteY152" fmla="*/ 1257953 h 1950394"/>
                  <a:gd name="connsiteX153" fmla="*/ 327134 w 1950394"/>
                  <a:gd name="connsiteY153" fmla="*/ 1296651 h 1950394"/>
                  <a:gd name="connsiteX154" fmla="*/ 322490 w 1950394"/>
                  <a:gd name="connsiteY154" fmla="*/ 1310583 h 1950394"/>
                  <a:gd name="connsiteX155" fmla="*/ 359124 w 1950394"/>
                  <a:gd name="connsiteY155" fmla="*/ 1374048 h 1950394"/>
                  <a:gd name="connsiteX156" fmla="*/ 370992 w 1950394"/>
                  <a:gd name="connsiteY156" fmla="*/ 1376628 h 1950394"/>
                  <a:gd name="connsiteX157" fmla="*/ 433941 w 1950394"/>
                  <a:gd name="connsiteY157" fmla="*/ 1348765 h 1950394"/>
                  <a:gd name="connsiteX158" fmla="*/ 450452 w 1950394"/>
                  <a:gd name="connsiteY158" fmla="*/ 1353925 h 1950394"/>
                  <a:gd name="connsiteX159" fmla="*/ 474187 w 1950394"/>
                  <a:gd name="connsiteY159" fmla="*/ 1384367 h 1950394"/>
                  <a:gd name="connsiteX160" fmla="*/ 475219 w 1950394"/>
                  <a:gd name="connsiteY160" fmla="*/ 1399331 h 1950394"/>
                  <a:gd name="connsiteX161" fmla="*/ 432909 w 1950394"/>
                  <a:gd name="connsiteY161" fmla="*/ 1452476 h 1950394"/>
                  <a:gd name="connsiteX162" fmla="*/ 431877 w 1950394"/>
                  <a:gd name="connsiteY162" fmla="*/ 1468471 h 1950394"/>
                  <a:gd name="connsiteX163" fmla="*/ 481927 w 1950394"/>
                  <a:gd name="connsiteY163" fmla="*/ 1518521 h 1950394"/>
                  <a:gd name="connsiteX164" fmla="*/ 497922 w 1950394"/>
                  <a:gd name="connsiteY164" fmla="*/ 1517489 h 1950394"/>
                  <a:gd name="connsiteX165" fmla="*/ 550036 w 1950394"/>
                  <a:gd name="connsiteY165" fmla="*/ 1475695 h 1950394"/>
                  <a:gd name="connsiteX166" fmla="*/ 567063 w 1950394"/>
                  <a:gd name="connsiteY166" fmla="*/ 1476211 h 1950394"/>
                  <a:gd name="connsiteX167" fmla="*/ 596474 w 1950394"/>
                  <a:gd name="connsiteY167" fmla="*/ 1498914 h 1950394"/>
                  <a:gd name="connsiteX168" fmla="*/ 601634 w 1950394"/>
                  <a:gd name="connsiteY168" fmla="*/ 1515426 h 1950394"/>
                  <a:gd name="connsiteX169" fmla="*/ 574287 w 1950394"/>
                  <a:gd name="connsiteY169" fmla="*/ 1577343 h 1950394"/>
                  <a:gd name="connsiteX170" fmla="*/ 576867 w 1950394"/>
                  <a:gd name="connsiteY170" fmla="*/ 1591274 h 1950394"/>
                  <a:gd name="connsiteX171" fmla="*/ 639300 w 1950394"/>
                  <a:gd name="connsiteY171" fmla="*/ 1627393 h 1950394"/>
                  <a:gd name="connsiteX172" fmla="*/ 653747 w 1950394"/>
                  <a:gd name="connsiteY172" fmla="*/ 1622233 h 1950394"/>
                  <a:gd name="connsiteX173" fmla="*/ 693478 w 1950394"/>
                  <a:gd name="connsiteY173" fmla="*/ 1568571 h 1950394"/>
                  <a:gd name="connsiteX174" fmla="*/ 711537 w 1950394"/>
                  <a:gd name="connsiteY174" fmla="*/ 1564959 h 1950394"/>
                  <a:gd name="connsiteX175" fmla="*/ 743528 w 1950394"/>
                  <a:gd name="connsiteY175" fmla="*/ 1578375 h 1950394"/>
                  <a:gd name="connsiteX176" fmla="*/ 753847 w 1950394"/>
                  <a:gd name="connsiteY176" fmla="*/ 1593854 h 1950394"/>
                  <a:gd name="connsiteX177" fmla="*/ 744044 w 1950394"/>
                  <a:gd name="connsiteY177" fmla="*/ 1658351 h 1950394"/>
                  <a:gd name="connsiteX178" fmla="*/ 752299 w 1950394"/>
                  <a:gd name="connsiteY178" fmla="*/ 1673831 h 1950394"/>
                  <a:gd name="connsiteX179" fmla="*/ 818344 w 1950394"/>
                  <a:gd name="connsiteY179" fmla="*/ 1691374 h 1950394"/>
                  <a:gd name="connsiteX180" fmla="*/ 832276 w 1950394"/>
                  <a:gd name="connsiteY180" fmla="*/ 1682602 h 1950394"/>
                  <a:gd name="connsiteX181" fmla="*/ 857043 w 1950394"/>
                  <a:gd name="connsiteY181" fmla="*/ 1619653 h 1950394"/>
                  <a:gd name="connsiteX182" fmla="*/ 868910 w 1950394"/>
                  <a:gd name="connsiteY182" fmla="*/ 1612429 h 1950394"/>
                  <a:gd name="connsiteX183" fmla="*/ 908640 w 1950394"/>
                  <a:gd name="connsiteY183" fmla="*/ 1617589 h 1950394"/>
                  <a:gd name="connsiteX184" fmla="*/ 922056 w 1950394"/>
                  <a:gd name="connsiteY184" fmla="*/ 1630488 h 1950394"/>
                  <a:gd name="connsiteX185" fmla="*/ 929279 w 1950394"/>
                  <a:gd name="connsiteY185" fmla="*/ 1692922 h 1950394"/>
                  <a:gd name="connsiteX186" fmla="*/ 942695 w 1950394"/>
                  <a:gd name="connsiteY186" fmla="*/ 1707369 h 1950394"/>
                  <a:gd name="connsiteX187" fmla="*/ 1007192 w 1950394"/>
                  <a:gd name="connsiteY187" fmla="*/ 1707369 h 1950394"/>
                  <a:gd name="connsiteX188" fmla="*/ 1020607 w 1950394"/>
                  <a:gd name="connsiteY188" fmla="*/ 1692406 h 1950394"/>
                  <a:gd name="connsiteX189" fmla="*/ 1028347 w 1950394"/>
                  <a:gd name="connsiteY189" fmla="*/ 1628941 h 1950394"/>
                  <a:gd name="connsiteX190" fmla="*/ 1040215 w 1950394"/>
                  <a:gd name="connsiteY190" fmla="*/ 1617589 h 1950394"/>
                  <a:gd name="connsiteX191" fmla="*/ 1078397 w 1950394"/>
                  <a:gd name="connsiteY191" fmla="*/ 1612429 h 1950394"/>
                  <a:gd name="connsiteX192" fmla="*/ 1092844 w 1950394"/>
                  <a:gd name="connsiteY192" fmla="*/ 1619653 h 1950394"/>
                  <a:gd name="connsiteX193" fmla="*/ 1117095 w 1950394"/>
                  <a:gd name="connsiteY193" fmla="*/ 1681570 h 1950394"/>
                  <a:gd name="connsiteX194" fmla="*/ 1130511 w 1950394"/>
                  <a:gd name="connsiteY194" fmla="*/ 1690858 h 1950394"/>
                  <a:gd name="connsiteX195" fmla="*/ 1196556 w 1950394"/>
                  <a:gd name="connsiteY195" fmla="*/ 1673315 h 1950394"/>
                  <a:gd name="connsiteX196" fmla="*/ 1204811 w 1950394"/>
                  <a:gd name="connsiteY196" fmla="*/ 1656803 h 1950394"/>
                  <a:gd name="connsiteX197" fmla="*/ 1198104 w 1950394"/>
                  <a:gd name="connsiteY197" fmla="*/ 1613977 h 1950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</a:cxnLst>
                <a:rect l="l" t="t" r="r" b="b"/>
                <a:pathLst>
                  <a:path w="1950394" h="1950394">
                    <a:moveTo>
                      <a:pt x="977265" y="1954006"/>
                    </a:moveTo>
                    <a:cubicBezTo>
                      <a:pt x="444261" y="1950394"/>
                      <a:pt x="1552" y="1529873"/>
                      <a:pt x="4" y="977261"/>
                    </a:cubicBezTo>
                    <a:cubicBezTo>
                      <a:pt x="-1544" y="439613"/>
                      <a:pt x="427749" y="0"/>
                      <a:pt x="976749" y="0"/>
                    </a:cubicBezTo>
                    <a:cubicBezTo>
                      <a:pt x="1519041" y="0"/>
                      <a:pt x="1952978" y="432905"/>
                      <a:pt x="1953494" y="976229"/>
                    </a:cubicBezTo>
                    <a:cubicBezTo>
                      <a:pt x="1953494" y="1512846"/>
                      <a:pt x="1525749" y="1948330"/>
                      <a:pt x="977265" y="1954006"/>
                    </a:cubicBezTo>
                    <a:close/>
                    <a:moveTo>
                      <a:pt x="1198104" y="1613977"/>
                    </a:moveTo>
                    <a:cubicBezTo>
                      <a:pt x="1198104" y="1578891"/>
                      <a:pt x="1194492" y="1586630"/>
                      <a:pt x="1221839" y="1574763"/>
                    </a:cubicBezTo>
                    <a:cubicBezTo>
                      <a:pt x="1228030" y="1572183"/>
                      <a:pt x="1234738" y="1569603"/>
                      <a:pt x="1240930" y="1566507"/>
                    </a:cubicBezTo>
                    <a:cubicBezTo>
                      <a:pt x="1247637" y="1562896"/>
                      <a:pt x="1252797" y="1563927"/>
                      <a:pt x="1257957" y="1569603"/>
                    </a:cubicBezTo>
                    <a:cubicBezTo>
                      <a:pt x="1272920" y="1586630"/>
                      <a:pt x="1290464" y="1602110"/>
                      <a:pt x="1298203" y="1624297"/>
                    </a:cubicBezTo>
                    <a:cubicBezTo>
                      <a:pt x="1300783" y="1631520"/>
                      <a:pt x="1304395" y="1633068"/>
                      <a:pt x="1311619" y="1629456"/>
                    </a:cubicBezTo>
                    <a:cubicBezTo>
                      <a:pt x="1333290" y="1618105"/>
                      <a:pt x="1354445" y="1605722"/>
                      <a:pt x="1375084" y="1592822"/>
                    </a:cubicBezTo>
                    <a:cubicBezTo>
                      <a:pt x="1382824" y="1588178"/>
                      <a:pt x="1381791" y="1584051"/>
                      <a:pt x="1377148" y="1578891"/>
                    </a:cubicBezTo>
                    <a:cubicBezTo>
                      <a:pt x="1361152" y="1560832"/>
                      <a:pt x="1356509" y="1537613"/>
                      <a:pt x="1349285" y="1515426"/>
                    </a:cubicBezTo>
                    <a:cubicBezTo>
                      <a:pt x="1347221" y="1509750"/>
                      <a:pt x="1348253" y="1505622"/>
                      <a:pt x="1353413" y="1502010"/>
                    </a:cubicBezTo>
                    <a:cubicBezTo>
                      <a:pt x="1364248" y="1493754"/>
                      <a:pt x="1375600" y="1485499"/>
                      <a:pt x="1385919" y="1476727"/>
                    </a:cubicBezTo>
                    <a:cubicBezTo>
                      <a:pt x="1391079" y="1472600"/>
                      <a:pt x="1395723" y="1473115"/>
                      <a:pt x="1400883" y="1476727"/>
                    </a:cubicBezTo>
                    <a:cubicBezTo>
                      <a:pt x="1419458" y="1489111"/>
                      <a:pt x="1440097" y="1498914"/>
                      <a:pt x="1452996" y="1518005"/>
                    </a:cubicBezTo>
                    <a:cubicBezTo>
                      <a:pt x="1457640" y="1525229"/>
                      <a:pt x="1463316" y="1525745"/>
                      <a:pt x="1470024" y="1519553"/>
                    </a:cubicBezTo>
                    <a:cubicBezTo>
                      <a:pt x="1487051" y="1503558"/>
                      <a:pt x="1503562" y="1487047"/>
                      <a:pt x="1519041" y="1470535"/>
                    </a:cubicBezTo>
                    <a:cubicBezTo>
                      <a:pt x="1525233" y="1464344"/>
                      <a:pt x="1525749" y="1458668"/>
                      <a:pt x="1518010" y="1453508"/>
                    </a:cubicBezTo>
                    <a:cubicBezTo>
                      <a:pt x="1498402" y="1440093"/>
                      <a:pt x="1488599" y="1418938"/>
                      <a:pt x="1475699" y="1400363"/>
                    </a:cubicBezTo>
                    <a:cubicBezTo>
                      <a:pt x="1472088" y="1395203"/>
                      <a:pt x="1472088" y="1391075"/>
                      <a:pt x="1476215" y="1386431"/>
                    </a:cubicBezTo>
                    <a:cubicBezTo>
                      <a:pt x="1484987" y="1375596"/>
                      <a:pt x="1493243" y="1364760"/>
                      <a:pt x="1501498" y="1353925"/>
                    </a:cubicBezTo>
                    <a:cubicBezTo>
                      <a:pt x="1505626" y="1348249"/>
                      <a:pt x="1510270" y="1348249"/>
                      <a:pt x="1515946" y="1349797"/>
                    </a:cubicBezTo>
                    <a:cubicBezTo>
                      <a:pt x="1538133" y="1357020"/>
                      <a:pt x="1560836" y="1362180"/>
                      <a:pt x="1579411" y="1377660"/>
                    </a:cubicBezTo>
                    <a:cubicBezTo>
                      <a:pt x="1584571" y="1382303"/>
                      <a:pt x="1588182" y="1382303"/>
                      <a:pt x="1592310" y="1375596"/>
                    </a:cubicBezTo>
                    <a:cubicBezTo>
                      <a:pt x="1605210" y="1354441"/>
                      <a:pt x="1617593" y="1333801"/>
                      <a:pt x="1628945" y="1312130"/>
                    </a:cubicBezTo>
                    <a:cubicBezTo>
                      <a:pt x="1632557" y="1304907"/>
                      <a:pt x="1631009" y="1300779"/>
                      <a:pt x="1623785" y="1298199"/>
                    </a:cubicBezTo>
                    <a:cubicBezTo>
                      <a:pt x="1605726" y="1291491"/>
                      <a:pt x="1591794" y="1278592"/>
                      <a:pt x="1577863" y="1265692"/>
                    </a:cubicBezTo>
                    <a:cubicBezTo>
                      <a:pt x="1560320" y="1248665"/>
                      <a:pt x="1560836" y="1253309"/>
                      <a:pt x="1571155" y="1230090"/>
                    </a:cubicBezTo>
                    <a:cubicBezTo>
                      <a:pt x="1574251" y="1222866"/>
                      <a:pt x="1577347" y="1215643"/>
                      <a:pt x="1579927" y="1208419"/>
                    </a:cubicBezTo>
                    <a:cubicBezTo>
                      <a:pt x="1582507" y="1200163"/>
                      <a:pt x="1587667" y="1197583"/>
                      <a:pt x="1596438" y="1197583"/>
                    </a:cubicBezTo>
                    <a:cubicBezTo>
                      <a:pt x="1618625" y="1198100"/>
                      <a:pt x="1640296" y="1197583"/>
                      <a:pt x="1660935" y="1207387"/>
                    </a:cubicBezTo>
                    <a:cubicBezTo>
                      <a:pt x="1668159" y="1210483"/>
                      <a:pt x="1672287" y="1209967"/>
                      <a:pt x="1675383" y="1201195"/>
                    </a:cubicBezTo>
                    <a:cubicBezTo>
                      <a:pt x="1682090" y="1178492"/>
                      <a:pt x="1688282" y="1155789"/>
                      <a:pt x="1693442" y="1132570"/>
                    </a:cubicBezTo>
                    <a:cubicBezTo>
                      <a:pt x="1695506" y="1123283"/>
                      <a:pt x="1692926" y="1119671"/>
                      <a:pt x="1684154" y="1119155"/>
                    </a:cubicBezTo>
                    <a:cubicBezTo>
                      <a:pt x="1660935" y="1117091"/>
                      <a:pt x="1641328" y="1104192"/>
                      <a:pt x="1621205" y="1093872"/>
                    </a:cubicBezTo>
                    <a:cubicBezTo>
                      <a:pt x="1616561" y="1091808"/>
                      <a:pt x="1613465" y="1088712"/>
                      <a:pt x="1614497" y="1083037"/>
                    </a:cubicBezTo>
                    <a:cubicBezTo>
                      <a:pt x="1616561" y="1069621"/>
                      <a:pt x="1618625" y="1055690"/>
                      <a:pt x="1620173" y="1042274"/>
                    </a:cubicBezTo>
                    <a:cubicBezTo>
                      <a:pt x="1621205" y="1034535"/>
                      <a:pt x="1625333" y="1031439"/>
                      <a:pt x="1632557" y="1029891"/>
                    </a:cubicBezTo>
                    <a:cubicBezTo>
                      <a:pt x="1653712" y="1025763"/>
                      <a:pt x="1673835" y="1018539"/>
                      <a:pt x="1696022" y="1022667"/>
                    </a:cubicBezTo>
                    <a:cubicBezTo>
                      <a:pt x="1704793" y="1024215"/>
                      <a:pt x="1708921" y="1020603"/>
                      <a:pt x="1709437" y="1010800"/>
                    </a:cubicBezTo>
                    <a:cubicBezTo>
                      <a:pt x="1710469" y="988612"/>
                      <a:pt x="1710985" y="966426"/>
                      <a:pt x="1709437" y="943723"/>
                    </a:cubicBezTo>
                    <a:cubicBezTo>
                      <a:pt x="1708921" y="933403"/>
                      <a:pt x="1704793" y="929791"/>
                      <a:pt x="1694990" y="931339"/>
                    </a:cubicBezTo>
                    <a:cubicBezTo>
                      <a:pt x="1680026" y="933919"/>
                      <a:pt x="1665063" y="931855"/>
                      <a:pt x="1650616" y="928243"/>
                    </a:cubicBezTo>
                    <a:cubicBezTo>
                      <a:pt x="1619141" y="919988"/>
                      <a:pt x="1621205" y="928243"/>
                      <a:pt x="1618109" y="892125"/>
                    </a:cubicBezTo>
                    <a:cubicBezTo>
                      <a:pt x="1617593" y="885933"/>
                      <a:pt x="1616561" y="880257"/>
                      <a:pt x="1615013" y="874582"/>
                    </a:cubicBezTo>
                    <a:cubicBezTo>
                      <a:pt x="1612949" y="866842"/>
                      <a:pt x="1616561" y="862714"/>
                      <a:pt x="1622753" y="859102"/>
                    </a:cubicBezTo>
                    <a:cubicBezTo>
                      <a:pt x="1642876" y="849299"/>
                      <a:pt x="1661967" y="836915"/>
                      <a:pt x="1684670" y="834851"/>
                    </a:cubicBezTo>
                    <a:cubicBezTo>
                      <a:pt x="1692410" y="834335"/>
                      <a:pt x="1696022" y="830724"/>
                      <a:pt x="1693442" y="821952"/>
                    </a:cubicBezTo>
                    <a:cubicBezTo>
                      <a:pt x="1687766" y="799249"/>
                      <a:pt x="1682090" y="776030"/>
                      <a:pt x="1674867" y="753327"/>
                    </a:cubicBezTo>
                    <a:cubicBezTo>
                      <a:pt x="1671771" y="744039"/>
                      <a:pt x="1667643" y="743007"/>
                      <a:pt x="1659903" y="746619"/>
                    </a:cubicBezTo>
                    <a:cubicBezTo>
                      <a:pt x="1638748" y="756423"/>
                      <a:pt x="1616561" y="755907"/>
                      <a:pt x="1594374" y="756423"/>
                    </a:cubicBezTo>
                    <a:cubicBezTo>
                      <a:pt x="1587667" y="756423"/>
                      <a:pt x="1583023" y="754359"/>
                      <a:pt x="1580443" y="747651"/>
                    </a:cubicBezTo>
                    <a:cubicBezTo>
                      <a:pt x="1575799" y="735784"/>
                      <a:pt x="1571155" y="724432"/>
                      <a:pt x="1565995" y="713081"/>
                    </a:cubicBezTo>
                    <a:cubicBezTo>
                      <a:pt x="1562900" y="705857"/>
                      <a:pt x="1564448" y="701213"/>
                      <a:pt x="1570123" y="696054"/>
                    </a:cubicBezTo>
                    <a:cubicBezTo>
                      <a:pt x="1586635" y="681090"/>
                      <a:pt x="1602114" y="664579"/>
                      <a:pt x="1623269" y="656323"/>
                    </a:cubicBezTo>
                    <a:cubicBezTo>
                      <a:pt x="1631009" y="653227"/>
                      <a:pt x="1632557" y="649616"/>
                      <a:pt x="1628429" y="641876"/>
                    </a:cubicBezTo>
                    <a:cubicBezTo>
                      <a:pt x="1617077" y="620721"/>
                      <a:pt x="1605210" y="599566"/>
                      <a:pt x="1592310" y="579443"/>
                    </a:cubicBezTo>
                    <a:cubicBezTo>
                      <a:pt x="1587667" y="572219"/>
                      <a:pt x="1584055" y="572219"/>
                      <a:pt x="1578379" y="576863"/>
                    </a:cubicBezTo>
                    <a:cubicBezTo>
                      <a:pt x="1564963" y="587698"/>
                      <a:pt x="1548968" y="594406"/>
                      <a:pt x="1532457" y="599050"/>
                    </a:cubicBezTo>
                    <a:cubicBezTo>
                      <a:pt x="1499950" y="607821"/>
                      <a:pt x="1510270" y="610917"/>
                      <a:pt x="1490147" y="585118"/>
                    </a:cubicBezTo>
                    <a:cubicBezTo>
                      <a:pt x="1486019" y="579443"/>
                      <a:pt x="1481891" y="574283"/>
                      <a:pt x="1477247" y="569123"/>
                    </a:cubicBezTo>
                    <a:cubicBezTo>
                      <a:pt x="1472088" y="563447"/>
                      <a:pt x="1472088" y="558288"/>
                      <a:pt x="1476731" y="552096"/>
                    </a:cubicBezTo>
                    <a:cubicBezTo>
                      <a:pt x="1489115" y="533521"/>
                      <a:pt x="1498918" y="513397"/>
                      <a:pt x="1518525" y="499982"/>
                    </a:cubicBezTo>
                    <a:cubicBezTo>
                      <a:pt x="1525233" y="495338"/>
                      <a:pt x="1525233" y="490178"/>
                      <a:pt x="1519557" y="483987"/>
                    </a:cubicBezTo>
                    <a:cubicBezTo>
                      <a:pt x="1503562" y="466960"/>
                      <a:pt x="1487051" y="450448"/>
                      <a:pt x="1470540" y="434453"/>
                    </a:cubicBezTo>
                    <a:cubicBezTo>
                      <a:pt x="1463316" y="427745"/>
                      <a:pt x="1458156" y="428261"/>
                      <a:pt x="1452480" y="436001"/>
                    </a:cubicBezTo>
                    <a:cubicBezTo>
                      <a:pt x="1443709" y="448384"/>
                      <a:pt x="1431841" y="457672"/>
                      <a:pt x="1418942" y="465412"/>
                    </a:cubicBezTo>
                    <a:cubicBezTo>
                      <a:pt x="1393143" y="481407"/>
                      <a:pt x="1393143" y="481407"/>
                      <a:pt x="1369408" y="463348"/>
                    </a:cubicBezTo>
                    <a:cubicBezTo>
                      <a:pt x="1364764" y="459736"/>
                      <a:pt x="1360121" y="455608"/>
                      <a:pt x="1354961" y="452512"/>
                    </a:cubicBezTo>
                    <a:cubicBezTo>
                      <a:pt x="1348253" y="448384"/>
                      <a:pt x="1347221" y="443225"/>
                      <a:pt x="1349801" y="436001"/>
                    </a:cubicBezTo>
                    <a:cubicBezTo>
                      <a:pt x="1357025" y="414330"/>
                      <a:pt x="1361668" y="391627"/>
                      <a:pt x="1377148" y="374084"/>
                    </a:cubicBezTo>
                    <a:cubicBezTo>
                      <a:pt x="1382307" y="368408"/>
                      <a:pt x="1381276" y="364280"/>
                      <a:pt x="1374052" y="360152"/>
                    </a:cubicBezTo>
                    <a:cubicBezTo>
                      <a:pt x="1353929" y="347769"/>
                      <a:pt x="1333806" y="335385"/>
                      <a:pt x="1312651" y="324550"/>
                    </a:cubicBezTo>
                    <a:cubicBezTo>
                      <a:pt x="1304911" y="320422"/>
                      <a:pt x="1299751" y="320422"/>
                      <a:pt x="1296655" y="329193"/>
                    </a:cubicBezTo>
                    <a:cubicBezTo>
                      <a:pt x="1288916" y="350865"/>
                      <a:pt x="1271888" y="365828"/>
                      <a:pt x="1256925" y="382855"/>
                    </a:cubicBezTo>
                    <a:cubicBezTo>
                      <a:pt x="1251249" y="389047"/>
                      <a:pt x="1246090" y="389563"/>
                      <a:pt x="1238866" y="386467"/>
                    </a:cubicBezTo>
                    <a:cubicBezTo>
                      <a:pt x="1228546" y="381307"/>
                      <a:pt x="1217711" y="377179"/>
                      <a:pt x="1206875" y="373052"/>
                    </a:cubicBezTo>
                    <a:cubicBezTo>
                      <a:pt x="1199136" y="370472"/>
                      <a:pt x="1196556" y="365312"/>
                      <a:pt x="1196556" y="357572"/>
                    </a:cubicBezTo>
                    <a:cubicBezTo>
                      <a:pt x="1197072" y="335385"/>
                      <a:pt x="1196556" y="313714"/>
                      <a:pt x="1206359" y="293075"/>
                    </a:cubicBezTo>
                    <a:cubicBezTo>
                      <a:pt x="1209971" y="285335"/>
                      <a:pt x="1208939" y="280692"/>
                      <a:pt x="1199652" y="278112"/>
                    </a:cubicBezTo>
                    <a:cubicBezTo>
                      <a:pt x="1176949" y="271404"/>
                      <a:pt x="1154246" y="265212"/>
                      <a:pt x="1131027" y="259537"/>
                    </a:cubicBezTo>
                    <a:cubicBezTo>
                      <a:pt x="1122255" y="257473"/>
                      <a:pt x="1119159" y="260569"/>
                      <a:pt x="1118127" y="268308"/>
                    </a:cubicBezTo>
                    <a:cubicBezTo>
                      <a:pt x="1116063" y="291527"/>
                      <a:pt x="1103164" y="311134"/>
                      <a:pt x="1093360" y="331258"/>
                    </a:cubicBezTo>
                    <a:cubicBezTo>
                      <a:pt x="1090780" y="336933"/>
                      <a:pt x="1086653" y="339513"/>
                      <a:pt x="1079945" y="338481"/>
                    </a:cubicBezTo>
                    <a:cubicBezTo>
                      <a:pt x="1067561" y="336417"/>
                      <a:pt x="1055178" y="334869"/>
                      <a:pt x="1042794" y="333837"/>
                    </a:cubicBezTo>
                    <a:cubicBezTo>
                      <a:pt x="1034539" y="332805"/>
                      <a:pt x="1029895" y="329193"/>
                      <a:pt x="1028347" y="320422"/>
                    </a:cubicBezTo>
                    <a:cubicBezTo>
                      <a:pt x="1024735" y="299783"/>
                      <a:pt x="1016996" y="279660"/>
                      <a:pt x="1021123" y="257989"/>
                    </a:cubicBezTo>
                    <a:cubicBezTo>
                      <a:pt x="1022671" y="248701"/>
                      <a:pt x="1019059" y="244057"/>
                      <a:pt x="1008740" y="243541"/>
                    </a:cubicBezTo>
                    <a:cubicBezTo>
                      <a:pt x="986553" y="242509"/>
                      <a:pt x="964366" y="242509"/>
                      <a:pt x="941663" y="243541"/>
                    </a:cubicBezTo>
                    <a:cubicBezTo>
                      <a:pt x="931859" y="244057"/>
                      <a:pt x="928247" y="248185"/>
                      <a:pt x="929795" y="256957"/>
                    </a:cubicBezTo>
                    <a:cubicBezTo>
                      <a:pt x="933923" y="279144"/>
                      <a:pt x="926184" y="299267"/>
                      <a:pt x="922572" y="320422"/>
                    </a:cubicBezTo>
                    <a:cubicBezTo>
                      <a:pt x="921024" y="328678"/>
                      <a:pt x="916896" y="332290"/>
                      <a:pt x="909156" y="333321"/>
                    </a:cubicBezTo>
                    <a:cubicBezTo>
                      <a:pt x="896773" y="334869"/>
                      <a:pt x="884389" y="335901"/>
                      <a:pt x="872006" y="337965"/>
                    </a:cubicBezTo>
                    <a:cubicBezTo>
                      <a:pt x="864782" y="339513"/>
                      <a:pt x="860654" y="336933"/>
                      <a:pt x="857559" y="330226"/>
                    </a:cubicBezTo>
                    <a:cubicBezTo>
                      <a:pt x="847755" y="310102"/>
                      <a:pt x="835371" y="291527"/>
                      <a:pt x="833308" y="268308"/>
                    </a:cubicBezTo>
                    <a:cubicBezTo>
                      <a:pt x="832276" y="259537"/>
                      <a:pt x="828664" y="256957"/>
                      <a:pt x="819892" y="259021"/>
                    </a:cubicBezTo>
                    <a:cubicBezTo>
                      <a:pt x="797705" y="264180"/>
                      <a:pt x="775518" y="269856"/>
                      <a:pt x="753847" y="276564"/>
                    </a:cubicBezTo>
                    <a:cubicBezTo>
                      <a:pt x="744044" y="279660"/>
                      <a:pt x="740948" y="283272"/>
                      <a:pt x="745591" y="293075"/>
                    </a:cubicBezTo>
                    <a:cubicBezTo>
                      <a:pt x="751783" y="308039"/>
                      <a:pt x="754879" y="323518"/>
                      <a:pt x="754879" y="339513"/>
                    </a:cubicBezTo>
                    <a:cubicBezTo>
                      <a:pt x="754879" y="367892"/>
                      <a:pt x="755395" y="367892"/>
                      <a:pt x="728564" y="378728"/>
                    </a:cubicBezTo>
                    <a:cubicBezTo>
                      <a:pt x="722888" y="380791"/>
                      <a:pt x="717213" y="383371"/>
                      <a:pt x="712053" y="385951"/>
                    </a:cubicBezTo>
                    <a:cubicBezTo>
                      <a:pt x="705345" y="389563"/>
                      <a:pt x="700185" y="388531"/>
                      <a:pt x="695026" y="382855"/>
                    </a:cubicBezTo>
                    <a:cubicBezTo>
                      <a:pt x="679546" y="365828"/>
                      <a:pt x="662519" y="350349"/>
                      <a:pt x="654779" y="328161"/>
                    </a:cubicBezTo>
                    <a:cubicBezTo>
                      <a:pt x="652200" y="320938"/>
                      <a:pt x="648588" y="319390"/>
                      <a:pt x="641364" y="323002"/>
                    </a:cubicBezTo>
                    <a:cubicBezTo>
                      <a:pt x="619693" y="334353"/>
                      <a:pt x="598538" y="346737"/>
                      <a:pt x="577899" y="359636"/>
                    </a:cubicBezTo>
                    <a:cubicBezTo>
                      <a:pt x="571707" y="363248"/>
                      <a:pt x="570159" y="366860"/>
                      <a:pt x="574803" y="372536"/>
                    </a:cubicBezTo>
                    <a:cubicBezTo>
                      <a:pt x="590798" y="390595"/>
                      <a:pt x="595958" y="413298"/>
                      <a:pt x="602666" y="435485"/>
                    </a:cubicBezTo>
                    <a:cubicBezTo>
                      <a:pt x="604730" y="442193"/>
                      <a:pt x="604214" y="446836"/>
                      <a:pt x="598022" y="450964"/>
                    </a:cubicBezTo>
                    <a:cubicBezTo>
                      <a:pt x="587702" y="458188"/>
                      <a:pt x="577383" y="466444"/>
                      <a:pt x="567579" y="474699"/>
                    </a:cubicBezTo>
                    <a:cubicBezTo>
                      <a:pt x="561388" y="479859"/>
                      <a:pt x="556744" y="478827"/>
                      <a:pt x="550552" y="474699"/>
                    </a:cubicBezTo>
                    <a:cubicBezTo>
                      <a:pt x="531977" y="462316"/>
                      <a:pt x="511854" y="451996"/>
                      <a:pt x="498438" y="432905"/>
                    </a:cubicBezTo>
                    <a:cubicBezTo>
                      <a:pt x="494310" y="426713"/>
                      <a:pt x="489151" y="426197"/>
                      <a:pt x="483475" y="431357"/>
                    </a:cubicBezTo>
                    <a:cubicBezTo>
                      <a:pt x="465932" y="447352"/>
                      <a:pt x="448904" y="464895"/>
                      <a:pt x="432393" y="482439"/>
                    </a:cubicBezTo>
                    <a:cubicBezTo>
                      <a:pt x="427233" y="488114"/>
                      <a:pt x="426717" y="493274"/>
                      <a:pt x="433425" y="497402"/>
                    </a:cubicBezTo>
                    <a:cubicBezTo>
                      <a:pt x="453032" y="510818"/>
                      <a:pt x="462836" y="531457"/>
                      <a:pt x="475735" y="550032"/>
                    </a:cubicBezTo>
                    <a:cubicBezTo>
                      <a:pt x="479863" y="555708"/>
                      <a:pt x="479863" y="560867"/>
                      <a:pt x="475219" y="566027"/>
                    </a:cubicBezTo>
                    <a:cubicBezTo>
                      <a:pt x="466964" y="576347"/>
                      <a:pt x="458708" y="587182"/>
                      <a:pt x="450968" y="597502"/>
                    </a:cubicBezTo>
                    <a:cubicBezTo>
                      <a:pt x="447357" y="602146"/>
                      <a:pt x="443745" y="603694"/>
                      <a:pt x="437553" y="601629"/>
                    </a:cubicBezTo>
                    <a:cubicBezTo>
                      <a:pt x="414850" y="594406"/>
                      <a:pt x="391631" y="589246"/>
                      <a:pt x="373056" y="573251"/>
                    </a:cubicBezTo>
                    <a:cubicBezTo>
                      <a:pt x="367896" y="568607"/>
                      <a:pt x="363768" y="568607"/>
                      <a:pt x="360156" y="575315"/>
                    </a:cubicBezTo>
                    <a:cubicBezTo>
                      <a:pt x="347257" y="596470"/>
                      <a:pt x="334358" y="617109"/>
                      <a:pt x="323522" y="638780"/>
                    </a:cubicBezTo>
                    <a:cubicBezTo>
                      <a:pt x="319910" y="646004"/>
                      <a:pt x="320942" y="650131"/>
                      <a:pt x="328166" y="652711"/>
                    </a:cubicBezTo>
                    <a:cubicBezTo>
                      <a:pt x="346225" y="659419"/>
                      <a:pt x="360672" y="672318"/>
                      <a:pt x="374088" y="685218"/>
                    </a:cubicBezTo>
                    <a:cubicBezTo>
                      <a:pt x="392147" y="702245"/>
                      <a:pt x="391115" y="698117"/>
                      <a:pt x="380795" y="720820"/>
                    </a:cubicBezTo>
                    <a:cubicBezTo>
                      <a:pt x="377700" y="728044"/>
                      <a:pt x="374604" y="735268"/>
                      <a:pt x="372024" y="742492"/>
                    </a:cubicBezTo>
                    <a:cubicBezTo>
                      <a:pt x="369444" y="750747"/>
                      <a:pt x="364284" y="753327"/>
                      <a:pt x="355513" y="753327"/>
                    </a:cubicBezTo>
                    <a:cubicBezTo>
                      <a:pt x="333326" y="752811"/>
                      <a:pt x="311655" y="753327"/>
                      <a:pt x="291015" y="743523"/>
                    </a:cubicBezTo>
                    <a:cubicBezTo>
                      <a:pt x="282760" y="739396"/>
                      <a:pt x="279148" y="742492"/>
                      <a:pt x="276568" y="751263"/>
                    </a:cubicBezTo>
                    <a:cubicBezTo>
                      <a:pt x="269860" y="773450"/>
                      <a:pt x="264185" y="796153"/>
                      <a:pt x="258509" y="818340"/>
                    </a:cubicBezTo>
                    <a:cubicBezTo>
                      <a:pt x="256445" y="827628"/>
                      <a:pt x="259025" y="831239"/>
                      <a:pt x="267796" y="831756"/>
                    </a:cubicBezTo>
                    <a:cubicBezTo>
                      <a:pt x="291015" y="833819"/>
                      <a:pt x="310623" y="846719"/>
                      <a:pt x="330746" y="857038"/>
                    </a:cubicBezTo>
                    <a:cubicBezTo>
                      <a:pt x="335905" y="859618"/>
                      <a:pt x="338485" y="863230"/>
                      <a:pt x="337453" y="869422"/>
                    </a:cubicBezTo>
                    <a:cubicBezTo>
                      <a:pt x="335389" y="881805"/>
                      <a:pt x="333842" y="894189"/>
                      <a:pt x="332810" y="906572"/>
                    </a:cubicBezTo>
                    <a:cubicBezTo>
                      <a:pt x="331778" y="915344"/>
                      <a:pt x="328166" y="919988"/>
                      <a:pt x="318878" y="922052"/>
                    </a:cubicBezTo>
                    <a:cubicBezTo>
                      <a:pt x="298239" y="925664"/>
                      <a:pt x="278116" y="932887"/>
                      <a:pt x="256445" y="929275"/>
                    </a:cubicBezTo>
                    <a:cubicBezTo>
                      <a:pt x="246125" y="927211"/>
                      <a:pt x="243029" y="932371"/>
                      <a:pt x="242514" y="942175"/>
                    </a:cubicBezTo>
                    <a:cubicBezTo>
                      <a:pt x="241482" y="963846"/>
                      <a:pt x="241482" y="985001"/>
                      <a:pt x="242514" y="1006672"/>
                    </a:cubicBezTo>
                    <a:cubicBezTo>
                      <a:pt x="243029" y="1018023"/>
                      <a:pt x="247157" y="1022667"/>
                      <a:pt x="257993" y="1020603"/>
                    </a:cubicBezTo>
                    <a:cubicBezTo>
                      <a:pt x="280180" y="1016475"/>
                      <a:pt x="300303" y="1024731"/>
                      <a:pt x="321458" y="1028343"/>
                    </a:cubicBezTo>
                    <a:cubicBezTo>
                      <a:pt x="327650" y="1029375"/>
                      <a:pt x="331262" y="1032987"/>
                      <a:pt x="331778" y="1039694"/>
                    </a:cubicBezTo>
                    <a:cubicBezTo>
                      <a:pt x="333326" y="1052594"/>
                      <a:pt x="334358" y="1065493"/>
                      <a:pt x="336937" y="1077877"/>
                    </a:cubicBezTo>
                    <a:cubicBezTo>
                      <a:pt x="338485" y="1085617"/>
                      <a:pt x="335905" y="1089744"/>
                      <a:pt x="329198" y="1093356"/>
                    </a:cubicBezTo>
                    <a:cubicBezTo>
                      <a:pt x="309075" y="1103676"/>
                      <a:pt x="289467" y="1115543"/>
                      <a:pt x="265733" y="1117607"/>
                    </a:cubicBezTo>
                    <a:cubicBezTo>
                      <a:pt x="257993" y="1118123"/>
                      <a:pt x="255929" y="1122251"/>
                      <a:pt x="257993" y="1129990"/>
                    </a:cubicBezTo>
                    <a:cubicBezTo>
                      <a:pt x="263669" y="1153209"/>
                      <a:pt x="269344" y="1175913"/>
                      <a:pt x="276568" y="1198615"/>
                    </a:cubicBezTo>
                    <a:cubicBezTo>
                      <a:pt x="279148" y="1207903"/>
                      <a:pt x="283276" y="1209451"/>
                      <a:pt x="291531" y="1205839"/>
                    </a:cubicBezTo>
                    <a:cubicBezTo>
                      <a:pt x="308559" y="1198100"/>
                      <a:pt x="327134" y="1196035"/>
                      <a:pt x="345709" y="1196035"/>
                    </a:cubicBezTo>
                    <a:cubicBezTo>
                      <a:pt x="371508" y="1196035"/>
                      <a:pt x="366348" y="1193456"/>
                      <a:pt x="375636" y="1216675"/>
                    </a:cubicBezTo>
                    <a:cubicBezTo>
                      <a:pt x="378216" y="1223382"/>
                      <a:pt x="380795" y="1230606"/>
                      <a:pt x="384407" y="1236798"/>
                    </a:cubicBezTo>
                    <a:cubicBezTo>
                      <a:pt x="389051" y="1245569"/>
                      <a:pt x="386987" y="1251761"/>
                      <a:pt x="379764" y="1257953"/>
                    </a:cubicBezTo>
                    <a:cubicBezTo>
                      <a:pt x="363252" y="1272400"/>
                      <a:pt x="348289" y="1288396"/>
                      <a:pt x="327134" y="1296651"/>
                    </a:cubicBezTo>
                    <a:cubicBezTo>
                      <a:pt x="319394" y="1299231"/>
                      <a:pt x="319394" y="1303875"/>
                      <a:pt x="322490" y="1310583"/>
                    </a:cubicBezTo>
                    <a:cubicBezTo>
                      <a:pt x="333842" y="1332254"/>
                      <a:pt x="346225" y="1353409"/>
                      <a:pt x="359124" y="1374048"/>
                    </a:cubicBezTo>
                    <a:cubicBezTo>
                      <a:pt x="362736" y="1379724"/>
                      <a:pt x="365832" y="1380755"/>
                      <a:pt x="370992" y="1376628"/>
                    </a:cubicBezTo>
                    <a:cubicBezTo>
                      <a:pt x="389051" y="1361148"/>
                      <a:pt x="412270" y="1355988"/>
                      <a:pt x="433941" y="1348765"/>
                    </a:cubicBezTo>
                    <a:cubicBezTo>
                      <a:pt x="441165" y="1346185"/>
                      <a:pt x="445809" y="1347217"/>
                      <a:pt x="450452" y="1353925"/>
                    </a:cubicBezTo>
                    <a:cubicBezTo>
                      <a:pt x="457676" y="1364760"/>
                      <a:pt x="465932" y="1374564"/>
                      <a:pt x="474187" y="1384367"/>
                    </a:cubicBezTo>
                    <a:cubicBezTo>
                      <a:pt x="478315" y="1389527"/>
                      <a:pt x="478831" y="1393655"/>
                      <a:pt x="475219" y="1399331"/>
                    </a:cubicBezTo>
                    <a:cubicBezTo>
                      <a:pt x="462320" y="1417906"/>
                      <a:pt x="452516" y="1439061"/>
                      <a:pt x="432909" y="1452476"/>
                    </a:cubicBezTo>
                    <a:cubicBezTo>
                      <a:pt x="426201" y="1457120"/>
                      <a:pt x="425685" y="1461764"/>
                      <a:pt x="431877" y="1468471"/>
                    </a:cubicBezTo>
                    <a:cubicBezTo>
                      <a:pt x="447873" y="1486015"/>
                      <a:pt x="464384" y="1502526"/>
                      <a:pt x="481927" y="1518521"/>
                    </a:cubicBezTo>
                    <a:cubicBezTo>
                      <a:pt x="488119" y="1524197"/>
                      <a:pt x="493279" y="1524197"/>
                      <a:pt x="497922" y="1517489"/>
                    </a:cubicBezTo>
                    <a:cubicBezTo>
                      <a:pt x="510822" y="1498398"/>
                      <a:pt x="531461" y="1488595"/>
                      <a:pt x="550036" y="1475695"/>
                    </a:cubicBezTo>
                    <a:cubicBezTo>
                      <a:pt x="556228" y="1471568"/>
                      <a:pt x="561388" y="1471568"/>
                      <a:pt x="567063" y="1476211"/>
                    </a:cubicBezTo>
                    <a:cubicBezTo>
                      <a:pt x="576867" y="1483951"/>
                      <a:pt x="586670" y="1491690"/>
                      <a:pt x="596474" y="1498914"/>
                    </a:cubicBezTo>
                    <a:cubicBezTo>
                      <a:pt x="602666" y="1503558"/>
                      <a:pt x="604214" y="1508202"/>
                      <a:pt x="601634" y="1515426"/>
                    </a:cubicBezTo>
                    <a:cubicBezTo>
                      <a:pt x="594926" y="1537097"/>
                      <a:pt x="589250" y="1559284"/>
                      <a:pt x="574287" y="1577343"/>
                    </a:cubicBezTo>
                    <a:cubicBezTo>
                      <a:pt x="569127" y="1583018"/>
                      <a:pt x="569643" y="1587146"/>
                      <a:pt x="576867" y="1591274"/>
                    </a:cubicBezTo>
                    <a:cubicBezTo>
                      <a:pt x="597506" y="1603658"/>
                      <a:pt x="618145" y="1616041"/>
                      <a:pt x="639300" y="1627393"/>
                    </a:cubicBezTo>
                    <a:cubicBezTo>
                      <a:pt x="647040" y="1631520"/>
                      <a:pt x="651168" y="1629973"/>
                      <a:pt x="653747" y="1622233"/>
                    </a:cubicBezTo>
                    <a:cubicBezTo>
                      <a:pt x="662003" y="1600562"/>
                      <a:pt x="678514" y="1585598"/>
                      <a:pt x="693478" y="1568571"/>
                    </a:cubicBezTo>
                    <a:cubicBezTo>
                      <a:pt x="699153" y="1562379"/>
                      <a:pt x="704313" y="1561864"/>
                      <a:pt x="711537" y="1564959"/>
                    </a:cubicBezTo>
                    <a:cubicBezTo>
                      <a:pt x="721856" y="1570119"/>
                      <a:pt x="732692" y="1574247"/>
                      <a:pt x="743528" y="1578375"/>
                    </a:cubicBezTo>
                    <a:cubicBezTo>
                      <a:pt x="751267" y="1580955"/>
                      <a:pt x="753847" y="1585598"/>
                      <a:pt x="753847" y="1593854"/>
                    </a:cubicBezTo>
                    <a:cubicBezTo>
                      <a:pt x="753331" y="1616041"/>
                      <a:pt x="753847" y="1637712"/>
                      <a:pt x="744044" y="1658351"/>
                    </a:cubicBezTo>
                    <a:cubicBezTo>
                      <a:pt x="739916" y="1667123"/>
                      <a:pt x="743012" y="1671251"/>
                      <a:pt x="752299" y="1673831"/>
                    </a:cubicBezTo>
                    <a:cubicBezTo>
                      <a:pt x="773970" y="1680538"/>
                      <a:pt x="796157" y="1686214"/>
                      <a:pt x="818344" y="1691374"/>
                    </a:cubicBezTo>
                    <a:cubicBezTo>
                      <a:pt x="827116" y="1693438"/>
                      <a:pt x="831760" y="1692406"/>
                      <a:pt x="832276" y="1682602"/>
                    </a:cubicBezTo>
                    <a:cubicBezTo>
                      <a:pt x="834340" y="1659383"/>
                      <a:pt x="846723" y="1639776"/>
                      <a:pt x="857043" y="1619653"/>
                    </a:cubicBezTo>
                    <a:cubicBezTo>
                      <a:pt x="859622" y="1614493"/>
                      <a:pt x="862718" y="1611397"/>
                      <a:pt x="868910" y="1612429"/>
                    </a:cubicBezTo>
                    <a:cubicBezTo>
                      <a:pt x="881809" y="1614493"/>
                      <a:pt x="895225" y="1616041"/>
                      <a:pt x="908640" y="1617589"/>
                    </a:cubicBezTo>
                    <a:cubicBezTo>
                      <a:pt x="916896" y="1618621"/>
                      <a:pt x="920508" y="1622749"/>
                      <a:pt x="922056" y="1630488"/>
                    </a:cubicBezTo>
                    <a:cubicBezTo>
                      <a:pt x="925668" y="1651128"/>
                      <a:pt x="933407" y="1671251"/>
                      <a:pt x="929279" y="1692922"/>
                    </a:cubicBezTo>
                    <a:cubicBezTo>
                      <a:pt x="927215" y="1703757"/>
                      <a:pt x="932375" y="1706853"/>
                      <a:pt x="942695" y="1707369"/>
                    </a:cubicBezTo>
                    <a:cubicBezTo>
                      <a:pt x="964366" y="1708401"/>
                      <a:pt x="985521" y="1708401"/>
                      <a:pt x="1007192" y="1707369"/>
                    </a:cubicBezTo>
                    <a:cubicBezTo>
                      <a:pt x="1018028" y="1706853"/>
                      <a:pt x="1022155" y="1702725"/>
                      <a:pt x="1020607" y="1692406"/>
                    </a:cubicBezTo>
                    <a:cubicBezTo>
                      <a:pt x="1016480" y="1670219"/>
                      <a:pt x="1024219" y="1650096"/>
                      <a:pt x="1028347" y="1628941"/>
                    </a:cubicBezTo>
                    <a:cubicBezTo>
                      <a:pt x="1029379" y="1621717"/>
                      <a:pt x="1033507" y="1618621"/>
                      <a:pt x="1040215" y="1617589"/>
                    </a:cubicBezTo>
                    <a:cubicBezTo>
                      <a:pt x="1053114" y="1616041"/>
                      <a:pt x="1066013" y="1615009"/>
                      <a:pt x="1078397" y="1612429"/>
                    </a:cubicBezTo>
                    <a:cubicBezTo>
                      <a:pt x="1085621" y="1611397"/>
                      <a:pt x="1089748" y="1613461"/>
                      <a:pt x="1092844" y="1619653"/>
                    </a:cubicBezTo>
                    <a:cubicBezTo>
                      <a:pt x="1102648" y="1639776"/>
                      <a:pt x="1115031" y="1658351"/>
                      <a:pt x="1117095" y="1681570"/>
                    </a:cubicBezTo>
                    <a:cubicBezTo>
                      <a:pt x="1118127" y="1690342"/>
                      <a:pt x="1121739" y="1692922"/>
                      <a:pt x="1130511" y="1690858"/>
                    </a:cubicBezTo>
                    <a:cubicBezTo>
                      <a:pt x="1152698" y="1685698"/>
                      <a:pt x="1174885" y="1680022"/>
                      <a:pt x="1196556" y="1673315"/>
                    </a:cubicBezTo>
                    <a:cubicBezTo>
                      <a:pt x="1206359" y="1670219"/>
                      <a:pt x="1209455" y="1666607"/>
                      <a:pt x="1204811" y="1656803"/>
                    </a:cubicBezTo>
                    <a:cubicBezTo>
                      <a:pt x="1200168" y="1643904"/>
                      <a:pt x="1196556" y="1627393"/>
                      <a:pt x="1198104" y="1613977"/>
                    </a:cubicBezTo>
                    <a:close/>
                  </a:path>
                </a:pathLst>
              </a:custGeom>
              <a:solidFill>
                <a:schemeClr val="bg1"/>
              </a:solidFill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="" xmlns:a16="http://schemas.microsoft.com/office/drawing/2014/main" id="{A3822756-2E6A-4C01-B51C-7B5998A2AA43}"/>
                  </a:ext>
                </a:extLst>
              </p:cNvPr>
              <p:cNvSpPr/>
              <p:nvPr/>
            </p:nvSpPr>
            <p:spPr>
              <a:xfrm>
                <a:off x="306265" y="596608"/>
                <a:ext cx="237706" cy="236466"/>
              </a:xfrm>
              <a:custGeom>
                <a:avLst/>
                <a:gdLst>
                  <a:gd name="connsiteX0" fmla="*/ 185362 w 237706"/>
                  <a:gd name="connsiteY0" fmla="*/ 130458 h 236466"/>
                  <a:gd name="connsiteX1" fmla="*/ 237706 w 237706"/>
                  <a:gd name="connsiteY1" fmla="*/ 130458 h 236466"/>
                  <a:gd name="connsiteX2" fmla="*/ 234128 w 237706"/>
                  <a:gd name="connsiteY2" fmla="*/ 154126 h 236466"/>
                  <a:gd name="connsiteX3" fmla="*/ 165835 w 237706"/>
                  <a:gd name="connsiteY3" fmla="*/ 229449 h 236466"/>
                  <a:gd name="connsiteX4" fmla="*/ 131078 w 237706"/>
                  <a:gd name="connsiteY4" fmla="*/ 236466 h 236466"/>
                  <a:gd name="connsiteX5" fmla="*/ 131078 w 237706"/>
                  <a:gd name="connsiteY5" fmla="*/ 186008 h 236466"/>
                  <a:gd name="connsiteX6" fmla="*/ 146195 w 237706"/>
                  <a:gd name="connsiteY6" fmla="*/ 182956 h 236466"/>
                  <a:gd name="connsiteX7" fmla="*/ 177100 w 237706"/>
                  <a:gd name="connsiteY7" fmla="*/ 157507 h 236466"/>
                  <a:gd name="connsiteX8" fmla="*/ 0 w 237706"/>
                  <a:gd name="connsiteY8" fmla="*/ 130458 h 236466"/>
                  <a:gd name="connsiteX9" fmla="*/ 52344 w 237706"/>
                  <a:gd name="connsiteY9" fmla="*/ 130458 h 236466"/>
                  <a:gd name="connsiteX10" fmla="*/ 60606 w 237706"/>
                  <a:gd name="connsiteY10" fmla="*/ 157507 h 236466"/>
                  <a:gd name="connsiteX11" fmla="*/ 91511 w 237706"/>
                  <a:gd name="connsiteY11" fmla="*/ 182956 h 236466"/>
                  <a:gd name="connsiteX12" fmla="*/ 106628 w 237706"/>
                  <a:gd name="connsiteY12" fmla="*/ 186008 h 236466"/>
                  <a:gd name="connsiteX13" fmla="*/ 106628 w 237706"/>
                  <a:gd name="connsiteY13" fmla="*/ 236466 h 236466"/>
                  <a:gd name="connsiteX14" fmla="*/ 71871 w 237706"/>
                  <a:gd name="connsiteY14" fmla="*/ 229449 h 236466"/>
                  <a:gd name="connsiteX15" fmla="*/ 3579 w 237706"/>
                  <a:gd name="connsiteY15" fmla="*/ 154126 h 236466"/>
                  <a:gd name="connsiteX16" fmla="*/ 131078 w 237706"/>
                  <a:gd name="connsiteY16" fmla="*/ 0 h 236466"/>
                  <a:gd name="connsiteX17" fmla="*/ 165835 w 237706"/>
                  <a:gd name="connsiteY17" fmla="*/ 7017 h 236466"/>
                  <a:gd name="connsiteX18" fmla="*/ 234128 w 237706"/>
                  <a:gd name="connsiteY18" fmla="*/ 82340 h 236466"/>
                  <a:gd name="connsiteX19" fmla="*/ 237706 w 237706"/>
                  <a:gd name="connsiteY19" fmla="*/ 106008 h 236466"/>
                  <a:gd name="connsiteX20" fmla="*/ 185362 w 237706"/>
                  <a:gd name="connsiteY20" fmla="*/ 106008 h 236466"/>
                  <a:gd name="connsiteX21" fmla="*/ 177100 w 237706"/>
                  <a:gd name="connsiteY21" fmla="*/ 78960 h 236466"/>
                  <a:gd name="connsiteX22" fmla="*/ 146195 w 237706"/>
                  <a:gd name="connsiteY22" fmla="*/ 53510 h 236466"/>
                  <a:gd name="connsiteX23" fmla="*/ 131078 w 237706"/>
                  <a:gd name="connsiteY23" fmla="*/ 50458 h 236466"/>
                  <a:gd name="connsiteX24" fmla="*/ 106628 w 237706"/>
                  <a:gd name="connsiteY24" fmla="*/ 0 h 236466"/>
                  <a:gd name="connsiteX25" fmla="*/ 106628 w 237706"/>
                  <a:gd name="connsiteY25" fmla="*/ 50458 h 236466"/>
                  <a:gd name="connsiteX26" fmla="*/ 91511 w 237706"/>
                  <a:gd name="connsiteY26" fmla="*/ 53510 h 236466"/>
                  <a:gd name="connsiteX27" fmla="*/ 60606 w 237706"/>
                  <a:gd name="connsiteY27" fmla="*/ 78960 h 236466"/>
                  <a:gd name="connsiteX28" fmla="*/ 52344 w 237706"/>
                  <a:gd name="connsiteY28" fmla="*/ 106008 h 236466"/>
                  <a:gd name="connsiteX29" fmla="*/ 0 w 237706"/>
                  <a:gd name="connsiteY29" fmla="*/ 106008 h 236466"/>
                  <a:gd name="connsiteX30" fmla="*/ 3579 w 237706"/>
                  <a:gd name="connsiteY30" fmla="*/ 82340 h 236466"/>
                  <a:gd name="connsiteX31" fmla="*/ 71871 w 237706"/>
                  <a:gd name="connsiteY31" fmla="*/ 7017 h 236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37706" h="236466">
                    <a:moveTo>
                      <a:pt x="185362" y="130458"/>
                    </a:moveTo>
                    <a:lnTo>
                      <a:pt x="237706" y="130458"/>
                    </a:lnTo>
                    <a:lnTo>
                      <a:pt x="234128" y="154126"/>
                    </a:lnTo>
                    <a:cubicBezTo>
                      <a:pt x="223548" y="188141"/>
                      <a:pt x="198326" y="215706"/>
                      <a:pt x="165835" y="229449"/>
                    </a:cubicBezTo>
                    <a:lnTo>
                      <a:pt x="131078" y="236466"/>
                    </a:lnTo>
                    <a:lnTo>
                      <a:pt x="131078" y="186008"/>
                    </a:lnTo>
                    <a:lnTo>
                      <a:pt x="146195" y="182956"/>
                    </a:lnTo>
                    <a:cubicBezTo>
                      <a:pt x="158800" y="177624"/>
                      <a:pt x="169526" y="168717"/>
                      <a:pt x="177100" y="157507"/>
                    </a:cubicBezTo>
                    <a:close/>
                    <a:moveTo>
                      <a:pt x="0" y="130458"/>
                    </a:moveTo>
                    <a:lnTo>
                      <a:pt x="52344" y="130458"/>
                    </a:lnTo>
                    <a:lnTo>
                      <a:pt x="60606" y="157507"/>
                    </a:lnTo>
                    <a:cubicBezTo>
                      <a:pt x="68180" y="168717"/>
                      <a:pt x="78906" y="177624"/>
                      <a:pt x="91511" y="182956"/>
                    </a:cubicBezTo>
                    <a:lnTo>
                      <a:pt x="106628" y="186008"/>
                    </a:lnTo>
                    <a:lnTo>
                      <a:pt x="106628" y="236466"/>
                    </a:lnTo>
                    <a:lnTo>
                      <a:pt x="71871" y="229449"/>
                    </a:lnTo>
                    <a:cubicBezTo>
                      <a:pt x="39380" y="215706"/>
                      <a:pt x="14159" y="188141"/>
                      <a:pt x="3579" y="154126"/>
                    </a:cubicBezTo>
                    <a:close/>
                    <a:moveTo>
                      <a:pt x="131078" y="0"/>
                    </a:moveTo>
                    <a:lnTo>
                      <a:pt x="165835" y="7017"/>
                    </a:lnTo>
                    <a:cubicBezTo>
                      <a:pt x="198326" y="20760"/>
                      <a:pt x="223548" y="48325"/>
                      <a:pt x="234128" y="82340"/>
                    </a:cubicBezTo>
                    <a:lnTo>
                      <a:pt x="237706" y="106008"/>
                    </a:lnTo>
                    <a:lnTo>
                      <a:pt x="185362" y="106008"/>
                    </a:lnTo>
                    <a:lnTo>
                      <a:pt x="177100" y="78960"/>
                    </a:lnTo>
                    <a:cubicBezTo>
                      <a:pt x="169526" y="67749"/>
                      <a:pt x="158800" y="58842"/>
                      <a:pt x="146195" y="53510"/>
                    </a:cubicBezTo>
                    <a:lnTo>
                      <a:pt x="131078" y="50458"/>
                    </a:lnTo>
                    <a:close/>
                    <a:moveTo>
                      <a:pt x="106628" y="0"/>
                    </a:moveTo>
                    <a:lnTo>
                      <a:pt x="106628" y="50458"/>
                    </a:lnTo>
                    <a:lnTo>
                      <a:pt x="91511" y="53510"/>
                    </a:lnTo>
                    <a:cubicBezTo>
                      <a:pt x="78906" y="58842"/>
                      <a:pt x="68180" y="67749"/>
                      <a:pt x="60606" y="78960"/>
                    </a:cubicBezTo>
                    <a:lnTo>
                      <a:pt x="52344" y="106008"/>
                    </a:lnTo>
                    <a:lnTo>
                      <a:pt x="0" y="106008"/>
                    </a:lnTo>
                    <a:lnTo>
                      <a:pt x="3579" y="82340"/>
                    </a:lnTo>
                    <a:cubicBezTo>
                      <a:pt x="14159" y="48325"/>
                      <a:pt x="39380" y="20760"/>
                      <a:pt x="71871" y="701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="" xmlns:a16="http://schemas.microsoft.com/office/drawing/2014/main" id="{5FB5A917-5A10-4B61-AECD-DF53363D1AD8}"/>
                  </a:ext>
                </a:extLst>
              </p:cNvPr>
              <p:cNvSpPr/>
              <p:nvPr/>
            </p:nvSpPr>
            <p:spPr>
              <a:xfrm>
                <a:off x="385557" y="675280"/>
                <a:ext cx="79122" cy="79122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4A8E10A3-87FE-411F-8160-E4A16FBE5C18}"/>
              </a:ext>
            </a:extLst>
          </p:cNvPr>
          <p:cNvGrpSpPr/>
          <p:nvPr/>
        </p:nvGrpSpPr>
        <p:grpSpPr>
          <a:xfrm>
            <a:off x="9303434" y="3492246"/>
            <a:ext cx="1239124" cy="577933"/>
            <a:chOff x="9321722" y="3647694"/>
            <a:chExt cx="1239124" cy="577933"/>
          </a:xfrm>
        </p:grpSpPr>
        <p:grpSp>
          <p:nvGrpSpPr>
            <p:cNvPr id="135" name="Group 134">
              <a:extLst>
                <a:ext uri="{FF2B5EF4-FFF2-40B4-BE49-F238E27FC236}">
                  <a16:creationId xmlns="" xmlns:a16="http://schemas.microsoft.com/office/drawing/2014/main" id="{D9DFACE2-C01D-41A1-9C0A-6263A2FEB124}"/>
                </a:ext>
              </a:extLst>
            </p:cNvPr>
            <p:cNvGrpSpPr/>
            <p:nvPr/>
          </p:nvGrpSpPr>
          <p:grpSpPr>
            <a:xfrm rot="9652240">
              <a:off x="9321722" y="3647694"/>
              <a:ext cx="830987" cy="577933"/>
              <a:chOff x="5405974" y="1533288"/>
              <a:chExt cx="611040" cy="424965"/>
            </a:xfrm>
          </p:grpSpPr>
          <p:sp>
            <p:nvSpPr>
              <p:cNvPr id="145" name="Trapezoid 144">
                <a:extLst>
                  <a:ext uri="{FF2B5EF4-FFF2-40B4-BE49-F238E27FC236}">
                    <a16:creationId xmlns="" xmlns:a16="http://schemas.microsoft.com/office/drawing/2014/main" id="{7933EEAA-4372-4E6E-B080-989D7C864400}"/>
                  </a:ext>
                </a:extLst>
              </p:cNvPr>
              <p:cNvSpPr/>
              <p:nvPr/>
            </p:nvSpPr>
            <p:spPr>
              <a:xfrm rot="5912136" flipH="1">
                <a:off x="5633173" y="1617814"/>
                <a:ext cx="141626" cy="93186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6" name="Trapezoid 145">
                <a:extLst>
                  <a:ext uri="{FF2B5EF4-FFF2-40B4-BE49-F238E27FC236}">
                    <a16:creationId xmlns="" xmlns:a16="http://schemas.microsoft.com/office/drawing/2014/main" id="{3D83A195-5740-4BED-B69A-C7FA44BE5FA7}"/>
                  </a:ext>
                </a:extLst>
              </p:cNvPr>
              <p:cNvSpPr/>
              <p:nvPr/>
            </p:nvSpPr>
            <p:spPr>
              <a:xfrm rot="5912136" flipH="1">
                <a:off x="5438996" y="1500266"/>
                <a:ext cx="200130" cy="266173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Trapezoid 146">
                <a:extLst>
                  <a:ext uri="{FF2B5EF4-FFF2-40B4-BE49-F238E27FC236}">
                    <a16:creationId xmlns="" xmlns:a16="http://schemas.microsoft.com/office/drawing/2014/main" id="{3B4FC330-7F8A-43B5-985B-55F5E4F35871}"/>
                  </a:ext>
                </a:extLst>
              </p:cNvPr>
              <p:cNvSpPr/>
              <p:nvPr/>
            </p:nvSpPr>
            <p:spPr>
              <a:xfrm rot="7277434" flipH="1">
                <a:off x="5857778" y="1735728"/>
                <a:ext cx="103331" cy="96694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Trapezoid 147">
                <a:extLst>
                  <a:ext uri="{FF2B5EF4-FFF2-40B4-BE49-F238E27FC236}">
                    <a16:creationId xmlns="" xmlns:a16="http://schemas.microsoft.com/office/drawing/2014/main" id="{CCE0CA2E-64C6-4D2B-B04B-0556FBF44D65}"/>
                  </a:ext>
                </a:extLst>
              </p:cNvPr>
              <p:cNvSpPr/>
              <p:nvPr/>
            </p:nvSpPr>
            <p:spPr>
              <a:xfrm rot="7277434" flipH="1">
                <a:off x="5727739" y="1619233"/>
                <a:ext cx="146016" cy="194202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Trapezoid 148">
                <a:extLst>
                  <a:ext uri="{FF2B5EF4-FFF2-40B4-BE49-F238E27FC236}">
                    <a16:creationId xmlns="" xmlns:a16="http://schemas.microsoft.com/office/drawing/2014/main" id="{EFF41D70-805D-4A30-926C-EDBBE6189782}"/>
                  </a:ext>
                </a:extLst>
              </p:cNvPr>
              <p:cNvSpPr/>
              <p:nvPr/>
            </p:nvSpPr>
            <p:spPr>
              <a:xfrm rot="8867088" flipH="1">
                <a:off x="5923517" y="1775373"/>
                <a:ext cx="93497" cy="182880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="" xmlns:a16="http://schemas.microsoft.com/office/drawing/2014/main" id="{6755CC93-2275-4511-A2BE-B151B3A394B3}"/>
                </a:ext>
              </a:extLst>
            </p:cNvPr>
            <p:cNvGrpSpPr/>
            <p:nvPr/>
          </p:nvGrpSpPr>
          <p:grpSpPr>
            <a:xfrm rot="2979890" flipH="1">
              <a:off x="10051358" y="3654191"/>
              <a:ext cx="509488" cy="509489"/>
              <a:chOff x="5108331" y="1463790"/>
              <a:chExt cx="374637" cy="374637"/>
            </a:xfrm>
          </p:grpSpPr>
          <p:sp>
            <p:nvSpPr>
              <p:cNvPr id="138" name="Oval 137">
                <a:extLst>
                  <a:ext uri="{FF2B5EF4-FFF2-40B4-BE49-F238E27FC236}">
                    <a16:creationId xmlns="" xmlns:a16="http://schemas.microsoft.com/office/drawing/2014/main" id="{6862881E-F60F-462D-85D7-9BC8170787EA}"/>
                  </a:ext>
                </a:extLst>
              </p:cNvPr>
              <p:cNvSpPr/>
              <p:nvPr/>
            </p:nvSpPr>
            <p:spPr>
              <a:xfrm>
                <a:off x="5108331" y="1463790"/>
                <a:ext cx="374637" cy="374637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="" xmlns:a16="http://schemas.microsoft.com/office/drawing/2014/main" id="{BE4FBBD6-5D50-4CF2-9DD3-40C94371A74B}"/>
                  </a:ext>
                </a:extLst>
              </p:cNvPr>
              <p:cNvSpPr/>
              <p:nvPr/>
            </p:nvSpPr>
            <p:spPr>
              <a:xfrm>
                <a:off x="5167785" y="1523588"/>
                <a:ext cx="255882" cy="255676"/>
              </a:xfrm>
              <a:custGeom>
                <a:avLst/>
                <a:gdLst>
                  <a:gd name="connsiteX0" fmla="*/ 127864 w 255882"/>
                  <a:gd name="connsiteY0" fmla="*/ 81461 h 255676"/>
                  <a:gd name="connsiteX1" fmla="*/ 81805 w 255882"/>
                  <a:gd name="connsiteY1" fmla="*/ 127520 h 255676"/>
                  <a:gd name="connsiteX2" fmla="*/ 127864 w 255882"/>
                  <a:gd name="connsiteY2" fmla="*/ 173579 h 255676"/>
                  <a:gd name="connsiteX3" fmla="*/ 173923 w 255882"/>
                  <a:gd name="connsiteY3" fmla="*/ 127520 h 255676"/>
                  <a:gd name="connsiteX4" fmla="*/ 127864 w 255882"/>
                  <a:gd name="connsiteY4" fmla="*/ 81461 h 255676"/>
                  <a:gd name="connsiteX5" fmla="*/ 122296 w 255882"/>
                  <a:gd name="connsiteY5" fmla="*/ 86 h 255676"/>
                  <a:gd name="connsiteX6" fmla="*/ 127383 w 255882"/>
                  <a:gd name="connsiteY6" fmla="*/ 4211 h 255676"/>
                  <a:gd name="connsiteX7" fmla="*/ 132401 w 255882"/>
                  <a:gd name="connsiteY7" fmla="*/ 21809 h 255676"/>
                  <a:gd name="connsiteX8" fmla="*/ 145188 w 255882"/>
                  <a:gd name="connsiteY8" fmla="*/ 29027 h 255676"/>
                  <a:gd name="connsiteX9" fmla="*/ 149312 w 255882"/>
                  <a:gd name="connsiteY9" fmla="*/ 25452 h 255676"/>
                  <a:gd name="connsiteX10" fmla="*/ 158937 w 255882"/>
                  <a:gd name="connsiteY10" fmla="*/ 9160 h 255676"/>
                  <a:gd name="connsiteX11" fmla="*/ 166705 w 255882"/>
                  <a:gd name="connsiteY11" fmla="*/ 5929 h 255676"/>
                  <a:gd name="connsiteX12" fmla="*/ 174404 w 255882"/>
                  <a:gd name="connsiteY12" fmla="*/ 18372 h 255676"/>
                  <a:gd name="connsiteX13" fmla="*/ 172479 w 255882"/>
                  <a:gd name="connsiteY13" fmla="*/ 34046 h 255676"/>
                  <a:gd name="connsiteX14" fmla="*/ 172479 w 255882"/>
                  <a:gd name="connsiteY14" fmla="*/ 35695 h 255676"/>
                  <a:gd name="connsiteX15" fmla="*/ 186434 w 255882"/>
                  <a:gd name="connsiteY15" fmla="*/ 41882 h 255676"/>
                  <a:gd name="connsiteX16" fmla="*/ 201764 w 255882"/>
                  <a:gd name="connsiteY16" fmla="*/ 30402 h 255676"/>
                  <a:gd name="connsiteX17" fmla="*/ 211045 w 255882"/>
                  <a:gd name="connsiteY17" fmla="*/ 30540 h 255676"/>
                  <a:gd name="connsiteX18" fmla="*/ 212488 w 255882"/>
                  <a:gd name="connsiteY18" fmla="*/ 31777 h 255676"/>
                  <a:gd name="connsiteX19" fmla="*/ 214069 w 255882"/>
                  <a:gd name="connsiteY19" fmla="*/ 42364 h 255676"/>
                  <a:gd name="connsiteX20" fmla="*/ 205614 w 255882"/>
                  <a:gd name="connsiteY20" fmla="*/ 57418 h 255676"/>
                  <a:gd name="connsiteX21" fmla="*/ 206783 w 255882"/>
                  <a:gd name="connsiteY21" fmla="*/ 67180 h 255676"/>
                  <a:gd name="connsiteX22" fmla="*/ 215719 w 255882"/>
                  <a:gd name="connsiteY22" fmla="*/ 70755 h 255676"/>
                  <a:gd name="connsiteX23" fmla="*/ 233799 w 255882"/>
                  <a:gd name="connsiteY23" fmla="*/ 66011 h 255676"/>
                  <a:gd name="connsiteX24" fmla="*/ 241498 w 255882"/>
                  <a:gd name="connsiteY24" fmla="*/ 68967 h 255676"/>
                  <a:gd name="connsiteX25" fmla="*/ 243836 w 255882"/>
                  <a:gd name="connsiteY25" fmla="*/ 73573 h 255676"/>
                  <a:gd name="connsiteX26" fmla="*/ 241911 w 255882"/>
                  <a:gd name="connsiteY26" fmla="*/ 80379 h 255676"/>
                  <a:gd name="connsiteX27" fmla="*/ 226443 w 255882"/>
                  <a:gd name="connsiteY27" fmla="*/ 92684 h 255676"/>
                  <a:gd name="connsiteX28" fmla="*/ 223694 w 255882"/>
                  <a:gd name="connsiteY28" fmla="*/ 100177 h 255676"/>
                  <a:gd name="connsiteX29" fmla="*/ 224519 w 255882"/>
                  <a:gd name="connsiteY29" fmla="*/ 103202 h 255676"/>
                  <a:gd name="connsiteX30" fmla="*/ 230843 w 255882"/>
                  <a:gd name="connsiteY30" fmla="*/ 108633 h 255676"/>
                  <a:gd name="connsiteX31" fmla="*/ 249541 w 255882"/>
                  <a:gd name="connsiteY31" fmla="*/ 111176 h 255676"/>
                  <a:gd name="connsiteX32" fmla="*/ 255591 w 255882"/>
                  <a:gd name="connsiteY32" fmla="*/ 117157 h 255676"/>
                  <a:gd name="connsiteX33" fmla="*/ 255797 w 255882"/>
                  <a:gd name="connsiteY33" fmla="*/ 122519 h 255676"/>
                  <a:gd name="connsiteX34" fmla="*/ 251398 w 255882"/>
                  <a:gd name="connsiteY34" fmla="*/ 127675 h 255676"/>
                  <a:gd name="connsiteX35" fmla="*/ 233799 w 255882"/>
                  <a:gd name="connsiteY35" fmla="*/ 132693 h 255676"/>
                  <a:gd name="connsiteX36" fmla="*/ 226650 w 255882"/>
                  <a:gd name="connsiteY36" fmla="*/ 144586 h 255676"/>
                  <a:gd name="connsiteX37" fmla="*/ 230293 w 255882"/>
                  <a:gd name="connsiteY37" fmla="*/ 149398 h 255676"/>
                  <a:gd name="connsiteX38" fmla="*/ 246448 w 255882"/>
                  <a:gd name="connsiteY38" fmla="*/ 158884 h 255676"/>
                  <a:gd name="connsiteX39" fmla="*/ 249954 w 255882"/>
                  <a:gd name="connsiteY39" fmla="*/ 167065 h 255676"/>
                  <a:gd name="connsiteX40" fmla="*/ 249816 w 255882"/>
                  <a:gd name="connsiteY40" fmla="*/ 167890 h 255676"/>
                  <a:gd name="connsiteX41" fmla="*/ 240123 w 255882"/>
                  <a:gd name="connsiteY41" fmla="*/ 174833 h 255676"/>
                  <a:gd name="connsiteX42" fmla="*/ 223212 w 255882"/>
                  <a:gd name="connsiteY42" fmla="*/ 172702 h 255676"/>
                  <a:gd name="connsiteX43" fmla="*/ 214688 w 255882"/>
                  <a:gd name="connsiteY43" fmla="*/ 177102 h 255676"/>
                  <a:gd name="connsiteX44" fmla="*/ 214551 w 255882"/>
                  <a:gd name="connsiteY44" fmla="*/ 187276 h 255676"/>
                  <a:gd name="connsiteX45" fmla="*/ 225481 w 255882"/>
                  <a:gd name="connsiteY45" fmla="*/ 201712 h 255676"/>
                  <a:gd name="connsiteX46" fmla="*/ 225481 w 255882"/>
                  <a:gd name="connsiteY46" fmla="*/ 211130 h 255676"/>
                  <a:gd name="connsiteX47" fmla="*/ 225068 w 255882"/>
                  <a:gd name="connsiteY47" fmla="*/ 211611 h 255676"/>
                  <a:gd name="connsiteX48" fmla="*/ 213245 w 255882"/>
                  <a:gd name="connsiteY48" fmla="*/ 213948 h 255676"/>
                  <a:gd name="connsiteX49" fmla="*/ 198602 w 255882"/>
                  <a:gd name="connsiteY49" fmla="*/ 205699 h 255676"/>
                  <a:gd name="connsiteX50" fmla="*/ 188565 w 255882"/>
                  <a:gd name="connsiteY50" fmla="*/ 207143 h 255676"/>
                  <a:gd name="connsiteX51" fmla="*/ 185334 w 255882"/>
                  <a:gd name="connsiteY51" fmla="*/ 216217 h 255676"/>
                  <a:gd name="connsiteX52" fmla="*/ 190078 w 255882"/>
                  <a:gd name="connsiteY52" fmla="*/ 234503 h 255676"/>
                  <a:gd name="connsiteX53" fmla="*/ 187397 w 255882"/>
                  <a:gd name="connsiteY53" fmla="*/ 241377 h 255676"/>
                  <a:gd name="connsiteX54" fmla="*/ 182585 w 255882"/>
                  <a:gd name="connsiteY54" fmla="*/ 243852 h 255676"/>
                  <a:gd name="connsiteX55" fmla="*/ 175366 w 255882"/>
                  <a:gd name="connsiteY55" fmla="*/ 241859 h 255676"/>
                  <a:gd name="connsiteX56" fmla="*/ 164024 w 255882"/>
                  <a:gd name="connsiteY56" fmla="*/ 227491 h 255676"/>
                  <a:gd name="connsiteX57" fmla="*/ 149381 w 255882"/>
                  <a:gd name="connsiteY57" fmla="*/ 226254 h 255676"/>
                  <a:gd name="connsiteX58" fmla="*/ 147456 w 255882"/>
                  <a:gd name="connsiteY58" fmla="*/ 230103 h 255676"/>
                  <a:gd name="connsiteX59" fmla="*/ 144844 w 255882"/>
                  <a:gd name="connsiteY59" fmla="*/ 249008 h 255676"/>
                  <a:gd name="connsiteX60" fmla="*/ 139895 w 255882"/>
                  <a:gd name="connsiteY60" fmla="*/ 255676 h 255676"/>
                  <a:gd name="connsiteX61" fmla="*/ 131577 w 255882"/>
                  <a:gd name="connsiteY61" fmla="*/ 255676 h 255676"/>
                  <a:gd name="connsiteX62" fmla="*/ 127933 w 255882"/>
                  <a:gd name="connsiteY62" fmla="*/ 250589 h 255676"/>
                  <a:gd name="connsiteX63" fmla="*/ 122777 w 255882"/>
                  <a:gd name="connsiteY63" fmla="*/ 232372 h 255676"/>
                  <a:gd name="connsiteX64" fmla="*/ 116659 w 255882"/>
                  <a:gd name="connsiteY64" fmla="*/ 227010 h 255676"/>
                  <a:gd name="connsiteX65" fmla="*/ 112947 w 255882"/>
                  <a:gd name="connsiteY65" fmla="*/ 226597 h 255676"/>
                  <a:gd name="connsiteX66" fmla="*/ 106622 w 255882"/>
                  <a:gd name="connsiteY66" fmla="*/ 230103 h 255676"/>
                  <a:gd name="connsiteX67" fmla="*/ 105041 w 255882"/>
                  <a:gd name="connsiteY67" fmla="*/ 232784 h 255676"/>
                  <a:gd name="connsiteX68" fmla="*/ 96380 w 255882"/>
                  <a:gd name="connsiteY68" fmla="*/ 247427 h 255676"/>
                  <a:gd name="connsiteX69" fmla="*/ 89849 w 255882"/>
                  <a:gd name="connsiteY69" fmla="*/ 250108 h 255676"/>
                  <a:gd name="connsiteX70" fmla="*/ 84555 w 255882"/>
                  <a:gd name="connsiteY70" fmla="*/ 248320 h 255676"/>
                  <a:gd name="connsiteX71" fmla="*/ 80981 w 255882"/>
                  <a:gd name="connsiteY71" fmla="*/ 241652 h 255676"/>
                  <a:gd name="connsiteX72" fmla="*/ 83249 w 255882"/>
                  <a:gd name="connsiteY72" fmla="*/ 222885 h 255676"/>
                  <a:gd name="connsiteX73" fmla="*/ 78094 w 255882"/>
                  <a:gd name="connsiteY73" fmla="*/ 214155 h 255676"/>
                  <a:gd name="connsiteX74" fmla="*/ 68538 w 255882"/>
                  <a:gd name="connsiteY74" fmla="*/ 214636 h 255676"/>
                  <a:gd name="connsiteX75" fmla="*/ 55133 w 255882"/>
                  <a:gd name="connsiteY75" fmla="*/ 224810 h 255676"/>
                  <a:gd name="connsiteX76" fmla="*/ 43240 w 255882"/>
                  <a:gd name="connsiteY76" fmla="*/ 224123 h 255676"/>
                  <a:gd name="connsiteX77" fmla="*/ 42209 w 255882"/>
                  <a:gd name="connsiteY77" fmla="*/ 223091 h 255676"/>
                  <a:gd name="connsiteX78" fmla="*/ 41178 w 255882"/>
                  <a:gd name="connsiteY78" fmla="*/ 214842 h 255676"/>
                  <a:gd name="connsiteX79" fmla="*/ 50115 w 255882"/>
                  <a:gd name="connsiteY79" fmla="*/ 198893 h 255676"/>
                  <a:gd name="connsiteX80" fmla="*/ 51627 w 255882"/>
                  <a:gd name="connsiteY80" fmla="*/ 194013 h 255676"/>
                  <a:gd name="connsiteX81" fmla="*/ 39597 w 255882"/>
                  <a:gd name="connsiteY81" fmla="*/ 185420 h 255676"/>
                  <a:gd name="connsiteX82" fmla="*/ 21105 w 255882"/>
                  <a:gd name="connsiteY82" fmla="*/ 190232 h 255676"/>
                  <a:gd name="connsiteX83" fmla="*/ 15193 w 255882"/>
                  <a:gd name="connsiteY83" fmla="*/ 188238 h 255676"/>
                  <a:gd name="connsiteX84" fmla="*/ 12237 w 255882"/>
                  <a:gd name="connsiteY84" fmla="*/ 183014 h 255676"/>
                  <a:gd name="connsiteX85" fmla="*/ 14230 w 255882"/>
                  <a:gd name="connsiteY85" fmla="*/ 175314 h 255676"/>
                  <a:gd name="connsiteX86" fmla="*/ 27910 w 255882"/>
                  <a:gd name="connsiteY86" fmla="*/ 164453 h 255676"/>
                  <a:gd name="connsiteX87" fmla="*/ 31554 w 255882"/>
                  <a:gd name="connsiteY87" fmla="*/ 153385 h 255676"/>
                  <a:gd name="connsiteX88" fmla="*/ 24198 w 255882"/>
                  <a:gd name="connsiteY88" fmla="*/ 147198 h 255676"/>
                  <a:gd name="connsiteX89" fmla="*/ 6943 w 255882"/>
                  <a:gd name="connsiteY89" fmla="*/ 144861 h 255676"/>
                  <a:gd name="connsiteX90" fmla="*/ 138 w 255882"/>
                  <a:gd name="connsiteY90" fmla="*/ 140049 h 255676"/>
                  <a:gd name="connsiteX91" fmla="*/ 0 w 255882"/>
                  <a:gd name="connsiteY91" fmla="*/ 131525 h 255676"/>
                  <a:gd name="connsiteX92" fmla="*/ 5019 w 255882"/>
                  <a:gd name="connsiteY92" fmla="*/ 127881 h 255676"/>
                  <a:gd name="connsiteX93" fmla="*/ 22617 w 255882"/>
                  <a:gd name="connsiteY93" fmla="*/ 122931 h 255676"/>
                  <a:gd name="connsiteX94" fmla="*/ 28667 w 255882"/>
                  <a:gd name="connsiteY94" fmla="*/ 116194 h 255676"/>
                  <a:gd name="connsiteX95" fmla="*/ 29010 w 255882"/>
                  <a:gd name="connsiteY95" fmla="*/ 113307 h 255676"/>
                  <a:gd name="connsiteX96" fmla="*/ 25229 w 255882"/>
                  <a:gd name="connsiteY96" fmla="*/ 106295 h 255676"/>
                  <a:gd name="connsiteX97" fmla="*/ 9281 w 255882"/>
                  <a:gd name="connsiteY97" fmla="*/ 96946 h 255676"/>
                  <a:gd name="connsiteX98" fmla="*/ 5843 w 255882"/>
                  <a:gd name="connsiteY98" fmla="*/ 88560 h 255676"/>
                  <a:gd name="connsiteX99" fmla="*/ 6187 w 255882"/>
                  <a:gd name="connsiteY99" fmla="*/ 87391 h 255676"/>
                  <a:gd name="connsiteX100" fmla="*/ 15261 w 255882"/>
                  <a:gd name="connsiteY100" fmla="*/ 81135 h 255676"/>
                  <a:gd name="connsiteX101" fmla="*/ 32173 w 255882"/>
                  <a:gd name="connsiteY101" fmla="*/ 83060 h 255676"/>
                  <a:gd name="connsiteX102" fmla="*/ 40834 w 255882"/>
                  <a:gd name="connsiteY102" fmla="*/ 79073 h 255676"/>
                  <a:gd name="connsiteX103" fmla="*/ 40147 w 255882"/>
                  <a:gd name="connsiteY103" fmla="*/ 67318 h 255676"/>
                  <a:gd name="connsiteX104" fmla="*/ 29629 w 255882"/>
                  <a:gd name="connsiteY104" fmla="*/ 53363 h 255676"/>
                  <a:gd name="connsiteX105" fmla="*/ 29629 w 255882"/>
                  <a:gd name="connsiteY105" fmla="*/ 45595 h 255676"/>
                  <a:gd name="connsiteX106" fmla="*/ 33066 w 255882"/>
                  <a:gd name="connsiteY106" fmla="*/ 41745 h 255676"/>
                  <a:gd name="connsiteX107" fmla="*/ 40422 w 255882"/>
                  <a:gd name="connsiteY107" fmla="*/ 40920 h 255676"/>
                  <a:gd name="connsiteX108" fmla="*/ 56027 w 255882"/>
                  <a:gd name="connsiteY108" fmla="*/ 49719 h 255676"/>
                  <a:gd name="connsiteX109" fmla="*/ 69982 w 255882"/>
                  <a:gd name="connsiteY109" fmla="*/ 45801 h 255676"/>
                  <a:gd name="connsiteX110" fmla="*/ 70325 w 255882"/>
                  <a:gd name="connsiteY110" fmla="*/ 39751 h 255676"/>
                  <a:gd name="connsiteX111" fmla="*/ 65788 w 255882"/>
                  <a:gd name="connsiteY111" fmla="*/ 22221 h 255676"/>
                  <a:gd name="connsiteX112" fmla="*/ 69088 w 255882"/>
                  <a:gd name="connsiteY112" fmla="*/ 14110 h 255676"/>
                  <a:gd name="connsiteX113" fmla="*/ 71632 w 255882"/>
                  <a:gd name="connsiteY113" fmla="*/ 12735 h 255676"/>
                  <a:gd name="connsiteX114" fmla="*/ 81118 w 255882"/>
                  <a:gd name="connsiteY114" fmla="*/ 15072 h 255676"/>
                  <a:gd name="connsiteX115" fmla="*/ 92049 w 255882"/>
                  <a:gd name="connsiteY115" fmla="*/ 28958 h 255676"/>
                  <a:gd name="connsiteX116" fmla="*/ 106966 w 255882"/>
                  <a:gd name="connsiteY116" fmla="*/ 28890 h 255676"/>
                  <a:gd name="connsiteX117" fmla="*/ 108754 w 255882"/>
                  <a:gd name="connsiteY117" fmla="*/ 22565 h 255676"/>
                  <a:gd name="connsiteX118" fmla="*/ 110953 w 255882"/>
                  <a:gd name="connsiteY118" fmla="*/ 6479 h 255676"/>
                  <a:gd name="connsiteX119" fmla="*/ 116934 w 255882"/>
                  <a:gd name="connsiteY119" fmla="*/ 292 h 255676"/>
                  <a:gd name="connsiteX120" fmla="*/ 122296 w 255882"/>
                  <a:gd name="connsiteY120" fmla="*/ 86 h 255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255882" h="255676">
                    <a:moveTo>
                      <a:pt x="127864" y="81461"/>
                    </a:moveTo>
                    <a:cubicBezTo>
                      <a:pt x="102426" y="81461"/>
                      <a:pt x="81805" y="102082"/>
                      <a:pt x="81805" y="127520"/>
                    </a:cubicBezTo>
                    <a:cubicBezTo>
                      <a:pt x="81805" y="152958"/>
                      <a:pt x="102426" y="173579"/>
                      <a:pt x="127864" y="173579"/>
                    </a:cubicBezTo>
                    <a:cubicBezTo>
                      <a:pt x="153302" y="173579"/>
                      <a:pt x="173923" y="152958"/>
                      <a:pt x="173923" y="127520"/>
                    </a:cubicBezTo>
                    <a:cubicBezTo>
                      <a:pt x="173923" y="102082"/>
                      <a:pt x="153302" y="81461"/>
                      <a:pt x="127864" y="81461"/>
                    </a:cubicBezTo>
                    <a:close/>
                    <a:moveTo>
                      <a:pt x="122296" y="86"/>
                    </a:moveTo>
                    <a:cubicBezTo>
                      <a:pt x="124908" y="223"/>
                      <a:pt x="126696" y="1598"/>
                      <a:pt x="127383" y="4211"/>
                    </a:cubicBezTo>
                    <a:cubicBezTo>
                      <a:pt x="129033" y="10054"/>
                      <a:pt x="130752" y="15966"/>
                      <a:pt x="132401" y="21809"/>
                    </a:cubicBezTo>
                    <a:cubicBezTo>
                      <a:pt x="134120" y="27790"/>
                      <a:pt x="139070" y="30608"/>
                      <a:pt x="145188" y="29027"/>
                    </a:cubicBezTo>
                    <a:cubicBezTo>
                      <a:pt x="147181" y="28546"/>
                      <a:pt x="148350" y="27102"/>
                      <a:pt x="149312" y="25452"/>
                    </a:cubicBezTo>
                    <a:cubicBezTo>
                      <a:pt x="152475" y="20022"/>
                      <a:pt x="155706" y="14591"/>
                      <a:pt x="158937" y="9160"/>
                    </a:cubicBezTo>
                    <a:cubicBezTo>
                      <a:pt x="160999" y="5654"/>
                      <a:pt x="162786" y="4898"/>
                      <a:pt x="166705" y="5929"/>
                    </a:cubicBezTo>
                    <a:cubicBezTo>
                      <a:pt x="174542" y="7923"/>
                      <a:pt x="175573" y="9641"/>
                      <a:pt x="174404" y="18372"/>
                    </a:cubicBezTo>
                    <a:cubicBezTo>
                      <a:pt x="173717" y="23596"/>
                      <a:pt x="173098" y="28821"/>
                      <a:pt x="172479" y="34046"/>
                    </a:cubicBezTo>
                    <a:cubicBezTo>
                      <a:pt x="172410" y="34595"/>
                      <a:pt x="172410" y="35145"/>
                      <a:pt x="172479" y="35695"/>
                    </a:cubicBezTo>
                    <a:cubicBezTo>
                      <a:pt x="173373" y="41264"/>
                      <a:pt x="181828" y="45113"/>
                      <a:pt x="186434" y="41882"/>
                    </a:cubicBezTo>
                    <a:cubicBezTo>
                      <a:pt x="191659" y="38170"/>
                      <a:pt x="196677" y="34252"/>
                      <a:pt x="201764" y="30402"/>
                    </a:cubicBezTo>
                    <a:cubicBezTo>
                      <a:pt x="205476" y="27584"/>
                      <a:pt x="207333" y="27652"/>
                      <a:pt x="211045" y="30540"/>
                    </a:cubicBezTo>
                    <a:cubicBezTo>
                      <a:pt x="211526" y="30952"/>
                      <a:pt x="212007" y="31296"/>
                      <a:pt x="212488" y="31777"/>
                    </a:cubicBezTo>
                    <a:cubicBezTo>
                      <a:pt x="216819" y="35902"/>
                      <a:pt x="217025" y="37139"/>
                      <a:pt x="214069" y="42364"/>
                    </a:cubicBezTo>
                    <a:cubicBezTo>
                      <a:pt x="211251" y="47382"/>
                      <a:pt x="208570" y="52469"/>
                      <a:pt x="205614" y="57418"/>
                    </a:cubicBezTo>
                    <a:cubicBezTo>
                      <a:pt x="203483" y="61062"/>
                      <a:pt x="204445" y="64087"/>
                      <a:pt x="206783" y="67180"/>
                    </a:cubicBezTo>
                    <a:cubicBezTo>
                      <a:pt x="209120" y="70274"/>
                      <a:pt x="211801" y="71786"/>
                      <a:pt x="215719" y="70755"/>
                    </a:cubicBezTo>
                    <a:cubicBezTo>
                      <a:pt x="221769" y="69174"/>
                      <a:pt x="227818" y="67661"/>
                      <a:pt x="233799" y="66011"/>
                    </a:cubicBezTo>
                    <a:cubicBezTo>
                      <a:pt x="237649" y="64980"/>
                      <a:pt x="239367" y="65599"/>
                      <a:pt x="241498" y="68967"/>
                    </a:cubicBezTo>
                    <a:cubicBezTo>
                      <a:pt x="242461" y="70411"/>
                      <a:pt x="243286" y="71923"/>
                      <a:pt x="243836" y="73573"/>
                    </a:cubicBezTo>
                    <a:cubicBezTo>
                      <a:pt x="244867" y="76529"/>
                      <a:pt x="244385" y="78385"/>
                      <a:pt x="241911" y="80379"/>
                    </a:cubicBezTo>
                    <a:cubicBezTo>
                      <a:pt x="236755" y="84504"/>
                      <a:pt x="231668" y="88628"/>
                      <a:pt x="226443" y="92684"/>
                    </a:cubicBezTo>
                    <a:cubicBezTo>
                      <a:pt x="223831" y="94678"/>
                      <a:pt x="223144" y="97152"/>
                      <a:pt x="223694" y="100177"/>
                    </a:cubicBezTo>
                    <a:cubicBezTo>
                      <a:pt x="223900" y="101208"/>
                      <a:pt x="224244" y="102171"/>
                      <a:pt x="224519" y="103202"/>
                    </a:cubicBezTo>
                    <a:cubicBezTo>
                      <a:pt x="225412" y="106433"/>
                      <a:pt x="227543" y="108220"/>
                      <a:pt x="230843" y="108633"/>
                    </a:cubicBezTo>
                    <a:cubicBezTo>
                      <a:pt x="237099" y="109458"/>
                      <a:pt x="243354" y="110351"/>
                      <a:pt x="249541" y="111176"/>
                    </a:cubicBezTo>
                    <a:cubicBezTo>
                      <a:pt x="253254" y="111657"/>
                      <a:pt x="255178" y="113445"/>
                      <a:pt x="255591" y="117157"/>
                    </a:cubicBezTo>
                    <a:cubicBezTo>
                      <a:pt x="255797" y="118944"/>
                      <a:pt x="256003" y="120732"/>
                      <a:pt x="255797" y="122519"/>
                    </a:cubicBezTo>
                    <a:cubicBezTo>
                      <a:pt x="255453" y="125337"/>
                      <a:pt x="254010" y="126919"/>
                      <a:pt x="251398" y="127675"/>
                    </a:cubicBezTo>
                    <a:cubicBezTo>
                      <a:pt x="245554" y="129325"/>
                      <a:pt x="239642" y="130974"/>
                      <a:pt x="233799" y="132693"/>
                    </a:cubicBezTo>
                    <a:cubicBezTo>
                      <a:pt x="228093" y="134343"/>
                      <a:pt x="225481" y="138674"/>
                      <a:pt x="226650" y="144586"/>
                    </a:cubicBezTo>
                    <a:cubicBezTo>
                      <a:pt x="227062" y="146854"/>
                      <a:pt x="228368" y="148298"/>
                      <a:pt x="230293" y="149398"/>
                    </a:cubicBezTo>
                    <a:cubicBezTo>
                      <a:pt x="235655" y="152560"/>
                      <a:pt x="241017" y="155722"/>
                      <a:pt x="246448" y="158884"/>
                    </a:cubicBezTo>
                    <a:cubicBezTo>
                      <a:pt x="250435" y="161222"/>
                      <a:pt x="251054" y="162597"/>
                      <a:pt x="249954" y="167065"/>
                    </a:cubicBezTo>
                    <a:cubicBezTo>
                      <a:pt x="249885" y="167340"/>
                      <a:pt x="249885" y="167615"/>
                      <a:pt x="249816" y="167890"/>
                    </a:cubicBezTo>
                    <a:cubicBezTo>
                      <a:pt x="248166" y="173321"/>
                      <a:pt x="246310" y="176002"/>
                      <a:pt x="240123" y="174833"/>
                    </a:cubicBezTo>
                    <a:cubicBezTo>
                      <a:pt x="234555" y="173733"/>
                      <a:pt x="228849" y="173527"/>
                      <a:pt x="223212" y="172702"/>
                    </a:cubicBezTo>
                    <a:cubicBezTo>
                      <a:pt x="219225" y="172152"/>
                      <a:pt x="216613" y="173733"/>
                      <a:pt x="214688" y="177102"/>
                    </a:cubicBezTo>
                    <a:cubicBezTo>
                      <a:pt x="212695" y="180539"/>
                      <a:pt x="211801" y="183770"/>
                      <a:pt x="214551" y="187276"/>
                    </a:cubicBezTo>
                    <a:cubicBezTo>
                      <a:pt x="218263" y="192019"/>
                      <a:pt x="221838" y="196900"/>
                      <a:pt x="225481" y="201712"/>
                    </a:cubicBezTo>
                    <a:cubicBezTo>
                      <a:pt x="228506" y="205630"/>
                      <a:pt x="228506" y="207212"/>
                      <a:pt x="225481" y="211130"/>
                    </a:cubicBezTo>
                    <a:cubicBezTo>
                      <a:pt x="225343" y="211267"/>
                      <a:pt x="225206" y="211474"/>
                      <a:pt x="225068" y="211611"/>
                    </a:cubicBezTo>
                    <a:cubicBezTo>
                      <a:pt x="221081" y="215873"/>
                      <a:pt x="219500" y="217729"/>
                      <a:pt x="213245" y="213948"/>
                    </a:cubicBezTo>
                    <a:cubicBezTo>
                      <a:pt x="208432" y="211061"/>
                      <a:pt x="203345" y="208586"/>
                      <a:pt x="198602" y="205699"/>
                    </a:cubicBezTo>
                    <a:cubicBezTo>
                      <a:pt x="194684" y="203362"/>
                      <a:pt x="191659" y="204737"/>
                      <a:pt x="188565" y="207143"/>
                    </a:cubicBezTo>
                    <a:cubicBezTo>
                      <a:pt x="185472" y="209480"/>
                      <a:pt x="184234" y="212299"/>
                      <a:pt x="185334" y="216217"/>
                    </a:cubicBezTo>
                    <a:cubicBezTo>
                      <a:pt x="187053" y="222267"/>
                      <a:pt x="188565" y="228385"/>
                      <a:pt x="190078" y="234503"/>
                    </a:cubicBezTo>
                    <a:cubicBezTo>
                      <a:pt x="190903" y="237803"/>
                      <a:pt x="190215" y="239590"/>
                      <a:pt x="187397" y="241377"/>
                    </a:cubicBezTo>
                    <a:cubicBezTo>
                      <a:pt x="185884" y="242340"/>
                      <a:pt x="184303" y="243233"/>
                      <a:pt x="182585" y="243852"/>
                    </a:cubicBezTo>
                    <a:cubicBezTo>
                      <a:pt x="179560" y="244952"/>
                      <a:pt x="177360" y="244402"/>
                      <a:pt x="175366" y="241859"/>
                    </a:cubicBezTo>
                    <a:cubicBezTo>
                      <a:pt x="171585" y="237115"/>
                      <a:pt x="167805" y="232303"/>
                      <a:pt x="164024" y="227491"/>
                    </a:cubicBezTo>
                    <a:cubicBezTo>
                      <a:pt x="160380" y="222954"/>
                      <a:pt x="153781" y="222335"/>
                      <a:pt x="149381" y="226254"/>
                    </a:cubicBezTo>
                    <a:cubicBezTo>
                      <a:pt x="148213" y="227285"/>
                      <a:pt x="147663" y="228591"/>
                      <a:pt x="147456" y="230103"/>
                    </a:cubicBezTo>
                    <a:cubicBezTo>
                      <a:pt x="146563" y="236428"/>
                      <a:pt x="145532" y="242683"/>
                      <a:pt x="144844" y="249008"/>
                    </a:cubicBezTo>
                    <a:cubicBezTo>
                      <a:pt x="144432" y="252308"/>
                      <a:pt x="143126" y="254645"/>
                      <a:pt x="139895" y="255676"/>
                    </a:cubicBezTo>
                    <a:cubicBezTo>
                      <a:pt x="137145" y="255676"/>
                      <a:pt x="134326" y="255676"/>
                      <a:pt x="131577" y="255676"/>
                    </a:cubicBezTo>
                    <a:cubicBezTo>
                      <a:pt x="129652" y="254507"/>
                      <a:pt x="128552" y="252789"/>
                      <a:pt x="127933" y="250589"/>
                    </a:cubicBezTo>
                    <a:cubicBezTo>
                      <a:pt x="126283" y="244540"/>
                      <a:pt x="124427" y="238490"/>
                      <a:pt x="122777" y="232372"/>
                    </a:cubicBezTo>
                    <a:cubicBezTo>
                      <a:pt x="121884" y="229141"/>
                      <a:pt x="119890" y="227422"/>
                      <a:pt x="116659" y="227010"/>
                    </a:cubicBezTo>
                    <a:cubicBezTo>
                      <a:pt x="115422" y="226872"/>
                      <a:pt x="114184" y="226666"/>
                      <a:pt x="112947" y="226597"/>
                    </a:cubicBezTo>
                    <a:cubicBezTo>
                      <a:pt x="110060" y="226391"/>
                      <a:pt x="108066" y="227697"/>
                      <a:pt x="106622" y="230103"/>
                    </a:cubicBezTo>
                    <a:cubicBezTo>
                      <a:pt x="106072" y="230997"/>
                      <a:pt x="105591" y="231891"/>
                      <a:pt x="105041" y="232784"/>
                    </a:cubicBezTo>
                    <a:cubicBezTo>
                      <a:pt x="102154" y="237665"/>
                      <a:pt x="99335" y="242615"/>
                      <a:pt x="96380" y="247427"/>
                    </a:cubicBezTo>
                    <a:cubicBezTo>
                      <a:pt x="94798" y="250108"/>
                      <a:pt x="92873" y="250795"/>
                      <a:pt x="89849" y="250108"/>
                    </a:cubicBezTo>
                    <a:cubicBezTo>
                      <a:pt x="87993" y="249695"/>
                      <a:pt x="86274" y="249077"/>
                      <a:pt x="84555" y="248320"/>
                    </a:cubicBezTo>
                    <a:cubicBezTo>
                      <a:pt x="81531" y="246877"/>
                      <a:pt x="80568" y="245021"/>
                      <a:pt x="80981" y="241652"/>
                    </a:cubicBezTo>
                    <a:cubicBezTo>
                      <a:pt x="81737" y="235397"/>
                      <a:pt x="82356" y="229141"/>
                      <a:pt x="83249" y="222885"/>
                    </a:cubicBezTo>
                    <a:cubicBezTo>
                      <a:pt x="83868" y="218486"/>
                      <a:pt x="81531" y="216080"/>
                      <a:pt x="78094" y="214155"/>
                    </a:cubicBezTo>
                    <a:cubicBezTo>
                      <a:pt x="74725" y="212299"/>
                      <a:pt x="71700" y="212024"/>
                      <a:pt x="68538" y="214636"/>
                    </a:cubicBezTo>
                    <a:cubicBezTo>
                      <a:pt x="64139" y="218142"/>
                      <a:pt x="59533" y="221373"/>
                      <a:pt x="55133" y="224810"/>
                    </a:cubicBezTo>
                    <a:cubicBezTo>
                      <a:pt x="50665" y="228316"/>
                      <a:pt x="48740" y="229072"/>
                      <a:pt x="43240" y="224123"/>
                    </a:cubicBezTo>
                    <a:cubicBezTo>
                      <a:pt x="42897" y="223779"/>
                      <a:pt x="42553" y="223435"/>
                      <a:pt x="42209" y="223091"/>
                    </a:cubicBezTo>
                    <a:cubicBezTo>
                      <a:pt x="39528" y="220342"/>
                      <a:pt x="39253" y="218211"/>
                      <a:pt x="41178" y="214842"/>
                    </a:cubicBezTo>
                    <a:cubicBezTo>
                      <a:pt x="44134" y="209549"/>
                      <a:pt x="47159" y="204187"/>
                      <a:pt x="50115" y="198893"/>
                    </a:cubicBezTo>
                    <a:cubicBezTo>
                      <a:pt x="50940" y="197381"/>
                      <a:pt x="51833" y="195869"/>
                      <a:pt x="51627" y="194013"/>
                    </a:cubicBezTo>
                    <a:cubicBezTo>
                      <a:pt x="51146" y="188444"/>
                      <a:pt x="44959" y="184045"/>
                      <a:pt x="39597" y="185420"/>
                    </a:cubicBezTo>
                    <a:cubicBezTo>
                      <a:pt x="33410" y="187001"/>
                      <a:pt x="27223" y="188582"/>
                      <a:pt x="21105" y="190232"/>
                    </a:cubicBezTo>
                    <a:cubicBezTo>
                      <a:pt x="18630" y="190919"/>
                      <a:pt x="16774" y="190163"/>
                      <a:pt x="15193" y="188238"/>
                    </a:cubicBezTo>
                    <a:cubicBezTo>
                      <a:pt x="13887" y="186657"/>
                      <a:pt x="13062" y="184870"/>
                      <a:pt x="12237" y="183014"/>
                    </a:cubicBezTo>
                    <a:cubicBezTo>
                      <a:pt x="10862" y="179783"/>
                      <a:pt x="11481" y="177445"/>
                      <a:pt x="14230" y="175314"/>
                    </a:cubicBezTo>
                    <a:cubicBezTo>
                      <a:pt x="18767" y="171671"/>
                      <a:pt x="23373" y="168096"/>
                      <a:pt x="27910" y="164453"/>
                    </a:cubicBezTo>
                    <a:cubicBezTo>
                      <a:pt x="32722" y="160741"/>
                      <a:pt x="33135" y="159159"/>
                      <a:pt x="31554" y="153385"/>
                    </a:cubicBezTo>
                    <a:cubicBezTo>
                      <a:pt x="30454" y="149604"/>
                      <a:pt x="28185" y="147611"/>
                      <a:pt x="24198" y="147198"/>
                    </a:cubicBezTo>
                    <a:cubicBezTo>
                      <a:pt x="18424" y="146579"/>
                      <a:pt x="12718" y="145479"/>
                      <a:pt x="6943" y="144861"/>
                    </a:cubicBezTo>
                    <a:cubicBezTo>
                      <a:pt x="3644" y="144517"/>
                      <a:pt x="1306" y="143211"/>
                      <a:pt x="138" y="140049"/>
                    </a:cubicBezTo>
                    <a:cubicBezTo>
                      <a:pt x="0" y="137093"/>
                      <a:pt x="0" y="134343"/>
                      <a:pt x="0" y="131525"/>
                    </a:cubicBezTo>
                    <a:cubicBezTo>
                      <a:pt x="1100" y="129462"/>
                      <a:pt x="2819" y="128431"/>
                      <a:pt x="5019" y="127881"/>
                    </a:cubicBezTo>
                    <a:cubicBezTo>
                      <a:pt x="10931" y="126300"/>
                      <a:pt x="16705" y="124513"/>
                      <a:pt x="22617" y="122931"/>
                    </a:cubicBezTo>
                    <a:cubicBezTo>
                      <a:pt x="26192" y="121969"/>
                      <a:pt x="28323" y="119975"/>
                      <a:pt x="28667" y="116194"/>
                    </a:cubicBezTo>
                    <a:cubicBezTo>
                      <a:pt x="28735" y="115232"/>
                      <a:pt x="28873" y="114270"/>
                      <a:pt x="29010" y="113307"/>
                    </a:cubicBezTo>
                    <a:cubicBezTo>
                      <a:pt x="29354" y="110076"/>
                      <a:pt x="27910" y="107876"/>
                      <a:pt x="25229" y="106295"/>
                    </a:cubicBezTo>
                    <a:cubicBezTo>
                      <a:pt x="19867" y="103202"/>
                      <a:pt x="14574" y="100040"/>
                      <a:pt x="9281" y="96946"/>
                    </a:cubicBezTo>
                    <a:cubicBezTo>
                      <a:pt x="5362" y="94678"/>
                      <a:pt x="4675" y="92959"/>
                      <a:pt x="5843" y="88560"/>
                    </a:cubicBezTo>
                    <a:cubicBezTo>
                      <a:pt x="5981" y="88147"/>
                      <a:pt x="6050" y="87735"/>
                      <a:pt x="6187" y="87391"/>
                    </a:cubicBezTo>
                    <a:cubicBezTo>
                      <a:pt x="7906" y="81685"/>
                      <a:pt x="9418" y="80585"/>
                      <a:pt x="15261" y="81135"/>
                    </a:cubicBezTo>
                    <a:cubicBezTo>
                      <a:pt x="20898" y="81685"/>
                      <a:pt x="26535" y="82304"/>
                      <a:pt x="32173" y="83060"/>
                    </a:cubicBezTo>
                    <a:cubicBezTo>
                      <a:pt x="36641" y="83610"/>
                      <a:pt x="38566" y="82854"/>
                      <a:pt x="40834" y="79073"/>
                    </a:cubicBezTo>
                    <a:cubicBezTo>
                      <a:pt x="44065" y="73848"/>
                      <a:pt x="43928" y="72198"/>
                      <a:pt x="40147" y="67318"/>
                    </a:cubicBezTo>
                    <a:cubicBezTo>
                      <a:pt x="36572" y="62712"/>
                      <a:pt x="33066" y="58037"/>
                      <a:pt x="29629" y="53363"/>
                    </a:cubicBezTo>
                    <a:cubicBezTo>
                      <a:pt x="27567" y="50613"/>
                      <a:pt x="27567" y="48344"/>
                      <a:pt x="29629" y="45595"/>
                    </a:cubicBezTo>
                    <a:cubicBezTo>
                      <a:pt x="30660" y="44220"/>
                      <a:pt x="31760" y="42845"/>
                      <a:pt x="33066" y="41745"/>
                    </a:cubicBezTo>
                    <a:cubicBezTo>
                      <a:pt x="35678" y="39545"/>
                      <a:pt x="37466" y="39270"/>
                      <a:pt x="40422" y="40920"/>
                    </a:cubicBezTo>
                    <a:cubicBezTo>
                      <a:pt x="45646" y="43807"/>
                      <a:pt x="51008" y="46488"/>
                      <a:pt x="56027" y="49719"/>
                    </a:cubicBezTo>
                    <a:cubicBezTo>
                      <a:pt x="61801" y="53431"/>
                      <a:pt x="65788" y="50957"/>
                      <a:pt x="69982" y="45801"/>
                    </a:cubicBezTo>
                    <a:cubicBezTo>
                      <a:pt x="71357" y="44082"/>
                      <a:pt x="70875" y="41814"/>
                      <a:pt x="70325" y="39751"/>
                    </a:cubicBezTo>
                    <a:cubicBezTo>
                      <a:pt x="68813" y="33908"/>
                      <a:pt x="67301" y="28065"/>
                      <a:pt x="65788" y="22221"/>
                    </a:cubicBezTo>
                    <a:cubicBezTo>
                      <a:pt x="64688" y="18028"/>
                      <a:pt x="65376" y="16309"/>
                      <a:pt x="69088" y="14110"/>
                    </a:cubicBezTo>
                    <a:cubicBezTo>
                      <a:pt x="69913" y="13628"/>
                      <a:pt x="70738" y="13147"/>
                      <a:pt x="71632" y="12735"/>
                    </a:cubicBezTo>
                    <a:cubicBezTo>
                      <a:pt x="76100" y="10672"/>
                      <a:pt x="78094" y="11154"/>
                      <a:pt x="81118" y="15072"/>
                    </a:cubicBezTo>
                    <a:cubicBezTo>
                      <a:pt x="84762" y="19678"/>
                      <a:pt x="88405" y="24353"/>
                      <a:pt x="92049" y="28958"/>
                    </a:cubicBezTo>
                    <a:cubicBezTo>
                      <a:pt x="95486" y="33221"/>
                      <a:pt x="103529" y="33221"/>
                      <a:pt x="106966" y="28890"/>
                    </a:cubicBezTo>
                    <a:cubicBezTo>
                      <a:pt x="108410" y="27034"/>
                      <a:pt x="108410" y="24696"/>
                      <a:pt x="108754" y="22565"/>
                    </a:cubicBezTo>
                    <a:cubicBezTo>
                      <a:pt x="109578" y="17203"/>
                      <a:pt x="110266" y="11841"/>
                      <a:pt x="110953" y="6479"/>
                    </a:cubicBezTo>
                    <a:cubicBezTo>
                      <a:pt x="111503" y="2217"/>
                      <a:pt x="112672" y="1048"/>
                      <a:pt x="116934" y="292"/>
                    </a:cubicBezTo>
                    <a:cubicBezTo>
                      <a:pt x="118721" y="-52"/>
                      <a:pt x="120509" y="-52"/>
                      <a:pt x="122296" y="86"/>
                    </a:cubicBezTo>
                    <a:close/>
                  </a:path>
                </a:pathLst>
              </a:custGeom>
              <a:solidFill>
                <a:schemeClr val="bg1"/>
              </a:solidFill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79" name="TextBox 78">
            <a:extLst>
              <a:ext uri="{FF2B5EF4-FFF2-40B4-BE49-F238E27FC236}">
                <a16:creationId xmlns="" xmlns:a16="http://schemas.microsoft.com/office/drawing/2014/main" id="{B47F0C09-935A-4A9F-9D9B-75F670BC2EFB}"/>
              </a:ext>
            </a:extLst>
          </p:cNvPr>
          <p:cNvSpPr txBox="1"/>
          <p:nvPr/>
        </p:nvSpPr>
        <p:spPr>
          <a:xfrm>
            <a:off x="129934" y="4146755"/>
            <a:ext cx="12192000" cy="215443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000" dirty="0" smtClean="0">
                <a:solidFill>
                  <a:schemeClr val="bg1"/>
                </a:solidFill>
                <a:latin typeface="+mj-lt"/>
              </a:rPr>
              <a:t>Infrastructure for Earth </a:t>
            </a:r>
            <a:r>
              <a:rPr lang="en-US" altLang="ko-KR" sz="4000" smtClean="0">
                <a:solidFill>
                  <a:schemeClr val="bg1"/>
                </a:solidFill>
                <a:latin typeface="+mj-lt"/>
              </a:rPr>
              <a:t>System </a:t>
            </a:r>
          </a:p>
          <a:p>
            <a:pPr algn="ctr"/>
            <a:r>
              <a:rPr lang="en-US" altLang="ko-KR" sz="4000" dirty="0" smtClean="0">
                <a:solidFill>
                  <a:schemeClr val="bg1"/>
                </a:solidFill>
                <a:latin typeface="+mj-lt"/>
              </a:rPr>
              <a:t>Modelling</a:t>
            </a:r>
          </a:p>
          <a:p>
            <a:pPr algn="ctr"/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F10AD175-3BE0-4030-A3E2-687241974AF5}"/>
              </a:ext>
            </a:extLst>
          </p:cNvPr>
          <p:cNvSpPr txBox="1"/>
          <p:nvPr/>
        </p:nvSpPr>
        <p:spPr>
          <a:xfrm>
            <a:off x="192605" y="5727276"/>
            <a:ext cx="12191852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7" smtClean="0">
                <a:solidFill>
                  <a:schemeClr val="bg1"/>
                </a:solidFill>
                <a:cs typeface="Arial" pitchFamily="34" charset="0"/>
              </a:rPr>
              <a:t>ESM User Workshop May 2019</a:t>
            </a:r>
            <a:endParaRPr lang="ko-KR" altLang="en-US" sz="1867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306" y="2421520"/>
            <a:ext cx="6946450" cy="158737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8443A88D-85DD-43A3-8732-47D97401EECE}"/>
              </a:ext>
            </a:extLst>
          </p:cNvPr>
          <p:cNvGrpSpPr/>
          <p:nvPr/>
        </p:nvGrpSpPr>
        <p:grpSpPr>
          <a:xfrm>
            <a:off x="2904492" y="1491640"/>
            <a:ext cx="719484" cy="1265041"/>
            <a:chOff x="2904492" y="1491640"/>
            <a:chExt cx="719484" cy="1265041"/>
          </a:xfrm>
        </p:grpSpPr>
        <p:grpSp>
          <p:nvGrpSpPr>
            <p:cNvPr id="114" name="Group 113">
              <a:extLst>
                <a:ext uri="{FF2B5EF4-FFF2-40B4-BE49-F238E27FC236}">
                  <a16:creationId xmlns="" xmlns:a16="http://schemas.microsoft.com/office/drawing/2014/main" id="{102E8560-FD37-4513-B6D2-1C6C77AAFC4D}"/>
                </a:ext>
              </a:extLst>
            </p:cNvPr>
            <p:cNvGrpSpPr/>
            <p:nvPr/>
          </p:nvGrpSpPr>
          <p:grpSpPr>
            <a:xfrm rot="3348710">
              <a:off x="2921335" y="2054040"/>
              <a:ext cx="827730" cy="577552"/>
              <a:chOff x="5405974" y="1533288"/>
              <a:chExt cx="608646" cy="424685"/>
            </a:xfrm>
          </p:grpSpPr>
          <p:sp>
            <p:nvSpPr>
              <p:cNvPr id="90" name="Trapezoid 89">
                <a:extLst>
                  <a:ext uri="{FF2B5EF4-FFF2-40B4-BE49-F238E27FC236}">
                    <a16:creationId xmlns="" xmlns:a16="http://schemas.microsoft.com/office/drawing/2014/main" id="{66F17736-523B-4733-8F89-65A939EC03E5}"/>
                  </a:ext>
                </a:extLst>
              </p:cNvPr>
              <p:cNvSpPr/>
              <p:nvPr/>
            </p:nvSpPr>
            <p:spPr>
              <a:xfrm rot="5912136" flipH="1">
                <a:off x="5633173" y="1617814"/>
                <a:ext cx="141626" cy="93186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Trapezoid 93">
                <a:extLst>
                  <a:ext uri="{FF2B5EF4-FFF2-40B4-BE49-F238E27FC236}">
                    <a16:creationId xmlns="" xmlns:a16="http://schemas.microsoft.com/office/drawing/2014/main" id="{9718FD80-7C49-4094-8FBD-D3601FF8C90E}"/>
                  </a:ext>
                </a:extLst>
              </p:cNvPr>
              <p:cNvSpPr/>
              <p:nvPr/>
            </p:nvSpPr>
            <p:spPr>
              <a:xfrm rot="7277434" flipH="1">
                <a:off x="5857778" y="1735728"/>
                <a:ext cx="103331" cy="96694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Trapezoid 88">
                <a:extLst>
                  <a:ext uri="{FF2B5EF4-FFF2-40B4-BE49-F238E27FC236}">
                    <a16:creationId xmlns="" xmlns:a16="http://schemas.microsoft.com/office/drawing/2014/main" id="{EF77CC75-10ED-4334-8C55-E2BFF7F39355}"/>
                  </a:ext>
                </a:extLst>
              </p:cNvPr>
              <p:cNvSpPr/>
              <p:nvPr/>
            </p:nvSpPr>
            <p:spPr>
              <a:xfrm rot="5912136" flipH="1">
                <a:off x="5438996" y="1500266"/>
                <a:ext cx="200130" cy="266173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Trapezoid 92">
                <a:extLst>
                  <a:ext uri="{FF2B5EF4-FFF2-40B4-BE49-F238E27FC236}">
                    <a16:creationId xmlns="" xmlns:a16="http://schemas.microsoft.com/office/drawing/2014/main" id="{B7AD5D59-46AE-4863-AE03-B88E6E7A5510}"/>
                  </a:ext>
                </a:extLst>
              </p:cNvPr>
              <p:cNvSpPr/>
              <p:nvPr/>
            </p:nvSpPr>
            <p:spPr>
              <a:xfrm rot="7277434" flipH="1">
                <a:off x="5727739" y="1619233"/>
                <a:ext cx="146016" cy="194202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Trapezoid 91">
                <a:extLst>
                  <a:ext uri="{FF2B5EF4-FFF2-40B4-BE49-F238E27FC236}">
                    <a16:creationId xmlns="" xmlns:a16="http://schemas.microsoft.com/office/drawing/2014/main" id="{15E0BCD7-EF9F-4A1E-BE33-C96CD4ACA15D}"/>
                  </a:ext>
                </a:extLst>
              </p:cNvPr>
              <p:cNvSpPr/>
              <p:nvPr/>
            </p:nvSpPr>
            <p:spPr>
              <a:xfrm rot="8867088" flipH="1">
                <a:off x="5921123" y="1778027"/>
                <a:ext cx="93497" cy="179946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="" xmlns:a16="http://schemas.microsoft.com/office/drawing/2014/main" id="{2A82C3C5-6304-401A-82B3-EDC0E26976CF}"/>
                </a:ext>
              </a:extLst>
            </p:cNvPr>
            <p:cNvGrpSpPr/>
            <p:nvPr/>
          </p:nvGrpSpPr>
          <p:grpSpPr>
            <a:xfrm rot="3536101">
              <a:off x="2904493" y="1491639"/>
              <a:ext cx="509488" cy="509489"/>
              <a:chOff x="5108331" y="1463790"/>
              <a:chExt cx="374637" cy="374637"/>
            </a:xfrm>
          </p:grpSpPr>
          <p:sp>
            <p:nvSpPr>
              <p:cNvPr id="88" name="Oval 87">
                <a:extLst>
                  <a:ext uri="{FF2B5EF4-FFF2-40B4-BE49-F238E27FC236}">
                    <a16:creationId xmlns="" xmlns:a16="http://schemas.microsoft.com/office/drawing/2014/main" id="{56792953-F4B9-43CC-8511-49184ED79294}"/>
                  </a:ext>
                </a:extLst>
              </p:cNvPr>
              <p:cNvSpPr/>
              <p:nvPr/>
            </p:nvSpPr>
            <p:spPr>
              <a:xfrm>
                <a:off x="5108331" y="1463790"/>
                <a:ext cx="374637" cy="374637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="" xmlns:a16="http://schemas.microsoft.com/office/drawing/2014/main" id="{FE9EAEF9-FEFC-4538-A8A8-6863A8156719}"/>
                  </a:ext>
                </a:extLst>
              </p:cNvPr>
              <p:cNvSpPr/>
              <p:nvPr/>
            </p:nvSpPr>
            <p:spPr>
              <a:xfrm>
                <a:off x="5167785" y="1523588"/>
                <a:ext cx="255882" cy="255676"/>
              </a:xfrm>
              <a:custGeom>
                <a:avLst/>
                <a:gdLst>
                  <a:gd name="connsiteX0" fmla="*/ 127864 w 255882"/>
                  <a:gd name="connsiteY0" fmla="*/ 81461 h 255676"/>
                  <a:gd name="connsiteX1" fmla="*/ 81805 w 255882"/>
                  <a:gd name="connsiteY1" fmla="*/ 127520 h 255676"/>
                  <a:gd name="connsiteX2" fmla="*/ 127864 w 255882"/>
                  <a:gd name="connsiteY2" fmla="*/ 173579 h 255676"/>
                  <a:gd name="connsiteX3" fmla="*/ 173923 w 255882"/>
                  <a:gd name="connsiteY3" fmla="*/ 127520 h 255676"/>
                  <a:gd name="connsiteX4" fmla="*/ 127864 w 255882"/>
                  <a:gd name="connsiteY4" fmla="*/ 81461 h 255676"/>
                  <a:gd name="connsiteX5" fmla="*/ 122296 w 255882"/>
                  <a:gd name="connsiteY5" fmla="*/ 86 h 255676"/>
                  <a:gd name="connsiteX6" fmla="*/ 127383 w 255882"/>
                  <a:gd name="connsiteY6" fmla="*/ 4211 h 255676"/>
                  <a:gd name="connsiteX7" fmla="*/ 132401 w 255882"/>
                  <a:gd name="connsiteY7" fmla="*/ 21809 h 255676"/>
                  <a:gd name="connsiteX8" fmla="*/ 145188 w 255882"/>
                  <a:gd name="connsiteY8" fmla="*/ 29027 h 255676"/>
                  <a:gd name="connsiteX9" fmla="*/ 149312 w 255882"/>
                  <a:gd name="connsiteY9" fmla="*/ 25452 h 255676"/>
                  <a:gd name="connsiteX10" fmla="*/ 158937 w 255882"/>
                  <a:gd name="connsiteY10" fmla="*/ 9160 h 255676"/>
                  <a:gd name="connsiteX11" fmla="*/ 166705 w 255882"/>
                  <a:gd name="connsiteY11" fmla="*/ 5929 h 255676"/>
                  <a:gd name="connsiteX12" fmla="*/ 174404 w 255882"/>
                  <a:gd name="connsiteY12" fmla="*/ 18372 h 255676"/>
                  <a:gd name="connsiteX13" fmla="*/ 172479 w 255882"/>
                  <a:gd name="connsiteY13" fmla="*/ 34046 h 255676"/>
                  <a:gd name="connsiteX14" fmla="*/ 172479 w 255882"/>
                  <a:gd name="connsiteY14" fmla="*/ 35695 h 255676"/>
                  <a:gd name="connsiteX15" fmla="*/ 186434 w 255882"/>
                  <a:gd name="connsiteY15" fmla="*/ 41882 h 255676"/>
                  <a:gd name="connsiteX16" fmla="*/ 201764 w 255882"/>
                  <a:gd name="connsiteY16" fmla="*/ 30402 h 255676"/>
                  <a:gd name="connsiteX17" fmla="*/ 211045 w 255882"/>
                  <a:gd name="connsiteY17" fmla="*/ 30540 h 255676"/>
                  <a:gd name="connsiteX18" fmla="*/ 212488 w 255882"/>
                  <a:gd name="connsiteY18" fmla="*/ 31777 h 255676"/>
                  <a:gd name="connsiteX19" fmla="*/ 214069 w 255882"/>
                  <a:gd name="connsiteY19" fmla="*/ 42364 h 255676"/>
                  <a:gd name="connsiteX20" fmla="*/ 205614 w 255882"/>
                  <a:gd name="connsiteY20" fmla="*/ 57418 h 255676"/>
                  <a:gd name="connsiteX21" fmla="*/ 206783 w 255882"/>
                  <a:gd name="connsiteY21" fmla="*/ 67180 h 255676"/>
                  <a:gd name="connsiteX22" fmla="*/ 215719 w 255882"/>
                  <a:gd name="connsiteY22" fmla="*/ 70755 h 255676"/>
                  <a:gd name="connsiteX23" fmla="*/ 233799 w 255882"/>
                  <a:gd name="connsiteY23" fmla="*/ 66011 h 255676"/>
                  <a:gd name="connsiteX24" fmla="*/ 241498 w 255882"/>
                  <a:gd name="connsiteY24" fmla="*/ 68967 h 255676"/>
                  <a:gd name="connsiteX25" fmla="*/ 243836 w 255882"/>
                  <a:gd name="connsiteY25" fmla="*/ 73573 h 255676"/>
                  <a:gd name="connsiteX26" fmla="*/ 241911 w 255882"/>
                  <a:gd name="connsiteY26" fmla="*/ 80379 h 255676"/>
                  <a:gd name="connsiteX27" fmla="*/ 226443 w 255882"/>
                  <a:gd name="connsiteY27" fmla="*/ 92684 h 255676"/>
                  <a:gd name="connsiteX28" fmla="*/ 223694 w 255882"/>
                  <a:gd name="connsiteY28" fmla="*/ 100177 h 255676"/>
                  <a:gd name="connsiteX29" fmla="*/ 224519 w 255882"/>
                  <a:gd name="connsiteY29" fmla="*/ 103202 h 255676"/>
                  <a:gd name="connsiteX30" fmla="*/ 230843 w 255882"/>
                  <a:gd name="connsiteY30" fmla="*/ 108633 h 255676"/>
                  <a:gd name="connsiteX31" fmla="*/ 249541 w 255882"/>
                  <a:gd name="connsiteY31" fmla="*/ 111176 h 255676"/>
                  <a:gd name="connsiteX32" fmla="*/ 255591 w 255882"/>
                  <a:gd name="connsiteY32" fmla="*/ 117157 h 255676"/>
                  <a:gd name="connsiteX33" fmla="*/ 255797 w 255882"/>
                  <a:gd name="connsiteY33" fmla="*/ 122519 h 255676"/>
                  <a:gd name="connsiteX34" fmla="*/ 251398 w 255882"/>
                  <a:gd name="connsiteY34" fmla="*/ 127675 h 255676"/>
                  <a:gd name="connsiteX35" fmla="*/ 233799 w 255882"/>
                  <a:gd name="connsiteY35" fmla="*/ 132693 h 255676"/>
                  <a:gd name="connsiteX36" fmla="*/ 226650 w 255882"/>
                  <a:gd name="connsiteY36" fmla="*/ 144586 h 255676"/>
                  <a:gd name="connsiteX37" fmla="*/ 230293 w 255882"/>
                  <a:gd name="connsiteY37" fmla="*/ 149398 h 255676"/>
                  <a:gd name="connsiteX38" fmla="*/ 246448 w 255882"/>
                  <a:gd name="connsiteY38" fmla="*/ 158884 h 255676"/>
                  <a:gd name="connsiteX39" fmla="*/ 249954 w 255882"/>
                  <a:gd name="connsiteY39" fmla="*/ 167065 h 255676"/>
                  <a:gd name="connsiteX40" fmla="*/ 249816 w 255882"/>
                  <a:gd name="connsiteY40" fmla="*/ 167890 h 255676"/>
                  <a:gd name="connsiteX41" fmla="*/ 240123 w 255882"/>
                  <a:gd name="connsiteY41" fmla="*/ 174833 h 255676"/>
                  <a:gd name="connsiteX42" fmla="*/ 223212 w 255882"/>
                  <a:gd name="connsiteY42" fmla="*/ 172702 h 255676"/>
                  <a:gd name="connsiteX43" fmla="*/ 214688 w 255882"/>
                  <a:gd name="connsiteY43" fmla="*/ 177102 h 255676"/>
                  <a:gd name="connsiteX44" fmla="*/ 214551 w 255882"/>
                  <a:gd name="connsiteY44" fmla="*/ 187276 h 255676"/>
                  <a:gd name="connsiteX45" fmla="*/ 225481 w 255882"/>
                  <a:gd name="connsiteY45" fmla="*/ 201712 h 255676"/>
                  <a:gd name="connsiteX46" fmla="*/ 225481 w 255882"/>
                  <a:gd name="connsiteY46" fmla="*/ 211130 h 255676"/>
                  <a:gd name="connsiteX47" fmla="*/ 225068 w 255882"/>
                  <a:gd name="connsiteY47" fmla="*/ 211611 h 255676"/>
                  <a:gd name="connsiteX48" fmla="*/ 213245 w 255882"/>
                  <a:gd name="connsiteY48" fmla="*/ 213948 h 255676"/>
                  <a:gd name="connsiteX49" fmla="*/ 198602 w 255882"/>
                  <a:gd name="connsiteY49" fmla="*/ 205699 h 255676"/>
                  <a:gd name="connsiteX50" fmla="*/ 188565 w 255882"/>
                  <a:gd name="connsiteY50" fmla="*/ 207143 h 255676"/>
                  <a:gd name="connsiteX51" fmla="*/ 185334 w 255882"/>
                  <a:gd name="connsiteY51" fmla="*/ 216217 h 255676"/>
                  <a:gd name="connsiteX52" fmla="*/ 190078 w 255882"/>
                  <a:gd name="connsiteY52" fmla="*/ 234503 h 255676"/>
                  <a:gd name="connsiteX53" fmla="*/ 187397 w 255882"/>
                  <a:gd name="connsiteY53" fmla="*/ 241377 h 255676"/>
                  <a:gd name="connsiteX54" fmla="*/ 182585 w 255882"/>
                  <a:gd name="connsiteY54" fmla="*/ 243852 h 255676"/>
                  <a:gd name="connsiteX55" fmla="*/ 175366 w 255882"/>
                  <a:gd name="connsiteY55" fmla="*/ 241859 h 255676"/>
                  <a:gd name="connsiteX56" fmla="*/ 164024 w 255882"/>
                  <a:gd name="connsiteY56" fmla="*/ 227491 h 255676"/>
                  <a:gd name="connsiteX57" fmla="*/ 149381 w 255882"/>
                  <a:gd name="connsiteY57" fmla="*/ 226254 h 255676"/>
                  <a:gd name="connsiteX58" fmla="*/ 147456 w 255882"/>
                  <a:gd name="connsiteY58" fmla="*/ 230103 h 255676"/>
                  <a:gd name="connsiteX59" fmla="*/ 144844 w 255882"/>
                  <a:gd name="connsiteY59" fmla="*/ 249008 h 255676"/>
                  <a:gd name="connsiteX60" fmla="*/ 139895 w 255882"/>
                  <a:gd name="connsiteY60" fmla="*/ 255676 h 255676"/>
                  <a:gd name="connsiteX61" fmla="*/ 131577 w 255882"/>
                  <a:gd name="connsiteY61" fmla="*/ 255676 h 255676"/>
                  <a:gd name="connsiteX62" fmla="*/ 127933 w 255882"/>
                  <a:gd name="connsiteY62" fmla="*/ 250589 h 255676"/>
                  <a:gd name="connsiteX63" fmla="*/ 122777 w 255882"/>
                  <a:gd name="connsiteY63" fmla="*/ 232372 h 255676"/>
                  <a:gd name="connsiteX64" fmla="*/ 116659 w 255882"/>
                  <a:gd name="connsiteY64" fmla="*/ 227010 h 255676"/>
                  <a:gd name="connsiteX65" fmla="*/ 112947 w 255882"/>
                  <a:gd name="connsiteY65" fmla="*/ 226597 h 255676"/>
                  <a:gd name="connsiteX66" fmla="*/ 106622 w 255882"/>
                  <a:gd name="connsiteY66" fmla="*/ 230103 h 255676"/>
                  <a:gd name="connsiteX67" fmla="*/ 105041 w 255882"/>
                  <a:gd name="connsiteY67" fmla="*/ 232784 h 255676"/>
                  <a:gd name="connsiteX68" fmla="*/ 96380 w 255882"/>
                  <a:gd name="connsiteY68" fmla="*/ 247427 h 255676"/>
                  <a:gd name="connsiteX69" fmla="*/ 89849 w 255882"/>
                  <a:gd name="connsiteY69" fmla="*/ 250108 h 255676"/>
                  <a:gd name="connsiteX70" fmla="*/ 84555 w 255882"/>
                  <a:gd name="connsiteY70" fmla="*/ 248320 h 255676"/>
                  <a:gd name="connsiteX71" fmla="*/ 80981 w 255882"/>
                  <a:gd name="connsiteY71" fmla="*/ 241652 h 255676"/>
                  <a:gd name="connsiteX72" fmla="*/ 83249 w 255882"/>
                  <a:gd name="connsiteY72" fmla="*/ 222885 h 255676"/>
                  <a:gd name="connsiteX73" fmla="*/ 78094 w 255882"/>
                  <a:gd name="connsiteY73" fmla="*/ 214155 h 255676"/>
                  <a:gd name="connsiteX74" fmla="*/ 68538 w 255882"/>
                  <a:gd name="connsiteY74" fmla="*/ 214636 h 255676"/>
                  <a:gd name="connsiteX75" fmla="*/ 55133 w 255882"/>
                  <a:gd name="connsiteY75" fmla="*/ 224810 h 255676"/>
                  <a:gd name="connsiteX76" fmla="*/ 43240 w 255882"/>
                  <a:gd name="connsiteY76" fmla="*/ 224123 h 255676"/>
                  <a:gd name="connsiteX77" fmla="*/ 42209 w 255882"/>
                  <a:gd name="connsiteY77" fmla="*/ 223091 h 255676"/>
                  <a:gd name="connsiteX78" fmla="*/ 41178 w 255882"/>
                  <a:gd name="connsiteY78" fmla="*/ 214842 h 255676"/>
                  <a:gd name="connsiteX79" fmla="*/ 50115 w 255882"/>
                  <a:gd name="connsiteY79" fmla="*/ 198893 h 255676"/>
                  <a:gd name="connsiteX80" fmla="*/ 51627 w 255882"/>
                  <a:gd name="connsiteY80" fmla="*/ 194013 h 255676"/>
                  <a:gd name="connsiteX81" fmla="*/ 39597 w 255882"/>
                  <a:gd name="connsiteY81" fmla="*/ 185420 h 255676"/>
                  <a:gd name="connsiteX82" fmla="*/ 21105 w 255882"/>
                  <a:gd name="connsiteY82" fmla="*/ 190232 h 255676"/>
                  <a:gd name="connsiteX83" fmla="*/ 15193 w 255882"/>
                  <a:gd name="connsiteY83" fmla="*/ 188238 h 255676"/>
                  <a:gd name="connsiteX84" fmla="*/ 12237 w 255882"/>
                  <a:gd name="connsiteY84" fmla="*/ 183014 h 255676"/>
                  <a:gd name="connsiteX85" fmla="*/ 14230 w 255882"/>
                  <a:gd name="connsiteY85" fmla="*/ 175314 h 255676"/>
                  <a:gd name="connsiteX86" fmla="*/ 27910 w 255882"/>
                  <a:gd name="connsiteY86" fmla="*/ 164453 h 255676"/>
                  <a:gd name="connsiteX87" fmla="*/ 31554 w 255882"/>
                  <a:gd name="connsiteY87" fmla="*/ 153385 h 255676"/>
                  <a:gd name="connsiteX88" fmla="*/ 24198 w 255882"/>
                  <a:gd name="connsiteY88" fmla="*/ 147198 h 255676"/>
                  <a:gd name="connsiteX89" fmla="*/ 6943 w 255882"/>
                  <a:gd name="connsiteY89" fmla="*/ 144861 h 255676"/>
                  <a:gd name="connsiteX90" fmla="*/ 138 w 255882"/>
                  <a:gd name="connsiteY90" fmla="*/ 140049 h 255676"/>
                  <a:gd name="connsiteX91" fmla="*/ 0 w 255882"/>
                  <a:gd name="connsiteY91" fmla="*/ 131525 h 255676"/>
                  <a:gd name="connsiteX92" fmla="*/ 5019 w 255882"/>
                  <a:gd name="connsiteY92" fmla="*/ 127881 h 255676"/>
                  <a:gd name="connsiteX93" fmla="*/ 22617 w 255882"/>
                  <a:gd name="connsiteY93" fmla="*/ 122931 h 255676"/>
                  <a:gd name="connsiteX94" fmla="*/ 28667 w 255882"/>
                  <a:gd name="connsiteY94" fmla="*/ 116194 h 255676"/>
                  <a:gd name="connsiteX95" fmla="*/ 29010 w 255882"/>
                  <a:gd name="connsiteY95" fmla="*/ 113307 h 255676"/>
                  <a:gd name="connsiteX96" fmla="*/ 25229 w 255882"/>
                  <a:gd name="connsiteY96" fmla="*/ 106295 h 255676"/>
                  <a:gd name="connsiteX97" fmla="*/ 9281 w 255882"/>
                  <a:gd name="connsiteY97" fmla="*/ 96946 h 255676"/>
                  <a:gd name="connsiteX98" fmla="*/ 5843 w 255882"/>
                  <a:gd name="connsiteY98" fmla="*/ 88560 h 255676"/>
                  <a:gd name="connsiteX99" fmla="*/ 6187 w 255882"/>
                  <a:gd name="connsiteY99" fmla="*/ 87391 h 255676"/>
                  <a:gd name="connsiteX100" fmla="*/ 15261 w 255882"/>
                  <a:gd name="connsiteY100" fmla="*/ 81135 h 255676"/>
                  <a:gd name="connsiteX101" fmla="*/ 32173 w 255882"/>
                  <a:gd name="connsiteY101" fmla="*/ 83060 h 255676"/>
                  <a:gd name="connsiteX102" fmla="*/ 40834 w 255882"/>
                  <a:gd name="connsiteY102" fmla="*/ 79073 h 255676"/>
                  <a:gd name="connsiteX103" fmla="*/ 40147 w 255882"/>
                  <a:gd name="connsiteY103" fmla="*/ 67318 h 255676"/>
                  <a:gd name="connsiteX104" fmla="*/ 29629 w 255882"/>
                  <a:gd name="connsiteY104" fmla="*/ 53363 h 255676"/>
                  <a:gd name="connsiteX105" fmla="*/ 29629 w 255882"/>
                  <a:gd name="connsiteY105" fmla="*/ 45595 h 255676"/>
                  <a:gd name="connsiteX106" fmla="*/ 33066 w 255882"/>
                  <a:gd name="connsiteY106" fmla="*/ 41745 h 255676"/>
                  <a:gd name="connsiteX107" fmla="*/ 40422 w 255882"/>
                  <a:gd name="connsiteY107" fmla="*/ 40920 h 255676"/>
                  <a:gd name="connsiteX108" fmla="*/ 56027 w 255882"/>
                  <a:gd name="connsiteY108" fmla="*/ 49719 h 255676"/>
                  <a:gd name="connsiteX109" fmla="*/ 69982 w 255882"/>
                  <a:gd name="connsiteY109" fmla="*/ 45801 h 255676"/>
                  <a:gd name="connsiteX110" fmla="*/ 70325 w 255882"/>
                  <a:gd name="connsiteY110" fmla="*/ 39751 h 255676"/>
                  <a:gd name="connsiteX111" fmla="*/ 65788 w 255882"/>
                  <a:gd name="connsiteY111" fmla="*/ 22221 h 255676"/>
                  <a:gd name="connsiteX112" fmla="*/ 69088 w 255882"/>
                  <a:gd name="connsiteY112" fmla="*/ 14110 h 255676"/>
                  <a:gd name="connsiteX113" fmla="*/ 71632 w 255882"/>
                  <a:gd name="connsiteY113" fmla="*/ 12735 h 255676"/>
                  <a:gd name="connsiteX114" fmla="*/ 81118 w 255882"/>
                  <a:gd name="connsiteY114" fmla="*/ 15072 h 255676"/>
                  <a:gd name="connsiteX115" fmla="*/ 92049 w 255882"/>
                  <a:gd name="connsiteY115" fmla="*/ 28958 h 255676"/>
                  <a:gd name="connsiteX116" fmla="*/ 106966 w 255882"/>
                  <a:gd name="connsiteY116" fmla="*/ 28890 h 255676"/>
                  <a:gd name="connsiteX117" fmla="*/ 108754 w 255882"/>
                  <a:gd name="connsiteY117" fmla="*/ 22565 h 255676"/>
                  <a:gd name="connsiteX118" fmla="*/ 110953 w 255882"/>
                  <a:gd name="connsiteY118" fmla="*/ 6479 h 255676"/>
                  <a:gd name="connsiteX119" fmla="*/ 116934 w 255882"/>
                  <a:gd name="connsiteY119" fmla="*/ 292 h 255676"/>
                  <a:gd name="connsiteX120" fmla="*/ 122296 w 255882"/>
                  <a:gd name="connsiteY120" fmla="*/ 86 h 255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255882" h="255676">
                    <a:moveTo>
                      <a:pt x="127864" y="81461"/>
                    </a:moveTo>
                    <a:cubicBezTo>
                      <a:pt x="102426" y="81461"/>
                      <a:pt x="81805" y="102082"/>
                      <a:pt x="81805" y="127520"/>
                    </a:cubicBezTo>
                    <a:cubicBezTo>
                      <a:pt x="81805" y="152958"/>
                      <a:pt x="102426" y="173579"/>
                      <a:pt x="127864" y="173579"/>
                    </a:cubicBezTo>
                    <a:cubicBezTo>
                      <a:pt x="153302" y="173579"/>
                      <a:pt x="173923" y="152958"/>
                      <a:pt x="173923" y="127520"/>
                    </a:cubicBezTo>
                    <a:cubicBezTo>
                      <a:pt x="173923" y="102082"/>
                      <a:pt x="153302" y="81461"/>
                      <a:pt x="127864" y="81461"/>
                    </a:cubicBezTo>
                    <a:close/>
                    <a:moveTo>
                      <a:pt x="122296" y="86"/>
                    </a:moveTo>
                    <a:cubicBezTo>
                      <a:pt x="124908" y="223"/>
                      <a:pt x="126696" y="1598"/>
                      <a:pt x="127383" y="4211"/>
                    </a:cubicBezTo>
                    <a:cubicBezTo>
                      <a:pt x="129033" y="10054"/>
                      <a:pt x="130752" y="15966"/>
                      <a:pt x="132401" y="21809"/>
                    </a:cubicBezTo>
                    <a:cubicBezTo>
                      <a:pt x="134120" y="27790"/>
                      <a:pt x="139070" y="30608"/>
                      <a:pt x="145188" y="29027"/>
                    </a:cubicBezTo>
                    <a:cubicBezTo>
                      <a:pt x="147181" y="28546"/>
                      <a:pt x="148350" y="27102"/>
                      <a:pt x="149312" y="25452"/>
                    </a:cubicBezTo>
                    <a:cubicBezTo>
                      <a:pt x="152475" y="20022"/>
                      <a:pt x="155706" y="14591"/>
                      <a:pt x="158937" y="9160"/>
                    </a:cubicBezTo>
                    <a:cubicBezTo>
                      <a:pt x="160999" y="5654"/>
                      <a:pt x="162786" y="4898"/>
                      <a:pt x="166705" y="5929"/>
                    </a:cubicBezTo>
                    <a:cubicBezTo>
                      <a:pt x="174542" y="7923"/>
                      <a:pt x="175573" y="9641"/>
                      <a:pt x="174404" y="18372"/>
                    </a:cubicBezTo>
                    <a:cubicBezTo>
                      <a:pt x="173717" y="23596"/>
                      <a:pt x="173098" y="28821"/>
                      <a:pt x="172479" y="34046"/>
                    </a:cubicBezTo>
                    <a:cubicBezTo>
                      <a:pt x="172410" y="34595"/>
                      <a:pt x="172410" y="35145"/>
                      <a:pt x="172479" y="35695"/>
                    </a:cubicBezTo>
                    <a:cubicBezTo>
                      <a:pt x="173373" y="41264"/>
                      <a:pt x="181828" y="45113"/>
                      <a:pt x="186434" y="41882"/>
                    </a:cubicBezTo>
                    <a:cubicBezTo>
                      <a:pt x="191659" y="38170"/>
                      <a:pt x="196677" y="34252"/>
                      <a:pt x="201764" y="30402"/>
                    </a:cubicBezTo>
                    <a:cubicBezTo>
                      <a:pt x="205476" y="27584"/>
                      <a:pt x="207333" y="27652"/>
                      <a:pt x="211045" y="30540"/>
                    </a:cubicBezTo>
                    <a:cubicBezTo>
                      <a:pt x="211526" y="30952"/>
                      <a:pt x="212007" y="31296"/>
                      <a:pt x="212488" y="31777"/>
                    </a:cubicBezTo>
                    <a:cubicBezTo>
                      <a:pt x="216819" y="35902"/>
                      <a:pt x="217025" y="37139"/>
                      <a:pt x="214069" y="42364"/>
                    </a:cubicBezTo>
                    <a:cubicBezTo>
                      <a:pt x="211251" y="47382"/>
                      <a:pt x="208570" y="52469"/>
                      <a:pt x="205614" y="57418"/>
                    </a:cubicBezTo>
                    <a:cubicBezTo>
                      <a:pt x="203483" y="61062"/>
                      <a:pt x="204445" y="64087"/>
                      <a:pt x="206783" y="67180"/>
                    </a:cubicBezTo>
                    <a:cubicBezTo>
                      <a:pt x="209120" y="70274"/>
                      <a:pt x="211801" y="71786"/>
                      <a:pt x="215719" y="70755"/>
                    </a:cubicBezTo>
                    <a:cubicBezTo>
                      <a:pt x="221769" y="69174"/>
                      <a:pt x="227818" y="67661"/>
                      <a:pt x="233799" y="66011"/>
                    </a:cubicBezTo>
                    <a:cubicBezTo>
                      <a:pt x="237649" y="64980"/>
                      <a:pt x="239367" y="65599"/>
                      <a:pt x="241498" y="68967"/>
                    </a:cubicBezTo>
                    <a:cubicBezTo>
                      <a:pt x="242461" y="70411"/>
                      <a:pt x="243286" y="71923"/>
                      <a:pt x="243836" y="73573"/>
                    </a:cubicBezTo>
                    <a:cubicBezTo>
                      <a:pt x="244867" y="76529"/>
                      <a:pt x="244385" y="78385"/>
                      <a:pt x="241911" y="80379"/>
                    </a:cubicBezTo>
                    <a:cubicBezTo>
                      <a:pt x="236755" y="84504"/>
                      <a:pt x="231668" y="88628"/>
                      <a:pt x="226443" y="92684"/>
                    </a:cubicBezTo>
                    <a:cubicBezTo>
                      <a:pt x="223831" y="94678"/>
                      <a:pt x="223144" y="97152"/>
                      <a:pt x="223694" y="100177"/>
                    </a:cubicBezTo>
                    <a:cubicBezTo>
                      <a:pt x="223900" y="101208"/>
                      <a:pt x="224244" y="102171"/>
                      <a:pt x="224519" y="103202"/>
                    </a:cubicBezTo>
                    <a:cubicBezTo>
                      <a:pt x="225412" y="106433"/>
                      <a:pt x="227543" y="108220"/>
                      <a:pt x="230843" y="108633"/>
                    </a:cubicBezTo>
                    <a:cubicBezTo>
                      <a:pt x="237099" y="109458"/>
                      <a:pt x="243354" y="110351"/>
                      <a:pt x="249541" y="111176"/>
                    </a:cubicBezTo>
                    <a:cubicBezTo>
                      <a:pt x="253254" y="111657"/>
                      <a:pt x="255178" y="113445"/>
                      <a:pt x="255591" y="117157"/>
                    </a:cubicBezTo>
                    <a:cubicBezTo>
                      <a:pt x="255797" y="118944"/>
                      <a:pt x="256003" y="120732"/>
                      <a:pt x="255797" y="122519"/>
                    </a:cubicBezTo>
                    <a:cubicBezTo>
                      <a:pt x="255453" y="125337"/>
                      <a:pt x="254010" y="126919"/>
                      <a:pt x="251398" y="127675"/>
                    </a:cubicBezTo>
                    <a:cubicBezTo>
                      <a:pt x="245554" y="129325"/>
                      <a:pt x="239642" y="130974"/>
                      <a:pt x="233799" y="132693"/>
                    </a:cubicBezTo>
                    <a:cubicBezTo>
                      <a:pt x="228093" y="134343"/>
                      <a:pt x="225481" y="138674"/>
                      <a:pt x="226650" y="144586"/>
                    </a:cubicBezTo>
                    <a:cubicBezTo>
                      <a:pt x="227062" y="146854"/>
                      <a:pt x="228368" y="148298"/>
                      <a:pt x="230293" y="149398"/>
                    </a:cubicBezTo>
                    <a:cubicBezTo>
                      <a:pt x="235655" y="152560"/>
                      <a:pt x="241017" y="155722"/>
                      <a:pt x="246448" y="158884"/>
                    </a:cubicBezTo>
                    <a:cubicBezTo>
                      <a:pt x="250435" y="161222"/>
                      <a:pt x="251054" y="162597"/>
                      <a:pt x="249954" y="167065"/>
                    </a:cubicBezTo>
                    <a:cubicBezTo>
                      <a:pt x="249885" y="167340"/>
                      <a:pt x="249885" y="167615"/>
                      <a:pt x="249816" y="167890"/>
                    </a:cubicBezTo>
                    <a:cubicBezTo>
                      <a:pt x="248166" y="173321"/>
                      <a:pt x="246310" y="176002"/>
                      <a:pt x="240123" y="174833"/>
                    </a:cubicBezTo>
                    <a:cubicBezTo>
                      <a:pt x="234555" y="173733"/>
                      <a:pt x="228849" y="173527"/>
                      <a:pt x="223212" y="172702"/>
                    </a:cubicBezTo>
                    <a:cubicBezTo>
                      <a:pt x="219225" y="172152"/>
                      <a:pt x="216613" y="173733"/>
                      <a:pt x="214688" y="177102"/>
                    </a:cubicBezTo>
                    <a:cubicBezTo>
                      <a:pt x="212695" y="180539"/>
                      <a:pt x="211801" y="183770"/>
                      <a:pt x="214551" y="187276"/>
                    </a:cubicBezTo>
                    <a:cubicBezTo>
                      <a:pt x="218263" y="192019"/>
                      <a:pt x="221838" y="196900"/>
                      <a:pt x="225481" y="201712"/>
                    </a:cubicBezTo>
                    <a:cubicBezTo>
                      <a:pt x="228506" y="205630"/>
                      <a:pt x="228506" y="207212"/>
                      <a:pt x="225481" y="211130"/>
                    </a:cubicBezTo>
                    <a:cubicBezTo>
                      <a:pt x="225343" y="211267"/>
                      <a:pt x="225206" y="211474"/>
                      <a:pt x="225068" y="211611"/>
                    </a:cubicBezTo>
                    <a:cubicBezTo>
                      <a:pt x="221081" y="215873"/>
                      <a:pt x="219500" y="217729"/>
                      <a:pt x="213245" y="213948"/>
                    </a:cubicBezTo>
                    <a:cubicBezTo>
                      <a:pt x="208432" y="211061"/>
                      <a:pt x="203345" y="208586"/>
                      <a:pt x="198602" y="205699"/>
                    </a:cubicBezTo>
                    <a:cubicBezTo>
                      <a:pt x="194684" y="203362"/>
                      <a:pt x="191659" y="204737"/>
                      <a:pt x="188565" y="207143"/>
                    </a:cubicBezTo>
                    <a:cubicBezTo>
                      <a:pt x="185472" y="209480"/>
                      <a:pt x="184234" y="212299"/>
                      <a:pt x="185334" y="216217"/>
                    </a:cubicBezTo>
                    <a:cubicBezTo>
                      <a:pt x="187053" y="222267"/>
                      <a:pt x="188565" y="228385"/>
                      <a:pt x="190078" y="234503"/>
                    </a:cubicBezTo>
                    <a:cubicBezTo>
                      <a:pt x="190903" y="237803"/>
                      <a:pt x="190215" y="239590"/>
                      <a:pt x="187397" y="241377"/>
                    </a:cubicBezTo>
                    <a:cubicBezTo>
                      <a:pt x="185884" y="242340"/>
                      <a:pt x="184303" y="243233"/>
                      <a:pt x="182585" y="243852"/>
                    </a:cubicBezTo>
                    <a:cubicBezTo>
                      <a:pt x="179560" y="244952"/>
                      <a:pt x="177360" y="244402"/>
                      <a:pt x="175366" y="241859"/>
                    </a:cubicBezTo>
                    <a:cubicBezTo>
                      <a:pt x="171585" y="237115"/>
                      <a:pt x="167805" y="232303"/>
                      <a:pt x="164024" y="227491"/>
                    </a:cubicBezTo>
                    <a:cubicBezTo>
                      <a:pt x="160380" y="222954"/>
                      <a:pt x="153781" y="222335"/>
                      <a:pt x="149381" y="226254"/>
                    </a:cubicBezTo>
                    <a:cubicBezTo>
                      <a:pt x="148213" y="227285"/>
                      <a:pt x="147663" y="228591"/>
                      <a:pt x="147456" y="230103"/>
                    </a:cubicBezTo>
                    <a:cubicBezTo>
                      <a:pt x="146563" y="236428"/>
                      <a:pt x="145532" y="242683"/>
                      <a:pt x="144844" y="249008"/>
                    </a:cubicBezTo>
                    <a:cubicBezTo>
                      <a:pt x="144432" y="252308"/>
                      <a:pt x="143126" y="254645"/>
                      <a:pt x="139895" y="255676"/>
                    </a:cubicBezTo>
                    <a:cubicBezTo>
                      <a:pt x="137145" y="255676"/>
                      <a:pt x="134326" y="255676"/>
                      <a:pt x="131577" y="255676"/>
                    </a:cubicBezTo>
                    <a:cubicBezTo>
                      <a:pt x="129652" y="254507"/>
                      <a:pt x="128552" y="252789"/>
                      <a:pt x="127933" y="250589"/>
                    </a:cubicBezTo>
                    <a:cubicBezTo>
                      <a:pt x="126283" y="244540"/>
                      <a:pt x="124427" y="238490"/>
                      <a:pt x="122777" y="232372"/>
                    </a:cubicBezTo>
                    <a:cubicBezTo>
                      <a:pt x="121884" y="229141"/>
                      <a:pt x="119890" y="227422"/>
                      <a:pt x="116659" y="227010"/>
                    </a:cubicBezTo>
                    <a:cubicBezTo>
                      <a:pt x="115422" y="226872"/>
                      <a:pt x="114184" y="226666"/>
                      <a:pt x="112947" y="226597"/>
                    </a:cubicBezTo>
                    <a:cubicBezTo>
                      <a:pt x="110060" y="226391"/>
                      <a:pt x="108066" y="227697"/>
                      <a:pt x="106622" y="230103"/>
                    </a:cubicBezTo>
                    <a:cubicBezTo>
                      <a:pt x="106072" y="230997"/>
                      <a:pt x="105591" y="231891"/>
                      <a:pt x="105041" y="232784"/>
                    </a:cubicBezTo>
                    <a:cubicBezTo>
                      <a:pt x="102154" y="237665"/>
                      <a:pt x="99335" y="242615"/>
                      <a:pt x="96380" y="247427"/>
                    </a:cubicBezTo>
                    <a:cubicBezTo>
                      <a:pt x="94798" y="250108"/>
                      <a:pt x="92873" y="250795"/>
                      <a:pt x="89849" y="250108"/>
                    </a:cubicBezTo>
                    <a:cubicBezTo>
                      <a:pt x="87993" y="249695"/>
                      <a:pt x="86274" y="249077"/>
                      <a:pt x="84555" y="248320"/>
                    </a:cubicBezTo>
                    <a:cubicBezTo>
                      <a:pt x="81531" y="246877"/>
                      <a:pt x="80568" y="245021"/>
                      <a:pt x="80981" y="241652"/>
                    </a:cubicBezTo>
                    <a:cubicBezTo>
                      <a:pt x="81737" y="235397"/>
                      <a:pt x="82356" y="229141"/>
                      <a:pt x="83249" y="222885"/>
                    </a:cubicBezTo>
                    <a:cubicBezTo>
                      <a:pt x="83868" y="218486"/>
                      <a:pt x="81531" y="216080"/>
                      <a:pt x="78094" y="214155"/>
                    </a:cubicBezTo>
                    <a:cubicBezTo>
                      <a:pt x="74725" y="212299"/>
                      <a:pt x="71700" y="212024"/>
                      <a:pt x="68538" y="214636"/>
                    </a:cubicBezTo>
                    <a:cubicBezTo>
                      <a:pt x="64139" y="218142"/>
                      <a:pt x="59533" y="221373"/>
                      <a:pt x="55133" y="224810"/>
                    </a:cubicBezTo>
                    <a:cubicBezTo>
                      <a:pt x="50665" y="228316"/>
                      <a:pt x="48740" y="229072"/>
                      <a:pt x="43240" y="224123"/>
                    </a:cubicBezTo>
                    <a:cubicBezTo>
                      <a:pt x="42897" y="223779"/>
                      <a:pt x="42553" y="223435"/>
                      <a:pt x="42209" y="223091"/>
                    </a:cubicBezTo>
                    <a:cubicBezTo>
                      <a:pt x="39528" y="220342"/>
                      <a:pt x="39253" y="218211"/>
                      <a:pt x="41178" y="214842"/>
                    </a:cubicBezTo>
                    <a:cubicBezTo>
                      <a:pt x="44134" y="209549"/>
                      <a:pt x="47159" y="204187"/>
                      <a:pt x="50115" y="198893"/>
                    </a:cubicBezTo>
                    <a:cubicBezTo>
                      <a:pt x="50940" y="197381"/>
                      <a:pt x="51833" y="195869"/>
                      <a:pt x="51627" y="194013"/>
                    </a:cubicBezTo>
                    <a:cubicBezTo>
                      <a:pt x="51146" y="188444"/>
                      <a:pt x="44959" y="184045"/>
                      <a:pt x="39597" y="185420"/>
                    </a:cubicBezTo>
                    <a:cubicBezTo>
                      <a:pt x="33410" y="187001"/>
                      <a:pt x="27223" y="188582"/>
                      <a:pt x="21105" y="190232"/>
                    </a:cubicBezTo>
                    <a:cubicBezTo>
                      <a:pt x="18630" y="190919"/>
                      <a:pt x="16774" y="190163"/>
                      <a:pt x="15193" y="188238"/>
                    </a:cubicBezTo>
                    <a:cubicBezTo>
                      <a:pt x="13887" y="186657"/>
                      <a:pt x="13062" y="184870"/>
                      <a:pt x="12237" y="183014"/>
                    </a:cubicBezTo>
                    <a:cubicBezTo>
                      <a:pt x="10862" y="179783"/>
                      <a:pt x="11481" y="177445"/>
                      <a:pt x="14230" y="175314"/>
                    </a:cubicBezTo>
                    <a:cubicBezTo>
                      <a:pt x="18767" y="171671"/>
                      <a:pt x="23373" y="168096"/>
                      <a:pt x="27910" y="164453"/>
                    </a:cubicBezTo>
                    <a:cubicBezTo>
                      <a:pt x="32722" y="160741"/>
                      <a:pt x="33135" y="159159"/>
                      <a:pt x="31554" y="153385"/>
                    </a:cubicBezTo>
                    <a:cubicBezTo>
                      <a:pt x="30454" y="149604"/>
                      <a:pt x="28185" y="147611"/>
                      <a:pt x="24198" y="147198"/>
                    </a:cubicBezTo>
                    <a:cubicBezTo>
                      <a:pt x="18424" y="146579"/>
                      <a:pt x="12718" y="145479"/>
                      <a:pt x="6943" y="144861"/>
                    </a:cubicBezTo>
                    <a:cubicBezTo>
                      <a:pt x="3644" y="144517"/>
                      <a:pt x="1306" y="143211"/>
                      <a:pt x="138" y="140049"/>
                    </a:cubicBezTo>
                    <a:cubicBezTo>
                      <a:pt x="0" y="137093"/>
                      <a:pt x="0" y="134343"/>
                      <a:pt x="0" y="131525"/>
                    </a:cubicBezTo>
                    <a:cubicBezTo>
                      <a:pt x="1100" y="129462"/>
                      <a:pt x="2819" y="128431"/>
                      <a:pt x="5019" y="127881"/>
                    </a:cubicBezTo>
                    <a:cubicBezTo>
                      <a:pt x="10931" y="126300"/>
                      <a:pt x="16705" y="124513"/>
                      <a:pt x="22617" y="122931"/>
                    </a:cubicBezTo>
                    <a:cubicBezTo>
                      <a:pt x="26192" y="121969"/>
                      <a:pt x="28323" y="119975"/>
                      <a:pt x="28667" y="116194"/>
                    </a:cubicBezTo>
                    <a:cubicBezTo>
                      <a:pt x="28735" y="115232"/>
                      <a:pt x="28873" y="114270"/>
                      <a:pt x="29010" y="113307"/>
                    </a:cubicBezTo>
                    <a:cubicBezTo>
                      <a:pt x="29354" y="110076"/>
                      <a:pt x="27910" y="107876"/>
                      <a:pt x="25229" y="106295"/>
                    </a:cubicBezTo>
                    <a:cubicBezTo>
                      <a:pt x="19867" y="103202"/>
                      <a:pt x="14574" y="100040"/>
                      <a:pt x="9281" y="96946"/>
                    </a:cubicBezTo>
                    <a:cubicBezTo>
                      <a:pt x="5362" y="94678"/>
                      <a:pt x="4675" y="92959"/>
                      <a:pt x="5843" y="88560"/>
                    </a:cubicBezTo>
                    <a:cubicBezTo>
                      <a:pt x="5981" y="88147"/>
                      <a:pt x="6050" y="87735"/>
                      <a:pt x="6187" y="87391"/>
                    </a:cubicBezTo>
                    <a:cubicBezTo>
                      <a:pt x="7906" y="81685"/>
                      <a:pt x="9418" y="80585"/>
                      <a:pt x="15261" y="81135"/>
                    </a:cubicBezTo>
                    <a:cubicBezTo>
                      <a:pt x="20898" y="81685"/>
                      <a:pt x="26535" y="82304"/>
                      <a:pt x="32173" y="83060"/>
                    </a:cubicBezTo>
                    <a:cubicBezTo>
                      <a:pt x="36641" y="83610"/>
                      <a:pt x="38566" y="82854"/>
                      <a:pt x="40834" y="79073"/>
                    </a:cubicBezTo>
                    <a:cubicBezTo>
                      <a:pt x="44065" y="73848"/>
                      <a:pt x="43928" y="72198"/>
                      <a:pt x="40147" y="67318"/>
                    </a:cubicBezTo>
                    <a:cubicBezTo>
                      <a:pt x="36572" y="62712"/>
                      <a:pt x="33066" y="58037"/>
                      <a:pt x="29629" y="53363"/>
                    </a:cubicBezTo>
                    <a:cubicBezTo>
                      <a:pt x="27567" y="50613"/>
                      <a:pt x="27567" y="48344"/>
                      <a:pt x="29629" y="45595"/>
                    </a:cubicBezTo>
                    <a:cubicBezTo>
                      <a:pt x="30660" y="44220"/>
                      <a:pt x="31760" y="42845"/>
                      <a:pt x="33066" y="41745"/>
                    </a:cubicBezTo>
                    <a:cubicBezTo>
                      <a:pt x="35678" y="39545"/>
                      <a:pt x="37466" y="39270"/>
                      <a:pt x="40422" y="40920"/>
                    </a:cubicBezTo>
                    <a:cubicBezTo>
                      <a:pt x="45646" y="43807"/>
                      <a:pt x="51008" y="46488"/>
                      <a:pt x="56027" y="49719"/>
                    </a:cubicBezTo>
                    <a:cubicBezTo>
                      <a:pt x="61801" y="53431"/>
                      <a:pt x="65788" y="50957"/>
                      <a:pt x="69982" y="45801"/>
                    </a:cubicBezTo>
                    <a:cubicBezTo>
                      <a:pt x="71357" y="44082"/>
                      <a:pt x="70875" y="41814"/>
                      <a:pt x="70325" y="39751"/>
                    </a:cubicBezTo>
                    <a:cubicBezTo>
                      <a:pt x="68813" y="33908"/>
                      <a:pt x="67301" y="28065"/>
                      <a:pt x="65788" y="22221"/>
                    </a:cubicBezTo>
                    <a:cubicBezTo>
                      <a:pt x="64688" y="18028"/>
                      <a:pt x="65376" y="16309"/>
                      <a:pt x="69088" y="14110"/>
                    </a:cubicBezTo>
                    <a:cubicBezTo>
                      <a:pt x="69913" y="13628"/>
                      <a:pt x="70738" y="13147"/>
                      <a:pt x="71632" y="12735"/>
                    </a:cubicBezTo>
                    <a:cubicBezTo>
                      <a:pt x="76100" y="10672"/>
                      <a:pt x="78094" y="11154"/>
                      <a:pt x="81118" y="15072"/>
                    </a:cubicBezTo>
                    <a:cubicBezTo>
                      <a:pt x="84762" y="19678"/>
                      <a:pt x="88405" y="24353"/>
                      <a:pt x="92049" y="28958"/>
                    </a:cubicBezTo>
                    <a:cubicBezTo>
                      <a:pt x="95486" y="33221"/>
                      <a:pt x="103529" y="33221"/>
                      <a:pt x="106966" y="28890"/>
                    </a:cubicBezTo>
                    <a:cubicBezTo>
                      <a:pt x="108410" y="27034"/>
                      <a:pt x="108410" y="24696"/>
                      <a:pt x="108754" y="22565"/>
                    </a:cubicBezTo>
                    <a:cubicBezTo>
                      <a:pt x="109578" y="17203"/>
                      <a:pt x="110266" y="11841"/>
                      <a:pt x="110953" y="6479"/>
                    </a:cubicBezTo>
                    <a:cubicBezTo>
                      <a:pt x="111503" y="2217"/>
                      <a:pt x="112672" y="1048"/>
                      <a:pt x="116934" y="292"/>
                    </a:cubicBezTo>
                    <a:cubicBezTo>
                      <a:pt x="118721" y="-52"/>
                      <a:pt x="120509" y="-52"/>
                      <a:pt x="122296" y="86"/>
                    </a:cubicBezTo>
                    <a:close/>
                  </a:path>
                </a:pathLst>
              </a:custGeom>
              <a:solidFill>
                <a:schemeClr val="bg1"/>
              </a:solidFill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B709E326-94C9-4F3D-9DF9-72EE68F8DD51}"/>
              </a:ext>
            </a:extLst>
          </p:cNvPr>
          <p:cNvGrpSpPr/>
          <p:nvPr/>
        </p:nvGrpSpPr>
        <p:grpSpPr>
          <a:xfrm>
            <a:off x="9075559" y="2981015"/>
            <a:ext cx="3046078" cy="3734081"/>
            <a:chOff x="9087758" y="3138062"/>
            <a:chExt cx="3046078" cy="3734081"/>
          </a:xfrm>
        </p:grpSpPr>
        <p:grpSp>
          <p:nvGrpSpPr>
            <p:cNvPr id="136" name="Group 135">
              <a:extLst>
                <a:ext uri="{FF2B5EF4-FFF2-40B4-BE49-F238E27FC236}">
                  <a16:creationId xmlns="" xmlns:a16="http://schemas.microsoft.com/office/drawing/2014/main" id="{E34B25F4-A622-4E94-91F2-EE926E055A3A}"/>
                </a:ext>
              </a:extLst>
            </p:cNvPr>
            <p:cNvGrpSpPr/>
            <p:nvPr/>
          </p:nvGrpSpPr>
          <p:grpSpPr>
            <a:xfrm rot="2947662" flipH="1">
              <a:off x="9383082" y="3263151"/>
              <a:ext cx="827730" cy="577552"/>
              <a:chOff x="5405974" y="1533288"/>
              <a:chExt cx="608646" cy="424685"/>
            </a:xfrm>
          </p:grpSpPr>
          <p:sp>
            <p:nvSpPr>
              <p:cNvPr id="140" name="Trapezoid 139">
                <a:extLst>
                  <a:ext uri="{FF2B5EF4-FFF2-40B4-BE49-F238E27FC236}">
                    <a16:creationId xmlns="" xmlns:a16="http://schemas.microsoft.com/office/drawing/2014/main" id="{8CF2E195-A136-4A42-B1B4-0B0148CDFE1A}"/>
                  </a:ext>
                </a:extLst>
              </p:cNvPr>
              <p:cNvSpPr/>
              <p:nvPr/>
            </p:nvSpPr>
            <p:spPr>
              <a:xfrm rot="5912136" flipH="1">
                <a:off x="5633173" y="1617814"/>
                <a:ext cx="141626" cy="93186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Trapezoid 140">
                <a:extLst>
                  <a:ext uri="{FF2B5EF4-FFF2-40B4-BE49-F238E27FC236}">
                    <a16:creationId xmlns="" xmlns:a16="http://schemas.microsoft.com/office/drawing/2014/main" id="{0B124FED-97B6-4F06-9731-9D29B0561BC7}"/>
                  </a:ext>
                </a:extLst>
              </p:cNvPr>
              <p:cNvSpPr/>
              <p:nvPr/>
            </p:nvSpPr>
            <p:spPr>
              <a:xfrm rot="7277434" flipH="1">
                <a:off x="5857778" y="1735728"/>
                <a:ext cx="103331" cy="96694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Trapezoid 141">
                <a:extLst>
                  <a:ext uri="{FF2B5EF4-FFF2-40B4-BE49-F238E27FC236}">
                    <a16:creationId xmlns="" xmlns:a16="http://schemas.microsoft.com/office/drawing/2014/main" id="{0EA6782A-0670-41FA-9AE6-7B65C293465D}"/>
                  </a:ext>
                </a:extLst>
              </p:cNvPr>
              <p:cNvSpPr/>
              <p:nvPr/>
            </p:nvSpPr>
            <p:spPr>
              <a:xfrm rot="5912136" flipH="1">
                <a:off x="5438996" y="1500266"/>
                <a:ext cx="200130" cy="266173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Trapezoid 143">
                <a:extLst>
                  <a:ext uri="{FF2B5EF4-FFF2-40B4-BE49-F238E27FC236}">
                    <a16:creationId xmlns="" xmlns:a16="http://schemas.microsoft.com/office/drawing/2014/main" id="{3337CC3D-84B2-4AD8-B61E-01ED6854D66D}"/>
                  </a:ext>
                </a:extLst>
              </p:cNvPr>
              <p:cNvSpPr/>
              <p:nvPr/>
            </p:nvSpPr>
            <p:spPr>
              <a:xfrm rot="8867088" flipH="1">
                <a:off x="5921123" y="1778027"/>
                <a:ext cx="93497" cy="179946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Trapezoid 142">
                <a:extLst>
                  <a:ext uri="{FF2B5EF4-FFF2-40B4-BE49-F238E27FC236}">
                    <a16:creationId xmlns="" xmlns:a16="http://schemas.microsoft.com/office/drawing/2014/main" id="{04327686-E7B8-4F3B-9E28-57504EB680BD}"/>
                  </a:ext>
                </a:extLst>
              </p:cNvPr>
              <p:cNvSpPr/>
              <p:nvPr/>
            </p:nvSpPr>
            <p:spPr>
              <a:xfrm rot="7277434" flipH="1">
                <a:off x="5727739" y="1619233"/>
                <a:ext cx="146016" cy="194202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="" xmlns:a16="http://schemas.microsoft.com/office/drawing/2014/main" id="{79385788-1A56-4FAA-99BB-4D1E186F07D4}"/>
                </a:ext>
              </a:extLst>
            </p:cNvPr>
            <p:cNvGrpSpPr/>
            <p:nvPr/>
          </p:nvGrpSpPr>
          <p:grpSpPr>
            <a:xfrm rot="7415005" flipH="1">
              <a:off x="9775096" y="5495950"/>
              <a:ext cx="688855" cy="2063532"/>
              <a:chOff x="391500" y="630207"/>
              <a:chExt cx="531845" cy="1593193"/>
            </a:xfrm>
          </p:grpSpPr>
          <p:sp>
            <p:nvSpPr>
              <p:cNvPr id="162" name="Rectangle: Rounded Corners 161">
                <a:extLst>
                  <a:ext uri="{FF2B5EF4-FFF2-40B4-BE49-F238E27FC236}">
                    <a16:creationId xmlns="" xmlns:a16="http://schemas.microsoft.com/office/drawing/2014/main" id="{21F8A59E-C6F6-4724-87EE-8E94B37F3CBB}"/>
                  </a:ext>
                </a:extLst>
              </p:cNvPr>
              <p:cNvSpPr/>
              <p:nvPr/>
            </p:nvSpPr>
            <p:spPr>
              <a:xfrm rot="20495611">
                <a:off x="400452" y="630207"/>
                <a:ext cx="522893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tangle: Rounded Corners 162">
                <a:extLst>
                  <a:ext uri="{FF2B5EF4-FFF2-40B4-BE49-F238E27FC236}">
                    <a16:creationId xmlns="" xmlns:a16="http://schemas.microsoft.com/office/drawing/2014/main" id="{0A417290-EEF9-41B0-B262-7A482058F11B}"/>
                  </a:ext>
                </a:extLst>
              </p:cNvPr>
              <p:cNvSpPr/>
              <p:nvPr/>
            </p:nvSpPr>
            <p:spPr>
              <a:xfrm rot="20495611">
                <a:off x="391500" y="684262"/>
                <a:ext cx="191608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1" name="Group 130">
              <a:extLst>
                <a:ext uri="{FF2B5EF4-FFF2-40B4-BE49-F238E27FC236}">
                  <a16:creationId xmlns="" xmlns:a16="http://schemas.microsoft.com/office/drawing/2014/main" id="{5D84579D-4389-4EC7-A4CB-9681E03F82B8}"/>
                </a:ext>
              </a:extLst>
            </p:cNvPr>
            <p:cNvGrpSpPr/>
            <p:nvPr/>
          </p:nvGrpSpPr>
          <p:grpSpPr>
            <a:xfrm rot="13514546" flipH="1">
              <a:off x="10293888" y="3976487"/>
              <a:ext cx="729571" cy="2548346"/>
              <a:chOff x="391500" y="630207"/>
              <a:chExt cx="531845" cy="1593193"/>
            </a:xfrm>
          </p:grpSpPr>
          <p:sp>
            <p:nvSpPr>
              <p:cNvPr id="160" name="Rectangle: Rounded Corners 159">
                <a:extLst>
                  <a:ext uri="{FF2B5EF4-FFF2-40B4-BE49-F238E27FC236}">
                    <a16:creationId xmlns="" xmlns:a16="http://schemas.microsoft.com/office/drawing/2014/main" id="{1267AEE3-0B9A-4F04-9A01-D73730080DA0}"/>
                  </a:ext>
                </a:extLst>
              </p:cNvPr>
              <p:cNvSpPr/>
              <p:nvPr/>
            </p:nvSpPr>
            <p:spPr>
              <a:xfrm rot="20495611">
                <a:off x="400452" y="630207"/>
                <a:ext cx="522893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: Rounded Corners 160">
                <a:extLst>
                  <a:ext uri="{FF2B5EF4-FFF2-40B4-BE49-F238E27FC236}">
                    <a16:creationId xmlns="" xmlns:a16="http://schemas.microsoft.com/office/drawing/2014/main" id="{D2EC9984-CBE1-4789-B02E-812C1985D0FD}"/>
                  </a:ext>
                </a:extLst>
              </p:cNvPr>
              <p:cNvSpPr/>
              <p:nvPr/>
            </p:nvSpPr>
            <p:spPr>
              <a:xfrm rot="20495611">
                <a:off x="391500" y="684262"/>
                <a:ext cx="191608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="" xmlns:a16="http://schemas.microsoft.com/office/drawing/2014/main" id="{BB75C2C5-EC3E-4D2E-A7B9-0C388DE0B877}"/>
                </a:ext>
              </a:extLst>
            </p:cNvPr>
            <p:cNvGrpSpPr/>
            <p:nvPr/>
          </p:nvGrpSpPr>
          <p:grpSpPr>
            <a:xfrm rot="6515991" flipH="1">
              <a:off x="9133139" y="5347988"/>
              <a:ext cx="926547" cy="926547"/>
              <a:chOff x="121429" y="411152"/>
              <a:chExt cx="607378" cy="607378"/>
            </a:xfrm>
          </p:grpSpPr>
          <p:sp>
            <p:nvSpPr>
              <p:cNvPr id="156" name="Oval 155">
                <a:extLst>
                  <a:ext uri="{FF2B5EF4-FFF2-40B4-BE49-F238E27FC236}">
                    <a16:creationId xmlns="" xmlns:a16="http://schemas.microsoft.com/office/drawing/2014/main" id="{484A35F0-BD57-4A3A-A86D-7CDC896DFDE8}"/>
                  </a:ext>
                </a:extLst>
              </p:cNvPr>
              <p:cNvSpPr/>
              <p:nvPr/>
            </p:nvSpPr>
            <p:spPr>
              <a:xfrm>
                <a:off x="121429" y="411152"/>
                <a:ext cx="607378" cy="607378"/>
              </a:xfrm>
              <a:prstGeom prst="ellipse">
                <a:avLst/>
              </a:prstGeom>
              <a:solidFill>
                <a:schemeClr val="accent2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="" xmlns:a16="http://schemas.microsoft.com/office/drawing/2014/main" id="{D3180975-4EF8-4D47-8846-45CD19732CF1}"/>
                  </a:ext>
                </a:extLst>
              </p:cNvPr>
              <p:cNvSpPr/>
              <p:nvPr/>
            </p:nvSpPr>
            <p:spPr>
              <a:xfrm>
                <a:off x="186934" y="476657"/>
                <a:ext cx="476369" cy="476369"/>
              </a:xfrm>
              <a:custGeom>
                <a:avLst/>
                <a:gdLst>
                  <a:gd name="connsiteX0" fmla="*/ 977265 w 1950394"/>
                  <a:gd name="connsiteY0" fmla="*/ 1954006 h 1950394"/>
                  <a:gd name="connsiteX1" fmla="*/ 4 w 1950394"/>
                  <a:gd name="connsiteY1" fmla="*/ 977261 h 1950394"/>
                  <a:gd name="connsiteX2" fmla="*/ 976749 w 1950394"/>
                  <a:gd name="connsiteY2" fmla="*/ 0 h 1950394"/>
                  <a:gd name="connsiteX3" fmla="*/ 1953494 w 1950394"/>
                  <a:gd name="connsiteY3" fmla="*/ 976229 h 1950394"/>
                  <a:gd name="connsiteX4" fmla="*/ 977265 w 1950394"/>
                  <a:gd name="connsiteY4" fmla="*/ 1954006 h 1950394"/>
                  <a:gd name="connsiteX5" fmla="*/ 1198104 w 1950394"/>
                  <a:gd name="connsiteY5" fmla="*/ 1613977 h 1950394"/>
                  <a:gd name="connsiteX6" fmla="*/ 1221839 w 1950394"/>
                  <a:gd name="connsiteY6" fmla="*/ 1574763 h 1950394"/>
                  <a:gd name="connsiteX7" fmla="*/ 1240930 w 1950394"/>
                  <a:gd name="connsiteY7" fmla="*/ 1566507 h 1950394"/>
                  <a:gd name="connsiteX8" fmla="*/ 1257957 w 1950394"/>
                  <a:gd name="connsiteY8" fmla="*/ 1569603 h 1950394"/>
                  <a:gd name="connsiteX9" fmla="*/ 1298203 w 1950394"/>
                  <a:gd name="connsiteY9" fmla="*/ 1624297 h 1950394"/>
                  <a:gd name="connsiteX10" fmla="*/ 1311619 w 1950394"/>
                  <a:gd name="connsiteY10" fmla="*/ 1629456 h 1950394"/>
                  <a:gd name="connsiteX11" fmla="*/ 1375084 w 1950394"/>
                  <a:gd name="connsiteY11" fmla="*/ 1592822 h 1950394"/>
                  <a:gd name="connsiteX12" fmla="*/ 1377148 w 1950394"/>
                  <a:gd name="connsiteY12" fmla="*/ 1578891 h 1950394"/>
                  <a:gd name="connsiteX13" fmla="*/ 1349285 w 1950394"/>
                  <a:gd name="connsiteY13" fmla="*/ 1515426 h 1950394"/>
                  <a:gd name="connsiteX14" fmla="*/ 1353413 w 1950394"/>
                  <a:gd name="connsiteY14" fmla="*/ 1502010 h 1950394"/>
                  <a:gd name="connsiteX15" fmla="*/ 1385919 w 1950394"/>
                  <a:gd name="connsiteY15" fmla="*/ 1476727 h 1950394"/>
                  <a:gd name="connsiteX16" fmla="*/ 1400883 w 1950394"/>
                  <a:gd name="connsiteY16" fmla="*/ 1476727 h 1950394"/>
                  <a:gd name="connsiteX17" fmla="*/ 1452996 w 1950394"/>
                  <a:gd name="connsiteY17" fmla="*/ 1518005 h 1950394"/>
                  <a:gd name="connsiteX18" fmla="*/ 1470024 w 1950394"/>
                  <a:gd name="connsiteY18" fmla="*/ 1519553 h 1950394"/>
                  <a:gd name="connsiteX19" fmla="*/ 1519041 w 1950394"/>
                  <a:gd name="connsiteY19" fmla="*/ 1470535 h 1950394"/>
                  <a:gd name="connsiteX20" fmla="*/ 1518010 w 1950394"/>
                  <a:gd name="connsiteY20" fmla="*/ 1453508 h 1950394"/>
                  <a:gd name="connsiteX21" fmla="*/ 1475699 w 1950394"/>
                  <a:gd name="connsiteY21" fmla="*/ 1400363 h 1950394"/>
                  <a:gd name="connsiteX22" fmla="*/ 1476215 w 1950394"/>
                  <a:gd name="connsiteY22" fmla="*/ 1386431 h 1950394"/>
                  <a:gd name="connsiteX23" fmla="*/ 1501498 w 1950394"/>
                  <a:gd name="connsiteY23" fmla="*/ 1353925 h 1950394"/>
                  <a:gd name="connsiteX24" fmla="*/ 1515946 w 1950394"/>
                  <a:gd name="connsiteY24" fmla="*/ 1349797 h 1950394"/>
                  <a:gd name="connsiteX25" fmla="*/ 1579411 w 1950394"/>
                  <a:gd name="connsiteY25" fmla="*/ 1377660 h 1950394"/>
                  <a:gd name="connsiteX26" fmla="*/ 1592310 w 1950394"/>
                  <a:gd name="connsiteY26" fmla="*/ 1375596 h 1950394"/>
                  <a:gd name="connsiteX27" fmla="*/ 1628945 w 1950394"/>
                  <a:gd name="connsiteY27" fmla="*/ 1312130 h 1950394"/>
                  <a:gd name="connsiteX28" fmla="*/ 1623785 w 1950394"/>
                  <a:gd name="connsiteY28" fmla="*/ 1298199 h 1950394"/>
                  <a:gd name="connsiteX29" fmla="*/ 1577863 w 1950394"/>
                  <a:gd name="connsiteY29" fmla="*/ 1265692 h 1950394"/>
                  <a:gd name="connsiteX30" fmla="*/ 1571155 w 1950394"/>
                  <a:gd name="connsiteY30" fmla="*/ 1230090 h 1950394"/>
                  <a:gd name="connsiteX31" fmla="*/ 1579927 w 1950394"/>
                  <a:gd name="connsiteY31" fmla="*/ 1208419 h 1950394"/>
                  <a:gd name="connsiteX32" fmla="*/ 1596438 w 1950394"/>
                  <a:gd name="connsiteY32" fmla="*/ 1197583 h 1950394"/>
                  <a:gd name="connsiteX33" fmla="*/ 1660935 w 1950394"/>
                  <a:gd name="connsiteY33" fmla="*/ 1207387 h 1950394"/>
                  <a:gd name="connsiteX34" fmla="*/ 1675383 w 1950394"/>
                  <a:gd name="connsiteY34" fmla="*/ 1201195 h 1950394"/>
                  <a:gd name="connsiteX35" fmla="*/ 1693442 w 1950394"/>
                  <a:gd name="connsiteY35" fmla="*/ 1132570 h 1950394"/>
                  <a:gd name="connsiteX36" fmla="*/ 1684154 w 1950394"/>
                  <a:gd name="connsiteY36" fmla="*/ 1119155 h 1950394"/>
                  <a:gd name="connsiteX37" fmla="*/ 1621205 w 1950394"/>
                  <a:gd name="connsiteY37" fmla="*/ 1093872 h 1950394"/>
                  <a:gd name="connsiteX38" fmla="*/ 1614497 w 1950394"/>
                  <a:gd name="connsiteY38" fmla="*/ 1083037 h 1950394"/>
                  <a:gd name="connsiteX39" fmla="*/ 1620173 w 1950394"/>
                  <a:gd name="connsiteY39" fmla="*/ 1042274 h 1950394"/>
                  <a:gd name="connsiteX40" fmla="*/ 1632557 w 1950394"/>
                  <a:gd name="connsiteY40" fmla="*/ 1029891 h 1950394"/>
                  <a:gd name="connsiteX41" fmla="*/ 1696022 w 1950394"/>
                  <a:gd name="connsiteY41" fmla="*/ 1022667 h 1950394"/>
                  <a:gd name="connsiteX42" fmla="*/ 1709437 w 1950394"/>
                  <a:gd name="connsiteY42" fmla="*/ 1010800 h 1950394"/>
                  <a:gd name="connsiteX43" fmla="*/ 1709437 w 1950394"/>
                  <a:gd name="connsiteY43" fmla="*/ 943723 h 1950394"/>
                  <a:gd name="connsiteX44" fmla="*/ 1694990 w 1950394"/>
                  <a:gd name="connsiteY44" fmla="*/ 931339 h 1950394"/>
                  <a:gd name="connsiteX45" fmla="*/ 1650616 w 1950394"/>
                  <a:gd name="connsiteY45" fmla="*/ 928243 h 1950394"/>
                  <a:gd name="connsiteX46" fmla="*/ 1618109 w 1950394"/>
                  <a:gd name="connsiteY46" fmla="*/ 892125 h 1950394"/>
                  <a:gd name="connsiteX47" fmla="*/ 1615013 w 1950394"/>
                  <a:gd name="connsiteY47" fmla="*/ 874582 h 1950394"/>
                  <a:gd name="connsiteX48" fmla="*/ 1622753 w 1950394"/>
                  <a:gd name="connsiteY48" fmla="*/ 859102 h 1950394"/>
                  <a:gd name="connsiteX49" fmla="*/ 1684670 w 1950394"/>
                  <a:gd name="connsiteY49" fmla="*/ 834851 h 1950394"/>
                  <a:gd name="connsiteX50" fmla="*/ 1693442 w 1950394"/>
                  <a:gd name="connsiteY50" fmla="*/ 821952 h 1950394"/>
                  <a:gd name="connsiteX51" fmla="*/ 1674867 w 1950394"/>
                  <a:gd name="connsiteY51" fmla="*/ 753327 h 1950394"/>
                  <a:gd name="connsiteX52" fmla="*/ 1659903 w 1950394"/>
                  <a:gd name="connsiteY52" fmla="*/ 746619 h 1950394"/>
                  <a:gd name="connsiteX53" fmla="*/ 1594374 w 1950394"/>
                  <a:gd name="connsiteY53" fmla="*/ 756423 h 1950394"/>
                  <a:gd name="connsiteX54" fmla="*/ 1580443 w 1950394"/>
                  <a:gd name="connsiteY54" fmla="*/ 747651 h 1950394"/>
                  <a:gd name="connsiteX55" fmla="*/ 1565995 w 1950394"/>
                  <a:gd name="connsiteY55" fmla="*/ 713081 h 1950394"/>
                  <a:gd name="connsiteX56" fmla="*/ 1570123 w 1950394"/>
                  <a:gd name="connsiteY56" fmla="*/ 696054 h 1950394"/>
                  <a:gd name="connsiteX57" fmla="*/ 1623269 w 1950394"/>
                  <a:gd name="connsiteY57" fmla="*/ 656323 h 1950394"/>
                  <a:gd name="connsiteX58" fmla="*/ 1628429 w 1950394"/>
                  <a:gd name="connsiteY58" fmla="*/ 641876 h 1950394"/>
                  <a:gd name="connsiteX59" fmla="*/ 1592310 w 1950394"/>
                  <a:gd name="connsiteY59" fmla="*/ 579443 h 1950394"/>
                  <a:gd name="connsiteX60" fmla="*/ 1578379 w 1950394"/>
                  <a:gd name="connsiteY60" fmla="*/ 576863 h 1950394"/>
                  <a:gd name="connsiteX61" fmla="*/ 1532457 w 1950394"/>
                  <a:gd name="connsiteY61" fmla="*/ 599050 h 1950394"/>
                  <a:gd name="connsiteX62" fmla="*/ 1490147 w 1950394"/>
                  <a:gd name="connsiteY62" fmla="*/ 585118 h 1950394"/>
                  <a:gd name="connsiteX63" fmla="*/ 1477247 w 1950394"/>
                  <a:gd name="connsiteY63" fmla="*/ 569123 h 1950394"/>
                  <a:gd name="connsiteX64" fmla="*/ 1476731 w 1950394"/>
                  <a:gd name="connsiteY64" fmla="*/ 552096 h 1950394"/>
                  <a:gd name="connsiteX65" fmla="*/ 1518525 w 1950394"/>
                  <a:gd name="connsiteY65" fmla="*/ 499982 h 1950394"/>
                  <a:gd name="connsiteX66" fmla="*/ 1519557 w 1950394"/>
                  <a:gd name="connsiteY66" fmla="*/ 483987 h 1950394"/>
                  <a:gd name="connsiteX67" fmla="*/ 1470540 w 1950394"/>
                  <a:gd name="connsiteY67" fmla="*/ 434453 h 1950394"/>
                  <a:gd name="connsiteX68" fmla="*/ 1452480 w 1950394"/>
                  <a:gd name="connsiteY68" fmla="*/ 436001 h 1950394"/>
                  <a:gd name="connsiteX69" fmla="*/ 1418942 w 1950394"/>
                  <a:gd name="connsiteY69" fmla="*/ 465412 h 1950394"/>
                  <a:gd name="connsiteX70" fmla="*/ 1369408 w 1950394"/>
                  <a:gd name="connsiteY70" fmla="*/ 463348 h 1950394"/>
                  <a:gd name="connsiteX71" fmla="*/ 1354961 w 1950394"/>
                  <a:gd name="connsiteY71" fmla="*/ 452512 h 1950394"/>
                  <a:gd name="connsiteX72" fmla="*/ 1349801 w 1950394"/>
                  <a:gd name="connsiteY72" fmla="*/ 436001 h 1950394"/>
                  <a:gd name="connsiteX73" fmla="*/ 1377148 w 1950394"/>
                  <a:gd name="connsiteY73" fmla="*/ 374084 h 1950394"/>
                  <a:gd name="connsiteX74" fmla="*/ 1374052 w 1950394"/>
                  <a:gd name="connsiteY74" fmla="*/ 360152 h 1950394"/>
                  <a:gd name="connsiteX75" fmla="*/ 1312651 w 1950394"/>
                  <a:gd name="connsiteY75" fmla="*/ 324550 h 1950394"/>
                  <a:gd name="connsiteX76" fmla="*/ 1296655 w 1950394"/>
                  <a:gd name="connsiteY76" fmla="*/ 329193 h 1950394"/>
                  <a:gd name="connsiteX77" fmla="*/ 1256925 w 1950394"/>
                  <a:gd name="connsiteY77" fmla="*/ 382855 h 1950394"/>
                  <a:gd name="connsiteX78" fmla="*/ 1238866 w 1950394"/>
                  <a:gd name="connsiteY78" fmla="*/ 386467 h 1950394"/>
                  <a:gd name="connsiteX79" fmla="*/ 1206875 w 1950394"/>
                  <a:gd name="connsiteY79" fmla="*/ 373052 h 1950394"/>
                  <a:gd name="connsiteX80" fmla="*/ 1196556 w 1950394"/>
                  <a:gd name="connsiteY80" fmla="*/ 357572 h 1950394"/>
                  <a:gd name="connsiteX81" fmla="*/ 1206359 w 1950394"/>
                  <a:gd name="connsiteY81" fmla="*/ 293075 h 1950394"/>
                  <a:gd name="connsiteX82" fmla="*/ 1199652 w 1950394"/>
                  <a:gd name="connsiteY82" fmla="*/ 278112 h 1950394"/>
                  <a:gd name="connsiteX83" fmla="*/ 1131027 w 1950394"/>
                  <a:gd name="connsiteY83" fmla="*/ 259537 h 1950394"/>
                  <a:gd name="connsiteX84" fmla="*/ 1118127 w 1950394"/>
                  <a:gd name="connsiteY84" fmla="*/ 268308 h 1950394"/>
                  <a:gd name="connsiteX85" fmla="*/ 1093360 w 1950394"/>
                  <a:gd name="connsiteY85" fmla="*/ 331258 h 1950394"/>
                  <a:gd name="connsiteX86" fmla="*/ 1079945 w 1950394"/>
                  <a:gd name="connsiteY86" fmla="*/ 338481 h 1950394"/>
                  <a:gd name="connsiteX87" fmla="*/ 1042794 w 1950394"/>
                  <a:gd name="connsiteY87" fmla="*/ 333837 h 1950394"/>
                  <a:gd name="connsiteX88" fmla="*/ 1028347 w 1950394"/>
                  <a:gd name="connsiteY88" fmla="*/ 320422 h 1950394"/>
                  <a:gd name="connsiteX89" fmla="*/ 1021123 w 1950394"/>
                  <a:gd name="connsiteY89" fmla="*/ 257989 h 1950394"/>
                  <a:gd name="connsiteX90" fmla="*/ 1008740 w 1950394"/>
                  <a:gd name="connsiteY90" fmla="*/ 243541 h 1950394"/>
                  <a:gd name="connsiteX91" fmla="*/ 941663 w 1950394"/>
                  <a:gd name="connsiteY91" fmla="*/ 243541 h 1950394"/>
                  <a:gd name="connsiteX92" fmla="*/ 929795 w 1950394"/>
                  <a:gd name="connsiteY92" fmla="*/ 256957 h 1950394"/>
                  <a:gd name="connsiteX93" fmla="*/ 922572 w 1950394"/>
                  <a:gd name="connsiteY93" fmla="*/ 320422 h 1950394"/>
                  <a:gd name="connsiteX94" fmla="*/ 909156 w 1950394"/>
                  <a:gd name="connsiteY94" fmla="*/ 333321 h 1950394"/>
                  <a:gd name="connsiteX95" fmla="*/ 872006 w 1950394"/>
                  <a:gd name="connsiteY95" fmla="*/ 337965 h 1950394"/>
                  <a:gd name="connsiteX96" fmla="*/ 857559 w 1950394"/>
                  <a:gd name="connsiteY96" fmla="*/ 330226 h 1950394"/>
                  <a:gd name="connsiteX97" fmla="*/ 833308 w 1950394"/>
                  <a:gd name="connsiteY97" fmla="*/ 268308 h 1950394"/>
                  <a:gd name="connsiteX98" fmla="*/ 819892 w 1950394"/>
                  <a:gd name="connsiteY98" fmla="*/ 259021 h 1950394"/>
                  <a:gd name="connsiteX99" fmla="*/ 753847 w 1950394"/>
                  <a:gd name="connsiteY99" fmla="*/ 276564 h 1950394"/>
                  <a:gd name="connsiteX100" fmla="*/ 745591 w 1950394"/>
                  <a:gd name="connsiteY100" fmla="*/ 293075 h 1950394"/>
                  <a:gd name="connsiteX101" fmla="*/ 754879 w 1950394"/>
                  <a:gd name="connsiteY101" fmla="*/ 339513 h 1950394"/>
                  <a:gd name="connsiteX102" fmla="*/ 728564 w 1950394"/>
                  <a:gd name="connsiteY102" fmla="*/ 378728 h 1950394"/>
                  <a:gd name="connsiteX103" fmla="*/ 712053 w 1950394"/>
                  <a:gd name="connsiteY103" fmla="*/ 385951 h 1950394"/>
                  <a:gd name="connsiteX104" fmla="*/ 695026 w 1950394"/>
                  <a:gd name="connsiteY104" fmla="*/ 382855 h 1950394"/>
                  <a:gd name="connsiteX105" fmla="*/ 654779 w 1950394"/>
                  <a:gd name="connsiteY105" fmla="*/ 328161 h 1950394"/>
                  <a:gd name="connsiteX106" fmla="*/ 641364 w 1950394"/>
                  <a:gd name="connsiteY106" fmla="*/ 323002 h 1950394"/>
                  <a:gd name="connsiteX107" fmla="*/ 577899 w 1950394"/>
                  <a:gd name="connsiteY107" fmla="*/ 359636 h 1950394"/>
                  <a:gd name="connsiteX108" fmla="*/ 574803 w 1950394"/>
                  <a:gd name="connsiteY108" fmla="*/ 372536 h 1950394"/>
                  <a:gd name="connsiteX109" fmla="*/ 602666 w 1950394"/>
                  <a:gd name="connsiteY109" fmla="*/ 435485 h 1950394"/>
                  <a:gd name="connsiteX110" fmla="*/ 598022 w 1950394"/>
                  <a:gd name="connsiteY110" fmla="*/ 450964 h 1950394"/>
                  <a:gd name="connsiteX111" fmla="*/ 567579 w 1950394"/>
                  <a:gd name="connsiteY111" fmla="*/ 474699 h 1950394"/>
                  <a:gd name="connsiteX112" fmla="*/ 550552 w 1950394"/>
                  <a:gd name="connsiteY112" fmla="*/ 474699 h 1950394"/>
                  <a:gd name="connsiteX113" fmla="*/ 498438 w 1950394"/>
                  <a:gd name="connsiteY113" fmla="*/ 432905 h 1950394"/>
                  <a:gd name="connsiteX114" fmla="*/ 483475 w 1950394"/>
                  <a:gd name="connsiteY114" fmla="*/ 431357 h 1950394"/>
                  <a:gd name="connsiteX115" fmla="*/ 432393 w 1950394"/>
                  <a:gd name="connsiteY115" fmla="*/ 482439 h 1950394"/>
                  <a:gd name="connsiteX116" fmla="*/ 433425 w 1950394"/>
                  <a:gd name="connsiteY116" fmla="*/ 497402 h 1950394"/>
                  <a:gd name="connsiteX117" fmla="*/ 475735 w 1950394"/>
                  <a:gd name="connsiteY117" fmla="*/ 550032 h 1950394"/>
                  <a:gd name="connsiteX118" fmla="*/ 475219 w 1950394"/>
                  <a:gd name="connsiteY118" fmla="*/ 566027 h 1950394"/>
                  <a:gd name="connsiteX119" fmla="*/ 450968 w 1950394"/>
                  <a:gd name="connsiteY119" fmla="*/ 597502 h 1950394"/>
                  <a:gd name="connsiteX120" fmla="*/ 437553 w 1950394"/>
                  <a:gd name="connsiteY120" fmla="*/ 601629 h 1950394"/>
                  <a:gd name="connsiteX121" fmla="*/ 373056 w 1950394"/>
                  <a:gd name="connsiteY121" fmla="*/ 573251 h 1950394"/>
                  <a:gd name="connsiteX122" fmla="*/ 360156 w 1950394"/>
                  <a:gd name="connsiteY122" fmla="*/ 575315 h 1950394"/>
                  <a:gd name="connsiteX123" fmla="*/ 323522 w 1950394"/>
                  <a:gd name="connsiteY123" fmla="*/ 638780 h 1950394"/>
                  <a:gd name="connsiteX124" fmla="*/ 328166 w 1950394"/>
                  <a:gd name="connsiteY124" fmla="*/ 652711 h 1950394"/>
                  <a:gd name="connsiteX125" fmla="*/ 374088 w 1950394"/>
                  <a:gd name="connsiteY125" fmla="*/ 685218 h 1950394"/>
                  <a:gd name="connsiteX126" fmla="*/ 380795 w 1950394"/>
                  <a:gd name="connsiteY126" fmla="*/ 720820 h 1950394"/>
                  <a:gd name="connsiteX127" fmla="*/ 372024 w 1950394"/>
                  <a:gd name="connsiteY127" fmla="*/ 742492 h 1950394"/>
                  <a:gd name="connsiteX128" fmla="*/ 355513 w 1950394"/>
                  <a:gd name="connsiteY128" fmla="*/ 753327 h 1950394"/>
                  <a:gd name="connsiteX129" fmla="*/ 291015 w 1950394"/>
                  <a:gd name="connsiteY129" fmla="*/ 743523 h 1950394"/>
                  <a:gd name="connsiteX130" fmla="*/ 276568 w 1950394"/>
                  <a:gd name="connsiteY130" fmla="*/ 751263 h 1950394"/>
                  <a:gd name="connsiteX131" fmla="*/ 258509 w 1950394"/>
                  <a:gd name="connsiteY131" fmla="*/ 818340 h 1950394"/>
                  <a:gd name="connsiteX132" fmla="*/ 267796 w 1950394"/>
                  <a:gd name="connsiteY132" fmla="*/ 831756 h 1950394"/>
                  <a:gd name="connsiteX133" fmla="*/ 330746 w 1950394"/>
                  <a:gd name="connsiteY133" fmla="*/ 857038 h 1950394"/>
                  <a:gd name="connsiteX134" fmla="*/ 337453 w 1950394"/>
                  <a:gd name="connsiteY134" fmla="*/ 869422 h 1950394"/>
                  <a:gd name="connsiteX135" fmla="*/ 332810 w 1950394"/>
                  <a:gd name="connsiteY135" fmla="*/ 906572 h 1950394"/>
                  <a:gd name="connsiteX136" fmla="*/ 318878 w 1950394"/>
                  <a:gd name="connsiteY136" fmla="*/ 922052 h 1950394"/>
                  <a:gd name="connsiteX137" fmla="*/ 256445 w 1950394"/>
                  <a:gd name="connsiteY137" fmla="*/ 929275 h 1950394"/>
                  <a:gd name="connsiteX138" fmla="*/ 242514 w 1950394"/>
                  <a:gd name="connsiteY138" fmla="*/ 942175 h 1950394"/>
                  <a:gd name="connsiteX139" fmla="*/ 242514 w 1950394"/>
                  <a:gd name="connsiteY139" fmla="*/ 1006672 h 1950394"/>
                  <a:gd name="connsiteX140" fmla="*/ 257993 w 1950394"/>
                  <a:gd name="connsiteY140" fmla="*/ 1020603 h 1950394"/>
                  <a:gd name="connsiteX141" fmla="*/ 321458 w 1950394"/>
                  <a:gd name="connsiteY141" fmla="*/ 1028343 h 1950394"/>
                  <a:gd name="connsiteX142" fmla="*/ 331778 w 1950394"/>
                  <a:gd name="connsiteY142" fmla="*/ 1039694 h 1950394"/>
                  <a:gd name="connsiteX143" fmla="*/ 336937 w 1950394"/>
                  <a:gd name="connsiteY143" fmla="*/ 1077877 h 1950394"/>
                  <a:gd name="connsiteX144" fmla="*/ 329198 w 1950394"/>
                  <a:gd name="connsiteY144" fmla="*/ 1093356 h 1950394"/>
                  <a:gd name="connsiteX145" fmla="*/ 265733 w 1950394"/>
                  <a:gd name="connsiteY145" fmla="*/ 1117607 h 1950394"/>
                  <a:gd name="connsiteX146" fmla="*/ 257993 w 1950394"/>
                  <a:gd name="connsiteY146" fmla="*/ 1129990 h 1950394"/>
                  <a:gd name="connsiteX147" fmla="*/ 276568 w 1950394"/>
                  <a:gd name="connsiteY147" fmla="*/ 1198615 h 1950394"/>
                  <a:gd name="connsiteX148" fmla="*/ 291531 w 1950394"/>
                  <a:gd name="connsiteY148" fmla="*/ 1205839 h 1950394"/>
                  <a:gd name="connsiteX149" fmla="*/ 345709 w 1950394"/>
                  <a:gd name="connsiteY149" fmla="*/ 1196035 h 1950394"/>
                  <a:gd name="connsiteX150" fmla="*/ 375636 w 1950394"/>
                  <a:gd name="connsiteY150" fmla="*/ 1216675 h 1950394"/>
                  <a:gd name="connsiteX151" fmla="*/ 384407 w 1950394"/>
                  <a:gd name="connsiteY151" fmla="*/ 1236798 h 1950394"/>
                  <a:gd name="connsiteX152" fmla="*/ 379764 w 1950394"/>
                  <a:gd name="connsiteY152" fmla="*/ 1257953 h 1950394"/>
                  <a:gd name="connsiteX153" fmla="*/ 327134 w 1950394"/>
                  <a:gd name="connsiteY153" fmla="*/ 1296651 h 1950394"/>
                  <a:gd name="connsiteX154" fmla="*/ 322490 w 1950394"/>
                  <a:gd name="connsiteY154" fmla="*/ 1310583 h 1950394"/>
                  <a:gd name="connsiteX155" fmla="*/ 359124 w 1950394"/>
                  <a:gd name="connsiteY155" fmla="*/ 1374048 h 1950394"/>
                  <a:gd name="connsiteX156" fmla="*/ 370992 w 1950394"/>
                  <a:gd name="connsiteY156" fmla="*/ 1376628 h 1950394"/>
                  <a:gd name="connsiteX157" fmla="*/ 433941 w 1950394"/>
                  <a:gd name="connsiteY157" fmla="*/ 1348765 h 1950394"/>
                  <a:gd name="connsiteX158" fmla="*/ 450452 w 1950394"/>
                  <a:gd name="connsiteY158" fmla="*/ 1353925 h 1950394"/>
                  <a:gd name="connsiteX159" fmla="*/ 474187 w 1950394"/>
                  <a:gd name="connsiteY159" fmla="*/ 1384367 h 1950394"/>
                  <a:gd name="connsiteX160" fmla="*/ 475219 w 1950394"/>
                  <a:gd name="connsiteY160" fmla="*/ 1399331 h 1950394"/>
                  <a:gd name="connsiteX161" fmla="*/ 432909 w 1950394"/>
                  <a:gd name="connsiteY161" fmla="*/ 1452476 h 1950394"/>
                  <a:gd name="connsiteX162" fmla="*/ 431877 w 1950394"/>
                  <a:gd name="connsiteY162" fmla="*/ 1468471 h 1950394"/>
                  <a:gd name="connsiteX163" fmla="*/ 481927 w 1950394"/>
                  <a:gd name="connsiteY163" fmla="*/ 1518521 h 1950394"/>
                  <a:gd name="connsiteX164" fmla="*/ 497922 w 1950394"/>
                  <a:gd name="connsiteY164" fmla="*/ 1517489 h 1950394"/>
                  <a:gd name="connsiteX165" fmla="*/ 550036 w 1950394"/>
                  <a:gd name="connsiteY165" fmla="*/ 1475695 h 1950394"/>
                  <a:gd name="connsiteX166" fmla="*/ 567063 w 1950394"/>
                  <a:gd name="connsiteY166" fmla="*/ 1476211 h 1950394"/>
                  <a:gd name="connsiteX167" fmla="*/ 596474 w 1950394"/>
                  <a:gd name="connsiteY167" fmla="*/ 1498914 h 1950394"/>
                  <a:gd name="connsiteX168" fmla="*/ 601634 w 1950394"/>
                  <a:gd name="connsiteY168" fmla="*/ 1515426 h 1950394"/>
                  <a:gd name="connsiteX169" fmla="*/ 574287 w 1950394"/>
                  <a:gd name="connsiteY169" fmla="*/ 1577343 h 1950394"/>
                  <a:gd name="connsiteX170" fmla="*/ 576867 w 1950394"/>
                  <a:gd name="connsiteY170" fmla="*/ 1591274 h 1950394"/>
                  <a:gd name="connsiteX171" fmla="*/ 639300 w 1950394"/>
                  <a:gd name="connsiteY171" fmla="*/ 1627393 h 1950394"/>
                  <a:gd name="connsiteX172" fmla="*/ 653747 w 1950394"/>
                  <a:gd name="connsiteY172" fmla="*/ 1622233 h 1950394"/>
                  <a:gd name="connsiteX173" fmla="*/ 693478 w 1950394"/>
                  <a:gd name="connsiteY173" fmla="*/ 1568571 h 1950394"/>
                  <a:gd name="connsiteX174" fmla="*/ 711537 w 1950394"/>
                  <a:gd name="connsiteY174" fmla="*/ 1564959 h 1950394"/>
                  <a:gd name="connsiteX175" fmla="*/ 743528 w 1950394"/>
                  <a:gd name="connsiteY175" fmla="*/ 1578375 h 1950394"/>
                  <a:gd name="connsiteX176" fmla="*/ 753847 w 1950394"/>
                  <a:gd name="connsiteY176" fmla="*/ 1593854 h 1950394"/>
                  <a:gd name="connsiteX177" fmla="*/ 744044 w 1950394"/>
                  <a:gd name="connsiteY177" fmla="*/ 1658351 h 1950394"/>
                  <a:gd name="connsiteX178" fmla="*/ 752299 w 1950394"/>
                  <a:gd name="connsiteY178" fmla="*/ 1673831 h 1950394"/>
                  <a:gd name="connsiteX179" fmla="*/ 818344 w 1950394"/>
                  <a:gd name="connsiteY179" fmla="*/ 1691374 h 1950394"/>
                  <a:gd name="connsiteX180" fmla="*/ 832276 w 1950394"/>
                  <a:gd name="connsiteY180" fmla="*/ 1682602 h 1950394"/>
                  <a:gd name="connsiteX181" fmla="*/ 857043 w 1950394"/>
                  <a:gd name="connsiteY181" fmla="*/ 1619653 h 1950394"/>
                  <a:gd name="connsiteX182" fmla="*/ 868910 w 1950394"/>
                  <a:gd name="connsiteY182" fmla="*/ 1612429 h 1950394"/>
                  <a:gd name="connsiteX183" fmla="*/ 908640 w 1950394"/>
                  <a:gd name="connsiteY183" fmla="*/ 1617589 h 1950394"/>
                  <a:gd name="connsiteX184" fmla="*/ 922056 w 1950394"/>
                  <a:gd name="connsiteY184" fmla="*/ 1630488 h 1950394"/>
                  <a:gd name="connsiteX185" fmla="*/ 929279 w 1950394"/>
                  <a:gd name="connsiteY185" fmla="*/ 1692922 h 1950394"/>
                  <a:gd name="connsiteX186" fmla="*/ 942695 w 1950394"/>
                  <a:gd name="connsiteY186" fmla="*/ 1707369 h 1950394"/>
                  <a:gd name="connsiteX187" fmla="*/ 1007192 w 1950394"/>
                  <a:gd name="connsiteY187" fmla="*/ 1707369 h 1950394"/>
                  <a:gd name="connsiteX188" fmla="*/ 1020607 w 1950394"/>
                  <a:gd name="connsiteY188" fmla="*/ 1692406 h 1950394"/>
                  <a:gd name="connsiteX189" fmla="*/ 1028347 w 1950394"/>
                  <a:gd name="connsiteY189" fmla="*/ 1628941 h 1950394"/>
                  <a:gd name="connsiteX190" fmla="*/ 1040215 w 1950394"/>
                  <a:gd name="connsiteY190" fmla="*/ 1617589 h 1950394"/>
                  <a:gd name="connsiteX191" fmla="*/ 1078397 w 1950394"/>
                  <a:gd name="connsiteY191" fmla="*/ 1612429 h 1950394"/>
                  <a:gd name="connsiteX192" fmla="*/ 1092844 w 1950394"/>
                  <a:gd name="connsiteY192" fmla="*/ 1619653 h 1950394"/>
                  <a:gd name="connsiteX193" fmla="*/ 1117095 w 1950394"/>
                  <a:gd name="connsiteY193" fmla="*/ 1681570 h 1950394"/>
                  <a:gd name="connsiteX194" fmla="*/ 1130511 w 1950394"/>
                  <a:gd name="connsiteY194" fmla="*/ 1690858 h 1950394"/>
                  <a:gd name="connsiteX195" fmla="*/ 1196556 w 1950394"/>
                  <a:gd name="connsiteY195" fmla="*/ 1673315 h 1950394"/>
                  <a:gd name="connsiteX196" fmla="*/ 1204811 w 1950394"/>
                  <a:gd name="connsiteY196" fmla="*/ 1656803 h 1950394"/>
                  <a:gd name="connsiteX197" fmla="*/ 1198104 w 1950394"/>
                  <a:gd name="connsiteY197" fmla="*/ 1613977 h 1950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</a:cxnLst>
                <a:rect l="l" t="t" r="r" b="b"/>
                <a:pathLst>
                  <a:path w="1950394" h="1950394">
                    <a:moveTo>
                      <a:pt x="977265" y="1954006"/>
                    </a:moveTo>
                    <a:cubicBezTo>
                      <a:pt x="444261" y="1950394"/>
                      <a:pt x="1552" y="1529873"/>
                      <a:pt x="4" y="977261"/>
                    </a:cubicBezTo>
                    <a:cubicBezTo>
                      <a:pt x="-1544" y="439613"/>
                      <a:pt x="427749" y="0"/>
                      <a:pt x="976749" y="0"/>
                    </a:cubicBezTo>
                    <a:cubicBezTo>
                      <a:pt x="1519041" y="0"/>
                      <a:pt x="1952978" y="432905"/>
                      <a:pt x="1953494" y="976229"/>
                    </a:cubicBezTo>
                    <a:cubicBezTo>
                      <a:pt x="1953494" y="1512846"/>
                      <a:pt x="1525749" y="1948330"/>
                      <a:pt x="977265" y="1954006"/>
                    </a:cubicBezTo>
                    <a:close/>
                    <a:moveTo>
                      <a:pt x="1198104" y="1613977"/>
                    </a:moveTo>
                    <a:cubicBezTo>
                      <a:pt x="1198104" y="1578891"/>
                      <a:pt x="1194492" y="1586630"/>
                      <a:pt x="1221839" y="1574763"/>
                    </a:cubicBezTo>
                    <a:cubicBezTo>
                      <a:pt x="1228030" y="1572183"/>
                      <a:pt x="1234738" y="1569603"/>
                      <a:pt x="1240930" y="1566507"/>
                    </a:cubicBezTo>
                    <a:cubicBezTo>
                      <a:pt x="1247637" y="1562896"/>
                      <a:pt x="1252797" y="1563927"/>
                      <a:pt x="1257957" y="1569603"/>
                    </a:cubicBezTo>
                    <a:cubicBezTo>
                      <a:pt x="1272920" y="1586630"/>
                      <a:pt x="1290464" y="1602110"/>
                      <a:pt x="1298203" y="1624297"/>
                    </a:cubicBezTo>
                    <a:cubicBezTo>
                      <a:pt x="1300783" y="1631520"/>
                      <a:pt x="1304395" y="1633068"/>
                      <a:pt x="1311619" y="1629456"/>
                    </a:cubicBezTo>
                    <a:cubicBezTo>
                      <a:pt x="1333290" y="1618105"/>
                      <a:pt x="1354445" y="1605722"/>
                      <a:pt x="1375084" y="1592822"/>
                    </a:cubicBezTo>
                    <a:cubicBezTo>
                      <a:pt x="1382824" y="1588178"/>
                      <a:pt x="1381791" y="1584051"/>
                      <a:pt x="1377148" y="1578891"/>
                    </a:cubicBezTo>
                    <a:cubicBezTo>
                      <a:pt x="1361152" y="1560832"/>
                      <a:pt x="1356509" y="1537613"/>
                      <a:pt x="1349285" y="1515426"/>
                    </a:cubicBezTo>
                    <a:cubicBezTo>
                      <a:pt x="1347221" y="1509750"/>
                      <a:pt x="1348253" y="1505622"/>
                      <a:pt x="1353413" y="1502010"/>
                    </a:cubicBezTo>
                    <a:cubicBezTo>
                      <a:pt x="1364248" y="1493754"/>
                      <a:pt x="1375600" y="1485499"/>
                      <a:pt x="1385919" y="1476727"/>
                    </a:cubicBezTo>
                    <a:cubicBezTo>
                      <a:pt x="1391079" y="1472600"/>
                      <a:pt x="1395723" y="1473115"/>
                      <a:pt x="1400883" y="1476727"/>
                    </a:cubicBezTo>
                    <a:cubicBezTo>
                      <a:pt x="1419458" y="1489111"/>
                      <a:pt x="1440097" y="1498914"/>
                      <a:pt x="1452996" y="1518005"/>
                    </a:cubicBezTo>
                    <a:cubicBezTo>
                      <a:pt x="1457640" y="1525229"/>
                      <a:pt x="1463316" y="1525745"/>
                      <a:pt x="1470024" y="1519553"/>
                    </a:cubicBezTo>
                    <a:cubicBezTo>
                      <a:pt x="1487051" y="1503558"/>
                      <a:pt x="1503562" y="1487047"/>
                      <a:pt x="1519041" y="1470535"/>
                    </a:cubicBezTo>
                    <a:cubicBezTo>
                      <a:pt x="1525233" y="1464344"/>
                      <a:pt x="1525749" y="1458668"/>
                      <a:pt x="1518010" y="1453508"/>
                    </a:cubicBezTo>
                    <a:cubicBezTo>
                      <a:pt x="1498402" y="1440093"/>
                      <a:pt x="1488599" y="1418938"/>
                      <a:pt x="1475699" y="1400363"/>
                    </a:cubicBezTo>
                    <a:cubicBezTo>
                      <a:pt x="1472088" y="1395203"/>
                      <a:pt x="1472088" y="1391075"/>
                      <a:pt x="1476215" y="1386431"/>
                    </a:cubicBezTo>
                    <a:cubicBezTo>
                      <a:pt x="1484987" y="1375596"/>
                      <a:pt x="1493243" y="1364760"/>
                      <a:pt x="1501498" y="1353925"/>
                    </a:cubicBezTo>
                    <a:cubicBezTo>
                      <a:pt x="1505626" y="1348249"/>
                      <a:pt x="1510270" y="1348249"/>
                      <a:pt x="1515946" y="1349797"/>
                    </a:cubicBezTo>
                    <a:cubicBezTo>
                      <a:pt x="1538133" y="1357020"/>
                      <a:pt x="1560836" y="1362180"/>
                      <a:pt x="1579411" y="1377660"/>
                    </a:cubicBezTo>
                    <a:cubicBezTo>
                      <a:pt x="1584571" y="1382303"/>
                      <a:pt x="1588182" y="1382303"/>
                      <a:pt x="1592310" y="1375596"/>
                    </a:cubicBezTo>
                    <a:cubicBezTo>
                      <a:pt x="1605210" y="1354441"/>
                      <a:pt x="1617593" y="1333801"/>
                      <a:pt x="1628945" y="1312130"/>
                    </a:cubicBezTo>
                    <a:cubicBezTo>
                      <a:pt x="1632557" y="1304907"/>
                      <a:pt x="1631009" y="1300779"/>
                      <a:pt x="1623785" y="1298199"/>
                    </a:cubicBezTo>
                    <a:cubicBezTo>
                      <a:pt x="1605726" y="1291491"/>
                      <a:pt x="1591794" y="1278592"/>
                      <a:pt x="1577863" y="1265692"/>
                    </a:cubicBezTo>
                    <a:cubicBezTo>
                      <a:pt x="1560320" y="1248665"/>
                      <a:pt x="1560836" y="1253309"/>
                      <a:pt x="1571155" y="1230090"/>
                    </a:cubicBezTo>
                    <a:cubicBezTo>
                      <a:pt x="1574251" y="1222866"/>
                      <a:pt x="1577347" y="1215643"/>
                      <a:pt x="1579927" y="1208419"/>
                    </a:cubicBezTo>
                    <a:cubicBezTo>
                      <a:pt x="1582507" y="1200163"/>
                      <a:pt x="1587667" y="1197583"/>
                      <a:pt x="1596438" y="1197583"/>
                    </a:cubicBezTo>
                    <a:cubicBezTo>
                      <a:pt x="1618625" y="1198100"/>
                      <a:pt x="1640296" y="1197583"/>
                      <a:pt x="1660935" y="1207387"/>
                    </a:cubicBezTo>
                    <a:cubicBezTo>
                      <a:pt x="1668159" y="1210483"/>
                      <a:pt x="1672287" y="1209967"/>
                      <a:pt x="1675383" y="1201195"/>
                    </a:cubicBezTo>
                    <a:cubicBezTo>
                      <a:pt x="1682090" y="1178492"/>
                      <a:pt x="1688282" y="1155789"/>
                      <a:pt x="1693442" y="1132570"/>
                    </a:cubicBezTo>
                    <a:cubicBezTo>
                      <a:pt x="1695506" y="1123283"/>
                      <a:pt x="1692926" y="1119671"/>
                      <a:pt x="1684154" y="1119155"/>
                    </a:cubicBezTo>
                    <a:cubicBezTo>
                      <a:pt x="1660935" y="1117091"/>
                      <a:pt x="1641328" y="1104192"/>
                      <a:pt x="1621205" y="1093872"/>
                    </a:cubicBezTo>
                    <a:cubicBezTo>
                      <a:pt x="1616561" y="1091808"/>
                      <a:pt x="1613465" y="1088712"/>
                      <a:pt x="1614497" y="1083037"/>
                    </a:cubicBezTo>
                    <a:cubicBezTo>
                      <a:pt x="1616561" y="1069621"/>
                      <a:pt x="1618625" y="1055690"/>
                      <a:pt x="1620173" y="1042274"/>
                    </a:cubicBezTo>
                    <a:cubicBezTo>
                      <a:pt x="1621205" y="1034535"/>
                      <a:pt x="1625333" y="1031439"/>
                      <a:pt x="1632557" y="1029891"/>
                    </a:cubicBezTo>
                    <a:cubicBezTo>
                      <a:pt x="1653712" y="1025763"/>
                      <a:pt x="1673835" y="1018539"/>
                      <a:pt x="1696022" y="1022667"/>
                    </a:cubicBezTo>
                    <a:cubicBezTo>
                      <a:pt x="1704793" y="1024215"/>
                      <a:pt x="1708921" y="1020603"/>
                      <a:pt x="1709437" y="1010800"/>
                    </a:cubicBezTo>
                    <a:cubicBezTo>
                      <a:pt x="1710469" y="988612"/>
                      <a:pt x="1710985" y="966426"/>
                      <a:pt x="1709437" y="943723"/>
                    </a:cubicBezTo>
                    <a:cubicBezTo>
                      <a:pt x="1708921" y="933403"/>
                      <a:pt x="1704793" y="929791"/>
                      <a:pt x="1694990" y="931339"/>
                    </a:cubicBezTo>
                    <a:cubicBezTo>
                      <a:pt x="1680026" y="933919"/>
                      <a:pt x="1665063" y="931855"/>
                      <a:pt x="1650616" y="928243"/>
                    </a:cubicBezTo>
                    <a:cubicBezTo>
                      <a:pt x="1619141" y="919988"/>
                      <a:pt x="1621205" y="928243"/>
                      <a:pt x="1618109" y="892125"/>
                    </a:cubicBezTo>
                    <a:cubicBezTo>
                      <a:pt x="1617593" y="885933"/>
                      <a:pt x="1616561" y="880257"/>
                      <a:pt x="1615013" y="874582"/>
                    </a:cubicBezTo>
                    <a:cubicBezTo>
                      <a:pt x="1612949" y="866842"/>
                      <a:pt x="1616561" y="862714"/>
                      <a:pt x="1622753" y="859102"/>
                    </a:cubicBezTo>
                    <a:cubicBezTo>
                      <a:pt x="1642876" y="849299"/>
                      <a:pt x="1661967" y="836915"/>
                      <a:pt x="1684670" y="834851"/>
                    </a:cubicBezTo>
                    <a:cubicBezTo>
                      <a:pt x="1692410" y="834335"/>
                      <a:pt x="1696022" y="830724"/>
                      <a:pt x="1693442" y="821952"/>
                    </a:cubicBezTo>
                    <a:cubicBezTo>
                      <a:pt x="1687766" y="799249"/>
                      <a:pt x="1682090" y="776030"/>
                      <a:pt x="1674867" y="753327"/>
                    </a:cubicBezTo>
                    <a:cubicBezTo>
                      <a:pt x="1671771" y="744039"/>
                      <a:pt x="1667643" y="743007"/>
                      <a:pt x="1659903" y="746619"/>
                    </a:cubicBezTo>
                    <a:cubicBezTo>
                      <a:pt x="1638748" y="756423"/>
                      <a:pt x="1616561" y="755907"/>
                      <a:pt x="1594374" y="756423"/>
                    </a:cubicBezTo>
                    <a:cubicBezTo>
                      <a:pt x="1587667" y="756423"/>
                      <a:pt x="1583023" y="754359"/>
                      <a:pt x="1580443" y="747651"/>
                    </a:cubicBezTo>
                    <a:cubicBezTo>
                      <a:pt x="1575799" y="735784"/>
                      <a:pt x="1571155" y="724432"/>
                      <a:pt x="1565995" y="713081"/>
                    </a:cubicBezTo>
                    <a:cubicBezTo>
                      <a:pt x="1562900" y="705857"/>
                      <a:pt x="1564448" y="701213"/>
                      <a:pt x="1570123" y="696054"/>
                    </a:cubicBezTo>
                    <a:cubicBezTo>
                      <a:pt x="1586635" y="681090"/>
                      <a:pt x="1602114" y="664579"/>
                      <a:pt x="1623269" y="656323"/>
                    </a:cubicBezTo>
                    <a:cubicBezTo>
                      <a:pt x="1631009" y="653227"/>
                      <a:pt x="1632557" y="649616"/>
                      <a:pt x="1628429" y="641876"/>
                    </a:cubicBezTo>
                    <a:cubicBezTo>
                      <a:pt x="1617077" y="620721"/>
                      <a:pt x="1605210" y="599566"/>
                      <a:pt x="1592310" y="579443"/>
                    </a:cubicBezTo>
                    <a:cubicBezTo>
                      <a:pt x="1587667" y="572219"/>
                      <a:pt x="1584055" y="572219"/>
                      <a:pt x="1578379" y="576863"/>
                    </a:cubicBezTo>
                    <a:cubicBezTo>
                      <a:pt x="1564963" y="587698"/>
                      <a:pt x="1548968" y="594406"/>
                      <a:pt x="1532457" y="599050"/>
                    </a:cubicBezTo>
                    <a:cubicBezTo>
                      <a:pt x="1499950" y="607821"/>
                      <a:pt x="1510270" y="610917"/>
                      <a:pt x="1490147" y="585118"/>
                    </a:cubicBezTo>
                    <a:cubicBezTo>
                      <a:pt x="1486019" y="579443"/>
                      <a:pt x="1481891" y="574283"/>
                      <a:pt x="1477247" y="569123"/>
                    </a:cubicBezTo>
                    <a:cubicBezTo>
                      <a:pt x="1472088" y="563447"/>
                      <a:pt x="1472088" y="558288"/>
                      <a:pt x="1476731" y="552096"/>
                    </a:cubicBezTo>
                    <a:cubicBezTo>
                      <a:pt x="1489115" y="533521"/>
                      <a:pt x="1498918" y="513397"/>
                      <a:pt x="1518525" y="499982"/>
                    </a:cubicBezTo>
                    <a:cubicBezTo>
                      <a:pt x="1525233" y="495338"/>
                      <a:pt x="1525233" y="490178"/>
                      <a:pt x="1519557" y="483987"/>
                    </a:cubicBezTo>
                    <a:cubicBezTo>
                      <a:pt x="1503562" y="466960"/>
                      <a:pt x="1487051" y="450448"/>
                      <a:pt x="1470540" y="434453"/>
                    </a:cubicBezTo>
                    <a:cubicBezTo>
                      <a:pt x="1463316" y="427745"/>
                      <a:pt x="1458156" y="428261"/>
                      <a:pt x="1452480" y="436001"/>
                    </a:cubicBezTo>
                    <a:cubicBezTo>
                      <a:pt x="1443709" y="448384"/>
                      <a:pt x="1431841" y="457672"/>
                      <a:pt x="1418942" y="465412"/>
                    </a:cubicBezTo>
                    <a:cubicBezTo>
                      <a:pt x="1393143" y="481407"/>
                      <a:pt x="1393143" y="481407"/>
                      <a:pt x="1369408" y="463348"/>
                    </a:cubicBezTo>
                    <a:cubicBezTo>
                      <a:pt x="1364764" y="459736"/>
                      <a:pt x="1360121" y="455608"/>
                      <a:pt x="1354961" y="452512"/>
                    </a:cubicBezTo>
                    <a:cubicBezTo>
                      <a:pt x="1348253" y="448384"/>
                      <a:pt x="1347221" y="443225"/>
                      <a:pt x="1349801" y="436001"/>
                    </a:cubicBezTo>
                    <a:cubicBezTo>
                      <a:pt x="1357025" y="414330"/>
                      <a:pt x="1361668" y="391627"/>
                      <a:pt x="1377148" y="374084"/>
                    </a:cubicBezTo>
                    <a:cubicBezTo>
                      <a:pt x="1382307" y="368408"/>
                      <a:pt x="1381276" y="364280"/>
                      <a:pt x="1374052" y="360152"/>
                    </a:cubicBezTo>
                    <a:cubicBezTo>
                      <a:pt x="1353929" y="347769"/>
                      <a:pt x="1333806" y="335385"/>
                      <a:pt x="1312651" y="324550"/>
                    </a:cubicBezTo>
                    <a:cubicBezTo>
                      <a:pt x="1304911" y="320422"/>
                      <a:pt x="1299751" y="320422"/>
                      <a:pt x="1296655" y="329193"/>
                    </a:cubicBezTo>
                    <a:cubicBezTo>
                      <a:pt x="1288916" y="350865"/>
                      <a:pt x="1271888" y="365828"/>
                      <a:pt x="1256925" y="382855"/>
                    </a:cubicBezTo>
                    <a:cubicBezTo>
                      <a:pt x="1251249" y="389047"/>
                      <a:pt x="1246090" y="389563"/>
                      <a:pt x="1238866" y="386467"/>
                    </a:cubicBezTo>
                    <a:cubicBezTo>
                      <a:pt x="1228546" y="381307"/>
                      <a:pt x="1217711" y="377179"/>
                      <a:pt x="1206875" y="373052"/>
                    </a:cubicBezTo>
                    <a:cubicBezTo>
                      <a:pt x="1199136" y="370472"/>
                      <a:pt x="1196556" y="365312"/>
                      <a:pt x="1196556" y="357572"/>
                    </a:cubicBezTo>
                    <a:cubicBezTo>
                      <a:pt x="1197072" y="335385"/>
                      <a:pt x="1196556" y="313714"/>
                      <a:pt x="1206359" y="293075"/>
                    </a:cubicBezTo>
                    <a:cubicBezTo>
                      <a:pt x="1209971" y="285335"/>
                      <a:pt x="1208939" y="280692"/>
                      <a:pt x="1199652" y="278112"/>
                    </a:cubicBezTo>
                    <a:cubicBezTo>
                      <a:pt x="1176949" y="271404"/>
                      <a:pt x="1154246" y="265212"/>
                      <a:pt x="1131027" y="259537"/>
                    </a:cubicBezTo>
                    <a:cubicBezTo>
                      <a:pt x="1122255" y="257473"/>
                      <a:pt x="1119159" y="260569"/>
                      <a:pt x="1118127" y="268308"/>
                    </a:cubicBezTo>
                    <a:cubicBezTo>
                      <a:pt x="1116063" y="291527"/>
                      <a:pt x="1103164" y="311134"/>
                      <a:pt x="1093360" y="331258"/>
                    </a:cubicBezTo>
                    <a:cubicBezTo>
                      <a:pt x="1090780" y="336933"/>
                      <a:pt x="1086653" y="339513"/>
                      <a:pt x="1079945" y="338481"/>
                    </a:cubicBezTo>
                    <a:cubicBezTo>
                      <a:pt x="1067561" y="336417"/>
                      <a:pt x="1055178" y="334869"/>
                      <a:pt x="1042794" y="333837"/>
                    </a:cubicBezTo>
                    <a:cubicBezTo>
                      <a:pt x="1034539" y="332805"/>
                      <a:pt x="1029895" y="329193"/>
                      <a:pt x="1028347" y="320422"/>
                    </a:cubicBezTo>
                    <a:cubicBezTo>
                      <a:pt x="1024735" y="299783"/>
                      <a:pt x="1016996" y="279660"/>
                      <a:pt x="1021123" y="257989"/>
                    </a:cubicBezTo>
                    <a:cubicBezTo>
                      <a:pt x="1022671" y="248701"/>
                      <a:pt x="1019059" y="244057"/>
                      <a:pt x="1008740" y="243541"/>
                    </a:cubicBezTo>
                    <a:cubicBezTo>
                      <a:pt x="986553" y="242509"/>
                      <a:pt x="964366" y="242509"/>
                      <a:pt x="941663" y="243541"/>
                    </a:cubicBezTo>
                    <a:cubicBezTo>
                      <a:pt x="931859" y="244057"/>
                      <a:pt x="928247" y="248185"/>
                      <a:pt x="929795" y="256957"/>
                    </a:cubicBezTo>
                    <a:cubicBezTo>
                      <a:pt x="933923" y="279144"/>
                      <a:pt x="926184" y="299267"/>
                      <a:pt x="922572" y="320422"/>
                    </a:cubicBezTo>
                    <a:cubicBezTo>
                      <a:pt x="921024" y="328678"/>
                      <a:pt x="916896" y="332290"/>
                      <a:pt x="909156" y="333321"/>
                    </a:cubicBezTo>
                    <a:cubicBezTo>
                      <a:pt x="896773" y="334869"/>
                      <a:pt x="884389" y="335901"/>
                      <a:pt x="872006" y="337965"/>
                    </a:cubicBezTo>
                    <a:cubicBezTo>
                      <a:pt x="864782" y="339513"/>
                      <a:pt x="860654" y="336933"/>
                      <a:pt x="857559" y="330226"/>
                    </a:cubicBezTo>
                    <a:cubicBezTo>
                      <a:pt x="847755" y="310102"/>
                      <a:pt x="835371" y="291527"/>
                      <a:pt x="833308" y="268308"/>
                    </a:cubicBezTo>
                    <a:cubicBezTo>
                      <a:pt x="832276" y="259537"/>
                      <a:pt x="828664" y="256957"/>
                      <a:pt x="819892" y="259021"/>
                    </a:cubicBezTo>
                    <a:cubicBezTo>
                      <a:pt x="797705" y="264180"/>
                      <a:pt x="775518" y="269856"/>
                      <a:pt x="753847" y="276564"/>
                    </a:cubicBezTo>
                    <a:cubicBezTo>
                      <a:pt x="744044" y="279660"/>
                      <a:pt x="740948" y="283272"/>
                      <a:pt x="745591" y="293075"/>
                    </a:cubicBezTo>
                    <a:cubicBezTo>
                      <a:pt x="751783" y="308039"/>
                      <a:pt x="754879" y="323518"/>
                      <a:pt x="754879" y="339513"/>
                    </a:cubicBezTo>
                    <a:cubicBezTo>
                      <a:pt x="754879" y="367892"/>
                      <a:pt x="755395" y="367892"/>
                      <a:pt x="728564" y="378728"/>
                    </a:cubicBezTo>
                    <a:cubicBezTo>
                      <a:pt x="722888" y="380791"/>
                      <a:pt x="717213" y="383371"/>
                      <a:pt x="712053" y="385951"/>
                    </a:cubicBezTo>
                    <a:cubicBezTo>
                      <a:pt x="705345" y="389563"/>
                      <a:pt x="700185" y="388531"/>
                      <a:pt x="695026" y="382855"/>
                    </a:cubicBezTo>
                    <a:cubicBezTo>
                      <a:pt x="679546" y="365828"/>
                      <a:pt x="662519" y="350349"/>
                      <a:pt x="654779" y="328161"/>
                    </a:cubicBezTo>
                    <a:cubicBezTo>
                      <a:pt x="652200" y="320938"/>
                      <a:pt x="648588" y="319390"/>
                      <a:pt x="641364" y="323002"/>
                    </a:cubicBezTo>
                    <a:cubicBezTo>
                      <a:pt x="619693" y="334353"/>
                      <a:pt x="598538" y="346737"/>
                      <a:pt x="577899" y="359636"/>
                    </a:cubicBezTo>
                    <a:cubicBezTo>
                      <a:pt x="571707" y="363248"/>
                      <a:pt x="570159" y="366860"/>
                      <a:pt x="574803" y="372536"/>
                    </a:cubicBezTo>
                    <a:cubicBezTo>
                      <a:pt x="590798" y="390595"/>
                      <a:pt x="595958" y="413298"/>
                      <a:pt x="602666" y="435485"/>
                    </a:cubicBezTo>
                    <a:cubicBezTo>
                      <a:pt x="604730" y="442193"/>
                      <a:pt x="604214" y="446836"/>
                      <a:pt x="598022" y="450964"/>
                    </a:cubicBezTo>
                    <a:cubicBezTo>
                      <a:pt x="587702" y="458188"/>
                      <a:pt x="577383" y="466444"/>
                      <a:pt x="567579" y="474699"/>
                    </a:cubicBezTo>
                    <a:cubicBezTo>
                      <a:pt x="561388" y="479859"/>
                      <a:pt x="556744" y="478827"/>
                      <a:pt x="550552" y="474699"/>
                    </a:cubicBezTo>
                    <a:cubicBezTo>
                      <a:pt x="531977" y="462316"/>
                      <a:pt x="511854" y="451996"/>
                      <a:pt x="498438" y="432905"/>
                    </a:cubicBezTo>
                    <a:cubicBezTo>
                      <a:pt x="494310" y="426713"/>
                      <a:pt x="489151" y="426197"/>
                      <a:pt x="483475" y="431357"/>
                    </a:cubicBezTo>
                    <a:cubicBezTo>
                      <a:pt x="465932" y="447352"/>
                      <a:pt x="448904" y="464895"/>
                      <a:pt x="432393" y="482439"/>
                    </a:cubicBezTo>
                    <a:cubicBezTo>
                      <a:pt x="427233" y="488114"/>
                      <a:pt x="426717" y="493274"/>
                      <a:pt x="433425" y="497402"/>
                    </a:cubicBezTo>
                    <a:cubicBezTo>
                      <a:pt x="453032" y="510818"/>
                      <a:pt x="462836" y="531457"/>
                      <a:pt x="475735" y="550032"/>
                    </a:cubicBezTo>
                    <a:cubicBezTo>
                      <a:pt x="479863" y="555708"/>
                      <a:pt x="479863" y="560867"/>
                      <a:pt x="475219" y="566027"/>
                    </a:cubicBezTo>
                    <a:cubicBezTo>
                      <a:pt x="466964" y="576347"/>
                      <a:pt x="458708" y="587182"/>
                      <a:pt x="450968" y="597502"/>
                    </a:cubicBezTo>
                    <a:cubicBezTo>
                      <a:pt x="447357" y="602146"/>
                      <a:pt x="443745" y="603694"/>
                      <a:pt x="437553" y="601629"/>
                    </a:cubicBezTo>
                    <a:cubicBezTo>
                      <a:pt x="414850" y="594406"/>
                      <a:pt x="391631" y="589246"/>
                      <a:pt x="373056" y="573251"/>
                    </a:cubicBezTo>
                    <a:cubicBezTo>
                      <a:pt x="367896" y="568607"/>
                      <a:pt x="363768" y="568607"/>
                      <a:pt x="360156" y="575315"/>
                    </a:cubicBezTo>
                    <a:cubicBezTo>
                      <a:pt x="347257" y="596470"/>
                      <a:pt x="334358" y="617109"/>
                      <a:pt x="323522" y="638780"/>
                    </a:cubicBezTo>
                    <a:cubicBezTo>
                      <a:pt x="319910" y="646004"/>
                      <a:pt x="320942" y="650131"/>
                      <a:pt x="328166" y="652711"/>
                    </a:cubicBezTo>
                    <a:cubicBezTo>
                      <a:pt x="346225" y="659419"/>
                      <a:pt x="360672" y="672318"/>
                      <a:pt x="374088" y="685218"/>
                    </a:cubicBezTo>
                    <a:cubicBezTo>
                      <a:pt x="392147" y="702245"/>
                      <a:pt x="391115" y="698117"/>
                      <a:pt x="380795" y="720820"/>
                    </a:cubicBezTo>
                    <a:cubicBezTo>
                      <a:pt x="377700" y="728044"/>
                      <a:pt x="374604" y="735268"/>
                      <a:pt x="372024" y="742492"/>
                    </a:cubicBezTo>
                    <a:cubicBezTo>
                      <a:pt x="369444" y="750747"/>
                      <a:pt x="364284" y="753327"/>
                      <a:pt x="355513" y="753327"/>
                    </a:cubicBezTo>
                    <a:cubicBezTo>
                      <a:pt x="333326" y="752811"/>
                      <a:pt x="311655" y="753327"/>
                      <a:pt x="291015" y="743523"/>
                    </a:cubicBezTo>
                    <a:cubicBezTo>
                      <a:pt x="282760" y="739396"/>
                      <a:pt x="279148" y="742492"/>
                      <a:pt x="276568" y="751263"/>
                    </a:cubicBezTo>
                    <a:cubicBezTo>
                      <a:pt x="269860" y="773450"/>
                      <a:pt x="264185" y="796153"/>
                      <a:pt x="258509" y="818340"/>
                    </a:cubicBezTo>
                    <a:cubicBezTo>
                      <a:pt x="256445" y="827628"/>
                      <a:pt x="259025" y="831239"/>
                      <a:pt x="267796" y="831756"/>
                    </a:cubicBezTo>
                    <a:cubicBezTo>
                      <a:pt x="291015" y="833819"/>
                      <a:pt x="310623" y="846719"/>
                      <a:pt x="330746" y="857038"/>
                    </a:cubicBezTo>
                    <a:cubicBezTo>
                      <a:pt x="335905" y="859618"/>
                      <a:pt x="338485" y="863230"/>
                      <a:pt x="337453" y="869422"/>
                    </a:cubicBezTo>
                    <a:cubicBezTo>
                      <a:pt x="335389" y="881805"/>
                      <a:pt x="333842" y="894189"/>
                      <a:pt x="332810" y="906572"/>
                    </a:cubicBezTo>
                    <a:cubicBezTo>
                      <a:pt x="331778" y="915344"/>
                      <a:pt x="328166" y="919988"/>
                      <a:pt x="318878" y="922052"/>
                    </a:cubicBezTo>
                    <a:cubicBezTo>
                      <a:pt x="298239" y="925664"/>
                      <a:pt x="278116" y="932887"/>
                      <a:pt x="256445" y="929275"/>
                    </a:cubicBezTo>
                    <a:cubicBezTo>
                      <a:pt x="246125" y="927211"/>
                      <a:pt x="243029" y="932371"/>
                      <a:pt x="242514" y="942175"/>
                    </a:cubicBezTo>
                    <a:cubicBezTo>
                      <a:pt x="241482" y="963846"/>
                      <a:pt x="241482" y="985001"/>
                      <a:pt x="242514" y="1006672"/>
                    </a:cubicBezTo>
                    <a:cubicBezTo>
                      <a:pt x="243029" y="1018023"/>
                      <a:pt x="247157" y="1022667"/>
                      <a:pt x="257993" y="1020603"/>
                    </a:cubicBezTo>
                    <a:cubicBezTo>
                      <a:pt x="280180" y="1016475"/>
                      <a:pt x="300303" y="1024731"/>
                      <a:pt x="321458" y="1028343"/>
                    </a:cubicBezTo>
                    <a:cubicBezTo>
                      <a:pt x="327650" y="1029375"/>
                      <a:pt x="331262" y="1032987"/>
                      <a:pt x="331778" y="1039694"/>
                    </a:cubicBezTo>
                    <a:cubicBezTo>
                      <a:pt x="333326" y="1052594"/>
                      <a:pt x="334358" y="1065493"/>
                      <a:pt x="336937" y="1077877"/>
                    </a:cubicBezTo>
                    <a:cubicBezTo>
                      <a:pt x="338485" y="1085617"/>
                      <a:pt x="335905" y="1089744"/>
                      <a:pt x="329198" y="1093356"/>
                    </a:cubicBezTo>
                    <a:cubicBezTo>
                      <a:pt x="309075" y="1103676"/>
                      <a:pt x="289467" y="1115543"/>
                      <a:pt x="265733" y="1117607"/>
                    </a:cubicBezTo>
                    <a:cubicBezTo>
                      <a:pt x="257993" y="1118123"/>
                      <a:pt x="255929" y="1122251"/>
                      <a:pt x="257993" y="1129990"/>
                    </a:cubicBezTo>
                    <a:cubicBezTo>
                      <a:pt x="263669" y="1153209"/>
                      <a:pt x="269344" y="1175913"/>
                      <a:pt x="276568" y="1198615"/>
                    </a:cubicBezTo>
                    <a:cubicBezTo>
                      <a:pt x="279148" y="1207903"/>
                      <a:pt x="283276" y="1209451"/>
                      <a:pt x="291531" y="1205839"/>
                    </a:cubicBezTo>
                    <a:cubicBezTo>
                      <a:pt x="308559" y="1198100"/>
                      <a:pt x="327134" y="1196035"/>
                      <a:pt x="345709" y="1196035"/>
                    </a:cubicBezTo>
                    <a:cubicBezTo>
                      <a:pt x="371508" y="1196035"/>
                      <a:pt x="366348" y="1193456"/>
                      <a:pt x="375636" y="1216675"/>
                    </a:cubicBezTo>
                    <a:cubicBezTo>
                      <a:pt x="378216" y="1223382"/>
                      <a:pt x="380795" y="1230606"/>
                      <a:pt x="384407" y="1236798"/>
                    </a:cubicBezTo>
                    <a:cubicBezTo>
                      <a:pt x="389051" y="1245569"/>
                      <a:pt x="386987" y="1251761"/>
                      <a:pt x="379764" y="1257953"/>
                    </a:cubicBezTo>
                    <a:cubicBezTo>
                      <a:pt x="363252" y="1272400"/>
                      <a:pt x="348289" y="1288396"/>
                      <a:pt x="327134" y="1296651"/>
                    </a:cubicBezTo>
                    <a:cubicBezTo>
                      <a:pt x="319394" y="1299231"/>
                      <a:pt x="319394" y="1303875"/>
                      <a:pt x="322490" y="1310583"/>
                    </a:cubicBezTo>
                    <a:cubicBezTo>
                      <a:pt x="333842" y="1332254"/>
                      <a:pt x="346225" y="1353409"/>
                      <a:pt x="359124" y="1374048"/>
                    </a:cubicBezTo>
                    <a:cubicBezTo>
                      <a:pt x="362736" y="1379724"/>
                      <a:pt x="365832" y="1380755"/>
                      <a:pt x="370992" y="1376628"/>
                    </a:cubicBezTo>
                    <a:cubicBezTo>
                      <a:pt x="389051" y="1361148"/>
                      <a:pt x="412270" y="1355988"/>
                      <a:pt x="433941" y="1348765"/>
                    </a:cubicBezTo>
                    <a:cubicBezTo>
                      <a:pt x="441165" y="1346185"/>
                      <a:pt x="445809" y="1347217"/>
                      <a:pt x="450452" y="1353925"/>
                    </a:cubicBezTo>
                    <a:cubicBezTo>
                      <a:pt x="457676" y="1364760"/>
                      <a:pt x="465932" y="1374564"/>
                      <a:pt x="474187" y="1384367"/>
                    </a:cubicBezTo>
                    <a:cubicBezTo>
                      <a:pt x="478315" y="1389527"/>
                      <a:pt x="478831" y="1393655"/>
                      <a:pt x="475219" y="1399331"/>
                    </a:cubicBezTo>
                    <a:cubicBezTo>
                      <a:pt x="462320" y="1417906"/>
                      <a:pt x="452516" y="1439061"/>
                      <a:pt x="432909" y="1452476"/>
                    </a:cubicBezTo>
                    <a:cubicBezTo>
                      <a:pt x="426201" y="1457120"/>
                      <a:pt x="425685" y="1461764"/>
                      <a:pt x="431877" y="1468471"/>
                    </a:cubicBezTo>
                    <a:cubicBezTo>
                      <a:pt x="447873" y="1486015"/>
                      <a:pt x="464384" y="1502526"/>
                      <a:pt x="481927" y="1518521"/>
                    </a:cubicBezTo>
                    <a:cubicBezTo>
                      <a:pt x="488119" y="1524197"/>
                      <a:pt x="493279" y="1524197"/>
                      <a:pt x="497922" y="1517489"/>
                    </a:cubicBezTo>
                    <a:cubicBezTo>
                      <a:pt x="510822" y="1498398"/>
                      <a:pt x="531461" y="1488595"/>
                      <a:pt x="550036" y="1475695"/>
                    </a:cubicBezTo>
                    <a:cubicBezTo>
                      <a:pt x="556228" y="1471568"/>
                      <a:pt x="561388" y="1471568"/>
                      <a:pt x="567063" y="1476211"/>
                    </a:cubicBezTo>
                    <a:cubicBezTo>
                      <a:pt x="576867" y="1483951"/>
                      <a:pt x="586670" y="1491690"/>
                      <a:pt x="596474" y="1498914"/>
                    </a:cubicBezTo>
                    <a:cubicBezTo>
                      <a:pt x="602666" y="1503558"/>
                      <a:pt x="604214" y="1508202"/>
                      <a:pt x="601634" y="1515426"/>
                    </a:cubicBezTo>
                    <a:cubicBezTo>
                      <a:pt x="594926" y="1537097"/>
                      <a:pt x="589250" y="1559284"/>
                      <a:pt x="574287" y="1577343"/>
                    </a:cubicBezTo>
                    <a:cubicBezTo>
                      <a:pt x="569127" y="1583018"/>
                      <a:pt x="569643" y="1587146"/>
                      <a:pt x="576867" y="1591274"/>
                    </a:cubicBezTo>
                    <a:cubicBezTo>
                      <a:pt x="597506" y="1603658"/>
                      <a:pt x="618145" y="1616041"/>
                      <a:pt x="639300" y="1627393"/>
                    </a:cubicBezTo>
                    <a:cubicBezTo>
                      <a:pt x="647040" y="1631520"/>
                      <a:pt x="651168" y="1629973"/>
                      <a:pt x="653747" y="1622233"/>
                    </a:cubicBezTo>
                    <a:cubicBezTo>
                      <a:pt x="662003" y="1600562"/>
                      <a:pt x="678514" y="1585598"/>
                      <a:pt x="693478" y="1568571"/>
                    </a:cubicBezTo>
                    <a:cubicBezTo>
                      <a:pt x="699153" y="1562379"/>
                      <a:pt x="704313" y="1561864"/>
                      <a:pt x="711537" y="1564959"/>
                    </a:cubicBezTo>
                    <a:cubicBezTo>
                      <a:pt x="721856" y="1570119"/>
                      <a:pt x="732692" y="1574247"/>
                      <a:pt x="743528" y="1578375"/>
                    </a:cubicBezTo>
                    <a:cubicBezTo>
                      <a:pt x="751267" y="1580955"/>
                      <a:pt x="753847" y="1585598"/>
                      <a:pt x="753847" y="1593854"/>
                    </a:cubicBezTo>
                    <a:cubicBezTo>
                      <a:pt x="753331" y="1616041"/>
                      <a:pt x="753847" y="1637712"/>
                      <a:pt x="744044" y="1658351"/>
                    </a:cubicBezTo>
                    <a:cubicBezTo>
                      <a:pt x="739916" y="1667123"/>
                      <a:pt x="743012" y="1671251"/>
                      <a:pt x="752299" y="1673831"/>
                    </a:cubicBezTo>
                    <a:cubicBezTo>
                      <a:pt x="773970" y="1680538"/>
                      <a:pt x="796157" y="1686214"/>
                      <a:pt x="818344" y="1691374"/>
                    </a:cubicBezTo>
                    <a:cubicBezTo>
                      <a:pt x="827116" y="1693438"/>
                      <a:pt x="831760" y="1692406"/>
                      <a:pt x="832276" y="1682602"/>
                    </a:cubicBezTo>
                    <a:cubicBezTo>
                      <a:pt x="834340" y="1659383"/>
                      <a:pt x="846723" y="1639776"/>
                      <a:pt x="857043" y="1619653"/>
                    </a:cubicBezTo>
                    <a:cubicBezTo>
                      <a:pt x="859622" y="1614493"/>
                      <a:pt x="862718" y="1611397"/>
                      <a:pt x="868910" y="1612429"/>
                    </a:cubicBezTo>
                    <a:cubicBezTo>
                      <a:pt x="881809" y="1614493"/>
                      <a:pt x="895225" y="1616041"/>
                      <a:pt x="908640" y="1617589"/>
                    </a:cubicBezTo>
                    <a:cubicBezTo>
                      <a:pt x="916896" y="1618621"/>
                      <a:pt x="920508" y="1622749"/>
                      <a:pt x="922056" y="1630488"/>
                    </a:cubicBezTo>
                    <a:cubicBezTo>
                      <a:pt x="925668" y="1651128"/>
                      <a:pt x="933407" y="1671251"/>
                      <a:pt x="929279" y="1692922"/>
                    </a:cubicBezTo>
                    <a:cubicBezTo>
                      <a:pt x="927215" y="1703757"/>
                      <a:pt x="932375" y="1706853"/>
                      <a:pt x="942695" y="1707369"/>
                    </a:cubicBezTo>
                    <a:cubicBezTo>
                      <a:pt x="964366" y="1708401"/>
                      <a:pt x="985521" y="1708401"/>
                      <a:pt x="1007192" y="1707369"/>
                    </a:cubicBezTo>
                    <a:cubicBezTo>
                      <a:pt x="1018028" y="1706853"/>
                      <a:pt x="1022155" y="1702725"/>
                      <a:pt x="1020607" y="1692406"/>
                    </a:cubicBezTo>
                    <a:cubicBezTo>
                      <a:pt x="1016480" y="1670219"/>
                      <a:pt x="1024219" y="1650096"/>
                      <a:pt x="1028347" y="1628941"/>
                    </a:cubicBezTo>
                    <a:cubicBezTo>
                      <a:pt x="1029379" y="1621717"/>
                      <a:pt x="1033507" y="1618621"/>
                      <a:pt x="1040215" y="1617589"/>
                    </a:cubicBezTo>
                    <a:cubicBezTo>
                      <a:pt x="1053114" y="1616041"/>
                      <a:pt x="1066013" y="1615009"/>
                      <a:pt x="1078397" y="1612429"/>
                    </a:cubicBezTo>
                    <a:cubicBezTo>
                      <a:pt x="1085621" y="1611397"/>
                      <a:pt x="1089748" y="1613461"/>
                      <a:pt x="1092844" y="1619653"/>
                    </a:cubicBezTo>
                    <a:cubicBezTo>
                      <a:pt x="1102648" y="1639776"/>
                      <a:pt x="1115031" y="1658351"/>
                      <a:pt x="1117095" y="1681570"/>
                    </a:cubicBezTo>
                    <a:cubicBezTo>
                      <a:pt x="1118127" y="1690342"/>
                      <a:pt x="1121739" y="1692922"/>
                      <a:pt x="1130511" y="1690858"/>
                    </a:cubicBezTo>
                    <a:cubicBezTo>
                      <a:pt x="1152698" y="1685698"/>
                      <a:pt x="1174885" y="1680022"/>
                      <a:pt x="1196556" y="1673315"/>
                    </a:cubicBezTo>
                    <a:cubicBezTo>
                      <a:pt x="1206359" y="1670219"/>
                      <a:pt x="1209455" y="1666607"/>
                      <a:pt x="1204811" y="1656803"/>
                    </a:cubicBezTo>
                    <a:cubicBezTo>
                      <a:pt x="1200168" y="1643904"/>
                      <a:pt x="1196556" y="1627393"/>
                      <a:pt x="1198104" y="1613977"/>
                    </a:cubicBezTo>
                    <a:close/>
                  </a:path>
                </a:pathLst>
              </a:custGeom>
              <a:solidFill>
                <a:schemeClr val="bg1"/>
              </a:solidFill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="" xmlns:a16="http://schemas.microsoft.com/office/drawing/2014/main" id="{1C7E0D0C-5A75-457A-983C-CE2B94536169}"/>
                  </a:ext>
                </a:extLst>
              </p:cNvPr>
              <p:cNvSpPr/>
              <p:nvPr/>
            </p:nvSpPr>
            <p:spPr>
              <a:xfrm>
                <a:off x="306265" y="596608"/>
                <a:ext cx="237706" cy="236466"/>
              </a:xfrm>
              <a:custGeom>
                <a:avLst/>
                <a:gdLst>
                  <a:gd name="connsiteX0" fmla="*/ 185362 w 237706"/>
                  <a:gd name="connsiteY0" fmla="*/ 130458 h 236466"/>
                  <a:gd name="connsiteX1" fmla="*/ 237706 w 237706"/>
                  <a:gd name="connsiteY1" fmla="*/ 130458 h 236466"/>
                  <a:gd name="connsiteX2" fmla="*/ 234128 w 237706"/>
                  <a:gd name="connsiteY2" fmla="*/ 154126 h 236466"/>
                  <a:gd name="connsiteX3" fmla="*/ 165835 w 237706"/>
                  <a:gd name="connsiteY3" fmla="*/ 229449 h 236466"/>
                  <a:gd name="connsiteX4" fmla="*/ 131078 w 237706"/>
                  <a:gd name="connsiteY4" fmla="*/ 236466 h 236466"/>
                  <a:gd name="connsiteX5" fmla="*/ 131078 w 237706"/>
                  <a:gd name="connsiteY5" fmla="*/ 186008 h 236466"/>
                  <a:gd name="connsiteX6" fmla="*/ 146195 w 237706"/>
                  <a:gd name="connsiteY6" fmla="*/ 182956 h 236466"/>
                  <a:gd name="connsiteX7" fmla="*/ 177100 w 237706"/>
                  <a:gd name="connsiteY7" fmla="*/ 157507 h 236466"/>
                  <a:gd name="connsiteX8" fmla="*/ 0 w 237706"/>
                  <a:gd name="connsiteY8" fmla="*/ 130458 h 236466"/>
                  <a:gd name="connsiteX9" fmla="*/ 52344 w 237706"/>
                  <a:gd name="connsiteY9" fmla="*/ 130458 h 236466"/>
                  <a:gd name="connsiteX10" fmla="*/ 60606 w 237706"/>
                  <a:gd name="connsiteY10" fmla="*/ 157507 h 236466"/>
                  <a:gd name="connsiteX11" fmla="*/ 91511 w 237706"/>
                  <a:gd name="connsiteY11" fmla="*/ 182956 h 236466"/>
                  <a:gd name="connsiteX12" fmla="*/ 106628 w 237706"/>
                  <a:gd name="connsiteY12" fmla="*/ 186008 h 236466"/>
                  <a:gd name="connsiteX13" fmla="*/ 106628 w 237706"/>
                  <a:gd name="connsiteY13" fmla="*/ 236466 h 236466"/>
                  <a:gd name="connsiteX14" fmla="*/ 71871 w 237706"/>
                  <a:gd name="connsiteY14" fmla="*/ 229449 h 236466"/>
                  <a:gd name="connsiteX15" fmla="*/ 3579 w 237706"/>
                  <a:gd name="connsiteY15" fmla="*/ 154126 h 236466"/>
                  <a:gd name="connsiteX16" fmla="*/ 131078 w 237706"/>
                  <a:gd name="connsiteY16" fmla="*/ 0 h 236466"/>
                  <a:gd name="connsiteX17" fmla="*/ 165835 w 237706"/>
                  <a:gd name="connsiteY17" fmla="*/ 7017 h 236466"/>
                  <a:gd name="connsiteX18" fmla="*/ 234128 w 237706"/>
                  <a:gd name="connsiteY18" fmla="*/ 82340 h 236466"/>
                  <a:gd name="connsiteX19" fmla="*/ 237706 w 237706"/>
                  <a:gd name="connsiteY19" fmla="*/ 106008 h 236466"/>
                  <a:gd name="connsiteX20" fmla="*/ 185362 w 237706"/>
                  <a:gd name="connsiteY20" fmla="*/ 106008 h 236466"/>
                  <a:gd name="connsiteX21" fmla="*/ 177100 w 237706"/>
                  <a:gd name="connsiteY21" fmla="*/ 78960 h 236466"/>
                  <a:gd name="connsiteX22" fmla="*/ 146195 w 237706"/>
                  <a:gd name="connsiteY22" fmla="*/ 53510 h 236466"/>
                  <a:gd name="connsiteX23" fmla="*/ 131078 w 237706"/>
                  <a:gd name="connsiteY23" fmla="*/ 50458 h 236466"/>
                  <a:gd name="connsiteX24" fmla="*/ 106628 w 237706"/>
                  <a:gd name="connsiteY24" fmla="*/ 0 h 236466"/>
                  <a:gd name="connsiteX25" fmla="*/ 106628 w 237706"/>
                  <a:gd name="connsiteY25" fmla="*/ 50458 h 236466"/>
                  <a:gd name="connsiteX26" fmla="*/ 91511 w 237706"/>
                  <a:gd name="connsiteY26" fmla="*/ 53510 h 236466"/>
                  <a:gd name="connsiteX27" fmla="*/ 60606 w 237706"/>
                  <a:gd name="connsiteY27" fmla="*/ 78960 h 236466"/>
                  <a:gd name="connsiteX28" fmla="*/ 52344 w 237706"/>
                  <a:gd name="connsiteY28" fmla="*/ 106008 h 236466"/>
                  <a:gd name="connsiteX29" fmla="*/ 0 w 237706"/>
                  <a:gd name="connsiteY29" fmla="*/ 106008 h 236466"/>
                  <a:gd name="connsiteX30" fmla="*/ 3579 w 237706"/>
                  <a:gd name="connsiteY30" fmla="*/ 82340 h 236466"/>
                  <a:gd name="connsiteX31" fmla="*/ 71871 w 237706"/>
                  <a:gd name="connsiteY31" fmla="*/ 7017 h 236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37706" h="236466">
                    <a:moveTo>
                      <a:pt x="185362" y="130458"/>
                    </a:moveTo>
                    <a:lnTo>
                      <a:pt x="237706" y="130458"/>
                    </a:lnTo>
                    <a:lnTo>
                      <a:pt x="234128" y="154126"/>
                    </a:lnTo>
                    <a:cubicBezTo>
                      <a:pt x="223548" y="188141"/>
                      <a:pt x="198326" y="215706"/>
                      <a:pt x="165835" y="229449"/>
                    </a:cubicBezTo>
                    <a:lnTo>
                      <a:pt x="131078" y="236466"/>
                    </a:lnTo>
                    <a:lnTo>
                      <a:pt x="131078" y="186008"/>
                    </a:lnTo>
                    <a:lnTo>
                      <a:pt x="146195" y="182956"/>
                    </a:lnTo>
                    <a:cubicBezTo>
                      <a:pt x="158800" y="177624"/>
                      <a:pt x="169526" y="168717"/>
                      <a:pt x="177100" y="157507"/>
                    </a:cubicBezTo>
                    <a:close/>
                    <a:moveTo>
                      <a:pt x="0" y="130458"/>
                    </a:moveTo>
                    <a:lnTo>
                      <a:pt x="52344" y="130458"/>
                    </a:lnTo>
                    <a:lnTo>
                      <a:pt x="60606" y="157507"/>
                    </a:lnTo>
                    <a:cubicBezTo>
                      <a:pt x="68180" y="168717"/>
                      <a:pt x="78906" y="177624"/>
                      <a:pt x="91511" y="182956"/>
                    </a:cubicBezTo>
                    <a:lnTo>
                      <a:pt x="106628" y="186008"/>
                    </a:lnTo>
                    <a:lnTo>
                      <a:pt x="106628" y="236466"/>
                    </a:lnTo>
                    <a:lnTo>
                      <a:pt x="71871" y="229449"/>
                    </a:lnTo>
                    <a:cubicBezTo>
                      <a:pt x="39380" y="215706"/>
                      <a:pt x="14159" y="188141"/>
                      <a:pt x="3579" y="154126"/>
                    </a:cubicBezTo>
                    <a:close/>
                    <a:moveTo>
                      <a:pt x="131078" y="0"/>
                    </a:moveTo>
                    <a:lnTo>
                      <a:pt x="165835" y="7017"/>
                    </a:lnTo>
                    <a:cubicBezTo>
                      <a:pt x="198326" y="20760"/>
                      <a:pt x="223548" y="48325"/>
                      <a:pt x="234128" y="82340"/>
                    </a:cubicBezTo>
                    <a:lnTo>
                      <a:pt x="237706" y="106008"/>
                    </a:lnTo>
                    <a:lnTo>
                      <a:pt x="185362" y="106008"/>
                    </a:lnTo>
                    <a:lnTo>
                      <a:pt x="177100" y="78960"/>
                    </a:lnTo>
                    <a:cubicBezTo>
                      <a:pt x="169526" y="67749"/>
                      <a:pt x="158800" y="58842"/>
                      <a:pt x="146195" y="53510"/>
                    </a:cubicBezTo>
                    <a:lnTo>
                      <a:pt x="131078" y="50458"/>
                    </a:lnTo>
                    <a:close/>
                    <a:moveTo>
                      <a:pt x="106628" y="0"/>
                    </a:moveTo>
                    <a:lnTo>
                      <a:pt x="106628" y="50458"/>
                    </a:lnTo>
                    <a:lnTo>
                      <a:pt x="91511" y="53510"/>
                    </a:lnTo>
                    <a:cubicBezTo>
                      <a:pt x="78906" y="58842"/>
                      <a:pt x="68180" y="67749"/>
                      <a:pt x="60606" y="78960"/>
                    </a:cubicBezTo>
                    <a:lnTo>
                      <a:pt x="52344" y="106008"/>
                    </a:lnTo>
                    <a:lnTo>
                      <a:pt x="0" y="106008"/>
                    </a:lnTo>
                    <a:lnTo>
                      <a:pt x="3579" y="82340"/>
                    </a:lnTo>
                    <a:cubicBezTo>
                      <a:pt x="14159" y="48325"/>
                      <a:pt x="39380" y="20760"/>
                      <a:pt x="71871" y="701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="" xmlns:a16="http://schemas.microsoft.com/office/drawing/2014/main" id="{184F0334-3B67-4DB2-8E8A-153CB7F3A0E5}"/>
                  </a:ext>
                </a:extLst>
              </p:cNvPr>
              <p:cNvSpPr/>
              <p:nvPr/>
            </p:nvSpPr>
            <p:spPr>
              <a:xfrm>
                <a:off x="385557" y="675280"/>
                <a:ext cx="79122" cy="79122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="" xmlns:a16="http://schemas.microsoft.com/office/drawing/2014/main" id="{53406839-AC3B-4A8E-BD7B-371FF6E0EDCB}"/>
                </a:ext>
              </a:extLst>
            </p:cNvPr>
            <p:cNvGrpSpPr/>
            <p:nvPr/>
          </p:nvGrpSpPr>
          <p:grpSpPr>
            <a:xfrm rot="17832318" flipH="1">
              <a:off x="10630036" y="3483559"/>
              <a:ext cx="606909" cy="1518446"/>
              <a:chOff x="4130254" y="650162"/>
              <a:chExt cx="502274" cy="1664988"/>
            </a:xfrm>
            <a:solidFill>
              <a:schemeClr val="accent2"/>
            </a:solidFill>
          </p:grpSpPr>
          <p:sp>
            <p:nvSpPr>
              <p:cNvPr id="154" name="Trapezoid 153">
                <a:extLst>
                  <a:ext uri="{FF2B5EF4-FFF2-40B4-BE49-F238E27FC236}">
                    <a16:creationId xmlns="" xmlns:a16="http://schemas.microsoft.com/office/drawing/2014/main" id="{93B4A039-0226-4710-BA77-B2733CA7E982}"/>
                  </a:ext>
                </a:extLst>
              </p:cNvPr>
              <p:cNvSpPr/>
              <p:nvPr/>
            </p:nvSpPr>
            <p:spPr>
              <a:xfrm>
                <a:off x="4130254" y="650162"/>
                <a:ext cx="502274" cy="1664988"/>
              </a:xfrm>
              <a:prstGeom prst="trapezoid">
                <a:avLst>
                  <a:gd name="adj" fmla="val 9168"/>
                </a:avLst>
              </a:prstGeom>
              <a:grp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Trapezoid 94">
                <a:extLst>
                  <a:ext uri="{FF2B5EF4-FFF2-40B4-BE49-F238E27FC236}">
                    <a16:creationId xmlns="" xmlns:a16="http://schemas.microsoft.com/office/drawing/2014/main" id="{D036E978-CAEF-4576-83F5-B79017F86032}"/>
                  </a:ext>
                </a:extLst>
              </p:cNvPr>
              <p:cNvSpPr/>
              <p:nvPr/>
            </p:nvSpPr>
            <p:spPr>
              <a:xfrm>
                <a:off x="4449648" y="650162"/>
                <a:ext cx="182880" cy="1664988"/>
              </a:xfrm>
              <a:custGeom>
                <a:avLst/>
                <a:gdLst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182880 w 182880"/>
                  <a:gd name="connsiteY2" fmla="*/ 0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130540 w 182880"/>
                  <a:gd name="connsiteY2" fmla="*/ 3079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68965 w 182880"/>
                  <a:gd name="connsiteY2" fmla="*/ 6157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133619 w 182880"/>
                  <a:gd name="connsiteY2" fmla="*/ 3079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880" h="1664988">
                    <a:moveTo>
                      <a:pt x="0" y="1664988"/>
                    </a:moveTo>
                    <a:lnTo>
                      <a:pt x="0" y="0"/>
                    </a:lnTo>
                    <a:lnTo>
                      <a:pt x="133619" y="3079"/>
                    </a:lnTo>
                    <a:lnTo>
                      <a:pt x="182880" y="1664988"/>
                    </a:lnTo>
                    <a:lnTo>
                      <a:pt x="0" y="1664988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="" xmlns:a16="http://schemas.microsoft.com/office/drawing/2014/main" id="{497DC697-5A84-461C-82D8-B044E999F46C}"/>
                </a:ext>
              </a:extLst>
            </p:cNvPr>
            <p:cNvGrpSpPr/>
            <p:nvPr/>
          </p:nvGrpSpPr>
          <p:grpSpPr>
            <a:xfrm rot="6515991" flipH="1">
              <a:off x="11363304" y="4328467"/>
              <a:ext cx="770532" cy="770532"/>
              <a:chOff x="121429" y="411152"/>
              <a:chExt cx="607378" cy="607378"/>
            </a:xfrm>
          </p:grpSpPr>
          <p:sp>
            <p:nvSpPr>
              <p:cNvPr id="150" name="Oval 149">
                <a:extLst>
                  <a:ext uri="{FF2B5EF4-FFF2-40B4-BE49-F238E27FC236}">
                    <a16:creationId xmlns="" xmlns:a16="http://schemas.microsoft.com/office/drawing/2014/main" id="{1A6F0CB0-F8B1-4874-BEAD-F3D7BCDCC4B5}"/>
                  </a:ext>
                </a:extLst>
              </p:cNvPr>
              <p:cNvSpPr/>
              <p:nvPr/>
            </p:nvSpPr>
            <p:spPr>
              <a:xfrm>
                <a:off x="121429" y="411152"/>
                <a:ext cx="607378" cy="607378"/>
              </a:xfrm>
              <a:prstGeom prst="ellipse">
                <a:avLst/>
              </a:prstGeom>
              <a:solidFill>
                <a:schemeClr val="accent2"/>
              </a:solidFill>
              <a:ln w="127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="" xmlns:a16="http://schemas.microsoft.com/office/drawing/2014/main" id="{B44F3C12-B133-4331-B02E-9987EA31F24C}"/>
                  </a:ext>
                </a:extLst>
              </p:cNvPr>
              <p:cNvSpPr/>
              <p:nvPr/>
            </p:nvSpPr>
            <p:spPr>
              <a:xfrm>
                <a:off x="186934" y="476657"/>
                <a:ext cx="476369" cy="476369"/>
              </a:xfrm>
              <a:custGeom>
                <a:avLst/>
                <a:gdLst>
                  <a:gd name="connsiteX0" fmla="*/ 977265 w 1950394"/>
                  <a:gd name="connsiteY0" fmla="*/ 1954006 h 1950394"/>
                  <a:gd name="connsiteX1" fmla="*/ 4 w 1950394"/>
                  <a:gd name="connsiteY1" fmla="*/ 977261 h 1950394"/>
                  <a:gd name="connsiteX2" fmla="*/ 976749 w 1950394"/>
                  <a:gd name="connsiteY2" fmla="*/ 0 h 1950394"/>
                  <a:gd name="connsiteX3" fmla="*/ 1953494 w 1950394"/>
                  <a:gd name="connsiteY3" fmla="*/ 976229 h 1950394"/>
                  <a:gd name="connsiteX4" fmla="*/ 977265 w 1950394"/>
                  <a:gd name="connsiteY4" fmla="*/ 1954006 h 1950394"/>
                  <a:gd name="connsiteX5" fmla="*/ 1198104 w 1950394"/>
                  <a:gd name="connsiteY5" fmla="*/ 1613977 h 1950394"/>
                  <a:gd name="connsiteX6" fmla="*/ 1221839 w 1950394"/>
                  <a:gd name="connsiteY6" fmla="*/ 1574763 h 1950394"/>
                  <a:gd name="connsiteX7" fmla="*/ 1240930 w 1950394"/>
                  <a:gd name="connsiteY7" fmla="*/ 1566507 h 1950394"/>
                  <a:gd name="connsiteX8" fmla="*/ 1257957 w 1950394"/>
                  <a:gd name="connsiteY8" fmla="*/ 1569603 h 1950394"/>
                  <a:gd name="connsiteX9" fmla="*/ 1298203 w 1950394"/>
                  <a:gd name="connsiteY9" fmla="*/ 1624297 h 1950394"/>
                  <a:gd name="connsiteX10" fmla="*/ 1311619 w 1950394"/>
                  <a:gd name="connsiteY10" fmla="*/ 1629456 h 1950394"/>
                  <a:gd name="connsiteX11" fmla="*/ 1375084 w 1950394"/>
                  <a:gd name="connsiteY11" fmla="*/ 1592822 h 1950394"/>
                  <a:gd name="connsiteX12" fmla="*/ 1377148 w 1950394"/>
                  <a:gd name="connsiteY12" fmla="*/ 1578891 h 1950394"/>
                  <a:gd name="connsiteX13" fmla="*/ 1349285 w 1950394"/>
                  <a:gd name="connsiteY13" fmla="*/ 1515426 h 1950394"/>
                  <a:gd name="connsiteX14" fmla="*/ 1353413 w 1950394"/>
                  <a:gd name="connsiteY14" fmla="*/ 1502010 h 1950394"/>
                  <a:gd name="connsiteX15" fmla="*/ 1385919 w 1950394"/>
                  <a:gd name="connsiteY15" fmla="*/ 1476727 h 1950394"/>
                  <a:gd name="connsiteX16" fmla="*/ 1400883 w 1950394"/>
                  <a:gd name="connsiteY16" fmla="*/ 1476727 h 1950394"/>
                  <a:gd name="connsiteX17" fmla="*/ 1452996 w 1950394"/>
                  <a:gd name="connsiteY17" fmla="*/ 1518005 h 1950394"/>
                  <a:gd name="connsiteX18" fmla="*/ 1470024 w 1950394"/>
                  <a:gd name="connsiteY18" fmla="*/ 1519553 h 1950394"/>
                  <a:gd name="connsiteX19" fmla="*/ 1519041 w 1950394"/>
                  <a:gd name="connsiteY19" fmla="*/ 1470535 h 1950394"/>
                  <a:gd name="connsiteX20" fmla="*/ 1518010 w 1950394"/>
                  <a:gd name="connsiteY20" fmla="*/ 1453508 h 1950394"/>
                  <a:gd name="connsiteX21" fmla="*/ 1475699 w 1950394"/>
                  <a:gd name="connsiteY21" fmla="*/ 1400363 h 1950394"/>
                  <a:gd name="connsiteX22" fmla="*/ 1476215 w 1950394"/>
                  <a:gd name="connsiteY22" fmla="*/ 1386431 h 1950394"/>
                  <a:gd name="connsiteX23" fmla="*/ 1501498 w 1950394"/>
                  <a:gd name="connsiteY23" fmla="*/ 1353925 h 1950394"/>
                  <a:gd name="connsiteX24" fmla="*/ 1515946 w 1950394"/>
                  <a:gd name="connsiteY24" fmla="*/ 1349797 h 1950394"/>
                  <a:gd name="connsiteX25" fmla="*/ 1579411 w 1950394"/>
                  <a:gd name="connsiteY25" fmla="*/ 1377660 h 1950394"/>
                  <a:gd name="connsiteX26" fmla="*/ 1592310 w 1950394"/>
                  <a:gd name="connsiteY26" fmla="*/ 1375596 h 1950394"/>
                  <a:gd name="connsiteX27" fmla="*/ 1628945 w 1950394"/>
                  <a:gd name="connsiteY27" fmla="*/ 1312130 h 1950394"/>
                  <a:gd name="connsiteX28" fmla="*/ 1623785 w 1950394"/>
                  <a:gd name="connsiteY28" fmla="*/ 1298199 h 1950394"/>
                  <a:gd name="connsiteX29" fmla="*/ 1577863 w 1950394"/>
                  <a:gd name="connsiteY29" fmla="*/ 1265692 h 1950394"/>
                  <a:gd name="connsiteX30" fmla="*/ 1571155 w 1950394"/>
                  <a:gd name="connsiteY30" fmla="*/ 1230090 h 1950394"/>
                  <a:gd name="connsiteX31" fmla="*/ 1579927 w 1950394"/>
                  <a:gd name="connsiteY31" fmla="*/ 1208419 h 1950394"/>
                  <a:gd name="connsiteX32" fmla="*/ 1596438 w 1950394"/>
                  <a:gd name="connsiteY32" fmla="*/ 1197583 h 1950394"/>
                  <a:gd name="connsiteX33" fmla="*/ 1660935 w 1950394"/>
                  <a:gd name="connsiteY33" fmla="*/ 1207387 h 1950394"/>
                  <a:gd name="connsiteX34" fmla="*/ 1675383 w 1950394"/>
                  <a:gd name="connsiteY34" fmla="*/ 1201195 h 1950394"/>
                  <a:gd name="connsiteX35" fmla="*/ 1693442 w 1950394"/>
                  <a:gd name="connsiteY35" fmla="*/ 1132570 h 1950394"/>
                  <a:gd name="connsiteX36" fmla="*/ 1684154 w 1950394"/>
                  <a:gd name="connsiteY36" fmla="*/ 1119155 h 1950394"/>
                  <a:gd name="connsiteX37" fmla="*/ 1621205 w 1950394"/>
                  <a:gd name="connsiteY37" fmla="*/ 1093872 h 1950394"/>
                  <a:gd name="connsiteX38" fmla="*/ 1614497 w 1950394"/>
                  <a:gd name="connsiteY38" fmla="*/ 1083037 h 1950394"/>
                  <a:gd name="connsiteX39" fmla="*/ 1620173 w 1950394"/>
                  <a:gd name="connsiteY39" fmla="*/ 1042274 h 1950394"/>
                  <a:gd name="connsiteX40" fmla="*/ 1632557 w 1950394"/>
                  <a:gd name="connsiteY40" fmla="*/ 1029891 h 1950394"/>
                  <a:gd name="connsiteX41" fmla="*/ 1696022 w 1950394"/>
                  <a:gd name="connsiteY41" fmla="*/ 1022667 h 1950394"/>
                  <a:gd name="connsiteX42" fmla="*/ 1709437 w 1950394"/>
                  <a:gd name="connsiteY42" fmla="*/ 1010800 h 1950394"/>
                  <a:gd name="connsiteX43" fmla="*/ 1709437 w 1950394"/>
                  <a:gd name="connsiteY43" fmla="*/ 943723 h 1950394"/>
                  <a:gd name="connsiteX44" fmla="*/ 1694990 w 1950394"/>
                  <a:gd name="connsiteY44" fmla="*/ 931339 h 1950394"/>
                  <a:gd name="connsiteX45" fmla="*/ 1650616 w 1950394"/>
                  <a:gd name="connsiteY45" fmla="*/ 928243 h 1950394"/>
                  <a:gd name="connsiteX46" fmla="*/ 1618109 w 1950394"/>
                  <a:gd name="connsiteY46" fmla="*/ 892125 h 1950394"/>
                  <a:gd name="connsiteX47" fmla="*/ 1615013 w 1950394"/>
                  <a:gd name="connsiteY47" fmla="*/ 874582 h 1950394"/>
                  <a:gd name="connsiteX48" fmla="*/ 1622753 w 1950394"/>
                  <a:gd name="connsiteY48" fmla="*/ 859102 h 1950394"/>
                  <a:gd name="connsiteX49" fmla="*/ 1684670 w 1950394"/>
                  <a:gd name="connsiteY49" fmla="*/ 834851 h 1950394"/>
                  <a:gd name="connsiteX50" fmla="*/ 1693442 w 1950394"/>
                  <a:gd name="connsiteY50" fmla="*/ 821952 h 1950394"/>
                  <a:gd name="connsiteX51" fmla="*/ 1674867 w 1950394"/>
                  <a:gd name="connsiteY51" fmla="*/ 753327 h 1950394"/>
                  <a:gd name="connsiteX52" fmla="*/ 1659903 w 1950394"/>
                  <a:gd name="connsiteY52" fmla="*/ 746619 h 1950394"/>
                  <a:gd name="connsiteX53" fmla="*/ 1594374 w 1950394"/>
                  <a:gd name="connsiteY53" fmla="*/ 756423 h 1950394"/>
                  <a:gd name="connsiteX54" fmla="*/ 1580443 w 1950394"/>
                  <a:gd name="connsiteY54" fmla="*/ 747651 h 1950394"/>
                  <a:gd name="connsiteX55" fmla="*/ 1565995 w 1950394"/>
                  <a:gd name="connsiteY55" fmla="*/ 713081 h 1950394"/>
                  <a:gd name="connsiteX56" fmla="*/ 1570123 w 1950394"/>
                  <a:gd name="connsiteY56" fmla="*/ 696054 h 1950394"/>
                  <a:gd name="connsiteX57" fmla="*/ 1623269 w 1950394"/>
                  <a:gd name="connsiteY57" fmla="*/ 656323 h 1950394"/>
                  <a:gd name="connsiteX58" fmla="*/ 1628429 w 1950394"/>
                  <a:gd name="connsiteY58" fmla="*/ 641876 h 1950394"/>
                  <a:gd name="connsiteX59" fmla="*/ 1592310 w 1950394"/>
                  <a:gd name="connsiteY59" fmla="*/ 579443 h 1950394"/>
                  <a:gd name="connsiteX60" fmla="*/ 1578379 w 1950394"/>
                  <a:gd name="connsiteY60" fmla="*/ 576863 h 1950394"/>
                  <a:gd name="connsiteX61" fmla="*/ 1532457 w 1950394"/>
                  <a:gd name="connsiteY61" fmla="*/ 599050 h 1950394"/>
                  <a:gd name="connsiteX62" fmla="*/ 1490147 w 1950394"/>
                  <a:gd name="connsiteY62" fmla="*/ 585118 h 1950394"/>
                  <a:gd name="connsiteX63" fmla="*/ 1477247 w 1950394"/>
                  <a:gd name="connsiteY63" fmla="*/ 569123 h 1950394"/>
                  <a:gd name="connsiteX64" fmla="*/ 1476731 w 1950394"/>
                  <a:gd name="connsiteY64" fmla="*/ 552096 h 1950394"/>
                  <a:gd name="connsiteX65" fmla="*/ 1518525 w 1950394"/>
                  <a:gd name="connsiteY65" fmla="*/ 499982 h 1950394"/>
                  <a:gd name="connsiteX66" fmla="*/ 1519557 w 1950394"/>
                  <a:gd name="connsiteY66" fmla="*/ 483987 h 1950394"/>
                  <a:gd name="connsiteX67" fmla="*/ 1470540 w 1950394"/>
                  <a:gd name="connsiteY67" fmla="*/ 434453 h 1950394"/>
                  <a:gd name="connsiteX68" fmla="*/ 1452480 w 1950394"/>
                  <a:gd name="connsiteY68" fmla="*/ 436001 h 1950394"/>
                  <a:gd name="connsiteX69" fmla="*/ 1418942 w 1950394"/>
                  <a:gd name="connsiteY69" fmla="*/ 465412 h 1950394"/>
                  <a:gd name="connsiteX70" fmla="*/ 1369408 w 1950394"/>
                  <a:gd name="connsiteY70" fmla="*/ 463348 h 1950394"/>
                  <a:gd name="connsiteX71" fmla="*/ 1354961 w 1950394"/>
                  <a:gd name="connsiteY71" fmla="*/ 452512 h 1950394"/>
                  <a:gd name="connsiteX72" fmla="*/ 1349801 w 1950394"/>
                  <a:gd name="connsiteY72" fmla="*/ 436001 h 1950394"/>
                  <a:gd name="connsiteX73" fmla="*/ 1377148 w 1950394"/>
                  <a:gd name="connsiteY73" fmla="*/ 374084 h 1950394"/>
                  <a:gd name="connsiteX74" fmla="*/ 1374052 w 1950394"/>
                  <a:gd name="connsiteY74" fmla="*/ 360152 h 1950394"/>
                  <a:gd name="connsiteX75" fmla="*/ 1312651 w 1950394"/>
                  <a:gd name="connsiteY75" fmla="*/ 324550 h 1950394"/>
                  <a:gd name="connsiteX76" fmla="*/ 1296655 w 1950394"/>
                  <a:gd name="connsiteY76" fmla="*/ 329193 h 1950394"/>
                  <a:gd name="connsiteX77" fmla="*/ 1256925 w 1950394"/>
                  <a:gd name="connsiteY77" fmla="*/ 382855 h 1950394"/>
                  <a:gd name="connsiteX78" fmla="*/ 1238866 w 1950394"/>
                  <a:gd name="connsiteY78" fmla="*/ 386467 h 1950394"/>
                  <a:gd name="connsiteX79" fmla="*/ 1206875 w 1950394"/>
                  <a:gd name="connsiteY79" fmla="*/ 373052 h 1950394"/>
                  <a:gd name="connsiteX80" fmla="*/ 1196556 w 1950394"/>
                  <a:gd name="connsiteY80" fmla="*/ 357572 h 1950394"/>
                  <a:gd name="connsiteX81" fmla="*/ 1206359 w 1950394"/>
                  <a:gd name="connsiteY81" fmla="*/ 293075 h 1950394"/>
                  <a:gd name="connsiteX82" fmla="*/ 1199652 w 1950394"/>
                  <a:gd name="connsiteY82" fmla="*/ 278112 h 1950394"/>
                  <a:gd name="connsiteX83" fmla="*/ 1131027 w 1950394"/>
                  <a:gd name="connsiteY83" fmla="*/ 259537 h 1950394"/>
                  <a:gd name="connsiteX84" fmla="*/ 1118127 w 1950394"/>
                  <a:gd name="connsiteY84" fmla="*/ 268308 h 1950394"/>
                  <a:gd name="connsiteX85" fmla="*/ 1093360 w 1950394"/>
                  <a:gd name="connsiteY85" fmla="*/ 331258 h 1950394"/>
                  <a:gd name="connsiteX86" fmla="*/ 1079945 w 1950394"/>
                  <a:gd name="connsiteY86" fmla="*/ 338481 h 1950394"/>
                  <a:gd name="connsiteX87" fmla="*/ 1042794 w 1950394"/>
                  <a:gd name="connsiteY87" fmla="*/ 333837 h 1950394"/>
                  <a:gd name="connsiteX88" fmla="*/ 1028347 w 1950394"/>
                  <a:gd name="connsiteY88" fmla="*/ 320422 h 1950394"/>
                  <a:gd name="connsiteX89" fmla="*/ 1021123 w 1950394"/>
                  <a:gd name="connsiteY89" fmla="*/ 257989 h 1950394"/>
                  <a:gd name="connsiteX90" fmla="*/ 1008740 w 1950394"/>
                  <a:gd name="connsiteY90" fmla="*/ 243541 h 1950394"/>
                  <a:gd name="connsiteX91" fmla="*/ 941663 w 1950394"/>
                  <a:gd name="connsiteY91" fmla="*/ 243541 h 1950394"/>
                  <a:gd name="connsiteX92" fmla="*/ 929795 w 1950394"/>
                  <a:gd name="connsiteY92" fmla="*/ 256957 h 1950394"/>
                  <a:gd name="connsiteX93" fmla="*/ 922572 w 1950394"/>
                  <a:gd name="connsiteY93" fmla="*/ 320422 h 1950394"/>
                  <a:gd name="connsiteX94" fmla="*/ 909156 w 1950394"/>
                  <a:gd name="connsiteY94" fmla="*/ 333321 h 1950394"/>
                  <a:gd name="connsiteX95" fmla="*/ 872006 w 1950394"/>
                  <a:gd name="connsiteY95" fmla="*/ 337965 h 1950394"/>
                  <a:gd name="connsiteX96" fmla="*/ 857559 w 1950394"/>
                  <a:gd name="connsiteY96" fmla="*/ 330226 h 1950394"/>
                  <a:gd name="connsiteX97" fmla="*/ 833308 w 1950394"/>
                  <a:gd name="connsiteY97" fmla="*/ 268308 h 1950394"/>
                  <a:gd name="connsiteX98" fmla="*/ 819892 w 1950394"/>
                  <a:gd name="connsiteY98" fmla="*/ 259021 h 1950394"/>
                  <a:gd name="connsiteX99" fmla="*/ 753847 w 1950394"/>
                  <a:gd name="connsiteY99" fmla="*/ 276564 h 1950394"/>
                  <a:gd name="connsiteX100" fmla="*/ 745591 w 1950394"/>
                  <a:gd name="connsiteY100" fmla="*/ 293075 h 1950394"/>
                  <a:gd name="connsiteX101" fmla="*/ 754879 w 1950394"/>
                  <a:gd name="connsiteY101" fmla="*/ 339513 h 1950394"/>
                  <a:gd name="connsiteX102" fmla="*/ 728564 w 1950394"/>
                  <a:gd name="connsiteY102" fmla="*/ 378728 h 1950394"/>
                  <a:gd name="connsiteX103" fmla="*/ 712053 w 1950394"/>
                  <a:gd name="connsiteY103" fmla="*/ 385951 h 1950394"/>
                  <a:gd name="connsiteX104" fmla="*/ 695026 w 1950394"/>
                  <a:gd name="connsiteY104" fmla="*/ 382855 h 1950394"/>
                  <a:gd name="connsiteX105" fmla="*/ 654779 w 1950394"/>
                  <a:gd name="connsiteY105" fmla="*/ 328161 h 1950394"/>
                  <a:gd name="connsiteX106" fmla="*/ 641364 w 1950394"/>
                  <a:gd name="connsiteY106" fmla="*/ 323002 h 1950394"/>
                  <a:gd name="connsiteX107" fmla="*/ 577899 w 1950394"/>
                  <a:gd name="connsiteY107" fmla="*/ 359636 h 1950394"/>
                  <a:gd name="connsiteX108" fmla="*/ 574803 w 1950394"/>
                  <a:gd name="connsiteY108" fmla="*/ 372536 h 1950394"/>
                  <a:gd name="connsiteX109" fmla="*/ 602666 w 1950394"/>
                  <a:gd name="connsiteY109" fmla="*/ 435485 h 1950394"/>
                  <a:gd name="connsiteX110" fmla="*/ 598022 w 1950394"/>
                  <a:gd name="connsiteY110" fmla="*/ 450964 h 1950394"/>
                  <a:gd name="connsiteX111" fmla="*/ 567579 w 1950394"/>
                  <a:gd name="connsiteY111" fmla="*/ 474699 h 1950394"/>
                  <a:gd name="connsiteX112" fmla="*/ 550552 w 1950394"/>
                  <a:gd name="connsiteY112" fmla="*/ 474699 h 1950394"/>
                  <a:gd name="connsiteX113" fmla="*/ 498438 w 1950394"/>
                  <a:gd name="connsiteY113" fmla="*/ 432905 h 1950394"/>
                  <a:gd name="connsiteX114" fmla="*/ 483475 w 1950394"/>
                  <a:gd name="connsiteY114" fmla="*/ 431357 h 1950394"/>
                  <a:gd name="connsiteX115" fmla="*/ 432393 w 1950394"/>
                  <a:gd name="connsiteY115" fmla="*/ 482439 h 1950394"/>
                  <a:gd name="connsiteX116" fmla="*/ 433425 w 1950394"/>
                  <a:gd name="connsiteY116" fmla="*/ 497402 h 1950394"/>
                  <a:gd name="connsiteX117" fmla="*/ 475735 w 1950394"/>
                  <a:gd name="connsiteY117" fmla="*/ 550032 h 1950394"/>
                  <a:gd name="connsiteX118" fmla="*/ 475219 w 1950394"/>
                  <a:gd name="connsiteY118" fmla="*/ 566027 h 1950394"/>
                  <a:gd name="connsiteX119" fmla="*/ 450968 w 1950394"/>
                  <a:gd name="connsiteY119" fmla="*/ 597502 h 1950394"/>
                  <a:gd name="connsiteX120" fmla="*/ 437553 w 1950394"/>
                  <a:gd name="connsiteY120" fmla="*/ 601629 h 1950394"/>
                  <a:gd name="connsiteX121" fmla="*/ 373056 w 1950394"/>
                  <a:gd name="connsiteY121" fmla="*/ 573251 h 1950394"/>
                  <a:gd name="connsiteX122" fmla="*/ 360156 w 1950394"/>
                  <a:gd name="connsiteY122" fmla="*/ 575315 h 1950394"/>
                  <a:gd name="connsiteX123" fmla="*/ 323522 w 1950394"/>
                  <a:gd name="connsiteY123" fmla="*/ 638780 h 1950394"/>
                  <a:gd name="connsiteX124" fmla="*/ 328166 w 1950394"/>
                  <a:gd name="connsiteY124" fmla="*/ 652711 h 1950394"/>
                  <a:gd name="connsiteX125" fmla="*/ 374088 w 1950394"/>
                  <a:gd name="connsiteY125" fmla="*/ 685218 h 1950394"/>
                  <a:gd name="connsiteX126" fmla="*/ 380795 w 1950394"/>
                  <a:gd name="connsiteY126" fmla="*/ 720820 h 1950394"/>
                  <a:gd name="connsiteX127" fmla="*/ 372024 w 1950394"/>
                  <a:gd name="connsiteY127" fmla="*/ 742492 h 1950394"/>
                  <a:gd name="connsiteX128" fmla="*/ 355513 w 1950394"/>
                  <a:gd name="connsiteY128" fmla="*/ 753327 h 1950394"/>
                  <a:gd name="connsiteX129" fmla="*/ 291015 w 1950394"/>
                  <a:gd name="connsiteY129" fmla="*/ 743523 h 1950394"/>
                  <a:gd name="connsiteX130" fmla="*/ 276568 w 1950394"/>
                  <a:gd name="connsiteY130" fmla="*/ 751263 h 1950394"/>
                  <a:gd name="connsiteX131" fmla="*/ 258509 w 1950394"/>
                  <a:gd name="connsiteY131" fmla="*/ 818340 h 1950394"/>
                  <a:gd name="connsiteX132" fmla="*/ 267796 w 1950394"/>
                  <a:gd name="connsiteY132" fmla="*/ 831756 h 1950394"/>
                  <a:gd name="connsiteX133" fmla="*/ 330746 w 1950394"/>
                  <a:gd name="connsiteY133" fmla="*/ 857038 h 1950394"/>
                  <a:gd name="connsiteX134" fmla="*/ 337453 w 1950394"/>
                  <a:gd name="connsiteY134" fmla="*/ 869422 h 1950394"/>
                  <a:gd name="connsiteX135" fmla="*/ 332810 w 1950394"/>
                  <a:gd name="connsiteY135" fmla="*/ 906572 h 1950394"/>
                  <a:gd name="connsiteX136" fmla="*/ 318878 w 1950394"/>
                  <a:gd name="connsiteY136" fmla="*/ 922052 h 1950394"/>
                  <a:gd name="connsiteX137" fmla="*/ 256445 w 1950394"/>
                  <a:gd name="connsiteY137" fmla="*/ 929275 h 1950394"/>
                  <a:gd name="connsiteX138" fmla="*/ 242514 w 1950394"/>
                  <a:gd name="connsiteY138" fmla="*/ 942175 h 1950394"/>
                  <a:gd name="connsiteX139" fmla="*/ 242514 w 1950394"/>
                  <a:gd name="connsiteY139" fmla="*/ 1006672 h 1950394"/>
                  <a:gd name="connsiteX140" fmla="*/ 257993 w 1950394"/>
                  <a:gd name="connsiteY140" fmla="*/ 1020603 h 1950394"/>
                  <a:gd name="connsiteX141" fmla="*/ 321458 w 1950394"/>
                  <a:gd name="connsiteY141" fmla="*/ 1028343 h 1950394"/>
                  <a:gd name="connsiteX142" fmla="*/ 331778 w 1950394"/>
                  <a:gd name="connsiteY142" fmla="*/ 1039694 h 1950394"/>
                  <a:gd name="connsiteX143" fmla="*/ 336937 w 1950394"/>
                  <a:gd name="connsiteY143" fmla="*/ 1077877 h 1950394"/>
                  <a:gd name="connsiteX144" fmla="*/ 329198 w 1950394"/>
                  <a:gd name="connsiteY144" fmla="*/ 1093356 h 1950394"/>
                  <a:gd name="connsiteX145" fmla="*/ 265733 w 1950394"/>
                  <a:gd name="connsiteY145" fmla="*/ 1117607 h 1950394"/>
                  <a:gd name="connsiteX146" fmla="*/ 257993 w 1950394"/>
                  <a:gd name="connsiteY146" fmla="*/ 1129990 h 1950394"/>
                  <a:gd name="connsiteX147" fmla="*/ 276568 w 1950394"/>
                  <a:gd name="connsiteY147" fmla="*/ 1198615 h 1950394"/>
                  <a:gd name="connsiteX148" fmla="*/ 291531 w 1950394"/>
                  <a:gd name="connsiteY148" fmla="*/ 1205839 h 1950394"/>
                  <a:gd name="connsiteX149" fmla="*/ 345709 w 1950394"/>
                  <a:gd name="connsiteY149" fmla="*/ 1196035 h 1950394"/>
                  <a:gd name="connsiteX150" fmla="*/ 375636 w 1950394"/>
                  <a:gd name="connsiteY150" fmla="*/ 1216675 h 1950394"/>
                  <a:gd name="connsiteX151" fmla="*/ 384407 w 1950394"/>
                  <a:gd name="connsiteY151" fmla="*/ 1236798 h 1950394"/>
                  <a:gd name="connsiteX152" fmla="*/ 379764 w 1950394"/>
                  <a:gd name="connsiteY152" fmla="*/ 1257953 h 1950394"/>
                  <a:gd name="connsiteX153" fmla="*/ 327134 w 1950394"/>
                  <a:gd name="connsiteY153" fmla="*/ 1296651 h 1950394"/>
                  <a:gd name="connsiteX154" fmla="*/ 322490 w 1950394"/>
                  <a:gd name="connsiteY154" fmla="*/ 1310583 h 1950394"/>
                  <a:gd name="connsiteX155" fmla="*/ 359124 w 1950394"/>
                  <a:gd name="connsiteY155" fmla="*/ 1374048 h 1950394"/>
                  <a:gd name="connsiteX156" fmla="*/ 370992 w 1950394"/>
                  <a:gd name="connsiteY156" fmla="*/ 1376628 h 1950394"/>
                  <a:gd name="connsiteX157" fmla="*/ 433941 w 1950394"/>
                  <a:gd name="connsiteY157" fmla="*/ 1348765 h 1950394"/>
                  <a:gd name="connsiteX158" fmla="*/ 450452 w 1950394"/>
                  <a:gd name="connsiteY158" fmla="*/ 1353925 h 1950394"/>
                  <a:gd name="connsiteX159" fmla="*/ 474187 w 1950394"/>
                  <a:gd name="connsiteY159" fmla="*/ 1384367 h 1950394"/>
                  <a:gd name="connsiteX160" fmla="*/ 475219 w 1950394"/>
                  <a:gd name="connsiteY160" fmla="*/ 1399331 h 1950394"/>
                  <a:gd name="connsiteX161" fmla="*/ 432909 w 1950394"/>
                  <a:gd name="connsiteY161" fmla="*/ 1452476 h 1950394"/>
                  <a:gd name="connsiteX162" fmla="*/ 431877 w 1950394"/>
                  <a:gd name="connsiteY162" fmla="*/ 1468471 h 1950394"/>
                  <a:gd name="connsiteX163" fmla="*/ 481927 w 1950394"/>
                  <a:gd name="connsiteY163" fmla="*/ 1518521 h 1950394"/>
                  <a:gd name="connsiteX164" fmla="*/ 497922 w 1950394"/>
                  <a:gd name="connsiteY164" fmla="*/ 1517489 h 1950394"/>
                  <a:gd name="connsiteX165" fmla="*/ 550036 w 1950394"/>
                  <a:gd name="connsiteY165" fmla="*/ 1475695 h 1950394"/>
                  <a:gd name="connsiteX166" fmla="*/ 567063 w 1950394"/>
                  <a:gd name="connsiteY166" fmla="*/ 1476211 h 1950394"/>
                  <a:gd name="connsiteX167" fmla="*/ 596474 w 1950394"/>
                  <a:gd name="connsiteY167" fmla="*/ 1498914 h 1950394"/>
                  <a:gd name="connsiteX168" fmla="*/ 601634 w 1950394"/>
                  <a:gd name="connsiteY168" fmla="*/ 1515426 h 1950394"/>
                  <a:gd name="connsiteX169" fmla="*/ 574287 w 1950394"/>
                  <a:gd name="connsiteY169" fmla="*/ 1577343 h 1950394"/>
                  <a:gd name="connsiteX170" fmla="*/ 576867 w 1950394"/>
                  <a:gd name="connsiteY170" fmla="*/ 1591274 h 1950394"/>
                  <a:gd name="connsiteX171" fmla="*/ 639300 w 1950394"/>
                  <a:gd name="connsiteY171" fmla="*/ 1627393 h 1950394"/>
                  <a:gd name="connsiteX172" fmla="*/ 653747 w 1950394"/>
                  <a:gd name="connsiteY172" fmla="*/ 1622233 h 1950394"/>
                  <a:gd name="connsiteX173" fmla="*/ 693478 w 1950394"/>
                  <a:gd name="connsiteY173" fmla="*/ 1568571 h 1950394"/>
                  <a:gd name="connsiteX174" fmla="*/ 711537 w 1950394"/>
                  <a:gd name="connsiteY174" fmla="*/ 1564959 h 1950394"/>
                  <a:gd name="connsiteX175" fmla="*/ 743528 w 1950394"/>
                  <a:gd name="connsiteY175" fmla="*/ 1578375 h 1950394"/>
                  <a:gd name="connsiteX176" fmla="*/ 753847 w 1950394"/>
                  <a:gd name="connsiteY176" fmla="*/ 1593854 h 1950394"/>
                  <a:gd name="connsiteX177" fmla="*/ 744044 w 1950394"/>
                  <a:gd name="connsiteY177" fmla="*/ 1658351 h 1950394"/>
                  <a:gd name="connsiteX178" fmla="*/ 752299 w 1950394"/>
                  <a:gd name="connsiteY178" fmla="*/ 1673831 h 1950394"/>
                  <a:gd name="connsiteX179" fmla="*/ 818344 w 1950394"/>
                  <a:gd name="connsiteY179" fmla="*/ 1691374 h 1950394"/>
                  <a:gd name="connsiteX180" fmla="*/ 832276 w 1950394"/>
                  <a:gd name="connsiteY180" fmla="*/ 1682602 h 1950394"/>
                  <a:gd name="connsiteX181" fmla="*/ 857043 w 1950394"/>
                  <a:gd name="connsiteY181" fmla="*/ 1619653 h 1950394"/>
                  <a:gd name="connsiteX182" fmla="*/ 868910 w 1950394"/>
                  <a:gd name="connsiteY182" fmla="*/ 1612429 h 1950394"/>
                  <a:gd name="connsiteX183" fmla="*/ 908640 w 1950394"/>
                  <a:gd name="connsiteY183" fmla="*/ 1617589 h 1950394"/>
                  <a:gd name="connsiteX184" fmla="*/ 922056 w 1950394"/>
                  <a:gd name="connsiteY184" fmla="*/ 1630488 h 1950394"/>
                  <a:gd name="connsiteX185" fmla="*/ 929279 w 1950394"/>
                  <a:gd name="connsiteY185" fmla="*/ 1692922 h 1950394"/>
                  <a:gd name="connsiteX186" fmla="*/ 942695 w 1950394"/>
                  <a:gd name="connsiteY186" fmla="*/ 1707369 h 1950394"/>
                  <a:gd name="connsiteX187" fmla="*/ 1007192 w 1950394"/>
                  <a:gd name="connsiteY187" fmla="*/ 1707369 h 1950394"/>
                  <a:gd name="connsiteX188" fmla="*/ 1020607 w 1950394"/>
                  <a:gd name="connsiteY188" fmla="*/ 1692406 h 1950394"/>
                  <a:gd name="connsiteX189" fmla="*/ 1028347 w 1950394"/>
                  <a:gd name="connsiteY189" fmla="*/ 1628941 h 1950394"/>
                  <a:gd name="connsiteX190" fmla="*/ 1040215 w 1950394"/>
                  <a:gd name="connsiteY190" fmla="*/ 1617589 h 1950394"/>
                  <a:gd name="connsiteX191" fmla="*/ 1078397 w 1950394"/>
                  <a:gd name="connsiteY191" fmla="*/ 1612429 h 1950394"/>
                  <a:gd name="connsiteX192" fmla="*/ 1092844 w 1950394"/>
                  <a:gd name="connsiteY192" fmla="*/ 1619653 h 1950394"/>
                  <a:gd name="connsiteX193" fmla="*/ 1117095 w 1950394"/>
                  <a:gd name="connsiteY193" fmla="*/ 1681570 h 1950394"/>
                  <a:gd name="connsiteX194" fmla="*/ 1130511 w 1950394"/>
                  <a:gd name="connsiteY194" fmla="*/ 1690858 h 1950394"/>
                  <a:gd name="connsiteX195" fmla="*/ 1196556 w 1950394"/>
                  <a:gd name="connsiteY195" fmla="*/ 1673315 h 1950394"/>
                  <a:gd name="connsiteX196" fmla="*/ 1204811 w 1950394"/>
                  <a:gd name="connsiteY196" fmla="*/ 1656803 h 1950394"/>
                  <a:gd name="connsiteX197" fmla="*/ 1198104 w 1950394"/>
                  <a:gd name="connsiteY197" fmla="*/ 1613977 h 1950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</a:cxnLst>
                <a:rect l="l" t="t" r="r" b="b"/>
                <a:pathLst>
                  <a:path w="1950394" h="1950394">
                    <a:moveTo>
                      <a:pt x="977265" y="1954006"/>
                    </a:moveTo>
                    <a:cubicBezTo>
                      <a:pt x="444261" y="1950394"/>
                      <a:pt x="1552" y="1529873"/>
                      <a:pt x="4" y="977261"/>
                    </a:cubicBezTo>
                    <a:cubicBezTo>
                      <a:pt x="-1544" y="439613"/>
                      <a:pt x="427749" y="0"/>
                      <a:pt x="976749" y="0"/>
                    </a:cubicBezTo>
                    <a:cubicBezTo>
                      <a:pt x="1519041" y="0"/>
                      <a:pt x="1952978" y="432905"/>
                      <a:pt x="1953494" y="976229"/>
                    </a:cubicBezTo>
                    <a:cubicBezTo>
                      <a:pt x="1953494" y="1512846"/>
                      <a:pt x="1525749" y="1948330"/>
                      <a:pt x="977265" y="1954006"/>
                    </a:cubicBezTo>
                    <a:close/>
                    <a:moveTo>
                      <a:pt x="1198104" y="1613977"/>
                    </a:moveTo>
                    <a:cubicBezTo>
                      <a:pt x="1198104" y="1578891"/>
                      <a:pt x="1194492" y="1586630"/>
                      <a:pt x="1221839" y="1574763"/>
                    </a:cubicBezTo>
                    <a:cubicBezTo>
                      <a:pt x="1228030" y="1572183"/>
                      <a:pt x="1234738" y="1569603"/>
                      <a:pt x="1240930" y="1566507"/>
                    </a:cubicBezTo>
                    <a:cubicBezTo>
                      <a:pt x="1247637" y="1562896"/>
                      <a:pt x="1252797" y="1563927"/>
                      <a:pt x="1257957" y="1569603"/>
                    </a:cubicBezTo>
                    <a:cubicBezTo>
                      <a:pt x="1272920" y="1586630"/>
                      <a:pt x="1290464" y="1602110"/>
                      <a:pt x="1298203" y="1624297"/>
                    </a:cubicBezTo>
                    <a:cubicBezTo>
                      <a:pt x="1300783" y="1631520"/>
                      <a:pt x="1304395" y="1633068"/>
                      <a:pt x="1311619" y="1629456"/>
                    </a:cubicBezTo>
                    <a:cubicBezTo>
                      <a:pt x="1333290" y="1618105"/>
                      <a:pt x="1354445" y="1605722"/>
                      <a:pt x="1375084" y="1592822"/>
                    </a:cubicBezTo>
                    <a:cubicBezTo>
                      <a:pt x="1382824" y="1588178"/>
                      <a:pt x="1381791" y="1584051"/>
                      <a:pt x="1377148" y="1578891"/>
                    </a:cubicBezTo>
                    <a:cubicBezTo>
                      <a:pt x="1361152" y="1560832"/>
                      <a:pt x="1356509" y="1537613"/>
                      <a:pt x="1349285" y="1515426"/>
                    </a:cubicBezTo>
                    <a:cubicBezTo>
                      <a:pt x="1347221" y="1509750"/>
                      <a:pt x="1348253" y="1505622"/>
                      <a:pt x="1353413" y="1502010"/>
                    </a:cubicBezTo>
                    <a:cubicBezTo>
                      <a:pt x="1364248" y="1493754"/>
                      <a:pt x="1375600" y="1485499"/>
                      <a:pt x="1385919" y="1476727"/>
                    </a:cubicBezTo>
                    <a:cubicBezTo>
                      <a:pt x="1391079" y="1472600"/>
                      <a:pt x="1395723" y="1473115"/>
                      <a:pt x="1400883" y="1476727"/>
                    </a:cubicBezTo>
                    <a:cubicBezTo>
                      <a:pt x="1419458" y="1489111"/>
                      <a:pt x="1440097" y="1498914"/>
                      <a:pt x="1452996" y="1518005"/>
                    </a:cubicBezTo>
                    <a:cubicBezTo>
                      <a:pt x="1457640" y="1525229"/>
                      <a:pt x="1463316" y="1525745"/>
                      <a:pt x="1470024" y="1519553"/>
                    </a:cubicBezTo>
                    <a:cubicBezTo>
                      <a:pt x="1487051" y="1503558"/>
                      <a:pt x="1503562" y="1487047"/>
                      <a:pt x="1519041" y="1470535"/>
                    </a:cubicBezTo>
                    <a:cubicBezTo>
                      <a:pt x="1525233" y="1464344"/>
                      <a:pt x="1525749" y="1458668"/>
                      <a:pt x="1518010" y="1453508"/>
                    </a:cubicBezTo>
                    <a:cubicBezTo>
                      <a:pt x="1498402" y="1440093"/>
                      <a:pt x="1488599" y="1418938"/>
                      <a:pt x="1475699" y="1400363"/>
                    </a:cubicBezTo>
                    <a:cubicBezTo>
                      <a:pt x="1472088" y="1395203"/>
                      <a:pt x="1472088" y="1391075"/>
                      <a:pt x="1476215" y="1386431"/>
                    </a:cubicBezTo>
                    <a:cubicBezTo>
                      <a:pt x="1484987" y="1375596"/>
                      <a:pt x="1493243" y="1364760"/>
                      <a:pt x="1501498" y="1353925"/>
                    </a:cubicBezTo>
                    <a:cubicBezTo>
                      <a:pt x="1505626" y="1348249"/>
                      <a:pt x="1510270" y="1348249"/>
                      <a:pt x="1515946" y="1349797"/>
                    </a:cubicBezTo>
                    <a:cubicBezTo>
                      <a:pt x="1538133" y="1357020"/>
                      <a:pt x="1560836" y="1362180"/>
                      <a:pt x="1579411" y="1377660"/>
                    </a:cubicBezTo>
                    <a:cubicBezTo>
                      <a:pt x="1584571" y="1382303"/>
                      <a:pt x="1588182" y="1382303"/>
                      <a:pt x="1592310" y="1375596"/>
                    </a:cubicBezTo>
                    <a:cubicBezTo>
                      <a:pt x="1605210" y="1354441"/>
                      <a:pt x="1617593" y="1333801"/>
                      <a:pt x="1628945" y="1312130"/>
                    </a:cubicBezTo>
                    <a:cubicBezTo>
                      <a:pt x="1632557" y="1304907"/>
                      <a:pt x="1631009" y="1300779"/>
                      <a:pt x="1623785" y="1298199"/>
                    </a:cubicBezTo>
                    <a:cubicBezTo>
                      <a:pt x="1605726" y="1291491"/>
                      <a:pt x="1591794" y="1278592"/>
                      <a:pt x="1577863" y="1265692"/>
                    </a:cubicBezTo>
                    <a:cubicBezTo>
                      <a:pt x="1560320" y="1248665"/>
                      <a:pt x="1560836" y="1253309"/>
                      <a:pt x="1571155" y="1230090"/>
                    </a:cubicBezTo>
                    <a:cubicBezTo>
                      <a:pt x="1574251" y="1222866"/>
                      <a:pt x="1577347" y="1215643"/>
                      <a:pt x="1579927" y="1208419"/>
                    </a:cubicBezTo>
                    <a:cubicBezTo>
                      <a:pt x="1582507" y="1200163"/>
                      <a:pt x="1587667" y="1197583"/>
                      <a:pt x="1596438" y="1197583"/>
                    </a:cubicBezTo>
                    <a:cubicBezTo>
                      <a:pt x="1618625" y="1198100"/>
                      <a:pt x="1640296" y="1197583"/>
                      <a:pt x="1660935" y="1207387"/>
                    </a:cubicBezTo>
                    <a:cubicBezTo>
                      <a:pt x="1668159" y="1210483"/>
                      <a:pt x="1672287" y="1209967"/>
                      <a:pt x="1675383" y="1201195"/>
                    </a:cubicBezTo>
                    <a:cubicBezTo>
                      <a:pt x="1682090" y="1178492"/>
                      <a:pt x="1688282" y="1155789"/>
                      <a:pt x="1693442" y="1132570"/>
                    </a:cubicBezTo>
                    <a:cubicBezTo>
                      <a:pt x="1695506" y="1123283"/>
                      <a:pt x="1692926" y="1119671"/>
                      <a:pt x="1684154" y="1119155"/>
                    </a:cubicBezTo>
                    <a:cubicBezTo>
                      <a:pt x="1660935" y="1117091"/>
                      <a:pt x="1641328" y="1104192"/>
                      <a:pt x="1621205" y="1093872"/>
                    </a:cubicBezTo>
                    <a:cubicBezTo>
                      <a:pt x="1616561" y="1091808"/>
                      <a:pt x="1613465" y="1088712"/>
                      <a:pt x="1614497" y="1083037"/>
                    </a:cubicBezTo>
                    <a:cubicBezTo>
                      <a:pt x="1616561" y="1069621"/>
                      <a:pt x="1618625" y="1055690"/>
                      <a:pt x="1620173" y="1042274"/>
                    </a:cubicBezTo>
                    <a:cubicBezTo>
                      <a:pt x="1621205" y="1034535"/>
                      <a:pt x="1625333" y="1031439"/>
                      <a:pt x="1632557" y="1029891"/>
                    </a:cubicBezTo>
                    <a:cubicBezTo>
                      <a:pt x="1653712" y="1025763"/>
                      <a:pt x="1673835" y="1018539"/>
                      <a:pt x="1696022" y="1022667"/>
                    </a:cubicBezTo>
                    <a:cubicBezTo>
                      <a:pt x="1704793" y="1024215"/>
                      <a:pt x="1708921" y="1020603"/>
                      <a:pt x="1709437" y="1010800"/>
                    </a:cubicBezTo>
                    <a:cubicBezTo>
                      <a:pt x="1710469" y="988612"/>
                      <a:pt x="1710985" y="966426"/>
                      <a:pt x="1709437" y="943723"/>
                    </a:cubicBezTo>
                    <a:cubicBezTo>
                      <a:pt x="1708921" y="933403"/>
                      <a:pt x="1704793" y="929791"/>
                      <a:pt x="1694990" y="931339"/>
                    </a:cubicBezTo>
                    <a:cubicBezTo>
                      <a:pt x="1680026" y="933919"/>
                      <a:pt x="1665063" y="931855"/>
                      <a:pt x="1650616" y="928243"/>
                    </a:cubicBezTo>
                    <a:cubicBezTo>
                      <a:pt x="1619141" y="919988"/>
                      <a:pt x="1621205" y="928243"/>
                      <a:pt x="1618109" y="892125"/>
                    </a:cubicBezTo>
                    <a:cubicBezTo>
                      <a:pt x="1617593" y="885933"/>
                      <a:pt x="1616561" y="880257"/>
                      <a:pt x="1615013" y="874582"/>
                    </a:cubicBezTo>
                    <a:cubicBezTo>
                      <a:pt x="1612949" y="866842"/>
                      <a:pt x="1616561" y="862714"/>
                      <a:pt x="1622753" y="859102"/>
                    </a:cubicBezTo>
                    <a:cubicBezTo>
                      <a:pt x="1642876" y="849299"/>
                      <a:pt x="1661967" y="836915"/>
                      <a:pt x="1684670" y="834851"/>
                    </a:cubicBezTo>
                    <a:cubicBezTo>
                      <a:pt x="1692410" y="834335"/>
                      <a:pt x="1696022" y="830724"/>
                      <a:pt x="1693442" y="821952"/>
                    </a:cubicBezTo>
                    <a:cubicBezTo>
                      <a:pt x="1687766" y="799249"/>
                      <a:pt x="1682090" y="776030"/>
                      <a:pt x="1674867" y="753327"/>
                    </a:cubicBezTo>
                    <a:cubicBezTo>
                      <a:pt x="1671771" y="744039"/>
                      <a:pt x="1667643" y="743007"/>
                      <a:pt x="1659903" y="746619"/>
                    </a:cubicBezTo>
                    <a:cubicBezTo>
                      <a:pt x="1638748" y="756423"/>
                      <a:pt x="1616561" y="755907"/>
                      <a:pt x="1594374" y="756423"/>
                    </a:cubicBezTo>
                    <a:cubicBezTo>
                      <a:pt x="1587667" y="756423"/>
                      <a:pt x="1583023" y="754359"/>
                      <a:pt x="1580443" y="747651"/>
                    </a:cubicBezTo>
                    <a:cubicBezTo>
                      <a:pt x="1575799" y="735784"/>
                      <a:pt x="1571155" y="724432"/>
                      <a:pt x="1565995" y="713081"/>
                    </a:cubicBezTo>
                    <a:cubicBezTo>
                      <a:pt x="1562900" y="705857"/>
                      <a:pt x="1564448" y="701213"/>
                      <a:pt x="1570123" y="696054"/>
                    </a:cubicBezTo>
                    <a:cubicBezTo>
                      <a:pt x="1586635" y="681090"/>
                      <a:pt x="1602114" y="664579"/>
                      <a:pt x="1623269" y="656323"/>
                    </a:cubicBezTo>
                    <a:cubicBezTo>
                      <a:pt x="1631009" y="653227"/>
                      <a:pt x="1632557" y="649616"/>
                      <a:pt x="1628429" y="641876"/>
                    </a:cubicBezTo>
                    <a:cubicBezTo>
                      <a:pt x="1617077" y="620721"/>
                      <a:pt x="1605210" y="599566"/>
                      <a:pt x="1592310" y="579443"/>
                    </a:cubicBezTo>
                    <a:cubicBezTo>
                      <a:pt x="1587667" y="572219"/>
                      <a:pt x="1584055" y="572219"/>
                      <a:pt x="1578379" y="576863"/>
                    </a:cubicBezTo>
                    <a:cubicBezTo>
                      <a:pt x="1564963" y="587698"/>
                      <a:pt x="1548968" y="594406"/>
                      <a:pt x="1532457" y="599050"/>
                    </a:cubicBezTo>
                    <a:cubicBezTo>
                      <a:pt x="1499950" y="607821"/>
                      <a:pt x="1510270" y="610917"/>
                      <a:pt x="1490147" y="585118"/>
                    </a:cubicBezTo>
                    <a:cubicBezTo>
                      <a:pt x="1486019" y="579443"/>
                      <a:pt x="1481891" y="574283"/>
                      <a:pt x="1477247" y="569123"/>
                    </a:cubicBezTo>
                    <a:cubicBezTo>
                      <a:pt x="1472088" y="563447"/>
                      <a:pt x="1472088" y="558288"/>
                      <a:pt x="1476731" y="552096"/>
                    </a:cubicBezTo>
                    <a:cubicBezTo>
                      <a:pt x="1489115" y="533521"/>
                      <a:pt x="1498918" y="513397"/>
                      <a:pt x="1518525" y="499982"/>
                    </a:cubicBezTo>
                    <a:cubicBezTo>
                      <a:pt x="1525233" y="495338"/>
                      <a:pt x="1525233" y="490178"/>
                      <a:pt x="1519557" y="483987"/>
                    </a:cubicBezTo>
                    <a:cubicBezTo>
                      <a:pt x="1503562" y="466960"/>
                      <a:pt x="1487051" y="450448"/>
                      <a:pt x="1470540" y="434453"/>
                    </a:cubicBezTo>
                    <a:cubicBezTo>
                      <a:pt x="1463316" y="427745"/>
                      <a:pt x="1458156" y="428261"/>
                      <a:pt x="1452480" y="436001"/>
                    </a:cubicBezTo>
                    <a:cubicBezTo>
                      <a:pt x="1443709" y="448384"/>
                      <a:pt x="1431841" y="457672"/>
                      <a:pt x="1418942" y="465412"/>
                    </a:cubicBezTo>
                    <a:cubicBezTo>
                      <a:pt x="1393143" y="481407"/>
                      <a:pt x="1393143" y="481407"/>
                      <a:pt x="1369408" y="463348"/>
                    </a:cubicBezTo>
                    <a:cubicBezTo>
                      <a:pt x="1364764" y="459736"/>
                      <a:pt x="1360121" y="455608"/>
                      <a:pt x="1354961" y="452512"/>
                    </a:cubicBezTo>
                    <a:cubicBezTo>
                      <a:pt x="1348253" y="448384"/>
                      <a:pt x="1347221" y="443225"/>
                      <a:pt x="1349801" y="436001"/>
                    </a:cubicBezTo>
                    <a:cubicBezTo>
                      <a:pt x="1357025" y="414330"/>
                      <a:pt x="1361668" y="391627"/>
                      <a:pt x="1377148" y="374084"/>
                    </a:cubicBezTo>
                    <a:cubicBezTo>
                      <a:pt x="1382307" y="368408"/>
                      <a:pt x="1381276" y="364280"/>
                      <a:pt x="1374052" y="360152"/>
                    </a:cubicBezTo>
                    <a:cubicBezTo>
                      <a:pt x="1353929" y="347769"/>
                      <a:pt x="1333806" y="335385"/>
                      <a:pt x="1312651" y="324550"/>
                    </a:cubicBezTo>
                    <a:cubicBezTo>
                      <a:pt x="1304911" y="320422"/>
                      <a:pt x="1299751" y="320422"/>
                      <a:pt x="1296655" y="329193"/>
                    </a:cubicBezTo>
                    <a:cubicBezTo>
                      <a:pt x="1288916" y="350865"/>
                      <a:pt x="1271888" y="365828"/>
                      <a:pt x="1256925" y="382855"/>
                    </a:cubicBezTo>
                    <a:cubicBezTo>
                      <a:pt x="1251249" y="389047"/>
                      <a:pt x="1246090" y="389563"/>
                      <a:pt x="1238866" y="386467"/>
                    </a:cubicBezTo>
                    <a:cubicBezTo>
                      <a:pt x="1228546" y="381307"/>
                      <a:pt x="1217711" y="377179"/>
                      <a:pt x="1206875" y="373052"/>
                    </a:cubicBezTo>
                    <a:cubicBezTo>
                      <a:pt x="1199136" y="370472"/>
                      <a:pt x="1196556" y="365312"/>
                      <a:pt x="1196556" y="357572"/>
                    </a:cubicBezTo>
                    <a:cubicBezTo>
                      <a:pt x="1197072" y="335385"/>
                      <a:pt x="1196556" y="313714"/>
                      <a:pt x="1206359" y="293075"/>
                    </a:cubicBezTo>
                    <a:cubicBezTo>
                      <a:pt x="1209971" y="285335"/>
                      <a:pt x="1208939" y="280692"/>
                      <a:pt x="1199652" y="278112"/>
                    </a:cubicBezTo>
                    <a:cubicBezTo>
                      <a:pt x="1176949" y="271404"/>
                      <a:pt x="1154246" y="265212"/>
                      <a:pt x="1131027" y="259537"/>
                    </a:cubicBezTo>
                    <a:cubicBezTo>
                      <a:pt x="1122255" y="257473"/>
                      <a:pt x="1119159" y="260569"/>
                      <a:pt x="1118127" y="268308"/>
                    </a:cubicBezTo>
                    <a:cubicBezTo>
                      <a:pt x="1116063" y="291527"/>
                      <a:pt x="1103164" y="311134"/>
                      <a:pt x="1093360" y="331258"/>
                    </a:cubicBezTo>
                    <a:cubicBezTo>
                      <a:pt x="1090780" y="336933"/>
                      <a:pt x="1086653" y="339513"/>
                      <a:pt x="1079945" y="338481"/>
                    </a:cubicBezTo>
                    <a:cubicBezTo>
                      <a:pt x="1067561" y="336417"/>
                      <a:pt x="1055178" y="334869"/>
                      <a:pt x="1042794" y="333837"/>
                    </a:cubicBezTo>
                    <a:cubicBezTo>
                      <a:pt x="1034539" y="332805"/>
                      <a:pt x="1029895" y="329193"/>
                      <a:pt x="1028347" y="320422"/>
                    </a:cubicBezTo>
                    <a:cubicBezTo>
                      <a:pt x="1024735" y="299783"/>
                      <a:pt x="1016996" y="279660"/>
                      <a:pt x="1021123" y="257989"/>
                    </a:cubicBezTo>
                    <a:cubicBezTo>
                      <a:pt x="1022671" y="248701"/>
                      <a:pt x="1019059" y="244057"/>
                      <a:pt x="1008740" y="243541"/>
                    </a:cubicBezTo>
                    <a:cubicBezTo>
                      <a:pt x="986553" y="242509"/>
                      <a:pt x="964366" y="242509"/>
                      <a:pt x="941663" y="243541"/>
                    </a:cubicBezTo>
                    <a:cubicBezTo>
                      <a:pt x="931859" y="244057"/>
                      <a:pt x="928247" y="248185"/>
                      <a:pt x="929795" y="256957"/>
                    </a:cubicBezTo>
                    <a:cubicBezTo>
                      <a:pt x="933923" y="279144"/>
                      <a:pt x="926184" y="299267"/>
                      <a:pt x="922572" y="320422"/>
                    </a:cubicBezTo>
                    <a:cubicBezTo>
                      <a:pt x="921024" y="328678"/>
                      <a:pt x="916896" y="332290"/>
                      <a:pt x="909156" y="333321"/>
                    </a:cubicBezTo>
                    <a:cubicBezTo>
                      <a:pt x="896773" y="334869"/>
                      <a:pt x="884389" y="335901"/>
                      <a:pt x="872006" y="337965"/>
                    </a:cubicBezTo>
                    <a:cubicBezTo>
                      <a:pt x="864782" y="339513"/>
                      <a:pt x="860654" y="336933"/>
                      <a:pt x="857559" y="330226"/>
                    </a:cubicBezTo>
                    <a:cubicBezTo>
                      <a:pt x="847755" y="310102"/>
                      <a:pt x="835371" y="291527"/>
                      <a:pt x="833308" y="268308"/>
                    </a:cubicBezTo>
                    <a:cubicBezTo>
                      <a:pt x="832276" y="259537"/>
                      <a:pt x="828664" y="256957"/>
                      <a:pt x="819892" y="259021"/>
                    </a:cubicBezTo>
                    <a:cubicBezTo>
                      <a:pt x="797705" y="264180"/>
                      <a:pt x="775518" y="269856"/>
                      <a:pt x="753847" y="276564"/>
                    </a:cubicBezTo>
                    <a:cubicBezTo>
                      <a:pt x="744044" y="279660"/>
                      <a:pt x="740948" y="283272"/>
                      <a:pt x="745591" y="293075"/>
                    </a:cubicBezTo>
                    <a:cubicBezTo>
                      <a:pt x="751783" y="308039"/>
                      <a:pt x="754879" y="323518"/>
                      <a:pt x="754879" y="339513"/>
                    </a:cubicBezTo>
                    <a:cubicBezTo>
                      <a:pt x="754879" y="367892"/>
                      <a:pt x="755395" y="367892"/>
                      <a:pt x="728564" y="378728"/>
                    </a:cubicBezTo>
                    <a:cubicBezTo>
                      <a:pt x="722888" y="380791"/>
                      <a:pt x="717213" y="383371"/>
                      <a:pt x="712053" y="385951"/>
                    </a:cubicBezTo>
                    <a:cubicBezTo>
                      <a:pt x="705345" y="389563"/>
                      <a:pt x="700185" y="388531"/>
                      <a:pt x="695026" y="382855"/>
                    </a:cubicBezTo>
                    <a:cubicBezTo>
                      <a:pt x="679546" y="365828"/>
                      <a:pt x="662519" y="350349"/>
                      <a:pt x="654779" y="328161"/>
                    </a:cubicBezTo>
                    <a:cubicBezTo>
                      <a:pt x="652200" y="320938"/>
                      <a:pt x="648588" y="319390"/>
                      <a:pt x="641364" y="323002"/>
                    </a:cubicBezTo>
                    <a:cubicBezTo>
                      <a:pt x="619693" y="334353"/>
                      <a:pt x="598538" y="346737"/>
                      <a:pt x="577899" y="359636"/>
                    </a:cubicBezTo>
                    <a:cubicBezTo>
                      <a:pt x="571707" y="363248"/>
                      <a:pt x="570159" y="366860"/>
                      <a:pt x="574803" y="372536"/>
                    </a:cubicBezTo>
                    <a:cubicBezTo>
                      <a:pt x="590798" y="390595"/>
                      <a:pt x="595958" y="413298"/>
                      <a:pt x="602666" y="435485"/>
                    </a:cubicBezTo>
                    <a:cubicBezTo>
                      <a:pt x="604730" y="442193"/>
                      <a:pt x="604214" y="446836"/>
                      <a:pt x="598022" y="450964"/>
                    </a:cubicBezTo>
                    <a:cubicBezTo>
                      <a:pt x="587702" y="458188"/>
                      <a:pt x="577383" y="466444"/>
                      <a:pt x="567579" y="474699"/>
                    </a:cubicBezTo>
                    <a:cubicBezTo>
                      <a:pt x="561388" y="479859"/>
                      <a:pt x="556744" y="478827"/>
                      <a:pt x="550552" y="474699"/>
                    </a:cubicBezTo>
                    <a:cubicBezTo>
                      <a:pt x="531977" y="462316"/>
                      <a:pt x="511854" y="451996"/>
                      <a:pt x="498438" y="432905"/>
                    </a:cubicBezTo>
                    <a:cubicBezTo>
                      <a:pt x="494310" y="426713"/>
                      <a:pt x="489151" y="426197"/>
                      <a:pt x="483475" y="431357"/>
                    </a:cubicBezTo>
                    <a:cubicBezTo>
                      <a:pt x="465932" y="447352"/>
                      <a:pt x="448904" y="464895"/>
                      <a:pt x="432393" y="482439"/>
                    </a:cubicBezTo>
                    <a:cubicBezTo>
                      <a:pt x="427233" y="488114"/>
                      <a:pt x="426717" y="493274"/>
                      <a:pt x="433425" y="497402"/>
                    </a:cubicBezTo>
                    <a:cubicBezTo>
                      <a:pt x="453032" y="510818"/>
                      <a:pt x="462836" y="531457"/>
                      <a:pt x="475735" y="550032"/>
                    </a:cubicBezTo>
                    <a:cubicBezTo>
                      <a:pt x="479863" y="555708"/>
                      <a:pt x="479863" y="560867"/>
                      <a:pt x="475219" y="566027"/>
                    </a:cubicBezTo>
                    <a:cubicBezTo>
                      <a:pt x="466964" y="576347"/>
                      <a:pt x="458708" y="587182"/>
                      <a:pt x="450968" y="597502"/>
                    </a:cubicBezTo>
                    <a:cubicBezTo>
                      <a:pt x="447357" y="602146"/>
                      <a:pt x="443745" y="603694"/>
                      <a:pt x="437553" y="601629"/>
                    </a:cubicBezTo>
                    <a:cubicBezTo>
                      <a:pt x="414850" y="594406"/>
                      <a:pt x="391631" y="589246"/>
                      <a:pt x="373056" y="573251"/>
                    </a:cubicBezTo>
                    <a:cubicBezTo>
                      <a:pt x="367896" y="568607"/>
                      <a:pt x="363768" y="568607"/>
                      <a:pt x="360156" y="575315"/>
                    </a:cubicBezTo>
                    <a:cubicBezTo>
                      <a:pt x="347257" y="596470"/>
                      <a:pt x="334358" y="617109"/>
                      <a:pt x="323522" y="638780"/>
                    </a:cubicBezTo>
                    <a:cubicBezTo>
                      <a:pt x="319910" y="646004"/>
                      <a:pt x="320942" y="650131"/>
                      <a:pt x="328166" y="652711"/>
                    </a:cubicBezTo>
                    <a:cubicBezTo>
                      <a:pt x="346225" y="659419"/>
                      <a:pt x="360672" y="672318"/>
                      <a:pt x="374088" y="685218"/>
                    </a:cubicBezTo>
                    <a:cubicBezTo>
                      <a:pt x="392147" y="702245"/>
                      <a:pt x="391115" y="698117"/>
                      <a:pt x="380795" y="720820"/>
                    </a:cubicBezTo>
                    <a:cubicBezTo>
                      <a:pt x="377700" y="728044"/>
                      <a:pt x="374604" y="735268"/>
                      <a:pt x="372024" y="742492"/>
                    </a:cubicBezTo>
                    <a:cubicBezTo>
                      <a:pt x="369444" y="750747"/>
                      <a:pt x="364284" y="753327"/>
                      <a:pt x="355513" y="753327"/>
                    </a:cubicBezTo>
                    <a:cubicBezTo>
                      <a:pt x="333326" y="752811"/>
                      <a:pt x="311655" y="753327"/>
                      <a:pt x="291015" y="743523"/>
                    </a:cubicBezTo>
                    <a:cubicBezTo>
                      <a:pt x="282760" y="739396"/>
                      <a:pt x="279148" y="742492"/>
                      <a:pt x="276568" y="751263"/>
                    </a:cubicBezTo>
                    <a:cubicBezTo>
                      <a:pt x="269860" y="773450"/>
                      <a:pt x="264185" y="796153"/>
                      <a:pt x="258509" y="818340"/>
                    </a:cubicBezTo>
                    <a:cubicBezTo>
                      <a:pt x="256445" y="827628"/>
                      <a:pt x="259025" y="831239"/>
                      <a:pt x="267796" y="831756"/>
                    </a:cubicBezTo>
                    <a:cubicBezTo>
                      <a:pt x="291015" y="833819"/>
                      <a:pt x="310623" y="846719"/>
                      <a:pt x="330746" y="857038"/>
                    </a:cubicBezTo>
                    <a:cubicBezTo>
                      <a:pt x="335905" y="859618"/>
                      <a:pt x="338485" y="863230"/>
                      <a:pt x="337453" y="869422"/>
                    </a:cubicBezTo>
                    <a:cubicBezTo>
                      <a:pt x="335389" y="881805"/>
                      <a:pt x="333842" y="894189"/>
                      <a:pt x="332810" y="906572"/>
                    </a:cubicBezTo>
                    <a:cubicBezTo>
                      <a:pt x="331778" y="915344"/>
                      <a:pt x="328166" y="919988"/>
                      <a:pt x="318878" y="922052"/>
                    </a:cubicBezTo>
                    <a:cubicBezTo>
                      <a:pt x="298239" y="925664"/>
                      <a:pt x="278116" y="932887"/>
                      <a:pt x="256445" y="929275"/>
                    </a:cubicBezTo>
                    <a:cubicBezTo>
                      <a:pt x="246125" y="927211"/>
                      <a:pt x="243029" y="932371"/>
                      <a:pt x="242514" y="942175"/>
                    </a:cubicBezTo>
                    <a:cubicBezTo>
                      <a:pt x="241482" y="963846"/>
                      <a:pt x="241482" y="985001"/>
                      <a:pt x="242514" y="1006672"/>
                    </a:cubicBezTo>
                    <a:cubicBezTo>
                      <a:pt x="243029" y="1018023"/>
                      <a:pt x="247157" y="1022667"/>
                      <a:pt x="257993" y="1020603"/>
                    </a:cubicBezTo>
                    <a:cubicBezTo>
                      <a:pt x="280180" y="1016475"/>
                      <a:pt x="300303" y="1024731"/>
                      <a:pt x="321458" y="1028343"/>
                    </a:cubicBezTo>
                    <a:cubicBezTo>
                      <a:pt x="327650" y="1029375"/>
                      <a:pt x="331262" y="1032987"/>
                      <a:pt x="331778" y="1039694"/>
                    </a:cubicBezTo>
                    <a:cubicBezTo>
                      <a:pt x="333326" y="1052594"/>
                      <a:pt x="334358" y="1065493"/>
                      <a:pt x="336937" y="1077877"/>
                    </a:cubicBezTo>
                    <a:cubicBezTo>
                      <a:pt x="338485" y="1085617"/>
                      <a:pt x="335905" y="1089744"/>
                      <a:pt x="329198" y="1093356"/>
                    </a:cubicBezTo>
                    <a:cubicBezTo>
                      <a:pt x="309075" y="1103676"/>
                      <a:pt x="289467" y="1115543"/>
                      <a:pt x="265733" y="1117607"/>
                    </a:cubicBezTo>
                    <a:cubicBezTo>
                      <a:pt x="257993" y="1118123"/>
                      <a:pt x="255929" y="1122251"/>
                      <a:pt x="257993" y="1129990"/>
                    </a:cubicBezTo>
                    <a:cubicBezTo>
                      <a:pt x="263669" y="1153209"/>
                      <a:pt x="269344" y="1175913"/>
                      <a:pt x="276568" y="1198615"/>
                    </a:cubicBezTo>
                    <a:cubicBezTo>
                      <a:pt x="279148" y="1207903"/>
                      <a:pt x="283276" y="1209451"/>
                      <a:pt x="291531" y="1205839"/>
                    </a:cubicBezTo>
                    <a:cubicBezTo>
                      <a:pt x="308559" y="1198100"/>
                      <a:pt x="327134" y="1196035"/>
                      <a:pt x="345709" y="1196035"/>
                    </a:cubicBezTo>
                    <a:cubicBezTo>
                      <a:pt x="371508" y="1196035"/>
                      <a:pt x="366348" y="1193456"/>
                      <a:pt x="375636" y="1216675"/>
                    </a:cubicBezTo>
                    <a:cubicBezTo>
                      <a:pt x="378216" y="1223382"/>
                      <a:pt x="380795" y="1230606"/>
                      <a:pt x="384407" y="1236798"/>
                    </a:cubicBezTo>
                    <a:cubicBezTo>
                      <a:pt x="389051" y="1245569"/>
                      <a:pt x="386987" y="1251761"/>
                      <a:pt x="379764" y="1257953"/>
                    </a:cubicBezTo>
                    <a:cubicBezTo>
                      <a:pt x="363252" y="1272400"/>
                      <a:pt x="348289" y="1288396"/>
                      <a:pt x="327134" y="1296651"/>
                    </a:cubicBezTo>
                    <a:cubicBezTo>
                      <a:pt x="319394" y="1299231"/>
                      <a:pt x="319394" y="1303875"/>
                      <a:pt x="322490" y="1310583"/>
                    </a:cubicBezTo>
                    <a:cubicBezTo>
                      <a:pt x="333842" y="1332254"/>
                      <a:pt x="346225" y="1353409"/>
                      <a:pt x="359124" y="1374048"/>
                    </a:cubicBezTo>
                    <a:cubicBezTo>
                      <a:pt x="362736" y="1379724"/>
                      <a:pt x="365832" y="1380755"/>
                      <a:pt x="370992" y="1376628"/>
                    </a:cubicBezTo>
                    <a:cubicBezTo>
                      <a:pt x="389051" y="1361148"/>
                      <a:pt x="412270" y="1355988"/>
                      <a:pt x="433941" y="1348765"/>
                    </a:cubicBezTo>
                    <a:cubicBezTo>
                      <a:pt x="441165" y="1346185"/>
                      <a:pt x="445809" y="1347217"/>
                      <a:pt x="450452" y="1353925"/>
                    </a:cubicBezTo>
                    <a:cubicBezTo>
                      <a:pt x="457676" y="1364760"/>
                      <a:pt x="465932" y="1374564"/>
                      <a:pt x="474187" y="1384367"/>
                    </a:cubicBezTo>
                    <a:cubicBezTo>
                      <a:pt x="478315" y="1389527"/>
                      <a:pt x="478831" y="1393655"/>
                      <a:pt x="475219" y="1399331"/>
                    </a:cubicBezTo>
                    <a:cubicBezTo>
                      <a:pt x="462320" y="1417906"/>
                      <a:pt x="452516" y="1439061"/>
                      <a:pt x="432909" y="1452476"/>
                    </a:cubicBezTo>
                    <a:cubicBezTo>
                      <a:pt x="426201" y="1457120"/>
                      <a:pt x="425685" y="1461764"/>
                      <a:pt x="431877" y="1468471"/>
                    </a:cubicBezTo>
                    <a:cubicBezTo>
                      <a:pt x="447873" y="1486015"/>
                      <a:pt x="464384" y="1502526"/>
                      <a:pt x="481927" y="1518521"/>
                    </a:cubicBezTo>
                    <a:cubicBezTo>
                      <a:pt x="488119" y="1524197"/>
                      <a:pt x="493279" y="1524197"/>
                      <a:pt x="497922" y="1517489"/>
                    </a:cubicBezTo>
                    <a:cubicBezTo>
                      <a:pt x="510822" y="1498398"/>
                      <a:pt x="531461" y="1488595"/>
                      <a:pt x="550036" y="1475695"/>
                    </a:cubicBezTo>
                    <a:cubicBezTo>
                      <a:pt x="556228" y="1471568"/>
                      <a:pt x="561388" y="1471568"/>
                      <a:pt x="567063" y="1476211"/>
                    </a:cubicBezTo>
                    <a:cubicBezTo>
                      <a:pt x="576867" y="1483951"/>
                      <a:pt x="586670" y="1491690"/>
                      <a:pt x="596474" y="1498914"/>
                    </a:cubicBezTo>
                    <a:cubicBezTo>
                      <a:pt x="602666" y="1503558"/>
                      <a:pt x="604214" y="1508202"/>
                      <a:pt x="601634" y="1515426"/>
                    </a:cubicBezTo>
                    <a:cubicBezTo>
                      <a:pt x="594926" y="1537097"/>
                      <a:pt x="589250" y="1559284"/>
                      <a:pt x="574287" y="1577343"/>
                    </a:cubicBezTo>
                    <a:cubicBezTo>
                      <a:pt x="569127" y="1583018"/>
                      <a:pt x="569643" y="1587146"/>
                      <a:pt x="576867" y="1591274"/>
                    </a:cubicBezTo>
                    <a:cubicBezTo>
                      <a:pt x="597506" y="1603658"/>
                      <a:pt x="618145" y="1616041"/>
                      <a:pt x="639300" y="1627393"/>
                    </a:cubicBezTo>
                    <a:cubicBezTo>
                      <a:pt x="647040" y="1631520"/>
                      <a:pt x="651168" y="1629973"/>
                      <a:pt x="653747" y="1622233"/>
                    </a:cubicBezTo>
                    <a:cubicBezTo>
                      <a:pt x="662003" y="1600562"/>
                      <a:pt x="678514" y="1585598"/>
                      <a:pt x="693478" y="1568571"/>
                    </a:cubicBezTo>
                    <a:cubicBezTo>
                      <a:pt x="699153" y="1562379"/>
                      <a:pt x="704313" y="1561864"/>
                      <a:pt x="711537" y="1564959"/>
                    </a:cubicBezTo>
                    <a:cubicBezTo>
                      <a:pt x="721856" y="1570119"/>
                      <a:pt x="732692" y="1574247"/>
                      <a:pt x="743528" y="1578375"/>
                    </a:cubicBezTo>
                    <a:cubicBezTo>
                      <a:pt x="751267" y="1580955"/>
                      <a:pt x="753847" y="1585598"/>
                      <a:pt x="753847" y="1593854"/>
                    </a:cubicBezTo>
                    <a:cubicBezTo>
                      <a:pt x="753331" y="1616041"/>
                      <a:pt x="753847" y="1637712"/>
                      <a:pt x="744044" y="1658351"/>
                    </a:cubicBezTo>
                    <a:cubicBezTo>
                      <a:pt x="739916" y="1667123"/>
                      <a:pt x="743012" y="1671251"/>
                      <a:pt x="752299" y="1673831"/>
                    </a:cubicBezTo>
                    <a:cubicBezTo>
                      <a:pt x="773970" y="1680538"/>
                      <a:pt x="796157" y="1686214"/>
                      <a:pt x="818344" y="1691374"/>
                    </a:cubicBezTo>
                    <a:cubicBezTo>
                      <a:pt x="827116" y="1693438"/>
                      <a:pt x="831760" y="1692406"/>
                      <a:pt x="832276" y="1682602"/>
                    </a:cubicBezTo>
                    <a:cubicBezTo>
                      <a:pt x="834340" y="1659383"/>
                      <a:pt x="846723" y="1639776"/>
                      <a:pt x="857043" y="1619653"/>
                    </a:cubicBezTo>
                    <a:cubicBezTo>
                      <a:pt x="859622" y="1614493"/>
                      <a:pt x="862718" y="1611397"/>
                      <a:pt x="868910" y="1612429"/>
                    </a:cubicBezTo>
                    <a:cubicBezTo>
                      <a:pt x="881809" y="1614493"/>
                      <a:pt x="895225" y="1616041"/>
                      <a:pt x="908640" y="1617589"/>
                    </a:cubicBezTo>
                    <a:cubicBezTo>
                      <a:pt x="916896" y="1618621"/>
                      <a:pt x="920508" y="1622749"/>
                      <a:pt x="922056" y="1630488"/>
                    </a:cubicBezTo>
                    <a:cubicBezTo>
                      <a:pt x="925668" y="1651128"/>
                      <a:pt x="933407" y="1671251"/>
                      <a:pt x="929279" y="1692922"/>
                    </a:cubicBezTo>
                    <a:cubicBezTo>
                      <a:pt x="927215" y="1703757"/>
                      <a:pt x="932375" y="1706853"/>
                      <a:pt x="942695" y="1707369"/>
                    </a:cubicBezTo>
                    <a:cubicBezTo>
                      <a:pt x="964366" y="1708401"/>
                      <a:pt x="985521" y="1708401"/>
                      <a:pt x="1007192" y="1707369"/>
                    </a:cubicBezTo>
                    <a:cubicBezTo>
                      <a:pt x="1018028" y="1706853"/>
                      <a:pt x="1022155" y="1702725"/>
                      <a:pt x="1020607" y="1692406"/>
                    </a:cubicBezTo>
                    <a:cubicBezTo>
                      <a:pt x="1016480" y="1670219"/>
                      <a:pt x="1024219" y="1650096"/>
                      <a:pt x="1028347" y="1628941"/>
                    </a:cubicBezTo>
                    <a:cubicBezTo>
                      <a:pt x="1029379" y="1621717"/>
                      <a:pt x="1033507" y="1618621"/>
                      <a:pt x="1040215" y="1617589"/>
                    </a:cubicBezTo>
                    <a:cubicBezTo>
                      <a:pt x="1053114" y="1616041"/>
                      <a:pt x="1066013" y="1615009"/>
                      <a:pt x="1078397" y="1612429"/>
                    </a:cubicBezTo>
                    <a:cubicBezTo>
                      <a:pt x="1085621" y="1611397"/>
                      <a:pt x="1089748" y="1613461"/>
                      <a:pt x="1092844" y="1619653"/>
                    </a:cubicBezTo>
                    <a:cubicBezTo>
                      <a:pt x="1102648" y="1639776"/>
                      <a:pt x="1115031" y="1658351"/>
                      <a:pt x="1117095" y="1681570"/>
                    </a:cubicBezTo>
                    <a:cubicBezTo>
                      <a:pt x="1118127" y="1690342"/>
                      <a:pt x="1121739" y="1692922"/>
                      <a:pt x="1130511" y="1690858"/>
                    </a:cubicBezTo>
                    <a:cubicBezTo>
                      <a:pt x="1152698" y="1685698"/>
                      <a:pt x="1174885" y="1680022"/>
                      <a:pt x="1196556" y="1673315"/>
                    </a:cubicBezTo>
                    <a:cubicBezTo>
                      <a:pt x="1206359" y="1670219"/>
                      <a:pt x="1209455" y="1666607"/>
                      <a:pt x="1204811" y="1656803"/>
                    </a:cubicBezTo>
                    <a:cubicBezTo>
                      <a:pt x="1200168" y="1643904"/>
                      <a:pt x="1196556" y="1627393"/>
                      <a:pt x="1198104" y="1613977"/>
                    </a:cubicBezTo>
                    <a:close/>
                  </a:path>
                </a:pathLst>
              </a:custGeom>
              <a:solidFill>
                <a:schemeClr val="bg1"/>
              </a:solidFill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="" xmlns:a16="http://schemas.microsoft.com/office/drawing/2014/main" id="{497E590C-DA32-413F-B669-8836D72BE739}"/>
                  </a:ext>
                </a:extLst>
              </p:cNvPr>
              <p:cNvSpPr/>
              <p:nvPr/>
            </p:nvSpPr>
            <p:spPr>
              <a:xfrm>
                <a:off x="306265" y="596608"/>
                <a:ext cx="237706" cy="236466"/>
              </a:xfrm>
              <a:custGeom>
                <a:avLst/>
                <a:gdLst>
                  <a:gd name="connsiteX0" fmla="*/ 185362 w 237706"/>
                  <a:gd name="connsiteY0" fmla="*/ 130458 h 236466"/>
                  <a:gd name="connsiteX1" fmla="*/ 237706 w 237706"/>
                  <a:gd name="connsiteY1" fmla="*/ 130458 h 236466"/>
                  <a:gd name="connsiteX2" fmla="*/ 234128 w 237706"/>
                  <a:gd name="connsiteY2" fmla="*/ 154126 h 236466"/>
                  <a:gd name="connsiteX3" fmla="*/ 165835 w 237706"/>
                  <a:gd name="connsiteY3" fmla="*/ 229449 h 236466"/>
                  <a:gd name="connsiteX4" fmla="*/ 131078 w 237706"/>
                  <a:gd name="connsiteY4" fmla="*/ 236466 h 236466"/>
                  <a:gd name="connsiteX5" fmla="*/ 131078 w 237706"/>
                  <a:gd name="connsiteY5" fmla="*/ 186008 h 236466"/>
                  <a:gd name="connsiteX6" fmla="*/ 146195 w 237706"/>
                  <a:gd name="connsiteY6" fmla="*/ 182956 h 236466"/>
                  <a:gd name="connsiteX7" fmla="*/ 177100 w 237706"/>
                  <a:gd name="connsiteY7" fmla="*/ 157507 h 236466"/>
                  <a:gd name="connsiteX8" fmla="*/ 0 w 237706"/>
                  <a:gd name="connsiteY8" fmla="*/ 130458 h 236466"/>
                  <a:gd name="connsiteX9" fmla="*/ 52344 w 237706"/>
                  <a:gd name="connsiteY9" fmla="*/ 130458 h 236466"/>
                  <a:gd name="connsiteX10" fmla="*/ 60606 w 237706"/>
                  <a:gd name="connsiteY10" fmla="*/ 157507 h 236466"/>
                  <a:gd name="connsiteX11" fmla="*/ 91511 w 237706"/>
                  <a:gd name="connsiteY11" fmla="*/ 182956 h 236466"/>
                  <a:gd name="connsiteX12" fmla="*/ 106628 w 237706"/>
                  <a:gd name="connsiteY12" fmla="*/ 186008 h 236466"/>
                  <a:gd name="connsiteX13" fmla="*/ 106628 w 237706"/>
                  <a:gd name="connsiteY13" fmla="*/ 236466 h 236466"/>
                  <a:gd name="connsiteX14" fmla="*/ 71871 w 237706"/>
                  <a:gd name="connsiteY14" fmla="*/ 229449 h 236466"/>
                  <a:gd name="connsiteX15" fmla="*/ 3579 w 237706"/>
                  <a:gd name="connsiteY15" fmla="*/ 154126 h 236466"/>
                  <a:gd name="connsiteX16" fmla="*/ 131078 w 237706"/>
                  <a:gd name="connsiteY16" fmla="*/ 0 h 236466"/>
                  <a:gd name="connsiteX17" fmla="*/ 165835 w 237706"/>
                  <a:gd name="connsiteY17" fmla="*/ 7017 h 236466"/>
                  <a:gd name="connsiteX18" fmla="*/ 234128 w 237706"/>
                  <a:gd name="connsiteY18" fmla="*/ 82340 h 236466"/>
                  <a:gd name="connsiteX19" fmla="*/ 237706 w 237706"/>
                  <a:gd name="connsiteY19" fmla="*/ 106008 h 236466"/>
                  <a:gd name="connsiteX20" fmla="*/ 185362 w 237706"/>
                  <a:gd name="connsiteY20" fmla="*/ 106008 h 236466"/>
                  <a:gd name="connsiteX21" fmla="*/ 177100 w 237706"/>
                  <a:gd name="connsiteY21" fmla="*/ 78960 h 236466"/>
                  <a:gd name="connsiteX22" fmla="*/ 146195 w 237706"/>
                  <a:gd name="connsiteY22" fmla="*/ 53510 h 236466"/>
                  <a:gd name="connsiteX23" fmla="*/ 131078 w 237706"/>
                  <a:gd name="connsiteY23" fmla="*/ 50458 h 236466"/>
                  <a:gd name="connsiteX24" fmla="*/ 106628 w 237706"/>
                  <a:gd name="connsiteY24" fmla="*/ 0 h 236466"/>
                  <a:gd name="connsiteX25" fmla="*/ 106628 w 237706"/>
                  <a:gd name="connsiteY25" fmla="*/ 50458 h 236466"/>
                  <a:gd name="connsiteX26" fmla="*/ 91511 w 237706"/>
                  <a:gd name="connsiteY26" fmla="*/ 53510 h 236466"/>
                  <a:gd name="connsiteX27" fmla="*/ 60606 w 237706"/>
                  <a:gd name="connsiteY27" fmla="*/ 78960 h 236466"/>
                  <a:gd name="connsiteX28" fmla="*/ 52344 w 237706"/>
                  <a:gd name="connsiteY28" fmla="*/ 106008 h 236466"/>
                  <a:gd name="connsiteX29" fmla="*/ 0 w 237706"/>
                  <a:gd name="connsiteY29" fmla="*/ 106008 h 236466"/>
                  <a:gd name="connsiteX30" fmla="*/ 3579 w 237706"/>
                  <a:gd name="connsiteY30" fmla="*/ 82340 h 236466"/>
                  <a:gd name="connsiteX31" fmla="*/ 71871 w 237706"/>
                  <a:gd name="connsiteY31" fmla="*/ 7017 h 236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37706" h="236466">
                    <a:moveTo>
                      <a:pt x="185362" y="130458"/>
                    </a:moveTo>
                    <a:lnTo>
                      <a:pt x="237706" y="130458"/>
                    </a:lnTo>
                    <a:lnTo>
                      <a:pt x="234128" y="154126"/>
                    </a:lnTo>
                    <a:cubicBezTo>
                      <a:pt x="223548" y="188141"/>
                      <a:pt x="198326" y="215706"/>
                      <a:pt x="165835" y="229449"/>
                    </a:cubicBezTo>
                    <a:lnTo>
                      <a:pt x="131078" y="236466"/>
                    </a:lnTo>
                    <a:lnTo>
                      <a:pt x="131078" y="186008"/>
                    </a:lnTo>
                    <a:lnTo>
                      <a:pt x="146195" y="182956"/>
                    </a:lnTo>
                    <a:cubicBezTo>
                      <a:pt x="158800" y="177624"/>
                      <a:pt x="169526" y="168717"/>
                      <a:pt x="177100" y="157507"/>
                    </a:cubicBezTo>
                    <a:close/>
                    <a:moveTo>
                      <a:pt x="0" y="130458"/>
                    </a:moveTo>
                    <a:lnTo>
                      <a:pt x="52344" y="130458"/>
                    </a:lnTo>
                    <a:lnTo>
                      <a:pt x="60606" y="157507"/>
                    </a:lnTo>
                    <a:cubicBezTo>
                      <a:pt x="68180" y="168717"/>
                      <a:pt x="78906" y="177624"/>
                      <a:pt x="91511" y="182956"/>
                    </a:cubicBezTo>
                    <a:lnTo>
                      <a:pt x="106628" y="186008"/>
                    </a:lnTo>
                    <a:lnTo>
                      <a:pt x="106628" y="236466"/>
                    </a:lnTo>
                    <a:lnTo>
                      <a:pt x="71871" y="229449"/>
                    </a:lnTo>
                    <a:cubicBezTo>
                      <a:pt x="39380" y="215706"/>
                      <a:pt x="14159" y="188141"/>
                      <a:pt x="3579" y="154126"/>
                    </a:cubicBezTo>
                    <a:close/>
                    <a:moveTo>
                      <a:pt x="131078" y="0"/>
                    </a:moveTo>
                    <a:lnTo>
                      <a:pt x="165835" y="7017"/>
                    </a:lnTo>
                    <a:cubicBezTo>
                      <a:pt x="198326" y="20760"/>
                      <a:pt x="223548" y="48325"/>
                      <a:pt x="234128" y="82340"/>
                    </a:cubicBezTo>
                    <a:lnTo>
                      <a:pt x="237706" y="106008"/>
                    </a:lnTo>
                    <a:lnTo>
                      <a:pt x="185362" y="106008"/>
                    </a:lnTo>
                    <a:lnTo>
                      <a:pt x="177100" y="78960"/>
                    </a:lnTo>
                    <a:cubicBezTo>
                      <a:pt x="169526" y="67749"/>
                      <a:pt x="158800" y="58842"/>
                      <a:pt x="146195" y="53510"/>
                    </a:cubicBezTo>
                    <a:lnTo>
                      <a:pt x="131078" y="50458"/>
                    </a:lnTo>
                    <a:close/>
                    <a:moveTo>
                      <a:pt x="106628" y="0"/>
                    </a:moveTo>
                    <a:lnTo>
                      <a:pt x="106628" y="50458"/>
                    </a:lnTo>
                    <a:lnTo>
                      <a:pt x="91511" y="53510"/>
                    </a:lnTo>
                    <a:cubicBezTo>
                      <a:pt x="78906" y="58842"/>
                      <a:pt x="68180" y="67749"/>
                      <a:pt x="60606" y="78960"/>
                    </a:cubicBezTo>
                    <a:lnTo>
                      <a:pt x="52344" y="106008"/>
                    </a:lnTo>
                    <a:lnTo>
                      <a:pt x="0" y="106008"/>
                    </a:lnTo>
                    <a:lnTo>
                      <a:pt x="3579" y="82340"/>
                    </a:lnTo>
                    <a:cubicBezTo>
                      <a:pt x="14159" y="48325"/>
                      <a:pt x="39380" y="20760"/>
                      <a:pt x="71871" y="701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="" xmlns:a16="http://schemas.microsoft.com/office/drawing/2014/main" id="{D6D5E445-5649-4117-8BBC-CD6118CE33C0}"/>
                  </a:ext>
                </a:extLst>
              </p:cNvPr>
              <p:cNvSpPr/>
              <p:nvPr/>
            </p:nvSpPr>
            <p:spPr>
              <a:xfrm>
                <a:off x="385557" y="675280"/>
                <a:ext cx="79122" cy="79122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8543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39">
            <a:extLst>
              <a:ext uri="{FF2B5EF4-FFF2-40B4-BE49-F238E27FC236}">
                <a16:creationId xmlns="" xmlns:a16="http://schemas.microsoft.com/office/drawing/2014/main" id="{13623931-15D2-4834-8280-54ACC1445BD1}"/>
              </a:ext>
            </a:extLst>
          </p:cNvPr>
          <p:cNvSpPr txBox="1"/>
          <p:nvPr/>
        </p:nvSpPr>
        <p:spPr>
          <a:xfrm>
            <a:off x="406962" y="460516"/>
            <a:ext cx="660343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 smtClean="0">
                <a:solidFill>
                  <a:schemeClr val="accent2"/>
                </a:solidFill>
                <a:cs typeface="Arial" pitchFamily="34" charset="0"/>
              </a:rPr>
              <a:t>Agenda</a:t>
            </a:r>
            <a:endParaRPr lang="ko-KR" altLang="en-US" sz="5400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="" xmlns:a16="http://schemas.microsoft.com/office/drawing/2014/main" id="{CC8905E8-278A-4BD2-B75B-0CAAFBDB26F1}"/>
              </a:ext>
            </a:extLst>
          </p:cNvPr>
          <p:cNvSpPr txBox="1"/>
          <p:nvPr/>
        </p:nvSpPr>
        <p:spPr>
          <a:xfrm>
            <a:off x="4660065" y="1624437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/>
                </a:solidFill>
                <a:cs typeface="Arial" pitchFamily="34" charset="0"/>
              </a:rPr>
              <a:t>01</a:t>
            </a:r>
            <a:endParaRPr lang="ko-KR" altLang="en-US" sz="3600" b="1" dirty="0">
              <a:solidFill>
                <a:schemeClr val="accent1"/>
              </a:solidFill>
              <a:cs typeface="Arial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CB904A8F-9E53-4454-9EE8-7899E445985B}"/>
              </a:ext>
            </a:extLst>
          </p:cNvPr>
          <p:cNvGrpSpPr/>
          <p:nvPr/>
        </p:nvGrpSpPr>
        <p:grpSpPr>
          <a:xfrm>
            <a:off x="5730920" y="1736115"/>
            <a:ext cx="5737181" cy="864357"/>
            <a:chOff x="665833" y="2698787"/>
            <a:chExt cx="3322837" cy="864357"/>
          </a:xfrm>
        </p:grpSpPr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3D67D6A4-5513-4B78-82BC-5AE8CFA67E7E}"/>
                </a:ext>
              </a:extLst>
            </p:cNvPr>
            <p:cNvSpPr txBox="1"/>
            <p:nvPr/>
          </p:nvSpPr>
          <p:spPr>
            <a:xfrm>
              <a:off x="787499" y="3286145"/>
              <a:ext cx="3201171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 unified infrastructure for ESM modelling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6BEEEB66-0819-4EF7-B983-0AFE673F7D27}"/>
                </a:ext>
              </a:extLst>
            </p:cNvPr>
            <p:cNvSpPr txBox="1"/>
            <p:nvPr/>
          </p:nvSpPr>
          <p:spPr>
            <a:xfrm>
              <a:off x="665833" y="2698787"/>
              <a:ext cx="3322837" cy="432792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txBody>
            <a:bodyPr wrap="square" lIns="274320" rtlCol="0" anchor="ctr">
              <a:spAutoFit/>
            </a:bodyPr>
            <a:lstStyle/>
            <a:p>
              <a:r>
                <a:rPr lang="en-US" altLang="ko-KR" sz="1400" b="1" dirty="0" smtClean="0">
                  <a:solidFill>
                    <a:schemeClr val="bg1"/>
                  </a:solidFill>
                  <a:cs typeface="Arial" pitchFamily="34" charset="0"/>
                </a:rPr>
                <a:t>What are the ESM-Tools?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84E08AEC-260E-4620-A344-02DA4D7253FC}"/>
              </a:ext>
            </a:extLst>
          </p:cNvPr>
          <p:cNvSpPr txBox="1"/>
          <p:nvPr/>
        </p:nvSpPr>
        <p:spPr>
          <a:xfrm>
            <a:off x="4660065" y="2828487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2"/>
                </a:solidFill>
                <a:cs typeface="Arial" pitchFamily="34" charset="0"/>
              </a:rPr>
              <a:t>02</a:t>
            </a:r>
            <a:endParaRPr lang="ko-KR" altLang="en-US" sz="3600" b="1" dirty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AC77AEE-019F-4BEE-AF9D-872FD75C4204}"/>
              </a:ext>
            </a:extLst>
          </p:cNvPr>
          <p:cNvGrpSpPr/>
          <p:nvPr/>
        </p:nvGrpSpPr>
        <p:grpSpPr>
          <a:xfrm>
            <a:off x="5730920" y="2940165"/>
            <a:ext cx="5737181" cy="920469"/>
            <a:chOff x="665833" y="2698787"/>
            <a:chExt cx="3322837" cy="920469"/>
          </a:xfrm>
        </p:grpSpPr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5047AA3C-D7A9-417B-9843-A86F77CCD3B5}"/>
                </a:ext>
              </a:extLst>
            </p:cNvPr>
            <p:cNvSpPr txBox="1"/>
            <p:nvPr/>
          </p:nvSpPr>
          <p:spPr>
            <a:xfrm>
              <a:off x="787499" y="3157591"/>
              <a:ext cx="320117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The Tools are designed to simplify the work of modelers, model developers, software supporters and HPC admins.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163675F2-9A72-4B96-9291-9F0BED2AF5D7}"/>
                </a:ext>
              </a:extLst>
            </p:cNvPr>
            <p:cNvSpPr txBox="1"/>
            <p:nvPr/>
          </p:nvSpPr>
          <p:spPr>
            <a:xfrm>
              <a:off x="665833" y="2698787"/>
              <a:ext cx="3322837" cy="432792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</p:spPr>
          <p:txBody>
            <a:bodyPr wrap="square" lIns="274320" rtlCol="0" anchor="ctr">
              <a:spAutoFit/>
            </a:bodyPr>
            <a:lstStyle/>
            <a:p>
              <a:r>
                <a:rPr lang="en-US" altLang="ko-KR" sz="1400" b="1" dirty="0" smtClean="0">
                  <a:solidFill>
                    <a:schemeClr val="bg1"/>
                  </a:solidFill>
                  <a:cs typeface="Arial" pitchFamily="34" charset="0"/>
                </a:rPr>
                <a:t>Who benefits?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9DC92E20-0B25-47A5-9ABF-8CBCF8F31CF5}"/>
              </a:ext>
            </a:extLst>
          </p:cNvPr>
          <p:cNvSpPr txBox="1"/>
          <p:nvPr/>
        </p:nvSpPr>
        <p:spPr>
          <a:xfrm>
            <a:off x="4660065" y="4032537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3"/>
                </a:solidFill>
                <a:cs typeface="Arial" pitchFamily="34" charset="0"/>
              </a:rPr>
              <a:t>03</a:t>
            </a:r>
            <a:endParaRPr lang="ko-KR" altLang="en-US" sz="3600" b="1" dirty="0">
              <a:solidFill>
                <a:schemeClr val="accent3"/>
              </a:solidFill>
              <a:cs typeface="Arial" pitchFamily="34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276C0250-0F2C-4CDC-A275-45F8850F9452}"/>
              </a:ext>
            </a:extLst>
          </p:cNvPr>
          <p:cNvGrpSpPr/>
          <p:nvPr/>
        </p:nvGrpSpPr>
        <p:grpSpPr>
          <a:xfrm>
            <a:off x="5730920" y="4144215"/>
            <a:ext cx="5737181" cy="956690"/>
            <a:chOff x="665833" y="2698787"/>
            <a:chExt cx="3322837" cy="956690"/>
          </a:xfrm>
        </p:grpSpPr>
        <p:sp>
          <p:nvSpPr>
            <p:cNvPr id="36" name="TextBox 35">
              <a:extLst>
                <a:ext uri="{FF2B5EF4-FFF2-40B4-BE49-F238E27FC236}">
                  <a16:creationId xmlns="" xmlns:a16="http://schemas.microsoft.com/office/drawing/2014/main" id="{B939549C-B0C1-4F98-A44B-8A7A73279643}"/>
                </a:ext>
              </a:extLst>
            </p:cNvPr>
            <p:cNvSpPr txBox="1"/>
            <p:nvPr/>
          </p:nvSpPr>
          <p:spPr>
            <a:xfrm>
              <a:off x="787499" y="3193812"/>
              <a:ext cx="320117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Developed within the ESM project, the Tools have more than 30 authors from 6 institutes. Main development is done at AWI.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FB2A0BE8-4E1C-478F-AE7B-D913C667D3CA}"/>
                </a:ext>
              </a:extLst>
            </p:cNvPr>
            <p:cNvSpPr txBox="1"/>
            <p:nvPr/>
          </p:nvSpPr>
          <p:spPr>
            <a:xfrm>
              <a:off x="665833" y="2698787"/>
              <a:ext cx="3322837" cy="432792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</p:spPr>
          <p:txBody>
            <a:bodyPr wrap="square" lIns="274320" rtlCol="0" anchor="ctr">
              <a:spAutoFit/>
            </a:bodyPr>
            <a:lstStyle/>
            <a:p>
              <a:r>
                <a:rPr lang="en-US" altLang="ko-KR" sz="1400" b="1" dirty="0" smtClean="0">
                  <a:solidFill>
                    <a:schemeClr val="bg1"/>
                  </a:solidFill>
                  <a:cs typeface="Arial" pitchFamily="34" charset="0"/>
                </a:rPr>
                <a:t>How are the ESM-Tools developed?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A775E27B-4D35-43D7-8422-85D445BDB7E1}"/>
              </a:ext>
            </a:extLst>
          </p:cNvPr>
          <p:cNvSpPr txBox="1"/>
          <p:nvPr/>
        </p:nvSpPr>
        <p:spPr>
          <a:xfrm>
            <a:off x="4660065" y="5236587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 anchor="ctr">
            <a:spAutoFit/>
          </a:bodyPr>
          <a:lstStyle/>
          <a:p>
            <a:pPr algn="ctr"/>
            <a:r>
              <a:rPr lang="en-US" altLang="ko-KR" sz="3600" b="1" dirty="0" smtClean="0">
                <a:solidFill>
                  <a:schemeClr val="accent4"/>
                </a:solidFill>
                <a:cs typeface="Arial" pitchFamily="34" charset="0"/>
              </a:rPr>
              <a:t>04</a:t>
            </a:r>
            <a:endParaRPr lang="ko-KR" altLang="en-US" sz="3600" b="1" dirty="0">
              <a:solidFill>
                <a:schemeClr val="accent4"/>
              </a:solidFill>
              <a:cs typeface="Arial" pitchFamily="34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3A0B77FE-28D5-4EC6-9841-F3FD55BE7F0E}"/>
              </a:ext>
            </a:extLst>
          </p:cNvPr>
          <p:cNvGrpSpPr/>
          <p:nvPr/>
        </p:nvGrpSpPr>
        <p:grpSpPr>
          <a:xfrm>
            <a:off x="5730920" y="5348265"/>
            <a:ext cx="5737181" cy="864357"/>
            <a:chOff x="665833" y="2698787"/>
            <a:chExt cx="3322837" cy="864357"/>
          </a:xfrm>
        </p:grpSpPr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FA086495-D0E6-4EDF-B0A3-3E7C7F8378EA}"/>
                </a:ext>
              </a:extLst>
            </p:cNvPr>
            <p:cNvSpPr txBox="1"/>
            <p:nvPr/>
          </p:nvSpPr>
          <p:spPr>
            <a:xfrm>
              <a:off x="787499" y="3286145"/>
              <a:ext cx="3201171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ESM-Tools can be obtained for free, it is open source under GPL.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04AE23BF-9144-41BB-82CF-6D901195B783}"/>
                </a:ext>
              </a:extLst>
            </p:cNvPr>
            <p:cNvSpPr txBox="1"/>
            <p:nvPr/>
          </p:nvSpPr>
          <p:spPr>
            <a:xfrm>
              <a:off x="665833" y="2698787"/>
              <a:ext cx="3322837" cy="432792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</p:spPr>
          <p:txBody>
            <a:bodyPr wrap="square" lIns="274320" rtlCol="0" anchor="ctr">
              <a:spAutoFit/>
            </a:bodyPr>
            <a:lstStyle/>
            <a:p>
              <a:r>
                <a:rPr lang="en-US" altLang="ko-KR" sz="1400" b="1" dirty="0" smtClean="0">
                  <a:solidFill>
                    <a:schemeClr val="bg1"/>
                  </a:solidFill>
                  <a:cs typeface="Arial" pitchFamily="34" charset="0"/>
                </a:rPr>
                <a:t>How can I get the ESM-Tools?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6102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What are the ESM-Tools?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4C8640D-6CC5-4E9B-8978-5C4F2F24A552}"/>
              </a:ext>
            </a:extLst>
          </p:cNvPr>
          <p:cNvSpPr txBox="1"/>
          <p:nvPr/>
        </p:nvSpPr>
        <p:spPr>
          <a:xfrm>
            <a:off x="4698402" y="2264877"/>
            <a:ext cx="2796225" cy="2511355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3465646"/>
              </a:avLst>
            </a:prstTxWarp>
            <a:spAutoFit/>
          </a:bodyPr>
          <a:lstStyle/>
          <a:p>
            <a:pPr algn="ctr"/>
            <a:r>
              <a:rPr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MODELS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1E86681-DCF3-45CE-8732-0723376C6802}"/>
              </a:ext>
            </a:extLst>
          </p:cNvPr>
          <p:cNvSpPr txBox="1"/>
          <p:nvPr/>
        </p:nvSpPr>
        <p:spPr>
          <a:xfrm rot="5400000">
            <a:off x="5113324" y="2650639"/>
            <a:ext cx="2796225" cy="2511355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3465646"/>
              </a:avLst>
            </a:prstTxWarp>
            <a:spAutoFit/>
          </a:bodyPr>
          <a:lstStyle/>
          <a:p>
            <a:pPr algn="ctr"/>
            <a:r>
              <a:rPr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COUPLED SETUPS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E41840C-DFB0-4E1A-8111-358E37664859}"/>
              </a:ext>
            </a:extLst>
          </p:cNvPr>
          <p:cNvSpPr txBox="1"/>
          <p:nvPr/>
        </p:nvSpPr>
        <p:spPr>
          <a:xfrm rot="16200000">
            <a:off x="4250202" y="2650639"/>
            <a:ext cx="2796225" cy="2511355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3465646"/>
              </a:avLst>
            </a:prstTxWarp>
            <a:spAutoFit/>
          </a:bodyPr>
          <a:lstStyle/>
          <a:p>
            <a:pPr algn="ctr"/>
            <a:r>
              <a:rPr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HARDWARE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F159DD7-8D2D-4635-B670-F26AA6D85739}"/>
              </a:ext>
            </a:extLst>
          </p:cNvPr>
          <p:cNvSpPr txBox="1"/>
          <p:nvPr/>
        </p:nvSpPr>
        <p:spPr>
          <a:xfrm rot="10800000">
            <a:off x="4698402" y="3048040"/>
            <a:ext cx="2796225" cy="2511355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3465646"/>
              </a:avLst>
            </a:prstTxWarp>
            <a:spAutoFit/>
          </a:bodyPr>
          <a:lstStyle/>
          <a:p>
            <a:pPr algn="ctr"/>
            <a:r>
              <a:rPr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DATA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" name="Donut 6">
            <a:extLst>
              <a:ext uri="{FF2B5EF4-FFF2-40B4-BE49-F238E27FC236}">
                <a16:creationId xmlns="" xmlns:a16="http://schemas.microsoft.com/office/drawing/2014/main" id="{92A25C78-40AB-4447-97BE-78D4577D4FC4}"/>
              </a:ext>
            </a:extLst>
          </p:cNvPr>
          <p:cNvSpPr/>
          <p:nvPr/>
        </p:nvSpPr>
        <p:spPr>
          <a:xfrm>
            <a:off x="4071825" y="1887959"/>
            <a:ext cx="4032000" cy="4032000"/>
          </a:xfrm>
          <a:prstGeom prst="donut">
            <a:avLst>
              <a:gd name="adj" fmla="val 29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="" xmlns:a16="http://schemas.microsoft.com/office/drawing/2014/main" id="{C47DFAB1-7CA7-45B2-BC42-5A368106CA0F}"/>
              </a:ext>
            </a:extLst>
          </p:cNvPr>
          <p:cNvSpPr/>
          <p:nvPr/>
        </p:nvSpPr>
        <p:spPr>
          <a:xfrm rot="2700000">
            <a:off x="5576990" y="1413447"/>
            <a:ext cx="1008000" cy="4968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3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="" xmlns:a16="http://schemas.microsoft.com/office/drawing/2014/main" id="{BB93AC16-A738-412D-A884-4D67C937603F}"/>
              </a:ext>
            </a:extLst>
          </p:cNvPr>
          <p:cNvSpPr/>
          <p:nvPr/>
        </p:nvSpPr>
        <p:spPr>
          <a:xfrm rot="18900000">
            <a:off x="5576990" y="1413447"/>
            <a:ext cx="1008000" cy="4968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  <a:alpha val="3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B0D461CE-5F1D-4C78-B7E0-B4E61BE49A0E}"/>
              </a:ext>
            </a:extLst>
          </p:cNvPr>
          <p:cNvSpPr/>
          <p:nvPr/>
        </p:nvSpPr>
        <p:spPr>
          <a:xfrm>
            <a:off x="5140630" y="2956051"/>
            <a:ext cx="1912524" cy="1912524"/>
          </a:xfrm>
          <a:prstGeom prst="ellipse">
            <a:avLst/>
          </a:prstGeom>
          <a:solidFill>
            <a:schemeClr val="tx1">
              <a:lumMod val="75000"/>
              <a:lumOff val="25000"/>
              <a:alpha val="30000"/>
            </a:schemeClr>
          </a:solidFill>
          <a:ln w="63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1D047957-7482-43A8-B0BF-E1C52F51BC9B}"/>
              </a:ext>
            </a:extLst>
          </p:cNvPr>
          <p:cNvCxnSpPr/>
          <p:nvPr/>
        </p:nvCxnSpPr>
        <p:spPr>
          <a:xfrm>
            <a:off x="5109978" y="2932624"/>
            <a:ext cx="1944000" cy="194400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F5BF28EB-3818-41F1-8206-94E182F1EBD0}"/>
              </a:ext>
            </a:extLst>
          </p:cNvPr>
          <p:cNvCxnSpPr/>
          <p:nvPr/>
        </p:nvCxnSpPr>
        <p:spPr>
          <a:xfrm rot="5400000">
            <a:off x="5109978" y="2932624"/>
            <a:ext cx="1944000" cy="194400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0A9F72C1-259E-48B6-8D75-A089C4B2DDC7}"/>
              </a:ext>
            </a:extLst>
          </p:cNvPr>
          <p:cNvSpPr/>
          <p:nvPr/>
        </p:nvSpPr>
        <p:spPr>
          <a:xfrm>
            <a:off x="5385825" y="3201959"/>
            <a:ext cx="1404000" cy="1404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02153930-82BE-47AD-924A-E480E0A71D99}"/>
              </a:ext>
            </a:extLst>
          </p:cNvPr>
          <p:cNvSpPr/>
          <p:nvPr/>
        </p:nvSpPr>
        <p:spPr>
          <a:xfrm>
            <a:off x="5511825" y="3327959"/>
            <a:ext cx="1152000" cy="11520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384C74DA-011A-47B9-AB56-569ECCBE793D}"/>
              </a:ext>
            </a:extLst>
          </p:cNvPr>
          <p:cNvGrpSpPr/>
          <p:nvPr/>
        </p:nvGrpSpPr>
        <p:grpSpPr>
          <a:xfrm>
            <a:off x="910574" y="4936273"/>
            <a:ext cx="3082067" cy="1477328"/>
            <a:chOff x="3017859" y="4283314"/>
            <a:chExt cx="1890849" cy="1477328"/>
          </a:xfrm>
        </p:grpSpPr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CF4BACCC-7BB9-4834-A846-FE50F26D0D0E}"/>
                </a:ext>
              </a:extLst>
            </p:cNvPr>
            <p:cNvSpPr txBox="1"/>
            <p:nvPr/>
          </p:nvSpPr>
          <p:spPr>
            <a:xfrm>
              <a:off x="3021856" y="4560313"/>
              <a:ext cx="188685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Currently the Tools are running on 6 HPC systems, holding the machine specifications in a central place that can be used by the models during compile and run time, leaving more time for the user to focus on scientific questions.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798C6666-841E-4248-8F3D-4E361C165C18}"/>
                </a:ext>
              </a:extLst>
            </p:cNvPr>
            <p:cNvSpPr txBox="1"/>
            <p:nvPr/>
          </p:nvSpPr>
          <p:spPr>
            <a:xfrm>
              <a:off x="3017859" y="4283314"/>
              <a:ext cx="18708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Hardware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F7E922BC-C5E1-44B5-8564-DE860D310104}"/>
              </a:ext>
            </a:extLst>
          </p:cNvPr>
          <p:cNvGrpSpPr/>
          <p:nvPr/>
        </p:nvGrpSpPr>
        <p:grpSpPr>
          <a:xfrm>
            <a:off x="910574" y="1823902"/>
            <a:ext cx="3049406" cy="1846659"/>
            <a:chOff x="3017859" y="4283314"/>
            <a:chExt cx="1870812" cy="1846659"/>
          </a:xfrm>
        </p:grpSpPr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E2908F7C-EBA5-4131-8A45-D5CEDE62A7A6}"/>
                </a:ext>
              </a:extLst>
            </p:cNvPr>
            <p:cNvSpPr txBox="1"/>
            <p:nvPr/>
          </p:nvSpPr>
          <p:spPr>
            <a:xfrm>
              <a:off x="3021856" y="4560313"/>
              <a:ext cx="184392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The Tools provide an easy and standardized way to obtain, configure and compile model components. As of May 2019, we support 10 independent components, including 4 ocean, 2 atmosphere, 1 ice sheet, 1 BGC, 1 GIA model and a coupler, all organized under version control.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10C016E8-28BD-43F9-A519-1DA247461D2B}"/>
                </a:ext>
              </a:extLst>
            </p:cNvPr>
            <p:cNvSpPr txBox="1"/>
            <p:nvPr/>
          </p:nvSpPr>
          <p:spPr>
            <a:xfrm>
              <a:off x="3017859" y="4283314"/>
              <a:ext cx="18708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Models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2C9575C4-8AE6-4245-BF60-2BBB7D23769C}"/>
              </a:ext>
            </a:extLst>
          </p:cNvPr>
          <p:cNvGrpSpPr/>
          <p:nvPr/>
        </p:nvGrpSpPr>
        <p:grpSpPr>
          <a:xfrm>
            <a:off x="8235015" y="4804479"/>
            <a:ext cx="3082067" cy="1846659"/>
            <a:chOff x="3017859" y="4283314"/>
            <a:chExt cx="1890849" cy="1846659"/>
          </a:xfrm>
        </p:grpSpPr>
        <p:sp>
          <p:nvSpPr>
            <p:cNvPr id="23" name="TextBox 22">
              <a:extLst>
                <a:ext uri="{FF2B5EF4-FFF2-40B4-BE49-F238E27FC236}">
                  <a16:creationId xmlns="" xmlns:a16="http://schemas.microsoft.com/office/drawing/2014/main" id="{AB580E32-2B24-45E3-B2BA-589B260D6A08}"/>
                </a:ext>
              </a:extLst>
            </p:cNvPr>
            <p:cNvSpPr txBox="1"/>
            <p:nvPr/>
          </p:nvSpPr>
          <p:spPr>
            <a:xfrm>
              <a:off x="3021856" y="4560313"/>
              <a:ext cx="188685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The life cycle of model data has become increasingly important. The tools try to help </a:t>
              </a:r>
              <a:r>
                <a:rPr lang="mr-IN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–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by referring to standardized input data pools, managing model output and restarts, and functionality for tar-balling and archiving data. CMOR support is planned. 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AA3DBDC0-48BC-4385-89CF-1B0217041D85}"/>
                </a:ext>
              </a:extLst>
            </p:cNvPr>
            <p:cNvSpPr txBox="1"/>
            <p:nvPr/>
          </p:nvSpPr>
          <p:spPr>
            <a:xfrm>
              <a:off x="3017859" y="4283314"/>
              <a:ext cx="18708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Data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C75F8D62-44E6-49B0-A63F-FE72735F0408}"/>
              </a:ext>
            </a:extLst>
          </p:cNvPr>
          <p:cNvGrpSpPr/>
          <p:nvPr/>
        </p:nvGrpSpPr>
        <p:grpSpPr>
          <a:xfrm>
            <a:off x="8267676" y="1823902"/>
            <a:ext cx="3049406" cy="1661994"/>
            <a:chOff x="3017859" y="4283314"/>
            <a:chExt cx="1870812" cy="1661994"/>
          </a:xfrm>
        </p:grpSpPr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F3950782-3B52-4A17-8C94-EA15893CD732}"/>
                </a:ext>
              </a:extLst>
            </p:cNvPr>
            <p:cNvSpPr txBox="1"/>
            <p:nvPr/>
          </p:nvSpPr>
          <p:spPr>
            <a:xfrm>
              <a:off x="3021856" y="4560313"/>
              <a:ext cx="184392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Out of the mentioned models, a variety of coupled systems can be combined. A graphical interface helps choosing the wanted components. Among the supported combinations are MPIESM, AWICM (1 and 2), FESOM-OIFS and FOCI-OIFS. 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DF69FC66-C9F6-4F11-B3CA-B8CBE7012118}"/>
                </a:ext>
              </a:extLst>
            </p:cNvPr>
            <p:cNvSpPr txBox="1"/>
            <p:nvPr/>
          </p:nvSpPr>
          <p:spPr>
            <a:xfrm>
              <a:off x="3017859" y="4283314"/>
              <a:ext cx="18708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Coupled Setups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9C5AB78D-66CC-48C6-8715-BAB5D0904F97}"/>
              </a:ext>
            </a:extLst>
          </p:cNvPr>
          <p:cNvSpPr/>
          <p:nvPr/>
        </p:nvSpPr>
        <p:spPr>
          <a:xfrm>
            <a:off x="4262456" y="2070379"/>
            <a:ext cx="828000" cy="828000"/>
          </a:xfrm>
          <a:prstGeom prst="ellipse">
            <a:avLst/>
          </a:prstGeom>
          <a:solidFill>
            <a:schemeClr val="accent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9" name="Oval 28">
            <a:extLst>
              <a:ext uri="{FF2B5EF4-FFF2-40B4-BE49-F238E27FC236}">
                <a16:creationId xmlns="" xmlns:a16="http://schemas.microsoft.com/office/drawing/2014/main" id="{549CD4A5-F9C5-4D00-ABE4-FD1326646B44}"/>
              </a:ext>
            </a:extLst>
          </p:cNvPr>
          <p:cNvSpPr/>
          <p:nvPr/>
        </p:nvSpPr>
        <p:spPr>
          <a:xfrm>
            <a:off x="7054150" y="2078028"/>
            <a:ext cx="828000" cy="828000"/>
          </a:xfrm>
          <a:prstGeom prst="ellipse">
            <a:avLst/>
          </a:prstGeom>
          <a:solidFill>
            <a:schemeClr val="accent4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30" name="Oval 29">
            <a:extLst>
              <a:ext uri="{FF2B5EF4-FFF2-40B4-BE49-F238E27FC236}">
                <a16:creationId xmlns="" xmlns:a16="http://schemas.microsoft.com/office/drawing/2014/main" id="{EC3E2E56-6DE5-461C-8C13-457F75B2660E}"/>
              </a:ext>
            </a:extLst>
          </p:cNvPr>
          <p:cNvSpPr/>
          <p:nvPr/>
        </p:nvSpPr>
        <p:spPr>
          <a:xfrm>
            <a:off x="4281978" y="4865217"/>
            <a:ext cx="828000" cy="828000"/>
          </a:xfrm>
          <a:prstGeom prst="ellipse">
            <a:avLst/>
          </a:prstGeom>
          <a:solidFill>
            <a:schemeClr val="accent2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31" name="Oval 30">
            <a:extLst>
              <a:ext uri="{FF2B5EF4-FFF2-40B4-BE49-F238E27FC236}">
                <a16:creationId xmlns="" xmlns:a16="http://schemas.microsoft.com/office/drawing/2014/main" id="{E1E48269-9840-463A-BA66-B501F8657409}"/>
              </a:ext>
            </a:extLst>
          </p:cNvPr>
          <p:cNvSpPr/>
          <p:nvPr/>
        </p:nvSpPr>
        <p:spPr>
          <a:xfrm>
            <a:off x="7053154" y="4865217"/>
            <a:ext cx="828000" cy="828000"/>
          </a:xfrm>
          <a:prstGeom prst="ellipse">
            <a:avLst/>
          </a:prstGeom>
          <a:solidFill>
            <a:schemeClr val="accent3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0C0B13C8-62BC-4282-9907-DABBE172BD49}"/>
              </a:ext>
            </a:extLst>
          </p:cNvPr>
          <p:cNvSpPr txBox="1"/>
          <p:nvPr/>
        </p:nvSpPr>
        <p:spPr>
          <a:xfrm>
            <a:off x="4269506" y="2138085"/>
            <a:ext cx="82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 smtClean="0">
                <a:solidFill>
                  <a:schemeClr val="bg1"/>
                </a:solidFill>
                <a:cs typeface="Arial" pitchFamily="34" charset="0"/>
              </a:rPr>
              <a:t>M</a:t>
            </a:r>
            <a:endParaRPr lang="ko-KR" altLang="en-US" sz="4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427729EE-19D0-47BD-85C1-9340C7332682}"/>
              </a:ext>
            </a:extLst>
          </p:cNvPr>
          <p:cNvSpPr txBox="1"/>
          <p:nvPr/>
        </p:nvSpPr>
        <p:spPr>
          <a:xfrm>
            <a:off x="7053382" y="2138085"/>
            <a:ext cx="82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 smtClean="0">
                <a:solidFill>
                  <a:schemeClr val="bg1"/>
                </a:solidFill>
                <a:cs typeface="Arial" pitchFamily="34" charset="0"/>
              </a:rPr>
              <a:t>C</a:t>
            </a:r>
            <a:endParaRPr lang="ko-KR" altLang="en-US" sz="4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2DB82761-739E-4B44-A25F-4DDA06F61C64}"/>
              </a:ext>
            </a:extLst>
          </p:cNvPr>
          <p:cNvSpPr txBox="1"/>
          <p:nvPr/>
        </p:nvSpPr>
        <p:spPr>
          <a:xfrm>
            <a:off x="4287754" y="4929343"/>
            <a:ext cx="82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 smtClean="0">
                <a:solidFill>
                  <a:schemeClr val="bg1"/>
                </a:solidFill>
                <a:cs typeface="Arial" pitchFamily="34" charset="0"/>
              </a:rPr>
              <a:t>H</a:t>
            </a:r>
            <a:endParaRPr lang="ko-KR" altLang="en-US" sz="4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B29B0D18-F9FD-414C-8E03-D4055B4FA394}"/>
              </a:ext>
            </a:extLst>
          </p:cNvPr>
          <p:cNvSpPr txBox="1"/>
          <p:nvPr/>
        </p:nvSpPr>
        <p:spPr>
          <a:xfrm>
            <a:off x="7072432" y="4919819"/>
            <a:ext cx="82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 smtClean="0">
                <a:solidFill>
                  <a:schemeClr val="bg1"/>
                </a:solidFill>
                <a:cs typeface="Arial" pitchFamily="34" charset="0"/>
              </a:rPr>
              <a:t>D</a:t>
            </a:r>
            <a:endParaRPr lang="ko-KR" altLang="en-US" sz="4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0" name="Oval 25">
            <a:extLst>
              <a:ext uri="{FF2B5EF4-FFF2-40B4-BE49-F238E27FC236}">
                <a16:creationId xmlns="" xmlns:a16="http://schemas.microsoft.com/office/drawing/2014/main" id="{662B9A10-B959-4031-98B4-3EA3760E7508}"/>
              </a:ext>
            </a:extLst>
          </p:cNvPr>
          <p:cNvSpPr>
            <a:spLocks noChangeAspect="1"/>
          </p:cNvSpPr>
          <p:nvPr/>
        </p:nvSpPr>
        <p:spPr>
          <a:xfrm>
            <a:off x="5749993" y="3520554"/>
            <a:ext cx="720267" cy="721250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2792417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Obtaining models</a:t>
            </a:r>
            <a:endParaRPr lang="en-US" dirty="0"/>
          </a:p>
        </p:txBody>
      </p:sp>
      <p:grpSp>
        <p:nvGrpSpPr>
          <p:cNvPr id="3" name="그룹 52">
            <a:extLst>
              <a:ext uri="{FF2B5EF4-FFF2-40B4-BE49-F238E27FC236}">
                <a16:creationId xmlns="" xmlns:a16="http://schemas.microsoft.com/office/drawing/2014/main" id="{E6BDA5E4-EF0A-42D3-8B2B-89BA5E778B77}"/>
              </a:ext>
            </a:extLst>
          </p:cNvPr>
          <p:cNvGrpSpPr/>
          <p:nvPr/>
        </p:nvGrpSpPr>
        <p:grpSpPr>
          <a:xfrm>
            <a:off x="2380389" y="2753276"/>
            <a:ext cx="7384820" cy="2222804"/>
            <a:chOff x="2380388" y="2753276"/>
            <a:chExt cx="7384820" cy="2222804"/>
          </a:xfrm>
        </p:grpSpPr>
        <p:cxnSp>
          <p:nvCxnSpPr>
            <p:cNvPr id="4" name="Straight Connector 3">
              <a:extLst>
                <a:ext uri="{FF2B5EF4-FFF2-40B4-BE49-F238E27FC236}">
                  <a16:creationId xmlns="" xmlns:a16="http://schemas.microsoft.com/office/drawing/2014/main" id="{7980C00C-8BF7-451B-B227-EA04496E900F}"/>
                </a:ext>
              </a:extLst>
            </p:cNvPr>
            <p:cNvCxnSpPr>
              <a:cxnSpLocks/>
            </p:cNvCxnSpPr>
            <p:nvPr/>
          </p:nvCxnSpPr>
          <p:spPr>
            <a:xfrm>
              <a:off x="6060403" y="3494076"/>
              <a:ext cx="2743414" cy="228"/>
            </a:xfrm>
            <a:prstGeom prst="line">
              <a:avLst/>
            </a:prstGeom>
            <a:ln w="666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="" xmlns:a16="http://schemas.microsoft.com/office/drawing/2014/main" id="{EBC9E44C-F64B-40E1-A2B7-1AA79D00C5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37226" y="4251990"/>
              <a:ext cx="2758775" cy="1"/>
            </a:xfrm>
            <a:prstGeom prst="line">
              <a:avLst/>
            </a:prstGeom>
            <a:ln w="666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="" xmlns:a16="http://schemas.microsoft.com/office/drawing/2014/main" id="{619B9D31-5AAF-4A13-8DC4-713EC6E866D1}"/>
                </a:ext>
              </a:extLst>
            </p:cNvPr>
            <p:cNvCxnSpPr>
              <a:cxnSpLocks/>
              <a:endCxn id="11" idx="6"/>
            </p:cNvCxnSpPr>
            <p:nvPr/>
          </p:nvCxnSpPr>
          <p:spPr>
            <a:xfrm flipH="1">
              <a:off x="2380388" y="4976080"/>
              <a:ext cx="988539" cy="0"/>
            </a:xfrm>
            <a:prstGeom prst="line">
              <a:avLst/>
            </a:prstGeom>
            <a:ln w="666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="" xmlns:a16="http://schemas.microsoft.com/office/drawing/2014/main" id="{E6E89C00-A061-4415-9E6C-CB7ED3E3A805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flipH="1">
              <a:off x="8770231" y="2753276"/>
              <a:ext cx="994977" cy="0"/>
            </a:xfrm>
            <a:prstGeom prst="line">
              <a:avLst/>
            </a:prstGeom>
            <a:ln w="666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="" xmlns:a16="http://schemas.microsoft.com/office/drawing/2014/main" id="{6ECC5BEF-4A1E-471A-AF10-1824EF5BA3CA}"/>
                </a:ext>
              </a:extLst>
            </p:cNvPr>
            <p:cNvCxnSpPr>
              <a:cxnSpLocks/>
            </p:cNvCxnSpPr>
            <p:nvPr/>
          </p:nvCxnSpPr>
          <p:spPr>
            <a:xfrm>
              <a:off x="3370599" y="4224928"/>
              <a:ext cx="10792" cy="751152"/>
            </a:xfrm>
            <a:prstGeom prst="line">
              <a:avLst/>
            </a:prstGeom>
            <a:ln w="666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="" xmlns:a16="http://schemas.microsoft.com/office/drawing/2014/main" id="{54E8EE7E-088D-4100-B278-9F0E70AB3C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0438" y="3461161"/>
              <a:ext cx="974" cy="827175"/>
            </a:xfrm>
            <a:prstGeom prst="line">
              <a:avLst/>
            </a:prstGeom>
            <a:ln w="666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="" xmlns:a16="http://schemas.microsoft.com/office/drawing/2014/main" id="{22B408CA-C81D-49EC-AFDA-3FFC4FAD1AAB}"/>
                </a:ext>
              </a:extLst>
            </p:cNvPr>
            <p:cNvCxnSpPr>
              <a:cxnSpLocks/>
            </p:cNvCxnSpPr>
            <p:nvPr/>
          </p:nvCxnSpPr>
          <p:spPr>
            <a:xfrm>
              <a:off x="8803817" y="2753276"/>
              <a:ext cx="0" cy="774172"/>
            </a:xfrm>
            <a:prstGeom prst="line">
              <a:avLst/>
            </a:prstGeom>
            <a:ln w="666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C44FCEDD-5FF4-4091-8454-52E3F40E5D0A}"/>
              </a:ext>
            </a:extLst>
          </p:cNvPr>
          <p:cNvSpPr/>
          <p:nvPr/>
        </p:nvSpPr>
        <p:spPr>
          <a:xfrm>
            <a:off x="1588388" y="4580080"/>
            <a:ext cx="792000" cy="79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7459F4B0-05C0-4CAE-B50A-E89D75DE854B}"/>
              </a:ext>
            </a:extLst>
          </p:cNvPr>
          <p:cNvSpPr/>
          <p:nvPr/>
        </p:nvSpPr>
        <p:spPr>
          <a:xfrm>
            <a:off x="4340402" y="3833636"/>
            <a:ext cx="792000" cy="79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A4EBF9E0-3697-4C88-93FC-4CB6A5B72110}"/>
              </a:ext>
            </a:extLst>
          </p:cNvPr>
          <p:cNvSpPr/>
          <p:nvPr/>
        </p:nvSpPr>
        <p:spPr>
          <a:xfrm>
            <a:off x="7052806" y="3095456"/>
            <a:ext cx="792000" cy="792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65F3B285-F67F-42A8-97C0-195986EC2822}"/>
              </a:ext>
            </a:extLst>
          </p:cNvPr>
          <p:cNvSpPr/>
          <p:nvPr/>
        </p:nvSpPr>
        <p:spPr>
          <a:xfrm>
            <a:off x="9765208" y="2357276"/>
            <a:ext cx="792000" cy="792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837FD254-9758-4B5C-9215-2B9358E0F586}"/>
              </a:ext>
            </a:extLst>
          </p:cNvPr>
          <p:cNvGrpSpPr/>
          <p:nvPr/>
        </p:nvGrpSpPr>
        <p:grpSpPr>
          <a:xfrm>
            <a:off x="871373" y="3394433"/>
            <a:ext cx="2280607" cy="923329"/>
            <a:chOff x="6210996" y="1433696"/>
            <a:chExt cx="1712588" cy="656879"/>
          </a:xfrm>
        </p:grpSpPr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B0342A5C-BB6F-4087-A158-667D83C1D045}"/>
                </a:ext>
              </a:extLst>
            </p:cNvPr>
            <p:cNvSpPr txBox="1"/>
            <p:nvPr/>
          </p:nvSpPr>
          <p:spPr>
            <a:xfrm>
              <a:off x="6210998" y="1433696"/>
              <a:ext cx="1712586" cy="197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make get-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1058DDFC-2101-448C-A664-FE06250D5778}"/>
                </a:ext>
              </a:extLst>
            </p:cNvPr>
            <p:cNvSpPr txBox="1"/>
            <p:nvPr/>
          </p:nvSpPr>
          <p:spPr>
            <a:xfrm>
              <a:off x="6210996" y="1630759"/>
              <a:ext cx="1712586" cy="45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Choose from 10 components and numerous coupled setups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to obtain the model you want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9EB9496A-FAF9-4984-A7EE-9150226433E5}"/>
              </a:ext>
            </a:extLst>
          </p:cNvPr>
          <p:cNvGrpSpPr/>
          <p:nvPr/>
        </p:nvGrpSpPr>
        <p:grpSpPr>
          <a:xfrm>
            <a:off x="3530222" y="2716129"/>
            <a:ext cx="2280608" cy="738664"/>
            <a:chOff x="6210996" y="1433695"/>
            <a:chExt cx="1712589" cy="525503"/>
          </a:xfrm>
        </p:grpSpPr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EDA143D0-3E33-44E4-8A34-4811CCE3F0DB}"/>
                </a:ext>
              </a:extLst>
            </p:cNvPr>
            <p:cNvSpPr txBox="1"/>
            <p:nvPr/>
          </p:nvSpPr>
          <p:spPr>
            <a:xfrm>
              <a:off x="6210999" y="1433695"/>
              <a:ext cx="1712586" cy="197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make </a:t>
              </a:r>
              <a:r>
                <a:rPr lang="en-US" altLang="ko-KR" sz="12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conf</a:t>
              </a:r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-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32A645DC-AE55-4EC8-9085-5C2F4A9A7958}"/>
                </a:ext>
              </a:extLst>
            </p:cNvPr>
            <p:cNvSpPr txBox="1"/>
            <p:nvPr/>
          </p:nvSpPr>
          <p:spPr>
            <a:xfrm>
              <a:off x="6210996" y="1630759"/>
              <a:ext cx="1712586" cy="328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Adapt the software to the hardware you are using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C1AE61B4-0728-4807-85D0-324E70C25508}"/>
              </a:ext>
            </a:extLst>
          </p:cNvPr>
          <p:cNvGrpSpPr/>
          <p:nvPr/>
        </p:nvGrpSpPr>
        <p:grpSpPr>
          <a:xfrm>
            <a:off x="6287802" y="1908916"/>
            <a:ext cx="2280608" cy="923330"/>
            <a:chOff x="6210996" y="1433695"/>
            <a:chExt cx="1712589" cy="656879"/>
          </a:xfrm>
        </p:grpSpPr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6A5319E6-9C41-467E-AB54-462D38F89D4F}"/>
                </a:ext>
              </a:extLst>
            </p:cNvPr>
            <p:cNvSpPr txBox="1"/>
            <p:nvPr/>
          </p:nvSpPr>
          <p:spPr>
            <a:xfrm>
              <a:off x="6210999" y="1433695"/>
              <a:ext cx="1712586" cy="197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make comp-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="" xmlns:a16="http://schemas.microsoft.com/office/drawing/2014/main" id="{E8A6E889-3F7A-46E5-A7D3-F7F0A9EDC09B}"/>
                </a:ext>
              </a:extLst>
            </p:cNvPr>
            <p:cNvSpPr txBox="1"/>
            <p:nvPr/>
          </p:nvSpPr>
          <p:spPr>
            <a:xfrm>
              <a:off x="6210996" y="1630759"/>
              <a:ext cx="1712586" cy="459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Compile your models with a simple one-liner, independent of the model or HPC system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B3A6B644-2460-492E-B5E3-C1AFD6B053EB}"/>
              </a:ext>
            </a:extLst>
          </p:cNvPr>
          <p:cNvSpPr txBox="1"/>
          <p:nvPr/>
        </p:nvSpPr>
        <p:spPr>
          <a:xfrm>
            <a:off x="3624060" y="4683692"/>
            <a:ext cx="2224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smtClean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cs typeface="Calibri" pitchFamily="34" charset="0"/>
              </a:rPr>
              <a:t>configure</a:t>
            </a:r>
            <a:endParaRPr lang="ko-KR" altLang="en-US" sz="3200" b="1" dirty="0">
              <a:ln w="12700">
                <a:solidFill>
                  <a:schemeClr val="bg1"/>
                </a:solidFill>
              </a:ln>
              <a:solidFill>
                <a:schemeClr val="accent2"/>
              </a:solidFill>
              <a:cs typeface="Calibri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FD1CDC4B-6C17-4D08-8343-86C57BE82339}"/>
              </a:ext>
            </a:extLst>
          </p:cNvPr>
          <p:cNvSpPr txBox="1"/>
          <p:nvPr/>
        </p:nvSpPr>
        <p:spPr>
          <a:xfrm>
            <a:off x="1260761" y="5391256"/>
            <a:ext cx="1618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smtClean="0">
                <a:ln w="12700">
                  <a:solidFill>
                    <a:schemeClr val="bg1"/>
                  </a:solidFill>
                </a:ln>
                <a:solidFill>
                  <a:schemeClr val="accent1"/>
                </a:solidFill>
                <a:cs typeface="Calibri" pitchFamily="34" charset="0"/>
              </a:rPr>
              <a:t>obtain</a:t>
            </a:r>
            <a:endParaRPr lang="ko-KR" altLang="en-US" sz="3200" b="1" dirty="0">
              <a:ln w="12700">
                <a:solidFill>
                  <a:schemeClr val="bg1"/>
                </a:solidFill>
              </a:ln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401EC13F-BEF2-4CED-AFC9-4B69537EB7D6}"/>
              </a:ext>
            </a:extLst>
          </p:cNvPr>
          <p:cNvSpPr txBox="1"/>
          <p:nvPr/>
        </p:nvSpPr>
        <p:spPr>
          <a:xfrm>
            <a:off x="6308214" y="3946843"/>
            <a:ext cx="2239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smtClean="0">
                <a:ln w="12700">
                  <a:solidFill>
                    <a:schemeClr val="bg1"/>
                  </a:solidFill>
                </a:ln>
                <a:solidFill>
                  <a:schemeClr val="accent3"/>
                </a:solidFill>
                <a:cs typeface="Calibri" pitchFamily="34" charset="0"/>
              </a:rPr>
              <a:t>compile</a:t>
            </a:r>
            <a:endParaRPr lang="ko-KR" altLang="en-US" sz="3200" b="1" dirty="0">
              <a:ln w="12700">
                <a:solidFill>
                  <a:schemeClr val="bg1"/>
                </a:solidFill>
              </a:ln>
              <a:solidFill>
                <a:schemeClr val="accent3"/>
              </a:solidFill>
              <a:cs typeface="Calibri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C0AE3248-EE33-4FD2-9D1A-1982022ECF84}"/>
              </a:ext>
            </a:extLst>
          </p:cNvPr>
          <p:cNvSpPr txBox="1"/>
          <p:nvPr/>
        </p:nvSpPr>
        <p:spPr>
          <a:xfrm>
            <a:off x="9592408" y="1685522"/>
            <a:ext cx="113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smtClean="0">
                <a:ln w="12700">
                  <a:solidFill>
                    <a:schemeClr val="bg1"/>
                  </a:solidFill>
                </a:ln>
                <a:solidFill>
                  <a:srgbClr val="FAB117"/>
                </a:solidFill>
                <a:cs typeface="Calibri" pitchFamily="34" charset="0"/>
              </a:rPr>
              <a:t>run</a:t>
            </a:r>
            <a:endParaRPr lang="ko-KR" altLang="en-US" sz="3200" b="1" dirty="0">
              <a:ln w="12700">
                <a:solidFill>
                  <a:schemeClr val="bg1"/>
                </a:solidFill>
              </a:ln>
              <a:solidFill>
                <a:srgbClr val="FAB117"/>
              </a:solidFill>
              <a:cs typeface="Calibri" pitchFamily="34" charset="0"/>
            </a:endParaRPr>
          </a:p>
        </p:txBody>
      </p:sp>
      <p:sp>
        <p:nvSpPr>
          <p:cNvPr id="54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 txBox="1">
            <a:spLocks/>
          </p:cNvSpPr>
          <p:nvPr/>
        </p:nvSpPr>
        <p:spPr>
          <a:xfrm>
            <a:off x="303840" y="102435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i="1" dirty="0" err="1" smtClean="0"/>
              <a:t>esm</a:t>
            </a:r>
            <a:r>
              <a:rPr lang="en-US" sz="3200" i="1" dirty="0" smtClean="0"/>
              <a:t>-master</a:t>
            </a:r>
            <a:endParaRPr lang="en-US" sz="3200" i="1" dirty="0"/>
          </a:p>
        </p:txBody>
      </p:sp>
      <p:sp>
        <p:nvSpPr>
          <p:cNvPr id="55" name="Donut 39">
            <a:extLst>
              <a:ext uri="{FF2B5EF4-FFF2-40B4-BE49-F238E27FC236}">
                <a16:creationId xmlns="" xmlns:a16="http://schemas.microsoft.com/office/drawing/2014/main" id="{439297A1-2150-467C-8B3E-08A8C9E0E56F}"/>
              </a:ext>
            </a:extLst>
          </p:cNvPr>
          <p:cNvSpPr/>
          <p:nvPr/>
        </p:nvSpPr>
        <p:spPr>
          <a:xfrm>
            <a:off x="9873440" y="2465508"/>
            <a:ext cx="575536" cy="57553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56" name="Rectangle 130">
            <a:extLst>
              <a:ext uri="{FF2B5EF4-FFF2-40B4-BE49-F238E27FC236}">
                <a16:creationId xmlns="" xmlns:a16="http://schemas.microsoft.com/office/drawing/2014/main" id="{F7759672-254A-46D2-98DF-B919494C603A}"/>
              </a:ext>
            </a:extLst>
          </p:cNvPr>
          <p:cNvSpPr/>
          <p:nvPr/>
        </p:nvSpPr>
        <p:spPr>
          <a:xfrm>
            <a:off x="1756812" y="4741924"/>
            <a:ext cx="455151" cy="457217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459B197A-DE80-4399-91B3-1283B8EFB4A2}"/>
              </a:ext>
            </a:extLst>
          </p:cNvPr>
          <p:cNvGrpSpPr/>
          <p:nvPr/>
        </p:nvGrpSpPr>
        <p:grpSpPr>
          <a:xfrm>
            <a:off x="7215669" y="3193715"/>
            <a:ext cx="466273" cy="522155"/>
            <a:chOff x="9544125" y="314311"/>
            <a:chExt cx="1802975" cy="1585994"/>
          </a:xfrm>
        </p:grpSpPr>
        <p:sp>
          <p:nvSpPr>
            <p:cNvPr id="58" name="Freeform: Shape 35">
              <a:extLst>
                <a:ext uri="{FF2B5EF4-FFF2-40B4-BE49-F238E27FC236}">
                  <a16:creationId xmlns="" xmlns:a16="http://schemas.microsoft.com/office/drawing/2014/main" id="{55D3A3EF-D851-4828-8315-C71A98464A65}"/>
                </a:ext>
              </a:extLst>
            </p:cNvPr>
            <p:cNvSpPr/>
            <p:nvPr/>
          </p:nvSpPr>
          <p:spPr>
            <a:xfrm rot="5400000">
              <a:off x="9855308" y="140908"/>
              <a:ext cx="1318389" cy="1665195"/>
            </a:xfrm>
            <a:custGeom>
              <a:avLst/>
              <a:gdLst>
                <a:gd name="connsiteX0" fmla="*/ 855467 w 1318389"/>
                <a:gd name="connsiteY0" fmla="*/ 1312844 h 1665195"/>
                <a:gd name="connsiteX1" fmla="*/ 898407 w 1318389"/>
                <a:gd name="connsiteY1" fmla="*/ 1355784 h 1665195"/>
                <a:gd name="connsiteX2" fmla="*/ 941347 w 1318389"/>
                <a:gd name="connsiteY2" fmla="*/ 1312844 h 1665195"/>
                <a:gd name="connsiteX3" fmla="*/ 898407 w 1318389"/>
                <a:gd name="connsiteY3" fmla="*/ 1269904 h 1665195"/>
                <a:gd name="connsiteX4" fmla="*/ 855467 w 1318389"/>
                <a:gd name="connsiteY4" fmla="*/ 1312844 h 1665195"/>
                <a:gd name="connsiteX5" fmla="*/ 362769 w 1318389"/>
                <a:gd name="connsiteY5" fmla="*/ 236590 h 1665195"/>
                <a:gd name="connsiteX6" fmla="*/ 405229 w 1318389"/>
                <a:gd name="connsiteY6" fmla="*/ 279050 h 1665195"/>
                <a:gd name="connsiteX7" fmla="*/ 447689 w 1318389"/>
                <a:gd name="connsiteY7" fmla="*/ 236590 h 1665195"/>
                <a:gd name="connsiteX8" fmla="*/ 405229 w 1318389"/>
                <a:gd name="connsiteY8" fmla="*/ 194130 h 1665195"/>
                <a:gd name="connsiteX9" fmla="*/ 362769 w 1318389"/>
                <a:gd name="connsiteY9" fmla="*/ 236590 h 1665195"/>
                <a:gd name="connsiteX10" fmla="*/ 348187 w 1318389"/>
                <a:gd name="connsiteY10" fmla="*/ 1312844 h 1665195"/>
                <a:gd name="connsiteX11" fmla="*/ 391127 w 1318389"/>
                <a:gd name="connsiteY11" fmla="*/ 1355784 h 1665195"/>
                <a:gd name="connsiteX12" fmla="*/ 434066 w 1318389"/>
                <a:gd name="connsiteY12" fmla="*/ 1312844 h 1665195"/>
                <a:gd name="connsiteX13" fmla="*/ 391127 w 1318389"/>
                <a:gd name="connsiteY13" fmla="*/ 1269904 h 1665195"/>
                <a:gd name="connsiteX14" fmla="*/ 348187 w 1318389"/>
                <a:gd name="connsiteY14" fmla="*/ 1312844 h 1665195"/>
                <a:gd name="connsiteX15" fmla="*/ 81655 w 1318389"/>
                <a:gd name="connsiteY15" fmla="*/ 873373 h 1665195"/>
                <a:gd name="connsiteX16" fmla="*/ 124595 w 1318389"/>
                <a:gd name="connsiteY16" fmla="*/ 916313 h 1665195"/>
                <a:gd name="connsiteX17" fmla="*/ 167534 w 1318389"/>
                <a:gd name="connsiteY17" fmla="*/ 873373 h 1665195"/>
                <a:gd name="connsiteX18" fmla="*/ 124595 w 1318389"/>
                <a:gd name="connsiteY18" fmla="*/ 830433 h 1665195"/>
                <a:gd name="connsiteX19" fmla="*/ 81655 w 1318389"/>
                <a:gd name="connsiteY19" fmla="*/ 873373 h 1665195"/>
                <a:gd name="connsiteX20" fmla="*/ 898 w 1318389"/>
                <a:gd name="connsiteY20" fmla="*/ 878256 h 1665195"/>
                <a:gd name="connsiteX21" fmla="*/ 59313 w 1318389"/>
                <a:gd name="connsiteY21" fmla="*/ 760898 h 1665195"/>
                <a:gd name="connsiteX22" fmla="*/ 60023 w 1318389"/>
                <a:gd name="connsiteY22" fmla="*/ 760660 h 1665195"/>
                <a:gd name="connsiteX23" fmla="*/ 301509 w 1318389"/>
                <a:gd name="connsiteY23" fmla="*/ 256655 h 1665195"/>
                <a:gd name="connsiteX24" fmla="*/ 300401 w 1318389"/>
                <a:gd name="connsiteY24" fmla="*/ 253678 h 1665195"/>
                <a:gd name="connsiteX25" fmla="*/ 392815 w 1318389"/>
                <a:gd name="connsiteY25" fmla="*/ 125792 h 1665195"/>
                <a:gd name="connsiteX26" fmla="*/ 426561 w 1318389"/>
                <a:gd name="connsiteY26" fmla="*/ 127298 h 1665195"/>
                <a:gd name="connsiteX27" fmla="*/ 501833 w 1318389"/>
                <a:gd name="connsiteY27" fmla="*/ 25203 h 1665195"/>
                <a:gd name="connsiteX28" fmla="*/ 659591 w 1318389"/>
                <a:gd name="connsiteY28" fmla="*/ 0 h 1665195"/>
                <a:gd name="connsiteX29" fmla="*/ 767873 w 1318389"/>
                <a:gd name="connsiteY29" fmla="*/ 94280 h 1665195"/>
                <a:gd name="connsiteX30" fmla="*/ 773474 w 1318389"/>
                <a:gd name="connsiteY30" fmla="*/ 129752 h 1665195"/>
                <a:gd name="connsiteX31" fmla="*/ 750137 w 1318389"/>
                <a:gd name="connsiteY31" fmla="*/ 133486 h 1665195"/>
                <a:gd name="connsiteX32" fmla="*/ 643721 w 1318389"/>
                <a:gd name="connsiteY32" fmla="*/ 50407 h 1665195"/>
                <a:gd name="connsiteX33" fmla="*/ 528905 w 1318389"/>
                <a:gd name="connsiteY33" fmla="*/ 68143 h 1665195"/>
                <a:gd name="connsiteX34" fmla="*/ 477195 w 1318389"/>
                <a:gd name="connsiteY34" fmla="*/ 147376 h 1665195"/>
                <a:gd name="connsiteX35" fmla="*/ 504919 w 1318389"/>
                <a:gd name="connsiteY35" fmla="*/ 176856 h 1665195"/>
                <a:gd name="connsiteX36" fmla="*/ 520701 w 1318389"/>
                <a:gd name="connsiteY36" fmla="*/ 218206 h 1665195"/>
                <a:gd name="connsiteX37" fmla="*/ 520838 w 1318389"/>
                <a:gd name="connsiteY37" fmla="*/ 251739 h 1665195"/>
                <a:gd name="connsiteX38" fmla="*/ 512601 w 1318389"/>
                <a:gd name="connsiteY38" fmla="*/ 279384 h 1665195"/>
                <a:gd name="connsiteX39" fmla="*/ 572778 w 1318389"/>
                <a:gd name="connsiteY39" fmla="*/ 326714 h 1665195"/>
                <a:gd name="connsiteX40" fmla="*/ 687595 w 1318389"/>
                <a:gd name="connsiteY40" fmla="*/ 308045 h 1665195"/>
                <a:gd name="connsiteX41" fmla="*/ 763207 w 1318389"/>
                <a:gd name="connsiteY41" fmla="*/ 196028 h 1665195"/>
                <a:gd name="connsiteX42" fmla="*/ 785610 w 1318389"/>
                <a:gd name="connsiteY42" fmla="*/ 192294 h 1665195"/>
                <a:gd name="connsiteX43" fmla="*/ 791211 w 1318389"/>
                <a:gd name="connsiteY43" fmla="*/ 227766 h 1665195"/>
                <a:gd name="connsiteX44" fmla="*/ 718400 w 1318389"/>
                <a:gd name="connsiteY44" fmla="*/ 350984 h 1665195"/>
                <a:gd name="connsiteX45" fmla="*/ 560643 w 1318389"/>
                <a:gd name="connsiteY45" fmla="*/ 376188 h 1665195"/>
                <a:gd name="connsiteX46" fmla="*/ 481653 w 1318389"/>
                <a:gd name="connsiteY46" fmla="*/ 320430 h 1665195"/>
                <a:gd name="connsiteX47" fmla="*/ 469637 w 1318389"/>
                <a:gd name="connsiteY47" fmla="*/ 330704 h 1665195"/>
                <a:gd name="connsiteX48" fmla="*/ 462283 w 1318389"/>
                <a:gd name="connsiteY48" fmla="*/ 333441 h 1665195"/>
                <a:gd name="connsiteX49" fmla="*/ 252808 w 1318389"/>
                <a:gd name="connsiteY49" fmla="*/ 858867 h 1665195"/>
                <a:gd name="connsiteX50" fmla="*/ 444434 w 1318389"/>
                <a:gd name="connsiteY50" fmla="*/ 1190772 h 1665195"/>
                <a:gd name="connsiteX51" fmla="*/ 801245 w 1318389"/>
                <a:gd name="connsiteY51" fmla="*/ 1187463 h 1665195"/>
                <a:gd name="connsiteX52" fmla="*/ 801245 w 1318389"/>
                <a:gd name="connsiteY52" fmla="*/ 1116815 h 1665195"/>
                <a:gd name="connsiteX53" fmla="*/ 890858 w 1318389"/>
                <a:gd name="connsiteY53" fmla="*/ 1027202 h 1665195"/>
                <a:gd name="connsiteX54" fmla="*/ 1200123 w 1318389"/>
                <a:gd name="connsiteY54" fmla="*/ 1027202 h 1665195"/>
                <a:gd name="connsiteX55" fmla="*/ 1205949 w 1318389"/>
                <a:gd name="connsiteY55" fmla="*/ 998361 h 1665195"/>
                <a:gd name="connsiteX56" fmla="*/ 1288518 w 1318389"/>
                <a:gd name="connsiteY56" fmla="*/ 943622 h 1665195"/>
                <a:gd name="connsiteX57" fmla="*/ 1318389 w 1318389"/>
                <a:gd name="connsiteY57" fmla="*/ 974426 h 1665195"/>
                <a:gd name="connsiteX58" fmla="*/ 1318389 w 1318389"/>
                <a:gd name="connsiteY58" fmla="*/ 1635324 h 1665195"/>
                <a:gd name="connsiteX59" fmla="*/ 1288518 w 1318389"/>
                <a:gd name="connsiteY59" fmla="*/ 1665195 h 1665195"/>
                <a:gd name="connsiteX60" fmla="*/ 1205949 w 1318389"/>
                <a:gd name="connsiteY60" fmla="*/ 1610455 h 1665195"/>
                <a:gd name="connsiteX61" fmla="*/ 1203531 w 1318389"/>
                <a:gd name="connsiteY61" fmla="*/ 1598487 h 1665195"/>
                <a:gd name="connsiteX62" fmla="*/ 890858 w 1318389"/>
                <a:gd name="connsiteY62" fmla="*/ 1598487 h 1665195"/>
                <a:gd name="connsiteX63" fmla="*/ 801245 w 1318389"/>
                <a:gd name="connsiteY63" fmla="*/ 1508873 h 1665195"/>
                <a:gd name="connsiteX64" fmla="*/ 801245 w 1318389"/>
                <a:gd name="connsiteY64" fmla="*/ 1426032 h 1665195"/>
                <a:gd name="connsiteX65" fmla="*/ 379661 w 1318389"/>
                <a:gd name="connsiteY65" fmla="*/ 1429942 h 1665195"/>
                <a:gd name="connsiteX66" fmla="*/ 294951 w 1318389"/>
                <a:gd name="connsiteY66" fmla="*/ 1395390 h 1665195"/>
                <a:gd name="connsiteX67" fmla="*/ 270560 w 1318389"/>
                <a:gd name="connsiteY67" fmla="*/ 1359849 h 1665195"/>
                <a:gd name="connsiteX68" fmla="*/ 263688 w 1318389"/>
                <a:gd name="connsiteY68" fmla="*/ 1352058 h 1665195"/>
                <a:gd name="connsiteX69" fmla="*/ 15908 w 1318389"/>
                <a:gd name="connsiteY69" fmla="*/ 922891 h 1665195"/>
                <a:gd name="connsiteX70" fmla="*/ 898 w 1318389"/>
                <a:gd name="connsiteY70" fmla="*/ 878256 h 1665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318389" h="1665195">
                  <a:moveTo>
                    <a:pt x="855467" y="1312844"/>
                  </a:moveTo>
                  <a:cubicBezTo>
                    <a:pt x="855467" y="1336181"/>
                    <a:pt x="875070" y="1355784"/>
                    <a:pt x="898407" y="1355784"/>
                  </a:cubicBezTo>
                  <a:cubicBezTo>
                    <a:pt x="921743" y="1355784"/>
                    <a:pt x="941347" y="1336181"/>
                    <a:pt x="941347" y="1312844"/>
                  </a:cubicBezTo>
                  <a:cubicBezTo>
                    <a:pt x="941347" y="1289508"/>
                    <a:pt x="921743" y="1269904"/>
                    <a:pt x="898407" y="1269904"/>
                  </a:cubicBezTo>
                  <a:cubicBezTo>
                    <a:pt x="875070" y="1269904"/>
                    <a:pt x="855467" y="1289508"/>
                    <a:pt x="855467" y="1312844"/>
                  </a:cubicBezTo>
                  <a:close/>
                  <a:moveTo>
                    <a:pt x="362769" y="236590"/>
                  </a:moveTo>
                  <a:cubicBezTo>
                    <a:pt x="362769" y="260040"/>
                    <a:pt x="381779" y="279050"/>
                    <a:pt x="405229" y="279050"/>
                  </a:cubicBezTo>
                  <a:cubicBezTo>
                    <a:pt x="428679" y="279050"/>
                    <a:pt x="447689" y="260040"/>
                    <a:pt x="447689" y="236590"/>
                  </a:cubicBezTo>
                  <a:cubicBezTo>
                    <a:pt x="447689" y="213140"/>
                    <a:pt x="428679" y="194130"/>
                    <a:pt x="405229" y="194130"/>
                  </a:cubicBezTo>
                  <a:cubicBezTo>
                    <a:pt x="381779" y="194130"/>
                    <a:pt x="362769" y="213140"/>
                    <a:pt x="362769" y="236590"/>
                  </a:cubicBezTo>
                  <a:close/>
                  <a:moveTo>
                    <a:pt x="348187" y="1312844"/>
                  </a:moveTo>
                  <a:cubicBezTo>
                    <a:pt x="348187" y="1336181"/>
                    <a:pt x="367790" y="1355784"/>
                    <a:pt x="391127" y="1355784"/>
                  </a:cubicBezTo>
                  <a:cubicBezTo>
                    <a:pt x="414463" y="1355784"/>
                    <a:pt x="434066" y="1336181"/>
                    <a:pt x="434066" y="1312844"/>
                  </a:cubicBezTo>
                  <a:cubicBezTo>
                    <a:pt x="434066" y="1289508"/>
                    <a:pt x="414463" y="1269904"/>
                    <a:pt x="391127" y="1269904"/>
                  </a:cubicBezTo>
                  <a:cubicBezTo>
                    <a:pt x="367790" y="1269904"/>
                    <a:pt x="348187" y="1289508"/>
                    <a:pt x="348187" y="1312844"/>
                  </a:cubicBezTo>
                  <a:close/>
                  <a:moveTo>
                    <a:pt x="81655" y="873373"/>
                  </a:moveTo>
                  <a:cubicBezTo>
                    <a:pt x="81655" y="896710"/>
                    <a:pt x="101258" y="916313"/>
                    <a:pt x="124595" y="916313"/>
                  </a:cubicBezTo>
                  <a:cubicBezTo>
                    <a:pt x="147931" y="916313"/>
                    <a:pt x="167534" y="896710"/>
                    <a:pt x="167534" y="873373"/>
                  </a:cubicBezTo>
                  <a:cubicBezTo>
                    <a:pt x="167534" y="850037"/>
                    <a:pt x="147931" y="830433"/>
                    <a:pt x="124595" y="830433"/>
                  </a:cubicBezTo>
                  <a:cubicBezTo>
                    <a:pt x="101258" y="830433"/>
                    <a:pt x="81655" y="850037"/>
                    <a:pt x="81655" y="873373"/>
                  </a:cubicBezTo>
                  <a:close/>
                  <a:moveTo>
                    <a:pt x="898" y="878256"/>
                  </a:moveTo>
                  <a:cubicBezTo>
                    <a:pt x="-4792" y="832394"/>
                    <a:pt x="16774" y="785458"/>
                    <a:pt x="59313" y="760898"/>
                  </a:cubicBezTo>
                  <a:lnTo>
                    <a:pt x="60023" y="760660"/>
                  </a:lnTo>
                  <a:lnTo>
                    <a:pt x="301509" y="256655"/>
                  </a:lnTo>
                  <a:lnTo>
                    <a:pt x="300401" y="253678"/>
                  </a:lnTo>
                  <a:cubicBezTo>
                    <a:pt x="291067" y="193002"/>
                    <a:pt x="332139" y="135127"/>
                    <a:pt x="392815" y="125792"/>
                  </a:cubicBezTo>
                  <a:lnTo>
                    <a:pt x="426561" y="127298"/>
                  </a:lnTo>
                  <a:lnTo>
                    <a:pt x="501833" y="25203"/>
                  </a:lnTo>
                  <a:lnTo>
                    <a:pt x="659591" y="0"/>
                  </a:lnTo>
                  <a:lnTo>
                    <a:pt x="767873" y="94280"/>
                  </a:lnTo>
                  <a:lnTo>
                    <a:pt x="773474" y="129752"/>
                  </a:lnTo>
                  <a:lnTo>
                    <a:pt x="750137" y="133486"/>
                  </a:lnTo>
                  <a:lnTo>
                    <a:pt x="643721" y="50407"/>
                  </a:lnTo>
                  <a:lnTo>
                    <a:pt x="528905" y="68143"/>
                  </a:lnTo>
                  <a:lnTo>
                    <a:pt x="477195" y="147376"/>
                  </a:lnTo>
                  <a:lnTo>
                    <a:pt x="504919" y="176856"/>
                  </a:lnTo>
                  <a:cubicBezTo>
                    <a:pt x="512650" y="189093"/>
                    <a:pt x="518134" y="203037"/>
                    <a:pt x="520701" y="218206"/>
                  </a:cubicBezTo>
                  <a:cubicBezTo>
                    <a:pt x="522451" y="229583"/>
                    <a:pt x="522429" y="240861"/>
                    <a:pt x="520838" y="251739"/>
                  </a:cubicBezTo>
                  <a:lnTo>
                    <a:pt x="512601" y="279384"/>
                  </a:lnTo>
                  <a:lnTo>
                    <a:pt x="572778" y="326714"/>
                  </a:lnTo>
                  <a:lnTo>
                    <a:pt x="687595" y="308045"/>
                  </a:lnTo>
                  <a:lnTo>
                    <a:pt x="763207" y="196028"/>
                  </a:lnTo>
                  <a:lnTo>
                    <a:pt x="785610" y="192294"/>
                  </a:lnTo>
                  <a:lnTo>
                    <a:pt x="791211" y="227766"/>
                  </a:lnTo>
                  <a:lnTo>
                    <a:pt x="718400" y="350984"/>
                  </a:lnTo>
                  <a:lnTo>
                    <a:pt x="560643" y="376188"/>
                  </a:lnTo>
                  <a:lnTo>
                    <a:pt x="481653" y="320430"/>
                  </a:lnTo>
                  <a:lnTo>
                    <a:pt x="469637" y="330704"/>
                  </a:lnTo>
                  <a:lnTo>
                    <a:pt x="462283" y="333441"/>
                  </a:lnTo>
                  <a:lnTo>
                    <a:pt x="252808" y="858867"/>
                  </a:lnTo>
                  <a:lnTo>
                    <a:pt x="444434" y="1190772"/>
                  </a:lnTo>
                  <a:lnTo>
                    <a:pt x="801245" y="1187463"/>
                  </a:lnTo>
                  <a:lnTo>
                    <a:pt x="801245" y="1116815"/>
                  </a:lnTo>
                  <a:cubicBezTo>
                    <a:pt x="801245" y="1067341"/>
                    <a:pt x="841384" y="1027202"/>
                    <a:pt x="890858" y="1027202"/>
                  </a:cubicBezTo>
                  <a:lnTo>
                    <a:pt x="1200123" y="1027202"/>
                  </a:lnTo>
                  <a:lnTo>
                    <a:pt x="1205949" y="998361"/>
                  </a:lnTo>
                  <a:cubicBezTo>
                    <a:pt x="1219557" y="966200"/>
                    <a:pt x="1251412" y="943622"/>
                    <a:pt x="1288518" y="943622"/>
                  </a:cubicBezTo>
                  <a:cubicBezTo>
                    <a:pt x="1305320" y="944554"/>
                    <a:pt x="1318389" y="957623"/>
                    <a:pt x="1318389" y="974426"/>
                  </a:cubicBezTo>
                  <a:lnTo>
                    <a:pt x="1318389" y="1635324"/>
                  </a:lnTo>
                  <a:cubicBezTo>
                    <a:pt x="1318389" y="1652126"/>
                    <a:pt x="1305320" y="1665195"/>
                    <a:pt x="1288518" y="1665195"/>
                  </a:cubicBezTo>
                  <a:cubicBezTo>
                    <a:pt x="1251412" y="1665195"/>
                    <a:pt x="1219557" y="1642617"/>
                    <a:pt x="1205949" y="1610455"/>
                  </a:cubicBezTo>
                  <a:lnTo>
                    <a:pt x="1203531" y="1598487"/>
                  </a:lnTo>
                  <a:lnTo>
                    <a:pt x="890858" y="1598487"/>
                  </a:lnTo>
                  <a:cubicBezTo>
                    <a:pt x="841384" y="1598487"/>
                    <a:pt x="801245" y="1558348"/>
                    <a:pt x="801245" y="1508873"/>
                  </a:cubicBezTo>
                  <a:lnTo>
                    <a:pt x="801245" y="1426032"/>
                  </a:lnTo>
                  <a:lnTo>
                    <a:pt x="379661" y="1429942"/>
                  </a:lnTo>
                  <a:cubicBezTo>
                    <a:pt x="346553" y="1429924"/>
                    <a:pt x="316655" y="1416756"/>
                    <a:pt x="294951" y="1395390"/>
                  </a:cubicBezTo>
                  <a:lnTo>
                    <a:pt x="270560" y="1359849"/>
                  </a:lnTo>
                  <a:lnTo>
                    <a:pt x="263688" y="1352058"/>
                  </a:lnTo>
                  <a:lnTo>
                    <a:pt x="15908" y="922891"/>
                  </a:lnTo>
                  <a:cubicBezTo>
                    <a:pt x="7721" y="908711"/>
                    <a:pt x="2795" y="893543"/>
                    <a:pt x="898" y="87825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9" name="Freeform: Shape 36">
              <a:extLst>
                <a:ext uri="{FF2B5EF4-FFF2-40B4-BE49-F238E27FC236}">
                  <a16:creationId xmlns="" xmlns:a16="http://schemas.microsoft.com/office/drawing/2014/main" id="{0DA8E8BC-5860-4357-96BF-7C31A086F847}"/>
                </a:ext>
              </a:extLst>
            </p:cNvPr>
            <p:cNvSpPr/>
            <p:nvPr/>
          </p:nvSpPr>
          <p:spPr>
            <a:xfrm>
              <a:off x="9544125" y="1625233"/>
              <a:ext cx="1756228" cy="275072"/>
            </a:xfrm>
            <a:custGeom>
              <a:avLst/>
              <a:gdLst>
                <a:gd name="connsiteX0" fmla="*/ 2123188 w 2324346"/>
                <a:gd name="connsiteY0" fmla="*/ 127749 h 364054"/>
                <a:gd name="connsiteX1" fmla="*/ 2067056 w 2324346"/>
                <a:gd name="connsiteY1" fmla="*/ 183881 h 364054"/>
                <a:gd name="connsiteX2" fmla="*/ 2123188 w 2324346"/>
                <a:gd name="connsiteY2" fmla="*/ 240013 h 364054"/>
                <a:gd name="connsiteX3" fmla="*/ 2179320 w 2324346"/>
                <a:gd name="connsiteY3" fmla="*/ 183881 h 364054"/>
                <a:gd name="connsiteX4" fmla="*/ 2123188 w 2324346"/>
                <a:gd name="connsiteY4" fmla="*/ 127749 h 364054"/>
                <a:gd name="connsiteX5" fmla="*/ 1803836 w 2324346"/>
                <a:gd name="connsiteY5" fmla="*/ 127749 h 364054"/>
                <a:gd name="connsiteX6" fmla="*/ 1747704 w 2324346"/>
                <a:gd name="connsiteY6" fmla="*/ 183881 h 364054"/>
                <a:gd name="connsiteX7" fmla="*/ 1803836 w 2324346"/>
                <a:gd name="connsiteY7" fmla="*/ 240013 h 364054"/>
                <a:gd name="connsiteX8" fmla="*/ 1859968 w 2324346"/>
                <a:gd name="connsiteY8" fmla="*/ 183881 h 364054"/>
                <a:gd name="connsiteX9" fmla="*/ 1803836 w 2324346"/>
                <a:gd name="connsiteY9" fmla="*/ 127749 h 364054"/>
                <a:gd name="connsiteX10" fmla="*/ 1484484 w 2324346"/>
                <a:gd name="connsiteY10" fmla="*/ 127749 h 364054"/>
                <a:gd name="connsiteX11" fmla="*/ 1428352 w 2324346"/>
                <a:gd name="connsiteY11" fmla="*/ 183881 h 364054"/>
                <a:gd name="connsiteX12" fmla="*/ 1484484 w 2324346"/>
                <a:gd name="connsiteY12" fmla="*/ 240013 h 364054"/>
                <a:gd name="connsiteX13" fmla="*/ 1540616 w 2324346"/>
                <a:gd name="connsiteY13" fmla="*/ 183881 h 364054"/>
                <a:gd name="connsiteX14" fmla="*/ 1484484 w 2324346"/>
                <a:gd name="connsiteY14" fmla="*/ 127749 h 364054"/>
                <a:gd name="connsiteX15" fmla="*/ 1165131 w 2324346"/>
                <a:gd name="connsiteY15" fmla="*/ 127749 h 364054"/>
                <a:gd name="connsiteX16" fmla="*/ 1108999 w 2324346"/>
                <a:gd name="connsiteY16" fmla="*/ 183881 h 364054"/>
                <a:gd name="connsiteX17" fmla="*/ 1165131 w 2324346"/>
                <a:gd name="connsiteY17" fmla="*/ 240013 h 364054"/>
                <a:gd name="connsiteX18" fmla="*/ 1221263 w 2324346"/>
                <a:gd name="connsiteY18" fmla="*/ 183881 h 364054"/>
                <a:gd name="connsiteX19" fmla="*/ 1165131 w 2324346"/>
                <a:gd name="connsiteY19" fmla="*/ 127749 h 364054"/>
                <a:gd name="connsiteX20" fmla="*/ 845779 w 2324346"/>
                <a:gd name="connsiteY20" fmla="*/ 127749 h 364054"/>
                <a:gd name="connsiteX21" fmla="*/ 789647 w 2324346"/>
                <a:gd name="connsiteY21" fmla="*/ 183881 h 364054"/>
                <a:gd name="connsiteX22" fmla="*/ 845779 w 2324346"/>
                <a:gd name="connsiteY22" fmla="*/ 240013 h 364054"/>
                <a:gd name="connsiteX23" fmla="*/ 901911 w 2324346"/>
                <a:gd name="connsiteY23" fmla="*/ 183881 h 364054"/>
                <a:gd name="connsiteX24" fmla="*/ 845779 w 2324346"/>
                <a:gd name="connsiteY24" fmla="*/ 127749 h 364054"/>
                <a:gd name="connsiteX25" fmla="*/ 526427 w 2324346"/>
                <a:gd name="connsiteY25" fmla="*/ 127749 h 364054"/>
                <a:gd name="connsiteX26" fmla="*/ 470295 w 2324346"/>
                <a:gd name="connsiteY26" fmla="*/ 183881 h 364054"/>
                <a:gd name="connsiteX27" fmla="*/ 526427 w 2324346"/>
                <a:gd name="connsiteY27" fmla="*/ 240013 h 364054"/>
                <a:gd name="connsiteX28" fmla="*/ 582559 w 2324346"/>
                <a:gd name="connsiteY28" fmla="*/ 183881 h 364054"/>
                <a:gd name="connsiteX29" fmla="*/ 526427 w 2324346"/>
                <a:gd name="connsiteY29" fmla="*/ 127749 h 364054"/>
                <a:gd name="connsiteX30" fmla="*/ 207075 w 2324346"/>
                <a:gd name="connsiteY30" fmla="*/ 127749 h 364054"/>
                <a:gd name="connsiteX31" fmla="*/ 150943 w 2324346"/>
                <a:gd name="connsiteY31" fmla="*/ 183881 h 364054"/>
                <a:gd name="connsiteX32" fmla="*/ 207075 w 2324346"/>
                <a:gd name="connsiteY32" fmla="*/ 240013 h 364054"/>
                <a:gd name="connsiteX33" fmla="*/ 263207 w 2324346"/>
                <a:gd name="connsiteY33" fmla="*/ 183881 h 364054"/>
                <a:gd name="connsiteX34" fmla="*/ 207075 w 2324346"/>
                <a:gd name="connsiteY34" fmla="*/ 127749 h 364054"/>
                <a:gd name="connsiteX35" fmla="*/ 2123188 w 2324346"/>
                <a:gd name="connsiteY35" fmla="*/ 71617 h 364054"/>
                <a:gd name="connsiteX36" fmla="*/ 2235452 w 2324346"/>
                <a:gd name="connsiteY36" fmla="*/ 183881 h 364054"/>
                <a:gd name="connsiteX37" fmla="*/ 2123188 w 2324346"/>
                <a:gd name="connsiteY37" fmla="*/ 296145 h 364054"/>
                <a:gd name="connsiteX38" fmla="*/ 2010924 w 2324346"/>
                <a:gd name="connsiteY38" fmla="*/ 183881 h 364054"/>
                <a:gd name="connsiteX39" fmla="*/ 2123188 w 2324346"/>
                <a:gd name="connsiteY39" fmla="*/ 71617 h 364054"/>
                <a:gd name="connsiteX40" fmla="*/ 1803836 w 2324346"/>
                <a:gd name="connsiteY40" fmla="*/ 71617 h 364054"/>
                <a:gd name="connsiteX41" fmla="*/ 1916100 w 2324346"/>
                <a:gd name="connsiteY41" fmla="*/ 183881 h 364054"/>
                <a:gd name="connsiteX42" fmla="*/ 1803836 w 2324346"/>
                <a:gd name="connsiteY42" fmla="*/ 296145 h 364054"/>
                <a:gd name="connsiteX43" fmla="*/ 1691572 w 2324346"/>
                <a:gd name="connsiteY43" fmla="*/ 183881 h 364054"/>
                <a:gd name="connsiteX44" fmla="*/ 1803836 w 2324346"/>
                <a:gd name="connsiteY44" fmla="*/ 71617 h 364054"/>
                <a:gd name="connsiteX45" fmla="*/ 1484484 w 2324346"/>
                <a:gd name="connsiteY45" fmla="*/ 71617 h 364054"/>
                <a:gd name="connsiteX46" fmla="*/ 1596748 w 2324346"/>
                <a:gd name="connsiteY46" fmla="*/ 183881 h 364054"/>
                <a:gd name="connsiteX47" fmla="*/ 1484484 w 2324346"/>
                <a:gd name="connsiteY47" fmla="*/ 296145 h 364054"/>
                <a:gd name="connsiteX48" fmla="*/ 1372220 w 2324346"/>
                <a:gd name="connsiteY48" fmla="*/ 183881 h 364054"/>
                <a:gd name="connsiteX49" fmla="*/ 1484484 w 2324346"/>
                <a:gd name="connsiteY49" fmla="*/ 71617 h 364054"/>
                <a:gd name="connsiteX50" fmla="*/ 1165131 w 2324346"/>
                <a:gd name="connsiteY50" fmla="*/ 71617 h 364054"/>
                <a:gd name="connsiteX51" fmla="*/ 1277395 w 2324346"/>
                <a:gd name="connsiteY51" fmla="*/ 183881 h 364054"/>
                <a:gd name="connsiteX52" fmla="*/ 1165131 w 2324346"/>
                <a:gd name="connsiteY52" fmla="*/ 296145 h 364054"/>
                <a:gd name="connsiteX53" fmla="*/ 1052867 w 2324346"/>
                <a:gd name="connsiteY53" fmla="*/ 183881 h 364054"/>
                <a:gd name="connsiteX54" fmla="*/ 1165131 w 2324346"/>
                <a:gd name="connsiteY54" fmla="*/ 71617 h 364054"/>
                <a:gd name="connsiteX55" fmla="*/ 845779 w 2324346"/>
                <a:gd name="connsiteY55" fmla="*/ 71617 h 364054"/>
                <a:gd name="connsiteX56" fmla="*/ 958043 w 2324346"/>
                <a:gd name="connsiteY56" fmla="*/ 183881 h 364054"/>
                <a:gd name="connsiteX57" fmla="*/ 845779 w 2324346"/>
                <a:gd name="connsiteY57" fmla="*/ 296145 h 364054"/>
                <a:gd name="connsiteX58" fmla="*/ 733515 w 2324346"/>
                <a:gd name="connsiteY58" fmla="*/ 183881 h 364054"/>
                <a:gd name="connsiteX59" fmla="*/ 845779 w 2324346"/>
                <a:gd name="connsiteY59" fmla="*/ 71617 h 364054"/>
                <a:gd name="connsiteX60" fmla="*/ 526427 w 2324346"/>
                <a:gd name="connsiteY60" fmla="*/ 71617 h 364054"/>
                <a:gd name="connsiteX61" fmla="*/ 638691 w 2324346"/>
                <a:gd name="connsiteY61" fmla="*/ 183881 h 364054"/>
                <a:gd name="connsiteX62" fmla="*/ 526427 w 2324346"/>
                <a:gd name="connsiteY62" fmla="*/ 296145 h 364054"/>
                <a:gd name="connsiteX63" fmla="*/ 414163 w 2324346"/>
                <a:gd name="connsiteY63" fmla="*/ 183881 h 364054"/>
                <a:gd name="connsiteX64" fmla="*/ 526427 w 2324346"/>
                <a:gd name="connsiteY64" fmla="*/ 71617 h 364054"/>
                <a:gd name="connsiteX65" fmla="*/ 207075 w 2324346"/>
                <a:gd name="connsiteY65" fmla="*/ 71617 h 364054"/>
                <a:gd name="connsiteX66" fmla="*/ 319339 w 2324346"/>
                <a:gd name="connsiteY66" fmla="*/ 183881 h 364054"/>
                <a:gd name="connsiteX67" fmla="*/ 207075 w 2324346"/>
                <a:gd name="connsiteY67" fmla="*/ 296145 h 364054"/>
                <a:gd name="connsiteX68" fmla="*/ 94811 w 2324346"/>
                <a:gd name="connsiteY68" fmla="*/ 183881 h 364054"/>
                <a:gd name="connsiteX69" fmla="*/ 207075 w 2324346"/>
                <a:gd name="connsiteY69" fmla="*/ 71617 h 364054"/>
                <a:gd name="connsiteX70" fmla="*/ 182844 w 2324346"/>
                <a:gd name="connsiteY70" fmla="*/ 45713 h 364054"/>
                <a:gd name="connsiteX71" fmla="*/ 46530 w 2324346"/>
                <a:gd name="connsiteY71" fmla="*/ 182027 h 364054"/>
                <a:gd name="connsiteX72" fmla="*/ 182844 w 2324346"/>
                <a:gd name="connsiteY72" fmla="*/ 318341 h 364054"/>
                <a:gd name="connsiteX73" fmla="*/ 2141502 w 2324346"/>
                <a:gd name="connsiteY73" fmla="*/ 318341 h 364054"/>
                <a:gd name="connsiteX74" fmla="*/ 2277816 w 2324346"/>
                <a:gd name="connsiteY74" fmla="*/ 182027 h 364054"/>
                <a:gd name="connsiteX75" fmla="*/ 2141502 w 2324346"/>
                <a:gd name="connsiteY75" fmla="*/ 45713 h 364054"/>
                <a:gd name="connsiteX76" fmla="*/ 182027 w 2324346"/>
                <a:gd name="connsiteY76" fmla="*/ 0 h 364054"/>
                <a:gd name="connsiteX77" fmla="*/ 2142319 w 2324346"/>
                <a:gd name="connsiteY77" fmla="*/ 0 h 364054"/>
                <a:gd name="connsiteX78" fmla="*/ 2324346 w 2324346"/>
                <a:gd name="connsiteY78" fmla="*/ 182027 h 364054"/>
                <a:gd name="connsiteX79" fmla="*/ 2142319 w 2324346"/>
                <a:gd name="connsiteY79" fmla="*/ 364054 h 364054"/>
                <a:gd name="connsiteX80" fmla="*/ 182027 w 2324346"/>
                <a:gd name="connsiteY80" fmla="*/ 364054 h 364054"/>
                <a:gd name="connsiteX81" fmla="*/ 0 w 2324346"/>
                <a:gd name="connsiteY81" fmla="*/ 182027 h 364054"/>
                <a:gd name="connsiteX82" fmla="*/ 182027 w 2324346"/>
                <a:gd name="connsiteY82" fmla="*/ 0 h 364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2324346" h="364054">
                  <a:moveTo>
                    <a:pt x="2123188" y="127749"/>
                  </a:moveTo>
                  <a:cubicBezTo>
                    <a:pt x="2092187" y="127749"/>
                    <a:pt x="2067056" y="152880"/>
                    <a:pt x="2067056" y="183881"/>
                  </a:cubicBezTo>
                  <a:cubicBezTo>
                    <a:pt x="2067056" y="214882"/>
                    <a:pt x="2092187" y="240013"/>
                    <a:pt x="2123188" y="240013"/>
                  </a:cubicBezTo>
                  <a:cubicBezTo>
                    <a:pt x="2154189" y="240013"/>
                    <a:pt x="2179320" y="214882"/>
                    <a:pt x="2179320" y="183881"/>
                  </a:cubicBezTo>
                  <a:cubicBezTo>
                    <a:pt x="2179320" y="152880"/>
                    <a:pt x="2154189" y="127749"/>
                    <a:pt x="2123188" y="127749"/>
                  </a:cubicBezTo>
                  <a:close/>
                  <a:moveTo>
                    <a:pt x="1803836" y="127749"/>
                  </a:moveTo>
                  <a:cubicBezTo>
                    <a:pt x="1772835" y="127749"/>
                    <a:pt x="1747704" y="152880"/>
                    <a:pt x="1747704" y="183881"/>
                  </a:cubicBezTo>
                  <a:cubicBezTo>
                    <a:pt x="1747704" y="214882"/>
                    <a:pt x="1772835" y="240013"/>
                    <a:pt x="1803836" y="240013"/>
                  </a:cubicBezTo>
                  <a:cubicBezTo>
                    <a:pt x="1834837" y="240013"/>
                    <a:pt x="1859968" y="214882"/>
                    <a:pt x="1859968" y="183881"/>
                  </a:cubicBezTo>
                  <a:cubicBezTo>
                    <a:pt x="1859968" y="152880"/>
                    <a:pt x="1834837" y="127749"/>
                    <a:pt x="1803836" y="127749"/>
                  </a:cubicBezTo>
                  <a:close/>
                  <a:moveTo>
                    <a:pt x="1484484" y="127749"/>
                  </a:moveTo>
                  <a:cubicBezTo>
                    <a:pt x="1453483" y="127749"/>
                    <a:pt x="1428352" y="152880"/>
                    <a:pt x="1428352" y="183881"/>
                  </a:cubicBezTo>
                  <a:cubicBezTo>
                    <a:pt x="1428352" y="214882"/>
                    <a:pt x="1453483" y="240013"/>
                    <a:pt x="1484484" y="240013"/>
                  </a:cubicBezTo>
                  <a:cubicBezTo>
                    <a:pt x="1515485" y="240013"/>
                    <a:pt x="1540616" y="214882"/>
                    <a:pt x="1540616" y="183881"/>
                  </a:cubicBezTo>
                  <a:cubicBezTo>
                    <a:pt x="1540616" y="152880"/>
                    <a:pt x="1515485" y="127749"/>
                    <a:pt x="1484484" y="127749"/>
                  </a:cubicBezTo>
                  <a:close/>
                  <a:moveTo>
                    <a:pt x="1165131" y="127749"/>
                  </a:moveTo>
                  <a:cubicBezTo>
                    <a:pt x="1134130" y="127749"/>
                    <a:pt x="1108999" y="152880"/>
                    <a:pt x="1108999" y="183881"/>
                  </a:cubicBezTo>
                  <a:cubicBezTo>
                    <a:pt x="1108999" y="214882"/>
                    <a:pt x="1134130" y="240013"/>
                    <a:pt x="1165131" y="240013"/>
                  </a:cubicBezTo>
                  <a:cubicBezTo>
                    <a:pt x="1196132" y="240013"/>
                    <a:pt x="1221263" y="214882"/>
                    <a:pt x="1221263" y="183881"/>
                  </a:cubicBezTo>
                  <a:cubicBezTo>
                    <a:pt x="1221263" y="152880"/>
                    <a:pt x="1196132" y="127749"/>
                    <a:pt x="1165131" y="127749"/>
                  </a:cubicBezTo>
                  <a:close/>
                  <a:moveTo>
                    <a:pt x="845779" y="127749"/>
                  </a:moveTo>
                  <a:cubicBezTo>
                    <a:pt x="814778" y="127749"/>
                    <a:pt x="789647" y="152880"/>
                    <a:pt x="789647" y="183881"/>
                  </a:cubicBezTo>
                  <a:cubicBezTo>
                    <a:pt x="789647" y="214882"/>
                    <a:pt x="814778" y="240013"/>
                    <a:pt x="845779" y="240013"/>
                  </a:cubicBezTo>
                  <a:cubicBezTo>
                    <a:pt x="876780" y="240013"/>
                    <a:pt x="901911" y="214882"/>
                    <a:pt x="901911" y="183881"/>
                  </a:cubicBezTo>
                  <a:cubicBezTo>
                    <a:pt x="901911" y="152880"/>
                    <a:pt x="876780" y="127749"/>
                    <a:pt x="845779" y="127749"/>
                  </a:cubicBezTo>
                  <a:close/>
                  <a:moveTo>
                    <a:pt x="526427" y="127749"/>
                  </a:moveTo>
                  <a:cubicBezTo>
                    <a:pt x="495426" y="127749"/>
                    <a:pt x="470295" y="152880"/>
                    <a:pt x="470295" y="183881"/>
                  </a:cubicBezTo>
                  <a:cubicBezTo>
                    <a:pt x="470295" y="214882"/>
                    <a:pt x="495426" y="240013"/>
                    <a:pt x="526427" y="240013"/>
                  </a:cubicBezTo>
                  <a:cubicBezTo>
                    <a:pt x="557428" y="240013"/>
                    <a:pt x="582559" y="214882"/>
                    <a:pt x="582559" y="183881"/>
                  </a:cubicBezTo>
                  <a:cubicBezTo>
                    <a:pt x="582559" y="152880"/>
                    <a:pt x="557428" y="127749"/>
                    <a:pt x="526427" y="127749"/>
                  </a:cubicBezTo>
                  <a:close/>
                  <a:moveTo>
                    <a:pt x="207075" y="127749"/>
                  </a:moveTo>
                  <a:cubicBezTo>
                    <a:pt x="176074" y="127749"/>
                    <a:pt x="150943" y="152880"/>
                    <a:pt x="150943" y="183881"/>
                  </a:cubicBezTo>
                  <a:cubicBezTo>
                    <a:pt x="150943" y="214882"/>
                    <a:pt x="176074" y="240013"/>
                    <a:pt x="207075" y="240013"/>
                  </a:cubicBezTo>
                  <a:cubicBezTo>
                    <a:pt x="238076" y="240013"/>
                    <a:pt x="263207" y="214882"/>
                    <a:pt x="263207" y="183881"/>
                  </a:cubicBezTo>
                  <a:cubicBezTo>
                    <a:pt x="263207" y="152880"/>
                    <a:pt x="238076" y="127749"/>
                    <a:pt x="207075" y="127749"/>
                  </a:cubicBezTo>
                  <a:close/>
                  <a:moveTo>
                    <a:pt x="2123188" y="71617"/>
                  </a:moveTo>
                  <a:cubicBezTo>
                    <a:pt x="2185190" y="71617"/>
                    <a:pt x="2235452" y="121879"/>
                    <a:pt x="2235452" y="183881"/>
                  </a:cubicBezTo>
                  <a:cubicBezTo>
                    <a:pt x="2235452" y="245883"/>
                    <a:pt x="2185190" y="296145"/>
                    <a:pt x="2123188" y="296145"/>
                  </a:cubicBezTo>
                  <a:cubicBezTo>
                    <a:pt x="2061186" y="296145"/>
                    <a:pt x="2010924" y="245883"/>
                    <a:pt x="2010924" y="183881"/>
                  </a:cubicBezTo>
                  <a:cubicBezTo>
                    <a:pt x="2010924" y="121879"/>
                    <a:pt x="2061186" y="71617"/>
                    <a:pt x="2123188" y="71617"/>
                  </a:cubicBezTo>
                  <a:close/>
                  <a:moveTo>
                    <a:pt x="1803836" y="71617"/>
                  </a:moveTo>
                  <a:cubicBezTo>
                    <a:pt x="1865838" y="71617"/>
                    <a:pt x="1916100" y="121879"/>
                    <a:pt x="1916100" y="183881"/>
                  </a:cubicBezTo>
                  <a:cubicBezTo>
                    <a:pt x="1916100" y="245883"/>
                    <a:pt x="1865838" y="296145"/>
                    <a:pt x="1803836" y="296145"/>
                  </a:cubicBezTo>
                  <a:cubicBezTo>
                    <a:pt x="1741834" y="296145"/>
                    <a:pt x="1691572" y="245883"/>
                    <a:pt x="1691572" y="183881"/>
                  </a:cubicBezTo>
                  <a:cubicBezTo>
                    <a:pt x="1691572" y="121879"/>
                    <a:pt x="1741834" y="71617"/>
                    <a:pt x="1803836" y="71617"/>
                  </a:cubicBezTo>
                  <a:close/>
                  <a:moveTo>
                    <a:pt x="1484484" y="71617"/>
                  </a:moveTo>
                  <a:cubicBezTo>
                    <a:pt x="1546486" y="71617"/>
                    <a:pt x="1596748" y="121879"/>
                    <a:pt x="1596748" y="183881"/>
                  </a:cubicBezTo>
                  <a:cubicBezTo>
                    <a:pt x="1596748" y="245883"/>
                    <a:pt x="1546486" y="296145"/>
                    <a:pt x="1484484" y="296145"/>
                  </a:cubicBezTo>
                  <a:cubicBezTo>
                    <a:pt x="1422482" y="296145"/>
                    <a:pt x="1372220" y="245883"/>
                    <a:pt x="1372220" y="183881"/>
                  </a:cubicBezTo>
                  <a:cubicBezTo>
                    <a:pt x="1372220" y="121879"/>
                    <a:pt x="1422482" y="71617"/>
                    <a:pt x="1484484" y="71617"/>
                  </a:cubicBezTo>
                  <a:close/>
                  <a:moveTo>
                    <a:pt x="1165131" y="71617"/>
                  </a:moveTo>
                  <a:cubicBezTo>
                    <a:pt x="1227133" y="71617"/>
                    <a:pt x="1277395" y="121879"/>
                    <a:pt x="1277395" y="183881"/>
                  </a:cubicBezTo>
                  <a:cubicBezTo>
                    <a:pt x="1277395" y="245883"/>
                    <a:pt x="1227133" y="296145"/>
                    <a:pt x="1165131" y="296145"/>
                  </a:cubicBezTo>
                  <a:cubicBezTo>
                    <a:pt x="1103129" y="296145"/>
                    <a:pt x="1052867" y="245883"/>
                    <a:pt x="1052867" y="183881"/>
                  </a:cubicBezTo>
                  <a:cubicBezTo>
                    <a:pt x="1052867" y="121879"/>
                    <a:pt x="1103129" y="71617"/>
                    <a:pt x="1165131" y="71617"/>
                  </a:cubicBezTo>
                  <a:close/>
                  <a:moveTo>
                    <a:pt x="845779" y="71617"/>
                  </a:moveTo>
                  <a:cubicBezTo>
                    <a:pt x="907781" y="71617"/>
                    <a:pt x="958043" y="121879"/>
                    <a:pt x="958043" y="183881"/>
                  </a:cubicBezTo>
                  <a:cubicBezTo>
                    <a:pt x="958043" y="245883"/>
                    <a:pt x="907781" y="296145"/>
                    <a:pt x="845779" y="296145"/>
                  </a:cubicBezTo>
                  <a:cubicBezTo>
                    <a:pt x="783777" y="296145"/>
                    <a:pt x="733515" y="245883"/>
                    <a:pt x="733515" y="183881"/>
                  </a:cubicBezTo>
                  <a:cubicBezTo>
                    <a:pt x="733515" y="121879"/>
                    <a:pt x="783777" y="71617"/>
                    <a:pt x="845779" y="71617"/>
                  </a:cubicBezTo>
                  <a:close/>
                  <a:moveTo>
                    <a:pt x="526427" y="71617"/>
                  </a:moveTo>
                  <a:cubicBezTo>
                    <a:pt x="588429" y="71617"/>
                    <a:pt x="638691" y="121879"/>
                    <a:pt x="638691" y="183881"/>
                  </a:cubicBezTo>
                  <a:cubicBezTo>
                    <a:pt x="638691" y="245883"/>
                    <a:pt x="588429" y="296145"/>
                    <a:pt x="526427" y="296145"/>
                  </a:cubicBezTo>
                  <a:cubicBezTo>
                    <a:pt x="464425" y="296145"/>
                    <a:pt x="414163" y="245883"/>
                    <a:pt x="414163" y="183881"/>
                  </a:cubicBezTo>
                  <a:cubicBezTo>
                    <a:pt x="414163" y="121879"/>
                    <a:pt x="464425" y="71617"/>
                    <a:pt x="526427" y="71617"/>
                  </a:cubicBezTo>
                  <a:close/>
                  <a:moveTo>
                    <a:pt x="207075" y="71617"/>
                  </a:moveTo>
                  <a:cubicBezTo>
                    <a:pt x="269077" y="71617"/>
                    <a:pt x="319339" y="121879"/>
                    <a:pt x="319339" y="183881"/>
                  </a:cubicBezTo>
                  <a:cubicBezTo>
                    <a:pt x="319339" y="245883"/>
                    <a:pt x="269077" y="296145"/>
                    <a:pt x="207075" y="296145"/>
                  </a:cubicBezTo>
                  <a:cubicBezTo>
                    <a:pt x="145073" y="296145"/>
                    <a:pt x="94811" y="245883"/>
                    <a:pt x="94811" y="183881"/>
                  </a:cubicBezTo>
                  <a:cubicBezTo>
                    <a:pt x="94811" y="121879"/>
                    <a:pt x="145073" y="71617"/>
                    <a:pt x="207075" y="71617"/>
                  </a:cubicBezTo>
                  <a:close/>
                  <a:moveTo>
                    <a:pt x="182844" y="45713"/>
                  </a:moveTo>
                  <a:cubicBezTo>
                    <a:pt x="107560" y="45713"/>
                    <a:pt x="46530" y="106743"/>
                    <a:pt x="46530" y="182027"/>
                  </a:cubicBezTo>
                  <a:cubicBezTo>
                    <a:pt x="46530" y="257311"/>
                    <a:pt x="107560" y="318341"/>
                    <a:pt x="182844" y="318341"/>
                  </a:cubicBezTo>
                  <a:lnTo>
                    <a:pt x="2141502" y="318341"/>
                  </a:lnTo>
                  <a:cubicBezTo>
                    <a:pt x="2216786" y="318341"/>
                    <a:pt x="2277816" y="257311"/>
                    <a:pt x="2277816" y="182027"/>
                  </a:cubicBezTo>
                  <a:cubicBezTo>
                    <a:pt x="2277816" y="106743"/>
                    <a:pt x="2216786" y="45713"/>
                    <a:pt x="2141502" y="45713"/>
                  </a:cubicBezTo>
                  <a:close/>
                  <a:moveTo>
                    <a:pt x="182027" y="0"/>
                  </a:moveTo>
                  <a:lnTo>
                    <a:pt x="2142319" y="0"/>
                  </a:lnTo>
                  <a:cubicBezTo>
                    <a:pt x="2242850" y="0"/>
                    <a:pt x="2324346" y="81496"/>
                    <a:pt x="2324346" y="182027"/>
                  </a:cubicBezTo>
                  <a:cubicBezTo>
                    <a:pt x="2324346" y="282558"/>
                    <a:pt x="2242850" y="364054"/>
                    <a:pt x="2142319" y="364054"/>
                  </a:cubicBezTo>
                  <a:lnTo>
                    <a:pt x="182027" y="364054"/>
                  </a:lnTo>
                  <a:cubicBezTo>
                    <a:pt x="81496" y="364054"/>
                    <a:pt x="0" y="282558"/>
                    <a:pt x="0" y="182027"/>
                  </a:cubicBezTo>
                  <a:cubicBezTo>
                    <a:pt x="0" y="81496"/>
                    <a:pt x="81496" y="0"/>
                    <a:pt x="18202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60" name="Oval 21">
            <a:extLst>
              <a:ext uri="{FF2B5EF4-FFF2-40B4-BE49-F238E27FC236}">
                <a16:creationId xmlns="" xmlns:a16="http://schemas.microsoft.com/office/drawing/2014/main" id="{DFD33112-8AC9-4706-9F0E-6F7678B02B22}"/>
              </a:ext>
            </a:extLst>
          </p:cNvPr>
          <p:cNvSpPr>
            <a:spLocks noChangeAspect="1"/>
          </p:cNvSpPr>
          <p:nvPr/>
        </p:nvSpPr>
        <p:spPr>
          <a:xfrm>
            <a:off x="4489795" y="3981038"/>
            <a:ext cx="493077" cy="497195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2110241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Running Simulations</a:t>
            </a:r>
            <a:endParaRPr lang="en-US" dirty="0"/>
          </a:p>
        </p:txBody>
      </p:sp>
      <p:sp>
        <p:nvSpPr>
          <p:cNvPr id="39" name="Arc 38">
            <a:extLst>
              <a:ext uri="{FF2B5EF4-FFF2-40B4-BE49-F238E27FC236}">
                <a16:creationId xmlns="" xmlns:a16="http://schemas.microsoft.com/office/drawing/2014/main" id="{7E0A2826-8662-4C5F-8ECD-9228A0FA4B39}"/>
              </a:ext>
            </a:extLst>
          </p:cNvPr>
          <p:cNvSpPr/>
          <p:nvPr/>
        </p:nvSpPr>
        <p:spPr>
          <a:xfrm flipH="1">
            <a:off x="7470647" y="1911491"/>
            <a:ext cx="3970151" cy="3970151"/>
          </a:xfrm>
          <a:prstGeom prst="arc">
            <a:avLst>
              <a:gd name="adj1" fmla="val 16200000"/>
              <a:gd name="adj2" fmla="val 5433205"/>
            </a:avLst>
          </a:prstGeom>
          <a:ln w="53975">
            <a:gradFill>
              <a:gsLst>
                <a:gs pos="82000">
                  <a:srgbClr val="D9D9D9"/>
                </a:gs>
                <a:gs pos="0">
                  <a:schemeClr val="bg1">
                    <a:lumMod val="85000"/>
                    <a:alpha val="0"/>
                  </a:schemeClr>
                </a:gs>
                <a:gs pos="20000">
                  <a:schemeClr val="bg1">
                    <a:lumMod val="85000"/>
                  </a:schemeClr>
                </a:gs>
                <a:gs pos="100000">
                  <a:schemeClr val="bg1">
                    <a:lumMod val="85000"/>
                    <a:alpha val="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3" name="Graphic 4">
            <a:extLst>
              <a:ext uri="{FF2B5EF4-FFF2-40B4-BE49-F238E27FC236}">
                <a16:creationId xmlns="" xmlns:a16="http://schemas.microsoft.com/office/drawing/2014/main" id="{4C4E4351-3005-4AD4-AE0F-779F2DFF1E47}"/>
              </a:ext>
            </a:extLst>
          </p:cNvPr>
          <p:cNvSpPr/>
          <p:nvPr/>
        </p:nvSpPr>
        <p:spPr>
          <a:xfrm flipH="1">
            <a:off x="8506407" y="2491410"/>
            <a:ext cx="2680192" cy="2626584"/>
          </a:xfrm>
          <a:custGeom>
            <a:avLst/>
            <a:gdLst>
              <a:gd name="connsiteX0" fmla="*/ 462439 w 476250"/>
              <a:gd name="connsiteY0" fmla="*/ 160496 h 466725"/>
              <a:gd name="connsiteX1" fmla="*/ 469106 w 476250"/>
              <a:gd name="connsiteY1" fmla="*/ 153829 h 466725"/>
              <a:gd name="connsiteX2" fmla="*/ 469106 w 476250"/>
              <a:gd name="connsiteY2" fmla="*/ 149066 h 466725"/>
              <a:gd name="connsiteX3" fmla="*/ 462439 w 476250"/>
              <a:gd name="connsiteY3" fmla="*/ 142399 h 466725"/>
              <a:gd name="connsiteX4" fmla="*/ 415766 w 476250"/>
              <a:gd name="connsiteY4" fmla="*/ 142399 h 466725"/>
              <a:gd name="connsiteX5" fmla="*/ 415766 w 476250"/>
              <a:gd name="connsiteY5" fmla="*/ 93821 h 466725"/>
              <a:gd name="connsiteX6" fmla="*/ 391954 w 476250"/>
              <a:gd name="connsiteY6" fmla="*/ 70009 h 466725"/>
              <a:gd name="connsiteX7" fmla="*/ 333851 w 476250"/>
              <a:gd name="connsiteY7" fmla="*/ 70009 h 466725"/>
              <a:gd name="connsiteX8" fmla="*/ 333851 w 476250"/>
              <a:gd name="connsiteY8" fmla="*/ 13811 h 466725"/>
              <a:gd name="connsiteX9" fmla="*/ 327184 w 476250"/>
              <a:gd name="connsiteY9" fmla="*/ 7144 h 466725"/>
              <a:gd name="connsiteX10" fmla="*/ 322421 w 476250"/>
              <a:gd name="connsiteY10" fmla="*/ 7144 h 466725"/>
              <a:gd name="connsiteX11" fmla="*/ 315754 w 476250"/>
              <a:gd name="connsiteY11" fmla="*/ 13811 h 466725"/>
              <a:gd name="connsiteX12" fmla="*/ 315754 w 476250"/>
              <a:gd name="connsiteY12" fmla="*/ 70009 h 466725"/>
              <a:gd name="connsiteX13" fmla="*/ 290989 w 476250"/>
              <a:gd name="connsiteY13" fmla="*/ 70009 h 466725"/>
              <a:gd name="connsiteX14" fmla="*/ 290989 w 476250"/>
              <a:gd name="connsiteY14" fmla="*/ 13811 h 466725"/>
              <a:gd name="connsiteX15" fmla="*/ 283369 w 476250"/>
              <a:gd name="connsiteY15" fmla="*/ 7144 h 466725"/>
              <a:gd name="connsiteX16" fmla="*/ 278606 w 476250"/>
              <a:gd name="connsiteY16" fmla="*/ 7144 h 466725"/>
              <a:gd name="connsiteX17" fmla="*/ 271939 w 476250"/>
              <a:gd name="connsiteY17" fmla="*/ 13811 h 466725"/>
              <a:gd name="connsiteX18" fmla="*/ 271939 w 476250"/>
              <a:gd name="connsiteY18" fmla="*/ 70009 h 466725"/>
              <a:gd name="connsiteX19" fmla="*/ 247174 w 476250"/>
              <a:gd name="connsiteY19" fmla="*/ 70009 h 466725"/>
              <a:gd name="connsiteX20" fmla="*/ 247174 w 476250"/>
              <a:gd name="connsiteY20" fmla="*/ 13811 h 466725"/>
              <a:gd name="connsiteX21" fmla="*/ 240506 w 476250"/>
              <a:gd name="connsiteY21" fmla="*/ 7144 h 466725"/>
              <a:gd name="connsiteX22" fmla="*/ 235744 w 476250"/>
              <a:gd name="connsiteY22" fmla="*/ 7144 h 466725"/>
              <a:gd name="connsiteX23" fmla="*/ 229076 w 476250"/>
              <a:gd name="connsiteY23" fmla="*/ 13811 h 466725"/>
              <a:gd name="connsiteX24" fmla="*/ 229076 w 476250"/>
              <a:gd name="connsiteY24" fmla="*/ 70009 h 466725"/>
              <a:gd name="connsiteX25" fmla="*/ 204311 w 476250"/>
              <a:gd name="connsiteY25" fmla="*/ 70009 h 466725"/>
              <a:gd name="connsiteX26" fmla="*/ 204311 w 476250"/>
              <a:gd name="connsiteY26" fmla="*/ 13811 h 466725"/>
              <a:gd name="connsiteX27" fmla="*/ 197644 w 476250"/>
              <a:gd name="connsiteY27" fmla="*/ 7144 h 466725"/>
              <a:gd name="connsiteX28" fmla="*/ 192881 w 476250"/>
              <a:gd name="connsiteY28" fmla="*/ 7144 h 466725"/>
              <a:gd name="connsiteX29" fmla="*/ 186214 w 476250"/>
              <a:gd name="connsiteY29" fmla="*/ 13811 h 466725"/>
              <a:gd name="connsiteX30" fmla="*/ 186214 w 476250"/>
              <a:gd name="connsiteY30" fmla="*/ 70009 h 466725"/>
              <a:gd name="connsiteX31" fmla="*/ 161449 w 476250"/>
              <a:gd name="connsiteY31" fmla="*/ 70009 h 466725"/>
              <a:gd name="connsiteX32" fmla="*/ 161449 w 476250"/>
              <a:gd name="connsiteY32" fmla="*/ 13811 h 466725"/>
              <a:gd name="connsiteX33" fmla="*/ 154781 w 476250"/>
              <a:gd name="connsiteY33" fmla="*/ 7144 h 466725"/>
              <a:gd name="connsiteX34" fmla="*/ 150019 w 476250"/>
              <a:gd name="connsiteY34" fmla="*/ 7144 h 466725"/>
              <a:gd name="connsiteX35" fmla="*/ 143351 w 476250"/>
              <a:gd name="connsiteY35" fmla="*/ 13811 h 466725"/>
              <a:gd name="connsiteX36" fmla="*/ 143351 w 476250"/>
              <a:gd name="connsiteY36" fmla="*/ 70009 h 466725"/>
              <a:gd name="connsiteX37" fmla="*/ 88106 w 476250"/>
              <a:gd name="connsiteY37" fmla="*/ 70009 h 466725"/>
              <a:gd name="connsiteX38" fmla="*/ 64294 w 476250"/>
              <a:gd name="connsiteY38" fmla="*/ 93821 h 466725"/>
              <a:gd name="connsiteX39" fmla="*/ 64294 w 476250"/>
              <a:gd name="connsiteY39" fmla="*/ 142399 h 466725"/>
              <a:gd name="connsiteX40" fmla="*/ 13811 w 476250"/>
              <a:gd name="connsiteY40" fmla="*/ 142399 h 466725"/>
              <a:gd name="connsiteX41" fmla="*/ 7144 w 476250"/>
              <a:gd name="connsiteY41" fmla="*/ 149066 h 466725"/>
              <a:gd name="connsiteX42" fmla="*/ 7144 w 476250"/>
              <a:gd name="connsiteY42" fmla="*/ 153829 h 466725"/>
              <a:gd name="connsiteX43" fmla="*/ 13811 w 476250"/>
              <a:gd name="connsiteY43" fmla="*/ 160496 h 466725"/>
              <a:gd name="connsiteX44" fmla="*/ 64294 w 476250"/>
              <a:gd name="connsiteY44" fmla="*/ 160496 h 466725"/>
              <a:gd name="connsiteX45" fmla="*/ 64294 w 476250"/>
              <a:gd name="connsiteY45" fmla="*/ 185261 h 466725"/>
              <a:gd name="connsiteX46" fmla="*/ 13811 w 476250"/>
              <a:gd name="connsiteY46" fmla="*/ 185261 h 466725"/>
              <a:gd name="connsiteX47" fmla="*/ 7144 w 476250"/>
              <a:gd name="connsiteY47" fmla="*/ 191929 h 466725"/>
              <a:gd name="connsiteX48" fmla="*/ 7144 w 476250"/>
              <a:gd name="connsiteY48" fmla="*/ 196691 h 466725"/>
              <a:gd name="connsiteX49" fmla="*/ 13811 w 476250"/>
              <a:gd name="connsiteY49" fmla="*/ 203359 h 466725"/>
              <a:gd name="connsiteX50" fmla="*/ 64294 w 476250"/>
              <a:gd name="connsiteY50" fmla="*/ 203359 h 466725"/>
              <a:gd name="connsiteX51" fmla="*/ 64294 w 476250"/>
              <a:gd name="connsiteY51" fmla="*/ 228124 h 466725"/>
              <a:gd name="connsiteX52" fmla="*/ 13811 w 476250"/>
              <a:gd name="connsiteY52" fmla="*/ 228124 h 466725"/>
              <a:gd name="connsiteX53" fmla="*/ 7144 w 476250"/>
              <a:gd name="connsiteY53" fmla="*/ 235744 h 466725"/>
              <a:gd name="connsiteX54" fmla="*/ 7144 w 476250"/>
              <a:gd name="connsiteY54" fmla="*/ 240506 h 466725"/>
              <a:gd name="connsiteX55" fmla="*/ 13811 w 476250"/>
              <a:gd name="connsiteY55" fmla="*/ 247174 h 466725"/>
              <a:gd name="connsiteX56" fmla="*/ 64294 w 476250"/>
              <a:gd name="connsiteY56" fmla="*/ 247174 h 466725"/>
              <a:gd name="connsiteX57" fmla="*/ 64294 w 476250"/>
              <a:gd name="connsiteY57" fmla="*/ 271939 h 466725"/>
              <a:gd name="connsiteX58" fmla="*/ 13811 w 476250"/>
              <a:gd name="connsiteY58" fmla="*/ 271939 h 466725"/>
              <a:gd name="connsiteX59" fmla="*/ 7144 w 476250"/>
              <a:gd name="connsiteY59" fmla="*/ 278606 h 466725"/>
              <a:gd name="connsiteX60" fmla="*/ 7144 w 476250"/>
              <a:gd name="connsiteY60" fmla="*/ 283369 h 466725"/>
              <a:gd name="connsiteX61" fmla="*/ 13811 w 476250"/>
              <a:gd name="connsiteY61" fmla="*/ 290036 h 466725"/>
              <a:gd name="connsiteX62" fmla="*/ 64294 w 476250"/>
              <a:gd name="connsiteY62" fmla="*/ 290036 h 466725"/>
              <a:gd name="connsiteX63" fmla="*/ 64294 w 476250"/>
              <a:gd name="connsiteY63" fmla="*/ 314801 h 466725"/>
              <a:gd name="connsiteX64" fmla="*/ 13811 w 476250"/>
              <a:gd name="connsiteY64" fmla="*/ 314801 h 466725"/>
              <a:gd name="connsiteX65" fmla="*/ 7144 w 476250"/>
              <a:gd name="connsiteY65" fmla="*/ 321469 h 466725"/>
              <a:gd name="connsiteX66" fmla="*/ 7144 w 476250"/>
              <a:gd name="connsiteY66" fmla="*/ 326231 h 466725"/>
              <a:gd name="connsiteX67" fmla="*/ 13811 w 476250"/>
              <a:gd name="connsiteY67" fmla="*/ 332899 h 466725"/>
              <a:gd name="connsiteX68" fmla="*/ 64294 w 476250"/>
              <a:gd name="connsiteY68" fmla="*/ 332899 h 466725"/>
              <a:gd name="connsiteX69" fmla="*/ 64294 w 476250"/>
              <a:gd name="connsiteY69" fmla="*/ 380524 h 466725"/>
              <a:gd name="connsiteX70" fmla="*/ 88106 w 476250"/>
              <a:gd name="connsiteY70" fmla="*/ 404336 h 466725"/>
              <a:gd name="connsiteX71" fmla="*/ 142399 w 476250"/>
              <a:gd name="connsiteY71" fmla="*/ 404336 h 466725"/>
              <a:gd name="connsiteX72" fmla="*/ 142399 w 476250"/>
              <a:gd name="connsiteY72" fmla="*/ 461486 h 466725"/>
              <a:gd name="connsiteX73" fmla="*/ 149066 w 476250"/>
              <a:gd name="connsiteY73" fmla="*/ 468154 h 466725"/>
              <a:gd name="connsiteX74" fmla="*/ 153829 w 476250"/>
              <a:gd name="connsiteY74" fmla="*/ 468154 h 466725"/>
              <a:gd name="connsiteX75" fmla="*/ 160496 w 476250"/>
              <a:gd name="connsiteY75" fmla="*/ 461486 h 466725"/>
              <a:gd name="connsiteX76" fmla="*/ 160496 w 476250"/>
              <a:gd name="connsiteY76" fmla="*/ 404336 h 466725"/>
              <a:gd name="connsiteX77" fmla="*/ 185261 w 476250"/>
              <a:gd name="connsiteY77" fmla="*/ 404336 h 466725"/>
              <a:gd name="connsiteX78" fmla="*/ 185261 w 476250"/>
              <a:gd name="connsiteY78" fmla="*/ 461486 h 466725"/>
              <a:gd name="connsiteX79" fmla="*/ 191929 w 476250"/>
              <a:gd name="connsiteY79" fmla="*/ 468154 h 466725"/>
              <a:gd name="connsiteX80" fmla="*/ 196691 w 476250"/>
              <a:gd name="connsiteY80" fmla="*/ 468154 h 466725"/>
              <a:gd name="connsiteX81" fmla="*/ 203359 w 476250"/>
              <a:gd name="connsiteY81" fmla="*/ 461486 h 466725"/>
              <a:gd name="connsiteX82" fmla="*/ 203359 w 476250"/>
              <a:gd name="connsiteY82" fmla="*/ 404336 h 466725"/>
              <a:gd name="connsiteX83" fmla="*/ 228124 w 476250"/>
              <a:gd name="connsiteY83" fmla="*/ 404336 h 466725"/>
              <a:gd name="connsiteX84" fmla="*/ 228124 w 476250"/>
              <a:gd name="connsiteY84" fmla="*/ 461486 h 466725"/>
              <a:gd name="connsiteX85" fmla="*/ 234791 w 476250"/>
              <a:gd name="connsiteY85" fmla="*/ 468154 h 466725"/>
              <a:gd name="connsiteX86" fmla="*/ 239554 w 476250"/>
              <a:gd name="connsiteY86" fmla="*/ 468154 h 466725"/>
              <a:gd name="connsiteX87" fmla="*/ 246221 w 476250"/>
              <a:gd name="connsiteY87" fmla="*/ 461486 h 466725"/>
              <a:gd name="connsiteX88" fmla="*/ 246221 w 476250"/>
              <a:gd name="connsiteY88" fmla="*/ 404336 h 466725"/>
              <a:gd name="connsiteX89" fmla="*/ 270986 w 476250"/>
              <a:gd name="connsiteY89" fmla="*/ 404336 h 466725"/>
              <a:gd name="connsiteX90" fmla="*/ 270986 w 476250"/>
              <a:gd name="connsiteY90" fmla="*/ 461486 h 466725"/>
              <a:gd name="connsiteX91" fmla="*/ 277654 w 476250"/>
              <a:gd name="connsiteY91" fmla="*/ 468154 h 466725"/>
              <a:gd name="connsiteX92" fmla="*/ 283369 w 476250"/>
              <a:gd name="connsiteY92" fmla="*/ 468154 h 466725"/>
              <a:gd name="connsiteX93" fmla="*/ 290036 w 476250"/>
              <a:gd name="connsiteY93" fmla="*/ 461486 h 466725"/>
              <a:gd name="connsiteX94" fmla="*/ 290036 w 476250"/>
              <a:gd name="connsiteY94" fmla="*/ 404336 h 466725"/>
              <a:gd name="connsiteX95" fmla="*/ 314801 w 476250"/>
              <a:gd name="connsiteY95" fmla="*/ 404336 h 466725"/>
              <a:gd name="connsiteX96" fmla="*/ 314801 w 476250"/>
              <a:gd name="connsiteY96" fmla="*/ 461486 h 466725"/>
              <a:gd name="connsiteX97" fmla="*/ 321469 w 476250"/>
              <a:gd name="connsiteY97" fmla="*/ 468154 h 466725"/>
              <a:gd name="connsiteX98" fmla="*/ 326231 w 476250"/>
              <a:gd name="connsiteY98" fmla="*/ 468154 h 466725"/>
              <a:gd name="connsiteX99" fmla="*/ 332899 w 476250"/>
              <a:gd name="connsiteY99" fmla="*/ 461486 h 466725"/>
              <a:gd name="connsiteX100" fmla="*/ 332899 w 476250"/>
              <a:gd name="connsiteY100" fmla="*/ 404336 h 466725"/>
              <a:gd name="connsiteX101" fmla="*/ 391001 w 476250"/>
              <a:gd name="connsiteY101" fmla="*/ 404336 h 466725"/>
              <a:gd name="connsiteX102" fmla="*/ 414814 w 476250"/>
              <a:gd name="connsiteY102" fmla="*/ 380524 h 466725"/>
              <a:gd name="connsiteX103" fmla="*/ 414814 w 476250"/>
              <a:gd name="connsiteY103" fmla="*/ 332899 h 466725"/>
              <a:gd name="connsiteX104" fmla="*/ 461486 w 476250"/>
              <a:gd name="connsiteY104" fmla="*/ 332899 h 466725"/>
              <a:gd name="connsiteX105" fmla="*/ 468154 w 476250"/>
              <a:gd name="connsiteY105" fmla="*/ 326231 h 466725"/>
              <a:gd name="connsiteX106" fmla="*/ 468154 w 476250"/>
              <a:gd name="connsiteY106" fmla="*/ 321469 h 466725"/>
              <a:gd name="connsiteX107" fmla="*/ 461486 w 476250"/>
              <a:gd name="connsiteY107" fmla="*/ 314801 h 466725"/>
              <a:gd name="connsiteX108" fmla="*/ 414814 w 476250"/>
              <a:gd name="connsiteY108" fmla="*/ 314801 h 466725"/>
              <a:gd name="connsiteX109" fmla="*/ 414814 w 476250"/>
              <a:gd name="connsiteY109" fmla="*/ 290036 h 466725"/>
              <a:gd name="connsiteX110" fmla="*/ 461486 w 476250"/>
              <a:gd name="connsiteY110" fmla="*/ 290036 h 466725"/>
              <a:gd name="connsiteX111" fmla="*/ 468154 w 476250"/>
              <a:gd name="connsiteY111" fmla="*/ 283369 h 466725"/>
              <a:gd name="connsiteX112" fmla="*/ 468154 w 476250"/>
              <a:gd name="connsiteY112" fmla="*/ 278606 h 466725"/>
              <a:gd name="connsiteX113" fmla="*/ 461486 w 476250"/>
              <a:gd name="connsiteY113" fmla="*/ 271939 h 466725"/>
              <a:gd name="connsiteX114" fmla="*/ 414814 w 476250"/>
              <a:gd name="connsiteY114" fmla="*/ 271939 h 466725"/>
              <a:gd name="connsiteX115" fmla="*/ 414814 w 476250"/>
              <a:gd name="connsiteY115" fmla="*/ 247174 h 466725"/>
              <a:gd name="connsiteX116" fmla="*/ 461486 w 476250"/>
              <a:gd name="connsiteY116" fmla="*/ 247174 h 466725"/>
              <a:gd name="connsiteX117" fmla="*/ 468154 w 476250"/>
              <a:gd name="connsiteY117" fmla="*/ 240506 h 466725"/>
              <a:gd name="connsiteX118" fmla="*/ 468154 w 476250"/>
              <a:gd name="connsiteY118" fmla="*/ 235744 h 466725"/>
              <a:gd name="connsiteX119" fmla="*/ 461486 w 476250"/>
              <a:gd name="connsiteY119" fmla="*/ 229076 h 466725"/>
              <a:gd name="connsiteX120" fmla="*/ 414814 w 476250"/>
              <a:gd name="connsiteY120" fmla="*/ 229076 h 466725"/>
              <a:gd name="connsiteX121" fmla="*/ 414814 w 476250"/>
              <a:gd name="connsiteY121" fmla="*/ 204311 h 466725"/>
              <a:gd name="connsiteX122" fmla="*/ 461486 w 476250"/>
              <a:gd name="connsiteY122" fmla="*/ 204311 h 466725"/>
              <a:gd name="connsiteX123" fmla="*/ 468154 w 476250"/>
              <a:gd name="connsiteY123" fmla="*/ 197644 h 466725"/>
              <a:gd name="connsiteX124" fmla="*/ 468154 w 476250"/>
              <a:gd name="connsiteY124" fmla="*/ 192881 h 466725"/>
              <a:gd name="connsiteX125" fmla="*/ 461486 w 476250"/>
              <a:gd name="connsiteY125" fmla="*/ 186214 h 466725"/>
              <a:gd name="connsiteX126" fmla="*/ 414814 w 476250"/>
              <a:gd name="connsiteY126" fmla="*/ 186214 h 466725"/>
              <a:gd name="connsiteX127" fmla="*/ 414814 w 476250"/>
              <a:gd name="connsiteY127" fmla="*/ 161449 h 466725"/>
              <a:gd name="connsiteX128" fmla="*/ 462439 w 476250"/>
              <a:gd name="connsiteY128" fmla="*/ 161449 h 46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476250" h="466725">
                <a:moveTo>
                  <a:pt x="462439" y="160496"/>
                </a:moveTo>
                <a:cubicBezTo>
                  <a:pt x="466249" y="160496"/>
                  <a:pt x="469106" y="157639"/>
                  <a:pt x="469106" y="153829"/>
                </a:cubicBezTo>
                <a:lnTo>
                  <a:pt x="469106" y="149066"/>
                </a:lnTo>
                <a:cubicBezTo>
                  <a:pt x="469106" y="145256"/>
                  <a:pt x="466249" y="142399"/>
                  <a:pt x="462439" y="142399"/>
                </a:cubicBezTo>
                <a:lnTo>
                  <a:pt x="415766" y="142399"/>
                </a:lnTo>
                <a:lnTo>
                  <a:pt x="415766" y="93821"/>
                </a:lnTo>
                <a:cubicBezTo>
                  <a:pt x="415766" y="80486"/>
                  <a:pt x="405289" y="70009"/>
                  <a:pt x="391954" y="70009"/>
                </a:cubicBezTo>
                <a:lnTo>
                  <a:pt x="333851" y="70009"/>
                </a:lnTo>
                <a:lnTo>
                  <a:pt x="333851" y="13811"/>
                </a:lnTo>
                <a:cubicBezTo>
                  <a:pt x="333851" y="10001"/>
                  <a:pt x="330994" y="7144"/>
                  <a:pt x="327184" y="7144"/>
                </a:cubicBezTo>
                <a:lnTo>
                  <a:pt x="322421" y="7144"/>
                </a:lnTo>
                <a:cubicBezTo>
                  <a:pt x="318611" y="7144"/>
                  <a:pt x="315754" y="10001"/>
                  <a:pt x="315754" y="13811"/>
                </a:cubicBezTo>
                <a:lnTo>
                  <a:pt x="315754" y="70009"/>
                </a:lnTo>
                <a:lnTo>
                  <a:pt x="290989" y="70009"/>
                </a:lnTo>
                <a:lnTo>
                  <a:pt x="290989" y="13811"/>
                </a:lnTo>
                <a:cubicBezTo>
                  <a:pt x="290989" y="10001"/>
                  <a:pt x="287179" y="7144"/>
                  <a:pt x="283369" y="7144"/>
                </a:cubicBezTo>
                <a:lnTo>
                  <a:pt x="278606" y="7144"/>
                </a:lnTo>
                <a:cubicBezTo>
                  <a:pt x="274796" y="7144"/>
                  <a:pt x="271939" y="10001"/>
                  <a:pt x="271939" y="13811"/>
                </a:cubicBezTo>
                <a:lnTo>
                  <a:pt x="271939" y="70009"/>
                </a:lnTo>
                <a:lnTo>
                  <a:pt x="247174" y="70009"/>
                </a:lnTo>
                <a:lnTo>
                  <a:pt x="247174" y="13811"/>
                </a:lnTo>
                <a:cubicBezTo>
                  <a:pt x="247174" y="10001"/>
                  <a:pt x="244316" y="7144"/>
                  <a:pt x="240506" y="7144"/>
                </a:cubicBezTo>
                <a:lnTo>
                  <a:pt x="235744" y="7144"/>
                </a:lnTo>
                <a:cubicBezTo>
                  <a:pt x="231934" y="7144"/>
                  <a:pt x="229076" y="10001"/>
                  <a:pt x="229076" y="13811"/>
                </a:cubicBezTo>
                <a:lnTo>
                  <a:pt x="229076" y="70009"/>
                </a:lnTo>
                <a:lnTo>
                  <a:pt x="204311" y="70009"/>
                </a:lnTo>
                <a:lnTo>
                  <a:pt x="204311" y="13811"/>
                </a:lnTo>
                <a:cubicBezTo>
                  <a:pt x="204311" y="10001"/>
                  <a:pt x="201454" y="7144"/>
                  <a:pt x="197644" y="7144"/>
                </a:cubicBezTo>
                <a:lnTo>
                  <a:pt x="192881" y="7144"/>
                </a:lnTo>
                <a:cubicBezTo>
                  <a:pt x="189071" y="7144"/>
                  <a:pt x="186214" y="10001"/>
                  <a:pt x="186214" y="13811"/>
                </a:cubicBezTo>
                <a:lnTo>
                  <a:pt x="186214" y="70009"/>
                </a:lnTo>
                <a:lnTo>
                  <a:pt x="161449" y="70009"/>
                </a:lnTo>
                <a:lnTo>
                  <a:pt x="161449" y="13811"/>
                </a:lnTo>
                <a:cubicBezTo>
                  <a:pt x="161449" y="10001"/>
                  <a:pt x="158591" y="7144"/>
                  <a:pt x="154781" y="7144"/>
                </a:cubicBezTo>
                <a:lnTo>
                  <a:pt x="150019" y="7144"/>
                </a:lnTo>
                <a:cubicBezTo>
                  <a:pt x="146209" y="7144"/>
                  <a:pt x="143351" y="10001"/>
                  <a:pt x="143351" y="13811"/>
                </a:cubicBezTo>
                <a:lnTo>
                  <a:pt x="143351" y="70009"/>
                </a:lnTo>
                <a:lnTo>
                  <a:pt x="88106" y="70009"/>
                </a:lnTo>
                <a:cubicBezTo>
                  <a:pt x="74771" y="70009"/>
                  <a:pt x="64294" y="81439"/>
                  <a:pt x="64294" y="93821"/>
                </a:cubicBezTo>
                <a:lnTo>
                  <a:pt x="64294" y="142399"/>
                </a:lnTo>
                <a:lnTo>
                  <a:pt x="13811" y="142399"/>
                </a:lnTo>
                <a:cubicBezTo>
                  <a:pt x="10001" y="142399"/>
                  <a:pt x="7144" y="145256"/>
                  <a:pt x="7144" y="149066"/>
                </a:cubicBezTo>
                <a:lnTo>
                  <a:pt x="7144" y="153829"/>
                </a:lnTo>
                <a:cubicBezTo>
                  <a:pt x="7144" y="157639"/>
                  <a:pt x="10001" y="160496"/>
                  <a:pt x="13811" y="160496"/>
                </a:cubicBezTo>
                <a:lnTo>
                  <a:pt x="64294" y="160496"/>
                </a:lnTo>
                <a:lnTo>
                  <a:pt x="64294" y="185261"/>
                </a:lnTo>
                <a:lnTo>
                  <a:pt x="13811" y="185261"/>
                </a:lnTo>
                <a:cubicBezTo>
                  <a:pt x="10001" y="185261"/>
                  <a:pt x="7144" y="188119"/>
                  <a:pt x="7144" y="191929"/>
                </a:cubicBezTo>
                <a:lnTo>
                  <a:pt x="7144" y="196691"/>
                </a:lnTo>
                <a:cubicBezTo>
                  <a:pt x="7144" y="200501"/>
                  <a:pt x="10001" y="203359"/>
                  <a:pt x="13811" y="203359"/>
                </a:cubicBezTo>
                <a:lnTo>
                  <a:pt x="64294" y="203359"/>
                </a:lnTo>
                <a:lnTo>
                  <a:pt x="64294" y="228124"/>
                </a:lnTo>
                <a:lnTo>
                  <a:pt x="13811" y="228124"/>
                </a:lnTo>
                <a:cubicBezTo>
                  <a:pt x="10001" y="229076"/>
                  <a:pt x="7144" y="231934"/>
                  <a:pt x="7144" y="235744"/>
                </a:cubicBezTo>
                <a:lnTo>
                  <a:pt x="7144" y="240506"/>
                </a:lnTo>
                <a:cubicBezTo>
                  <a:pt x="7144" y="244316"/>
                  <a:pt x="10001" y="247174"/>
                  <a:pt x="13811" y="247174"/>
                </a:cubicBezTo>
                <a:lnTo>
                  <a:pt x="64294" y="247174"/>
                </a:lnTo>
                <a:lnTo>
                  <a:pt x="64294" y="271939"/>
                </a:lnTo>
                <a:lnTo>
                  <a:pt x="13811" y="271939"/>
                </a:lnTo>
                <a:cubicBezTo>
                  <a:pt x="10001" y="271939"/>
                  <a:pt x="7144" y="274796"/>
                  <a:pt x="7144" y="278606"/>
                </a:cubicBezTo>
                <a:lnTo>
                  <a:pt x="7144" y="283369"/>
                </a:lnTo>
                <a:cubicBezTo>
                  <a:pt x="7144" y="287179"/>
                  <a:pt x="10001" y="290036"/>
                  <a:pt x="13811" y="290036"/>
                </a:cubicBezTo>
                <a:lnTo>
                  <a:pt x="64294" y="290036"/>
                </a:lnTo>
                <a:lnTo>
                  <a:pt x="64294" y="314801"/>
                </a:lnTo>
                <a:lnTo>
                  <a:pt x="13811" y="314801"/>
                </a:lnTo>
                <a:cubicBezTo>
                  <a:pt x="10001" y="314801"/>
                  <a:pt x="7144" y="317659"/>
                  <a:pt x="7144" y="321469"/>
                </a:cubicBezTo>
                <a:lnTo>
                  <a:pt x="7144" y="326231"/>
                </a:lnTo>
                <a:cubicBezTo>
                  <a:pt x="7144" y="330041"/>
                  <a:pt x="10001" y="332899"/>
                  <a:pt x="13811" y="332899"/>
                </a:cubicBezTo>
                <a:lnTo>
                  <a:pt x="64294" y="332899"/>
                </a:lnTo>
                <a:lnTo>
                  <a:pt x="64294" y="380524"/>
                </a:lnTo>
                <a:cubicBezTo>
                  <a:pt x="64294" y="393859"/>
                  <a:pt x="74771" y="404336"/>
                  <a:pt x="88106" y="404336"/>
                </a:cubicBezTo>
                <a:lnTo>
                  <a:pt x="142399" y="404336"/>
                </a:lnTo>
                <a:lnTo>
                  <a:pt x="142399" y="461486"/>
                </a:lnTo>
                <a:cubicBezTo>
                  <a:pt x="142399" y="465296"/>
                  <a:pt x="145256" y="468154"/>
                  <a:pt x="149066" y="468154"/>
                </a:cubicBezTo>
                <a:lnTo>
                  <a:pt x="153829" y="468154"/>
                </a:lnTo>
                <a:cubicBezTo>
                  <a:pt x="157639" y="468154"/>
                  <a:pt x="160496" y="465296"/>
                  <a:pt x="160496" y="461486"/>
                </a:cubicBezTo>
                <a:lnTo>
                  <a:pt x="160496" y="404336"/>
                </a:lnTo>
                <a:lnTo>
                  <a:pt x="185261" y="404336"/>
                </a:lnTo>
                <a:lnTo>
                  <a:pt x="185261" y="461486"/>
                </a:lnTo>
                <a:cubicBezTo>
                  <a:pt x="185261" y="465296"/>
                  <a:pt x="188119" y="468154"/>
                  <a:pt x="191929" y="468154"/>
                </a:cubicBezTo>
                <a:lnTo>
                  <a:pt x="196691" y="468154"/>
                </a:lnTo>
                <a:cubicBezTo>
                  <a:pt x="200501" y="468154"/>
                  <a:pt x="203359" y="465296"/>
                  <a:pt x="203359" y="461486"/>
                </a:cubicBezTo>
                <a:lnTo>
                  <a:pt x="203359" y="404336"/>
                </a:lnTo>
                <a:lnTo>
                  <a:pt x="228124" y="404336"/>
                </a:lnTo>
                <a:lnTo>
                  <a:pt x="228124" y="461486"/>
                </a:lnTo>
                <a:cubicBezTo>
                  <a:pt x="228124" y="465296"/>
                  <a:pt x="230981" y="468154"/>
                  <a:pt x="234791" y="468154"/>
                </a:cubicBezTo>
                <a:lnTo>
                  <a:pt x="239554" y="468154"/>
                </a:lnTo>
                <a:cubicBezTo>
                  <a:pt x="243364" y="468154"/>
                  <a:pt x="246221" y="465296"/>
                  <a:pt x="246221" y="461486"/>
                </a:cubicBezTo>
                <a:lnTo>
                  <a:pt x="246221" y="404336"/>
                </a:lnTo>
                <a:lnTo>
                  <a:pt x="270986" y="404336"/>
                </a:lnTo>
                <a:lnTo>
                  <a:pt x="270986" y="461486"/>
                </a:lnTo>
                <a:cubicBezTo>
                  <a:pt x="270986" y="465296"/>
                  <a:pt x="273844" y="468154"/>
                  <a:pt x="277654" y="468154"/>
                </a:cubicBezTo>
                <a:lnTo>
                  <a:pt x="283369" y="468154"/>
                </a:lnTo>
                <a:cubicBezTo>
                  <a:pt x="287179" y="468154"/>
                  <a:pt x="290036" y="465296"/>
                  <a:pt x="290036" y="461486"/>
                </a:cubicBezTo>
                <a:lnTo>
                  <a:pt x="290036" y="404336"/>
                </a:lnTo>
                <a:lnTo>
                  <a:pt x="314801" y="404336"/>
                </a:lnTo>
                <a:lnTo>
                  <a:pt x="314801" y="461486"/>
                </a:lnTo>
                <a:cubicBezTo>
                  <a:pt x="314801" y="465296"/>
                  <a:pt x="317659" y="468154"/>
                  <a:pt x="321469" y="468154"/>
                </a:cubicBezTo>
                <a:lnTo>
                  <a:pt x="326231" y="468154"/>
                </a:lnTo>
                <a:cubicBezTo>
                  <a:pt x="330041" y="468154"/>
                  <a:pt x="332899" y="465296"/>
                  <a:pt x="332899" y="461486"/>
                </a:cubicBezTo>
                <a:lnTo>
                  <a:pt x="332899" y="404336"/>
                </a:lnTo>
                <a:lnTo>
                  <a:pt x="391001" y="404336"/>
                </a:lnTo>
                <a:cubicBezTo>
                  <a:pt x="404336" y="404336"/>
                  <a:pt x="414814" y="393859"/>
                  <a:pt x="414814" y="380524"/>
                </a:cubicBezTo>
                <a:lnTo>
                  <a:pt x="414814" y="332899"/>
                </a:lnTo>
                <a:lnTo>
                  <a:pt x="461486" y="332899"/>
                </a:lnTo>
                <a:cubicBezTo>
                  <a:pt x="465296" y="332899"/>
                  <a:pt x="468154" y="330041"/>
                  <a:pt x="468154" y="326231"/>
                </a:cubicBezTo>
                <a:lnTo>
                  <a:pt x="468154" y="321469"/>
                </a:lnTo>
                <a:cubicBezTo>
                  <a:pt x="468154" y="317659"/>
                  <a:pt x="465296" y="314801"/>
                  <a:pt x="461486" y="314801"/>
                </a:cubicBezTo>
                <a:lnTo>
                  <a:pt x="414814" y="314801"/>
                </a:lnTo>
                <a:lnTo>
                  <a:pt x="414814" y="290036"/>
                </a:lnTo>
                <a:lnTo>
                  <a:pt x="461486" y="290036"/>
                </a:lnTo>
                <a:cubicBezTo>
                  <a:pt x="465296" y="290036"/>
                  <a:pt x="468154" y="287179"/>
                  <a:pt x="468154" y="283369"/>
                </a:cubicBezTo>
                <a:lnTo>
                  <a:pt x="468154" y="278606"/>
                </a:lnTo>
                <a:cubicBezTo>
                  <a:pt x="468154" y="274796"/>
                  <a:pt x="465296" y="271939"/>
                  <a:pt x="461486" y="271939"/>
                </a:cubicBezTo>
                <a:lnTo>
                  <a:pt x="414814" y="271939"/>
                </a:lnTo>
                <a:lnTo>
                  <a:pt x="414814" y="247174"/>
                </a:lnTo>
                <a:lnTo>
                  <a:pt x="461486" y="247174"/>
                </a:lnTo>
                <a:cubicBezTo>
                  <a:pt x="465296" y="247174"/>
                  <a:pt x="468154" y="244316"/>
                  <a:pt x="468154" y="240506"/>
                </a:cubicBezTo>
                <a:lnTo>
                  <a:pt x="468154" y="235744"/>
                </a:lnTo>
                <a:cubicBezTo>
                  <a:pt x="468154" y="231934"/>
                  <a:pt x="465296" y="229076"/>
                  <a:pt x="461486" y="229076"/>
                </a:cubicBezTo>
                <a:lnTo>
                  <a:pt x="414814" y="229076"/>
                </a:lnTo>
                <a:lnTo>
                  <a:pt x="414814" y="204311"/>
                </a:lnTo>
                <a:lnTo>
                  <a:pt x="461486" y="204311"/>
                </a:lnTo>
                <a:cubicBezTo>
                  <a:pt x="465296" y="204311"/>
                  <a:pt x="468154" y="201454"/>
                  <a:pt x="468154" y="197644"/>
                </a:cubicBezTo>
                <a:lnTo>
                  <a:pt x="468154" y="192881"/>
                </a:lnTo>
                <a:cubicBezTo>
                  <a:pt x="468154" y="189071"/>
                  <a:pt x="465296" y="186214"/>
                  <a:pt x="461486" y="186214"/>
                </a:cubicBezTo>
                <a:lnTo>
                  <a:pt x="414814" y="186214"/>
                </a:lnTo>
                <a:lnTo>
                  <a:pt x="414814" y="161449"/>
                </a:lnTo>
                <a:lnTo>
                  <a:pt x="462439" y="16144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="" xmlns:a16="http://schemas.microsoft.com/office/drawing/2014/main" id="{C6150010-A241-40AE-B693-6CCF2FC60A07}"/>
              </a:ext>
            </a:extLst>
          </p:cNvPr>
          <p:cNvSpPr/>
          <p:nvPr/>
        </p:nvSpPr>
        <p:spPr>
          <a:xfrm flipH="1">
            <a:off x="8610310" y="1968456"/>
            <a:ext cx="216118" cy="21611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297161C5-F4E8-4DC9-8CE1-BC5029AB46B7}"/>
              </a:ext>
            </a:extLst>
          </p:cNvPr>
          <p:cNvSpPr/>
          <p:nvPr/>
        </p:nvSpPr>
        <p:spPr>
          <a:xfrm flipH="1">
            <a:off x="6349815" y="1825365"/>
            <a:ext cx="549613" cy="54961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7558286B-5527-4B35-AD4F-3B7BF4A5A272}"/>
              </a:ext>
            </a:extLst>
          </p:cNvPr>
          <p:cNvGrpSpPr/>
          <p:nvPr/>
        </p:nvGrpSpPr>
        <p:grpSpPr>
          <a:xfrm flipH="1">
            <a:off x="1573586" y="1740997"/>
            <a:ext cx="4616540" cy="669553"/>
            <a:chOff x="4716015" y="1638767"/>
            <a:chExt cx="3888434" cy="669262"/>
          </a:xfrm>
        </p:grpSpPr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C3AFE997-4902-4F36-8E03-42657E90924A}"/>
                </a:ext>
              </a:extLst>
            </p:cNvPr>
            <p:cNvSpPr txBox="1"/>
            <p:nvPr/>
          </p:nvSpPr>
          <p:spPr>
            <a:xfrm>
              <a:off x="4716015" y="1846565"/>
              <a:ext cx="3888433" cy="461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Focus on your simulation, defaults are pre-defined. Typically around 40 lines, similar for all models.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D05B7BB3-476B-4EFA-8B0B-AB3B5B24BC30}"/>
                </a:ext>
              </a:extLst>
            </p:cNvPr>
            <p:cNvSpPr txBox="1"/>
            <p:nvPr/>
          </p:nvSpPr>
          <p:spPr>
            <a:xfrm>
              <a:off x="4716016" y="1638767"/>
              <a:ext cx="3888433" cy="276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Small </a:t>
              </a:r>
              <a:r>
                <a:rPr lang="en-US" altLang="ko-KR" sz="12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runscripts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9" name="Oval 8">
            <a:extLst>
              <a:ext uri="{FF2B5EF4-FFF2-40B4-BE49-F238E27FC236}">
                <a16:creationId xmlns="" xmlns:a16="http://schemas.microsoft.com/office/drawing/2014/main" id="{10779195-C1F9-46F6-BBB0-AC6619C7A224}"/>
              </a:ext>
            </a:extLst>
          </p:cNvPr>
          <p:cNvSpPr/>
          <p:nvPr/>
        </p:nvSpPr>
        <p:spPr>
          <a:xfrm flipH="1">
            <a:off x="5404188" y="3661611"/>
            <a:ext cx="549613" cy="5496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D8D1AA95-7312-45E3-9BAB-AD22F1DECD51}"/>
              </a:ext>
            </a:extLst>
          </p:cNvPr>
          <p:cNvGrpSpPr/>
          <p:nvPr/>
        </p:nvGrpSpPr>
        <p:grpSpPr>
          <a:xfrm flipH="1">
            <a:off x="627960" y="3578327"/>
            <a:ext cx="4616540" cy="483803"/>
            <a:chOff x="4716014" y="1639851"/>
            <a:chExt cx="3888434" cy="483593"/>
          </a:xfrm>
        </p:grpSpPr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E81441A5-7011-4D83-A376-C8A5081ABF37}"/>
                </a:ext>
              </a:extLst>
            </p:cNvPr>
            <p:cNvSpPr txBox="1"/>
            <p:nvPr/>
          </p:nvSpPr>
          <p:spPr>
            <a:xfrm>
              <a:off x="4716015" y="1846565"/>
              <a:ext cx="3888433" cy="276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 lot of nice stuff </a:t>
              </a:r>
              <a:r>
                <a:rPr lang="mr-IN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–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restarts, monitoring, iterative coupling,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="" xmlns:a16="http://schemas.microsoft.com/office/drawing/2014/main" id="{ABF536FA-07F3-43D4-8A4B-02E511A7BDE5}"/>
                </a:ext>
              </a:extLst>
            </p:cNvPr>
            <p:cNvSpPr txBox="1"/>
            <p:nvPr/>
          </p:nvSpPr>
          <p:spPr>
            <a:xfrm>
              <a:off x="4716014" y="1639851"/>
              <a:ext cx="3888433" cy="276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Runtime Functionality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476F4CD0-08EC-4375-826C-A9E7EA1B4C50}"/>
              </a:ext>
            </a:extLst>
          </p:cNvPr>
          <p:cNvSpPr/>
          <p:nvPr/>
        </p:nvSpPr>
        <p:spPr>
          <a:xfrm flipH="1">
            <a:off x="6473642" y="5497857"/>
            <a:ext cx="549613" cy="54961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66E82848-E953-43E9-B41C-AB3AF8D57E71}"/>
              </a:ext>
            </a:extLst>
          </p:cNvPr>
          <p:cNvGrpSpPr/>
          <p:nvPr/>
        </p:nvGrpSpPr>
        <p:grpSpPr>
          <a:xfrm flipH="1">
            <a:off x="1697414" y="5414573"/>
            <a:ext cx="4616540" cy="668469"/>
            <a:chOff x="4716014" y="1639851"/>
            <a:chExt cx="3888434" cy="668179"/>
          </a:xfrm>
        </p:grpSpPr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534881C3-911F-441A-8CDE-1DE53AF12B3D}"/>
                </a:ext>
              </a:extLst>
            </p:cNvPr>
            <p:cNvSpPr txBox="1"/>
            <p:nvPr/>
          </p:nvSpPr>
          <p:spPr>
            <a:xfrm>
              <a:off x="4716015" y="1846565"/>
              <a:ext cx="3888433" cy="461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Simulation folders contain (almost) everything, and a ton of log files provide all the information to re-run or continue a simulation.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FF5DE792-2DAC-4024-9B67-8954E60A0994}"/>
                </a:ext>
              </a:extLst>
            </p:cNvPr>
            <p:cNvSpPr txBox="1"/>
            <p:nvPr/>
          </p:nvSpPr>
          <p:spPr>
            <a:xfrm>
              <a:off x="4716014" y="1639851"/>
              <a:ext cx="3888433" cy="276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Reproducibility / Documentation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8D80F9A0-6C85-4B37-922B-5F9E59754C20}"/>
              </a:ext>
            </a:extLst>
          </p:cNvPr>
          <p:cNvSpPr/>
          <p:nvPr/>
        </p:nvSpPr>
        <p:spPr>
          <a:xfrm flipH="1">
            <a:off x="5642015" y="2732539"/>
            <a:ext cx="549613" cy="54961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40DE418A-BE67-47E6-B938-DB1AF1EA6305}"/>
              </a:ext>
            </a:extLst>
          </p:cNvPr>
          <p:cNvGrpSpPr/>
          <p:nvPr/>
        </p:nvGrpSpPr>
        <p:grpSpPr>
          <a:xfrm flipH="1">
            <a:off x="877892" y="2660203"/>
            <a:ext cx="4616540" cy="668469"/>
            <a:chOff x="4716014" y="1639851"/>
            <a:chExt cx="3888434" cy="668179"/>
          </a:xfrm>
        </p:grpSpPr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CFC5EFCE-8887-4312-927C-7BC025F77D72}"/>
                </a:ext>
              </a:extLst>
            </p:cNvPr>
            <p:cNvSpPr txBox="1"/>
            <p:nvPr/>
          </p:nvSpPr>
          <p:spPr>
            <a:xfrm>
              <a:off x="4716015" y="1846565"/>
              <a:ext cx="3888433" cy="461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The Tools organize the data, recognizing standard data pools on the machines.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7207761B-348A-4E99-AD22-F60950E443B8}"/>
                </a:ext>
              </a:extLst>
            </p:cNvPr>
            <p:cNvSpPr txBox="1"/>
            <p:nvPr/>
          </p:nvSpPr>
          <p:spPr>
            <a:xfrm>
              <a:off x="4716014" y="1639851"/>
              <a:ext cx="3888433" cy="276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Input / Forcing Data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96C9C49C-244A-4B48-BB07-7FB35C787A7B}"/>
              </a:ext>
            </a:extLst>
          </p:cNvPr>
          <p:cNvSpPr/>
          <p:nvPr/>
        </p:nvSpPr>
        <p:spPr>
          <a:xfrm flipH="1">
            <a:off x="5640512" y="4567075"/>
            <a:ext cx="549613" cy="54961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643F7420-411B-4017-AB11-E0327A39854D}"/>
              </a:ext>
            </a:extLst>
          </p:cNvPr>
          <p:cNvGrpSpPr/>
          <p:nvPr/>
        </p:nvGrpSpPr>
        <p:grpSpPr>
          <a:xfrm flipH="1">
            <a:off x="853509" y="4496449"/>
            <a:ext cx="4616540" cy="668469"/>
            <a:chOff x="4716014" y="1639851"/>
            <a:chExt cx="3888434" cy="668179"/>
          </a:xfrm>
        </p:grpSpPr>
        <p:sp>
          <p:nvSpPr>
            <p:cNvPr id="23" name="TextBox 22">
              <a:extLst>
                <a:ext uri="{FF2B5EF4-FFF2-40B4-BE49-F238E27FC236}">
                  <a16:creationId xmlns="" xmlns:a16="http://schemas.microsoft.com/office/drawing/2014/main" id="{218E92E9-560F-4644-A5A8-8450CC8A59B2}"/>
                </a:ext>
              </a:extLst>
            </p:cNvPr>
            <p:cNvSpPr txBox="1"/>
            <p:nvPr/>
          </p:nvSpPr>
          <p:spPr>
            <a:xfrm>
              <a:off x="4716015" y="1846565"/>
              <a:ext cx="3888433" cy="461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Model Output is automatically sorted and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postprocessed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even tarred and archived.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F2367A6D-04E0-4AA2-A36A-2E7DEDD21AA0}"/>
                </a:ext>
              </a:extLst>
            </p:cNvPr>
            <p:cNvSpPr txBox="1"/>
            <p:nvPr/>
          </p:nvSpPr>
          <p:spPr>
            <a:xfrm>
              <a:off x="4716014" y="1639851"/>
              <a:ext cx="3888433" cy="276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Output Data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5" name="Oval 24">
            <a:extLst>
              <a:ext uri="{FF2B5EF4-FFF2-40B4-BE49-F238E27FC236}">
                <a16:creationId xmlns="" xmlns:a16="http://schemas.microsoft.com/office/drawing/2014/main" id="{C08EB5F7-2BF1-425F-9FE0-4DB072808ACC}"/>
              </a:ext>
            </a:extLst>
          </p:cNvPr>
          <p:cNvSpPr/>
          <p:nvPr/>
        </p:nvSpPr>
        <p:spPr>
          <a:xfrm flipH="1">
            <a:off x="7581254" y="2886580"/>
            <a:ext cx="216118" cy="2161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6" name="Oval 25">
            <a:extLst>
              <a:ext uri="{FF2B5EF4-FFF2-40B4-BE49-F238E27FC236}">
                <a16:creationId xmlns="" xmlns:a16="http://schemas.microsoft.com/office/drawing/2014/main" id="{BE3A8781-0799-4F9D-B3FB-EF3D78C56C97}"/>
              </a:ext>
            </a:extLst>
          </p:cNvPr>
          <p:cNvSpPr/>
          <p:nvPr/>
        </p:nvSpPr>
        <p:spPr>
          <a:xfrm flipH="1">
            <a:off x="7348378" y="3804702"/>
            <a:ext cx="216118" cy="2161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7" name="Oval 26">
            <a:extLst>
              <a:ext uri="{FF2B5EF4-FFF2-40B4-BE49-F238E27FC236}">
                <a16:creationId xmlns="" xmlns:a16="http://schemas.microsoft.com/office/drawing/2014/main" id="{367BBC88-3979-4C87-AD97-EFBA350194D3}"/>
              </a:ext>
            </a:extLst>
          </p:cNvPr>
          <p:cNvSpPr/>
          <p:nvPr/>
        </p:nvSpPr>
        <p:spPr>
          <a:xfrm flipH="1">
            <a:off x="7601706" y="4722826"/>
            <a:ext cx="216118" cy="2161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4331C00F-62C0-4B7A-B4A2-51E59FC7DBFF}"/>
              </a:ext>
            </a:extLst>
          </p:cNvPr>
          <p:cNvSpPr/>
          <p:nvPr/>
        </p:nvSpPr>
        <p:spPr>
          <a:xfrm flipH="1">
            <a:off x="8610310" y="5640948"/>
            <a:ext cx="216118" cy="21611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cxnSp>
        <p:nvCxnSpPr>
          <p:cNvPr id="29" name="Straight Connector 28">
            <a:extLst>
              <a:ext uri="{FF2B5EF4-FFF2-40B4-BE49-F238E27FC236}">
                <a16:creationId xmlns="" xmlns:a16="http://schemas.microsoft.com/office/drawing/2014/main" id="{C1074C65-F3DF-4063-B704-263954B9D92F}"/>
              </a:ext>
            </a:extLst>
          </p:cNvPr>
          <p:cNvCxnSpPr>
            <a:cxnSpLocks/>
          </p:cNvCxnSpPr>
          <p:nvPr/>
        </p:nvCxnSpPr>
        <p:spPr>
          <a:xfrm flipH="1">
            <a:off x="7214446" y="2076563"/>
            <a:ext cx="1080470" cy="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="" xmlns:a16="http://schemas.microsoft.com/office/drawing/2014/main" id="{33120593-EBA9-4085-A4BE-56CE63874ED2}"/>
              </a:ext>
            </a:extLst>
          </p:cNvPr>
          <p:cNvCxnSpPr>
            <a:cxnSpLocks/>
          </p:cNvCxnSpPr>
          <p:nvPr/>
        </p:nvCxnSpPr>
        <p:spPr>
          <a:xfrm flipH="1">
            <a:off x="6352070" y="2994686"/>
            <a:ext cx="1080470" cy="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="" xmlns:a16="http://schemas.microsoft.com/office/drawing/2014/main" id="{AB14C15C-FE65-4F93-B089-3D1FAD5374D8}"/>
              </a:ext>
            </a:extLst>
          </p:cNvPr>
          <p:cNvCxnSpPr>
            <a:cxnSpLocks/>
          </p:cNvCxnSpPr>
          <p:nvPr/>
        </p:nvCxnSpPr>
        <p:spPr>
          <a:xfrm flipH="1">
            <a:off x="6110666" y="3912809"/>
            <a:ext cx="1080470" cy="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="" xmlns:a16="http://schemas.microsoft.com/office/drawing/2014/main" id="{D71F5839-AE34-4983-95D5-6D9987EDC886}"/>
              </a:ext>
            </a:extLst>
          </p:cNvPr>
          <p:cNvCxnSpPr>
            <a:cxnSpLocks/>
          </p:cNvCxnSpPr>
          <p:nvPr/>
        </p:nvCxnSpPr>
        <p:spPr>
          <a:xfrm flipH="1">
            <a:off x="6350104" y="4830932"/>
            <a:ext cx="1080470" cy="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="" xmlns:a16="http://schemas.microsoft.com/office/drawing/2014/main" id="{9D0D08D4-C9F6-43C9-A062-3C4424A925CA}"/>
              </a:ext>
            </a:extLst>
          </p:cNvPr>
          <p:cNvCxnSpPr>
            <a:cxnSpLocks/>
          </p:cNvCxnSpPr>
          <p:nvPr/>
        </p:nvCxnSpPr>
        <p:spPr>
          <a:xfrm flipH="1">
            <a:off x="7276360" y="5749055"/>
            <a:ext cx="1080470" cy="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ight Triangle 17">
            <a:extLst>
              <a:ext uri="{FF2B5EF4-FFF2-40B4-BE49-F238E27FC236}">
                <a16:creationId xmlns="" xmlns:a16="http://schemas.microsoft.com/office/drawing/2014/main" id="{6ADCC979-BA1C-4251-B6F5-CE5AA2B72FD0}"/>
              </a:ext>
            </a:extLst>
          </p:cNvPr>
          <p:cNvSpPr/>
          <p:nvPr/>
        </p:nvSpPr>
        <p:spPr>
          <a:xfrm>
            <a:off x="6505143" y="1934984"/>
            <a:ext cx="274699" cy="330374"/>
          </a:xfrm>
          <a:custGeom>
            <a:avLst/>
            <a:gdLst/>
            <a:ahLst/>
            <a:cxn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8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 txBox="1">
            <a:spLocks/>
          </p:cNvSpPr>
          <p:nvPr/>
        </p:nvSpPr>
        <p:spPr>
          <a:xfrm>
            <a:off x="303840" y="102435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i="1" dirty="0" err="1" smtClean="0"/>
              <a:t>esm-runscripts</a:t>
            </a:r>
            <a:endParaRPr lang="en-US" sz="3200" i="1" dirty="0"/>
          </a:p>
        </p:txBody>
      </p:sp>
      <p:sp>
        <p:nvSpPr>
          <p:cNvPr id="49" name="Block Arc 41">
            <a:extLst>
              <a:ext uri="{FF2B5EF4-FFF2-40B4-BE49-F238E27FC236}">
                <a16:creationId xmlns="" xmlns:a16="http://schemas.microsoft.com/office/drawing/2014/main" id="{36DCD789-FED8-401C-8C81-CF9F331DAB6D}"/>
              </a:ext>
            </a:extLst>
          </p:cNvPr>
          <p:cNvSpPr/>
          <p:nvPr/>
        </p:nvSpPr>
        <p:spPr>
          <a:xfrm>
            <a:off x="6548662" y="5570346"/>
            <a:ext cx="399571" cy="404633"/>
          </a:xfrm>
          <a:custGeom>
            <a:avLst/>
            <a:gdLst/>
            <a:ahLst/>
            <a:cxnLst/>
            <a:rect l="l" t="t" r="r" b="b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50" name="Rounded Rectangle 6">
            <a:extLst>
              <a:ext uri="{FF2B5EF4-FFF2-40B4-BE49-F238E27FC236}">
                <a16:creationId xmlns="" xmlns:a16="http://schemas.microsoft.com/office/drawing/2014/main" id="{11DB8BB9-D675-470D-AC1D-C9EF80405172}"/>
              </a:ext>
            </a:extLst>
          </p:cNvPr>
          <p:cNvSpPr/>
          <p:nvPr/>
        </p:nvSpPr>
        <p:spPr>
          <a:xfrm>
            <a:off x="5750953" y="4671776"/>
            <a:ext cx="328729" cy="334215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grpSp>
        <p:nvGrpSpPr>
          <p:cNvPr id="51" name="Group 50">
            <a:extLst>
              <a:ext uri="{FF2B5EF4-FFF2-40B4-BE49-F238E27FC236}">
                <a16:creationId xmlns="" xmlns:a16="http://schemas.microsoft.com/office/drawing/2014/main" id="{34923DC7-550C-4D59-B63C-ED91E1516E16}"/>
              </a:ext>
            </a:extLst>
          </p:cNvPr>
          <p:cNvGrpSpPr/>
          <p:nvPr/>
        </p:nvGrpSpPr>
        <p:grpSpPr>
          <a:xfrm>
            <a:off x="5480849" y="3743098"/>
            <a:ext cx="387769" cy="377989"/>
            <a:chOff x="4962321" y="3286116"/>
            <a:chExt cx="1475130" cy="1328189"/>
          </a:xfrm>
        </p:grpSpPr>
        <p:sp>
          <p:nvSpPr>
            <p:cNvPr id="52" name="Freeform: Shape 44">
              <a:extLst>
                <a:ext uri="{FF2B5EF4-FFF2-40B4-BE49-F238E27FC236}">
                  <a16:creationId xmlns="" xmlns:a16="http://schemas.microsoft.com/office/drawing/2014/main" id="{CE5365D1-147B-4E85-96C3-5825858D142A}"/>
                </a:ext>
              </a:extLst>
            </p:cNvPr>
            <p:cNvSpPr/>
            <p:nvPr/>
          </p:nvSpPr>
          <p:spPr>
            <a:xfrm>
              <a:off x="4962321" y="3907968"/>
              <a:ext cx="708241" cy="70633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solidFill>
              <a:schemeClr val="bg1"/>
            </a:solidFill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62">
              <a:extLst>
                <a:ext uri="{FF2B5EF4-FFF2-40B4-BE49-F238E27FC236}">
                  <a16:creationId xmlns="" xmlns:a16="http://schemas.microsoft.com/office/drawing/2014/main" id="{7860C27E-36A8-4E64-B8ED-FDD042EBE945}"/>
                </a:ext>
              </a:extLst>
            </p:cNvPr>
            <p:cNvSpPr/>
            <p:nvPr/>
          </p:nvSpPr>
          <p:spPr>
            <a:xfrm>
              <a:off x="5449304" y="3286116"/>
              <a:ext cx="988147" cy="987501"/>
            </a:xfrm>
            <a:custGeom>
              <a:avLst/>
              <a:gdLst>
                <a:gd name="connsiteX0" fmla="*/ 494462 w 988147"/>
                <a:gd name="connsiteY0" fmla="*/ 416074 h 987501"/>
                <a:gd name="connsiteX1" fmla="*/ 417459 w 988147"/>
                <a:gd name="connsiteY1" fmla="*/ 492745 h 987501"/>
                <a:gd name="connsiteX2" fmla="*/ 494129 w 988147"/>
                <a:gd name="connsiteY2" fmla="*/ 570081 h 987501"/>
                <a:gd name="connsiteX3" fmla="*/ 571299 w 988147"/>
                <a:gd name="connsiteY3" fmla="*/ 493244 h 987501"/>
                <a:gd name="connsiteX4" fmla="*/ 494462 w 988147"/>
                <a:gd name="connsiteY4" fmla="*/ 416074 h 987501"/>
                <a:gd name="connsiteX5" fmla="*/ 494795 w 988147"/>
                <a:gd name="connsiteY5" fmla="*/ 187060 h 987501"/>
                <a:gd name="connsiteX6" fmla="*/ 800480 w 988147"/>
                <a:gd name="connsiteY6" fmla="*/ 493576 h 987501"/>
                <a:gd name="connsiteX7" fmla="*/ 493630 w 988147"/>
                <a:gd name="connsiteY7" fmla="*/ 798929 h 987501"/>
                <a:gd name="connsiteX8" fmla="*/ 188444 w 988147"/>
                <a:gd name="connsiteY8" fmla="*/ 492579 h 987501"/>
                <a:gd name="connsiteX9" fmla="*/ 494795 w 988147"/>
                <a:gd name="connsiteY9" fmla="*/ 187060 h 987501"/>
                <a:gd name="connsiteX10" fmla="*/ 494464 w 988147"/>
                <a:gd name="connsiteY10" fmla="*/ 132604 h 987501"/>
                <a:gd name="connsiteX11" fmla="*/ 133489 w 988147"/>
                <a:gd name="connsiteY11" fmla="*/ 491485 h 987501"/>
                <a:gd name="connsiteX12" fmla="*/ 493893 w 988147"/>
                <a:gd name="connsiteY12" fmla="*/ 853411 h 987501"/>
                <a:gd name="connsiteX13" fmla="*/ 854867 w 988147"/>
                <a:gd name="connsiteY13" fmla="*/ 492817 h 987501"/>
                <a:gd name="connsiteX14" fmla="*/ 494464 w 988147"/>
                <a:gd name="connsiteY14" fmla="*/ 132604 h 987501"/>
                <a:gd name="connsiteX15" fmla="*/ 553293 w 988147"/>
                <a:gd name="connsiteY15" fmla="*/ 95 h 987501"/>
                <a:gd name="connsiteX16" fmla="*/ 558434 w 988147"/>
                <a:gd name="connsiteY16" fmla="*/ 285 h 987501"/>
                <a:gd name="connsiteX17" fmla="*/ 580519 w 988147"/>
                <a:gd name="connsiteY17" fmla="*/ 24083 h 987501"/>
                <a:gd name="connsiteX18" fmla="*/ 581851 w 988147"/>
                <a:gd name="connsiteY18" fmla="*/ 68444 h 987501"/>
                <a:gd name="connsiteX19" fmla="*/ 589657 w 988147"/>
                <a:gd name="connsiteY19" fmla="*/ 81390 h 987501"/>
                <a:gd name="connsiteX20" fmla="*/ 617835 w 988147"/>
                <a:gd name="connsiteY20" fmla="*/ 88815 h 987501"/>
                <a:gd name="connsiteX21" fmla="*/ 631162 w 988147"/>
                <a:gd name="connsiteY21" fmla="*/ 81771 h 987501"/>
                <a:gd name="connsiteX22" fmla="*/ 656483 w 988147"/>
                <a:gd name="connsiteY22" fmla="*/ 41218 h 987501"/>
                <a:gd name="connsiteX23" fmla="*/ 681043 w 988147"/>
                <a:gd name="connsiteY23" fmla="*/ 32651 h 987501"/>
                <a:gd name="connsiteX24" fmla="*/ 685422 w 988147"/>
                <a:gd name="connsiteY24" fmla="*/ 34174 h 987501"/>
                <a:gd name="connsiteX25" fmla="*/ 699320 w 988147"/>
                <a:gd name="connsiteY25" fmla="*/ 61400 h 987501"/>
                <a:gd name="connsiteX26" fmla="*/ 689420 w 988147"/>
                <a:gd name="connsiteY26" fmla="*/ 104046 h 987501"/>
                <a:gd name="connsiteX27" fmla="*/ 696274 w 988147"/>
                <a:gd name="connsiteY27" fmla="*/ 122514 h 987501"/>
                <a:gd name="connsiteX28" fmla="*/ 718359 w 988147"/>
                <a:gd name="connsiteY28" fmla="*/ 134699 h 987501"/>
                <a:gd name="connsiteX29" fmla="*/ 733019 w 988147"/>
                <a:gd name="connsiteY29" fmla="*/ 131272 h 987501"/>
                <a:gd name="connsiteX30" fmla="*/ 768050 w 988147"/>
                <a:gd name="connsiteY30" fmla="*/ 98715 h 987501"/>
                <a:gd name="connsiteX31" fmla="*/ 793943 w 988147"/>
                <a:gd name="connsiteY31" fmla="*/ 96621 h 987501"/>
                <a:gd name="connsiteX32" fmla="*/ 795275 w 988147"/>
                <a:gd name="connsiteY32" fmla="*/ 97573 h 987501"/>
                <a:gd name="connsiteX33" fmla="*/ 803462 w 988147"/>
                <a:gd name="connsiteY33" fmla="*/ 130510 h 987501"/>
                <a:gd name="connsiteX34" fmla="*/ 783091 w 988147"/>
                <a:gd name="connsiteY34" fmla="*/ 168587 h 987501"/>
                <a:gd name="connsiteX35" fmla="*/ 784804 w 988147"/>
                <a:gd name="connsiteY35" fmla="*/ 186674 h 987501"/>
                <a:gd name="connsiteX36" fmla="*/ 801939 w 988147"/>
                <a:gd name="connsiteY36" fmla="*/ 203619 h 987501"/>
                <a:gd name="connsiteX37" fmla="*/ 819074 w 988147"/>
                <a:gd name="connsiteY37" fmla="*/ 205142 h 987501"/>
                <a:gd name="connsiteX38" fmla="*/ 862292 w 988147"/>
                <a:gd name="connsiteY38" fmla="*/ 182295 h 987501"/>
                <a:gd name="connsiteX39" fmla="*/ 885900 w 988147"/>
                <a:gd name="connsiteY39" fmla="*/ 187246 h 987501"/>
                <a:gd name="connsiteX40" fmla="*/ 893135 w 988147"/>
                <a:gd name="connsiteY40" fmla="*/ 196955 h 987501"/>
                <a:gd name="connsiteX41" fmla="*/ 891231 w 988147"/>
                <a:gd name="connsiteY41" fmla="*/ 218279 h 987501"/>
                <a:gd name="connsiteX42" fmla="*/ 856771 w 988147"/>
                <a:gd name="connsiteY42" fmla="*/ 255404 h 987501"/>
                <a:gd name="connsiteX43" fmla="*/ 853725 w 988147"/>
                <a:gd name="connsiteY43" fmla="*/ 270635 h 987501"/>
                <a:gd name="connsiteX44" fmla="*/ 866861 w 988147"/>
                <a:gd name="connsiteY44" fmla="*/ 293481 h 987501"/>
                <a:gd name="connsiteX45" fmla="*/ 883615 w 988147"/>
                <a:gd name="connsiteY45" fmla="*/ 299003 h 987501"/>
                <a:gd name="connsiteX46" fmla="*/ 932354 w 988147"/>
                <a:gd name="connsiteY46" fmla="*/ 287960 h 987501"/>
                <a:gd name="connsiteX47" fmla="*/ 950441 w 988147"/>
                <a:gd name="connsiteY47" fmla="*/ 296337 h 987501"/>
                <a:gd name="connsiteX48" fmla="*/ 956153 w 988147"/>
                <a:gd name="connsiteY48" fmla="*/ 309474 h 987501"/>
                <a:gd name="connsiteX49" fmla="*/ 948347 w 988147"/>
                <a:gd name="connsiteY49" fmla="*/ 330798 h 987501"/>
                <a:gd name="connsiteX50" fmla="*/ 908175 w 988147"/>
                <a:gd name="connsiteY50" fmla="*/ 355738 h 987501"/>
                <a:gd name="connsiteX51" fmla="*/ 899608 w 988147"/>
                <a:gd name="connsiteY51" fmla="*/ 374396 h 987501"/>
                <a:gd name="connsiteX52" fmla="*/ 905510 w 988147"/>
                <a:gd name="connsiteY52" fmla="*/ 396100 h 987501"/>
                <a:gd name="connsiteX53" fmla="*/ 919789 w 988147"/>
                <a:gd name="connsiteY53" fmla="*/ 406191 h 987501"/>
                <a:gd name="connsiteX54" fmla="*/ 969861 w 988147"/>
                <a:gd name="connsiteY54" fmla="*/ 408095 h 987501"/>
                <a:gd name="connsiteX55" fmla="*/ 986044 w 988147"/>
                <a:gd name="connsiteY55" fmla="*/ 420851 h 987501"/>
                <a:gd name="connsiteX56" fmla="*/ 988138 w 988147"/>
                <a:gd name="connsiteY56" fmla="*/ 436272 h 987501"/>
                <a:gd name="connsiteX57" fmla="*/ 975763 w 988147"/>
                <a:gd name="connsiteY57" fmla="*/ 453788 h 987501"/>
                <a:gd name="connsiteX58" fmla="*/ 930641 w 988147"/>
                <a:gd name="connsiteY58" fmla="*/ 467686 h 987501"/>
                <a:gd name="connsiteX59" fmla="*/ 916552 w 988147"/>
                <a:gd name="connsiteY59" fmla="*/ 485582 h 987501"/>
                <a:gd name="connsiteX60" fmla="*/ 917504 w 988147"/>
                <a:gd name="connsiteY60" fmla="*/ 509191 h 987501"/>
                <a:gd name="connsiteX61" fmla="*/ 927214 w 988147"/>
                <a:gd name="connsiteY61" fmla="*/ 519471 h 987501"/>
                <a:gd name="connsiteX62" fmla="*/ 974620 w 988147"/>
                <a:gd name="connsiteY62" fmla="*/ 533941 h 987501"/>
                <a:gd name="connsiteX63" fmla="*/ 988138 w 988147"/>
                <a:gd name="connsiteY63" fmla="*/ 552789 h 987501"/>
                <a:gd name="connsiteX64" fmla="*/ 988138 w 988147"/>
                <a:gd name="connsiteY64" fmla="*/ 556216 h 987501"/>
                <a:gd name="connsiteX65" fmla="*/ 963768 w 988147"/>
                <a:gd name="connsiteY65" fmla="*/ 580395 h 987501"/>
                <a:gd name="connsiteX66" fmla="*/ 918837 w 988147"/>
                <a:gd name="connsiteY66" fmla="*/ 581728 h 987501"/>
                <a:gd name="connsiteX67" fmla="*/ 906843 w 988147"/>
                <a:gd name="connsiteY67" fmla="*/ 589153 h 987501"/>
                <a:gd name="connsiteX68" fmla="*/ 899227 w 988147"/>
                <a:gd name="connsiteY68" fmla="*/ 617330 h 987501"/>
                <a:gd name="connsiteX69" fmla="*/ 906652 w 988147"/>
                <a:gd name="connsiteY69" fmla="*/ 631038 h 987501"/>
                <a:gd name="connsiteX70" fmla="*/ 946253 w 988147"/>
                <a:gd name="connsiteY70" fmla="*/ 655789 h 987501"/>
                <a:gd name="connsiteX71" fmla="*/ 955201 w 988147"/>
                <a:gd name="connsiteY71" fmla="*/ 681110 h 987501"/>
                <a:gd name="connsiteX72" fmla="*/ 948918 w 988147"/>
                <a:gd name="connsiteY72" fmla="*/ 694057 h 987501"/>
                <a:gd name="connsiteX73" fmla="*/ 936734 w 988147"/>
                <a:gd name="connsiteY73" fmla="*/ 700149 h 987501"/>
                <a:gd name="connsiteX74" fmla="*/ 906462 w 988147"/>
                <a:gd name="connsiteY74" fmla="*/ 693485 h 987501"/>
                <a:gd name="connsiteX75" fmla="*/ 881711 w 988147"/>
                <a:gd name="connsiteY75" fmla="*/ 687774 h 987501"/>
                <a:gd name="connsiteX76" fmla="*/ 868765 w 988147"/>
                <a:gd name="connsiteY76" fmla="*/ 691772 h 987501"/>
                <a:gd name="connsiteX77" fmla="*/ 853154 w 988147"/>
                <a:gd name="connsiteY77" fmla="*/ 719759 h 987501"/>
                <a:gd name="connsiteX78" fmla="*/ 856961 w 988147"/>
                <a:gd name="connsiteY78" fmla="*/ 731753 h 987501"/>
                <a:gd name="connsiteX79" fmla="*/ 890279 w 988147"/>
                <a:gd name="connsiteY79" fmla="*/ 767546 h 987501"/>
                <a:gd name="connsiteX80" fmla="*/ 892373 w 988147"/>
                <a:gd name="connsiteY80" fmla="*/ 792106 h 987501"/>
                <a:gd name="connsiteX81" fmla="*/ 891040 w 988147"/>
                <a:gd name="connsiteY81" fmla="*/ 794010 h 987501"/>
                <a:gd name="connsiteX82" fmla="*/ 857532 w 988147"/>
                <a:gd name="connsiteY82" fmla="*/ 802387 h 987501"/>
                <a:gd name="connsiteX83" fmla="*/ 818884 w 988147"/>
                <a:gd name="connsiteY83" fmla="*/ 781825 h 987501"/>
                <a:gd name="connsiteX84" fmla="*/ 803843 w 988147"/>
                <a:gd name="connsiteY84" fmla="*/ 782396 h 987501"/>
                <a:gd name="connsiteX85" fmla="*/ 784233 w 988147"/>
                <a:gd name="connsiteY85" fmla="*/ 801625 h 987501"/>
                <a:gd name="connsiteX86" fmla="*/ 783281 w 988147"/>
                <a:gd name="connsiteY86" fmla="*/ 818189 h 987501"/>
                <a:gd name="connsiteX87" fmla="*/ 806128 w 988147"/>
                <a:gd name="connsiteY87" fmla="*/ 861407 h 987501"/>
                <a:gd name="connsiteX88" fmla="*/ 802320 w 988147"/>
                <a:gd name="connsiteY88" fmla="*/ 883873 h 987501"/>
                <a:gd name="connsiteX89" fmla="*/ 798512 w 988147"/>
                <a:gd name="connsiteY89" fmla="*/ 887300 h 987501"/>
                <a:gd name="connsiteX90" fmla="*/ 765766 w 988147"/>
                <a:gd name="connsiteY90" fmla="*/ 886157 h 987501"/>
                <a:gd name="connsiteX91" fmla="*/ 733781 w 988147"/>
                <a:gd name="connsiteY91" fmla="*/ 856266 h 987501"/>
                <a:gd name="connsiteX92" fmla="*/ 717407 w 988147"/>
                <a:gd name="connsiteY92" fmla="*/ 853030 h 987501"/>
                <a:gd name="connsiteX93" fmla="*/ 694941 w 988147"/>
                <a:gd name="connsiteY93" fmla="*/ 865786 h 987501"/>
                <a:gd name="connsiteX94" fmla="*/ 689420 w 988147"/>
                <a:gd name="connsiteY94" fmla="*/ 882540 h 987501"/>
                <a:gd name="connsiteX95" fmla="*/ 700844 w 988147"/>
                <a:gd name="connsiteY95" fmla="*/ 932421 h 987501"/>
                <a:gd name="connsiteX96" fmla="*/ 693418 w 988147"/>
                <a:gd name="connsiteY96" fmla="*/ 948985 h 987501"/>
                <a:gd name="connsiteX97" fmla="*/ 679330 w 988147"/>
                <a:gd name="connsiteY97" fmla="*/ 955268 h 987501"/>
                <a:gd name="connsiteX98" fmla="*/ 657816 w 988147"/>
                <a:gd name="connsiteY98" fmla="*/ 947653 h 987501"/>
                <a:gd name="connsiteX99" fmla="*/ 632875 w 988147"/>
                <a:gd name="connsiteY99" fmla="*/ 907481 h 987501"/>
                <a:gd name="connsiteX100" fmla="*/ 614217 w 988147"/>
                <a:gd name="connsiteY100" fmla="*/ 898723 h 987501"/>
                <a:gd name="connsiteX101" fmla="*/ 594226 w 988147"/>
                <a:gd name="connsiteY101" fmla="*/ 904054 h 987501"/>
                <a:gd name="connsiteX102" fmla="*/ 582042 w 988147"/>
                <a:gd name="connsiteY102" fmla="*/ 920617 h 987501"/>
                <a:gd name="connsiteX103" fmla="*/ 580709 w 988147"/>
                <a:gd name="connsiteY103" fmla="*/ 965549 h 987501"/>
                <a:gd name="connsiteX104" fmla="*/ 563384 w 988147"/>
                <a:gd name="connsiteY104" fmla="*/ 986111 h 987501"/>
                <a:gd name="connsiteX105" fmla="*/ 552532 w 988147"/>
                <a:gd name="connsiteY105" fmla="*/ 987443 h 987501"/>
                <a:gd name="connsiteX106" fmla="*/ 535016 w 988147"/>
                <a:gd name="connsiteY106" fmla="*/ 975639 h 987501"/>
                <a:gd name="connsiteX107" fmla="*/ 520356 w 988147"/>
                <a:gd name="connsiteY107" fmla="*/ 927852 h 987501"/>
                <a:gd name="connsiteX108" fmla="*/ 506648 w 988147"/>
                <a:gd name="connsiteY108" fmla="*/ 916048 h 987501"/>
                <a:gd name="connsiteX109" fmla="*/ 481517 w 988147"/>
                <a:gd name="connsiteY109" fmla="*/ 916238 h 987501"/>
                <a:gd name="connsiteX110" fmla="*/ 469332 w 988147"/>
                <a:gd name="connsiteY110" fmla="*/ 926710 h 987501"/>
                <a:gd name="connsiteX111" fmla="*/ 455434 w 988147"/>
                <a:gd name="connsiteY111" fmla="*/ 971832 h 987501"/>
                <a:gd name="connsiteX112" fmla="*/ 432017 w 988147"/>
                <a:gd name="connsiteY112" fmla="*/ 986872 h 987501"/>
                <a:gd name="connsiteX113" fmla="*/ 408409 w 988147"/>
                <a:gd name="connsiteY113" fmla="*/ 960218 h 987501"/>
                <a:gd name="connsiteX114" fmla="*/ 407266 w 988147"/>
                <a:gd name="connsiteY114" fmla="*/ 919285 h 987501"/>
                <a:gd name="connsiteX115" fmla="*/ 398699 w 988147"/>
                <a:gd name="connsiteY115" fmla="*/ 905577 h 987501"/>
                <a:gd name="connsiteX116" fmla="*/ 370902 w 988147"/>
                <a:gd name="connsiteY116" fmla="*/ 898532 h 987501"/>
                <a:gd name="connsiteX117" fmla="*/ 357575 w 988147"/>
                <a:gd name="connsiteY117" fmla="*/ 905577 h 987501"/>
                <a:gd name="connsiteX118" fmla="*/ 332254 w 988147"/>
                <a:gd name="connsiteY118" fmla="*/ 946129 h 987501"/>
                <a:gd name="connsiteX119" fmla="*/ 308645 w 988147"/>
                <a:gd name="connsiteY119" fmla="*/ 954697 h 987501"/>
                <a:gd name="connsiteX120" fmla="*/ 306932 w 988147"/>
                <a:gd name="connsiteY120" fmla="*/ 954126 h 987501"/>
                <a:gd name="connsiteX121" fmla="*/ 289797 w 988147"/>
                <a:gd name="connsiteY121" fmla="*/ 924235 h 987501"/>
                <a:gd name="connsiteX122" fmla="*/ 299507 w 988147"/>
                <a:gd name="connsiteY122" fmla="*/ 882159 h 987501"/>
                <a:gd name="connsiteX123" fmla="*/ 293224 w 988147"/>
                <a:gd name="connsiteY123" fmla="*/ 865024 h 987501"/>
                <a:gd name="connsiteX124" fmla="*/ 272853 w 988147"/>
                <a:gd name="connsiteY124" fmla="*/ 853220 h 987501"/>
                <a:gd name="connsiteX125" fmla="*/ 254385 w 988147"/>
                <a:gd name="connsiteY125" fmla="*/ 856647 h 987501"/>
                <a:gd name="connsiteX126" fmla="*/ 219925 w 988147"/>
                <a:gd name="connsiteY126" fmla="*/ 888823 h 987501"/>
                <a:gd name="connsiteX127" fmla="*/ 195746 w 988147"/>
                <a:gd name="connsiteY127" fmla="*/ 891107 h 987501"/>
                <a:gd name="connsiteX128" fmla="*/ 192319 w 988147"/>
                <a:gd name="connsiteY128" fmla="*/ 888823 h 987501"/>
                <a:gd name="connsiteX129" fmla="*/ 184703 w 988147"/>
                <a:gd name="connsiteY129" fmla="*/ 857028 h 987501"/>
                <a:gd name="connsiteX130" fmla="*/ 205265 w 988147"/>
                <a:gd name="connsiteY130" fmla="*/ 818379 h 987501"/>
                <a:gd name="connsiteX131" fmla="*/ 203742 w 988147"/>
                <a:gd name="connsiteY131" fmla="*/ 800293 h 987501"/>
                <a:gd name="connsiteX132" fmla="*/ 186607 w 988147"/>
                <a:gd name="connsiteY132" fmla="*/ 783348 h 987501"/>
                <a:gd name="connsiteX133" fmla="*/ 168901 w 988147"/>
                <a:gd name="connsiteY133" fmla="*/ 782015 h 987501"/>
                <a:gd name="connsiteX134" fmla="*/ 126064 w 988147"/>
                <a:gd name="connsiteY134" fmla="*/ 804672 h 987501"/>
                <a:gd name="connsiteX135" fmla="*/ 102647 w 988147"/>
                <a:gd name="connsiteY135" fmla="*/ 800293 h 987501"/>
                <a:gd name="connsiteX136" fmla="*/ 101123 w 988147"/>
                <a:gd name="connsiteY136" fmla="*/ 798579 h 987501"/>
                <a:gd name="connsiteX137" fmla="*/ 102075 w 988147"/>
                <a:gd name="connsiteY137" fmla="*/ 763548 h 987501"/>
                <a:gd name="connsiteX138" fmla="*/ 130824 w 988147"/>
                <a:gd name="connsiteY138" fmla="*/ 732895 h 987501"/>
                <a:gd name="connsiteX139" fmla="*/ 134251 w 988147"/>
                <a:gd name="connsiteY139" fmla="*/ 716141 h 987501"/>
                <a:gd name="connsiteX140" fmla="*/ 121114 w 988147"/>
                <a:gd name="connsiteY140" fmla="*/ 693295 h 987501"/>
                <a:gd name="connsiteX141" fmla="*/ 104551 w 988147"/>
                <a:gd name="connsiteY141" fmla="*/ 688535 h 987501"/>
                <a:gd name="connsiteX142" fmla="*/ 63046 w 988147"/>
                <a:gd name="connsiteY142" fmla="*/ 698055 h 987501"/>
                <a:gd name="connsiteX143" fmla="*/ 57525 w 988147"/>
                <a:gd name="connsiteY143" fmla="*/ 699387 h 987501"/>
                <a:gd name="connsiteX144" fmla="*/ 36963 w 988147"/>
                <a:gd name="connsiteY144" fmla="*/ 689297 h 987501"/>
                <a:gd name="connsiteX145" fmla="*/ 32203 w 988147"/>
                <a:gd name="connsiteY145" fmla="*/ 678255 h 987501"/>
                <a:gd name="connsiteX146" fmla="*/ 39819 w 988147"/>
                <a:gd name="connsiteY146" fmla="*/ 656741 h 987501"/>
                <a:gd name="connsiteX147" fmla="*/ 78848 w 988147"/>
                <a:gd name="connsiteY147" fmla="*/ 632371 h 987501"/>
                <a:gd name="connsiteX148" fmla="*/ 88177 w 988147"/>
                <a:gd name="connsiteY148" fmla="*/ 610477 h 987501"/>
                <a:gd name="connsiteX149" fmla="*/ 82275 w 988147"/>
                <a:gd name="connsiteY149" fmla="*/ 590676 h 987501"/>
                <a:gd name="connsiteX150" fmla="*/ 67996 w 988147"/>
                <a:gd name="connsiteY150" fmla="*/ 581157 h 987501"/>
                <a:gd name="connsiteX151" fmla="*/ 21922 w 988147"/>
                <a:gd name="connsiteY151" fmla="*/ 579824 h 987501"/>
                <a:gd name="connsiteX152" fmla="*/ 1360 w 988147"/>
                <a:gd name="connsiteY152" fmla="*/ 562499 h 987501"/>
                <a:gd name="connsiteX153" fmla="*/ 599 w 988147"/>
                <a:gd name="connsiteY153" fmla="*/ 558501 h 987501"/>
                <a:gd name="connsiteX154" fmla="*/ 17924 w 988147"/>
                <a:gd name="connsiteY154" fmla="*/ 532227 h 987501"/>
                <a:gd name="connsiteX155" fmla="*/ 59238 w 988147"/>
                <a:gd name="connsiteY155" fmla="*/ 519662 h 987501"/>
                <a:gd name="connsiteX156" fmla="*/ 71614 w 988147"/>
                <a:gd name="connsiteY156" fmla="*/ 505763 h 987501"/>
                <a:gd name="connsiteX157" fmla="*/ 71042 w 988147"/>
                <a:gd name="connsiteY157" fmla="*/ 479300 h 987501"/>
                <a:gd name="connsiteX158" fmla="*/ 61333 w 988147"/>
                <a:gd name="connsiteY158" fmla="*/ 468447 h 987501"/>
                <a:gd name="connsiteX159" fmla="*/ 17353 w 988147"/>
                <a:gd name="connsiteY159" fmla="*/ 454930 h 987501"/>
                <a:gd name="connsiteX160" fmla="*/ 599 w 988147"/>
                <a:gd name="connsiteY160" fmla="*/ 430560 h 987501"/>
                <a:gd name="connsiteX161" fmla="*/ 2312 w 988147"/>
                <a:gd name="connsiteY161" fmla="*/ 420470 h 987501"/>
                <a:gd name="connsiteX162" fmla="*/ 18115 w 988147"/>
                <a:gd name="connsiteY162" fmla="*/ 407904 h 987501"/>
                <a:gd name="connsiteX163" fmla="*/ 60761 w 988147"/>
                <a:gd name="connsiteY163" fmla="*/ 406572 h 987501"/>
                <a:gd name="connsiteX164" fmla="*/ 67044 w 988147"/>
                <a:gd name="connsiteY164" fmla="*/ 406381 h 987501"/>
                <a:gd name="connsiteX165" fmla="*/ 83989 w 988147"/>
                <a:gd name="connsiteY165" fmla="*/ 393054 h 987501"/>
                <a:gd name="connsiteX166" fmla="*/ 88938 w 988147"/>
                <a:gd name="connsiteY166" fmla="*/ 374206 h 987501"/>
                <a:gd name="connsiteX167" fmla="*/ 80943 w 988147"/>
                <a:gd name="connsiteY167" fmla="*/ 356309 h 987501"/>
                <a:gd name="connsiteX168" fmla="*/ 41913 w 988147"/>
                <a:gd name="connsiteY168" fmla="*/ 331940 h 987501"/>
                <a:gd name="connsiteX169" fmla="*/ 33155 w 988147"/>
                <a:gd name="connsiteY169" fmla="*/ 306999 h 987501"/>
                <a:gd name="connsiteX170" fmla="*/ 38676 w 988147"/>
                <a:gd name="connsiteY170" fmla="*/ 295005 h 987501"/>
                <a:gd name="connsiteX171" fmla="*/ 55811 w 988147"/>
                <a:gd name="connsiteY171" fmla="*/ 287770 h 987501"/>
                <a:gd name="connsiteX172" fmla="*/ 104551 w 988147"/>
                <a:gd name="connsiteY172" fmla="*/ 299003 h 987501"/>
                <a:gd name="connsiteX173" fmla="*/ 122256 w 988147"/>
                <a:gd name="connsiteY173" fmla="*/ 293101 h 987501"/>
                <a:gd name="connsiteX174" fmla="*/ 134251 w 988147"/>
                <a:gd name="connsiteY174" fmla="*/ 272158 h 987501"/>
                <a:gd name="connsiteX175" fmla="*/ 130824 w 988147"/>
                <a:gd name="connsiteY175" fmla="*/ 254262 h 987501"/>
                <a:gd name="connsiteX176" fmla="*/ 98458 w 988147"/>
                <a:gd name="connsiteY176" fmla="*/ 219802 h 987501"/>
                <a:gd name="connsiteX177" fmla="*/ 96554 w 988147"/>
                <a:gd name="connsiteY177" fmla="*/ 195242 h 987501"/>
                <a:gd name="connsiteX178" fmla="*/ 99791 w 988147"/>
                <a:gd name="connsiteY178" fmla="*/ 190482 h 987501"/>
                <a:gd name="connsiteX179" fmla="*/ 129110 w 988147"/>
                <a:gd name="connsiteY179" fmla="*/ 184009 h 987501"/>
                <a:gd name="connsiteX180" fmla="*/ 168711 w 988147"/>
                <a:gd name="connsiteY180" fmla="*/ 205142 h 987501"/>
                <a:gd name="connsiteX181" fmla="*/ 187369 w 988147"/>
                <a:gd name="connsiteY181" fmla="*/ 203428 h 987501"/>
                <a:gd name="connsiteX182" fmla="*/ 203361 w 988147"/>
                <a:gd name="connsiteY182" fmla="*/ 187626 h 987501"/>
                <a:gd name="connsiteX183" fmla="*/ 205456 w 988147"/>
                <a:gd name="connsiteY183" fmla="*/ 168587 h 987501"/>
                <a:gd name="connsiteX184" fmla="*/ 182419 w 988147"/>
                <a:gd name="connsiteY184" fmla="*/ 125370 h 987501"/>
                <a:gd name="connsiteX185" fmla="*/ 186417 w 988147"/>
                <a:gd name="connsiteY185" fmla="*/ 103475 h 987501"/>
                <a:gd name="connsiteX186" fmla="*/ 198411 w 988147"/>
                <a:gd name="connsiteY186" fmla="*/ 94527 h 987501"/>
                <a:gd name="connsiteX187" fmla="*/ 217831 w 988147"/>
                <a:gd name="connsiteY187" fmla="*/ 96621 h 987501"/>
                <a:gd name="connsiteX188" fmla="*/ 250768 w 988147"/>
                <a:gd name="connsiteY188" fmla="*/ 127273 h 987501"/>
                <a:gd name="connsiteX189" fmla="*/ 278564 w 988147"/>
                <a:gd name="connsiteY189" fmla="*/ 131272 h 987501"/>
                <a:gd name="connsiteX190" fmla="*/ 294176 w 988147"/>
                <a:gd name="connsiteY190" fmla="*/ 121562 h 987501"/>
                <a:gd name="connsiteX191" fmla="*/ 299507 w 988147"/>
                <a:gd name="connsiteY191" fmla="*/ 105189 h 987501"/>
                <a:gd name="connsiteX192" fmla="*/ 288465 w 988147"/>
                <a:gd name="connsiteY192" fmla="*/ 57592 h 987501"/>
                <a:gd name="connsiteX193" fmla="*/ 297794 w 988147"/>
                <a:gd name="connsiteY193" fmla="*/ 37220 h 987501"/>
                <a:gd name="connsiteX194" fmla="*/ 310549 w 988147"/>
                <a:gd name="connsiteY194" fmla="*/ 31889 h 987501"/>
                <a:gd name="connsiteX195" fmla="*/ 330731 w 988147"/>
                <a:gd name="connsiteY195" fmla="*/ 39124 h 987501"/>
                <a:gd name="connsiteX196" fmla="*/ 356243 w 988147"/>
                <a:gd name="connsiteY196" fmla="*/ 80248 h 987501"/>
                <a:gd name="connsiteX197" fmla="*/ 373949 w 988147"/>
                <a:gd name="connsiteY197" fmla="*/ 88815 h 987501"/>
                <a:gd name="connsiteX198" fmla="*/ 397747 w 988147"/>
                <a:gd name="connsiteY198" fmla="*/ 82152 h 987501"/>
                <a:gd name="connsiteX199" fmla="*/ 406505 w 988147"/>
                <a:gd name="connsiteY199" fmla="*/ 69396 h 987501"/>
                <a:gd name="connsiteX200" fmla="*/ 408409 w 988147"/>
                <a:gd name="connsiteY200" fmla="*/ 19895 h 987501"/>
                <a:gd name="connsiteX201" fmla="*/ 422497 w 988147"/>
                <a:gd name="connsiteY201" fmla="*/ 1808 h 987501"/>
                <a:gd name="connsiteX202" fmla="*/ 427638 w 988147"/>
                <a:gd name="connsiteY202" fmla="*/ 666 h 987501"/>
                <a:gd name="connsiteX203" fmla="*/ 456005 w 988147"/>
                <a:gd name="connsiteY203" fmla="*/ 17991 h 987501"/>
                <a:gd name="connsiteX204" fmla="*/ 468571 w 988147"/>
                <a:gd name="connsiteY204" fmla="*/ 59876 h 987501"/>
                <a:gd name="connsiteX205" fmla="*/ 480946 w 988147"/>
                <a:gd name="connsiteY205" fmla="*/ 71109 h 987501"/>
                <a:gd name="connsiteX206" fmla="*/ 507981 w 988147"/>
                <a:gd name="connsiteY206" fmla="*/ 71109 h 987501"/>
                <a:gd name="connsiteX207" fmla="*/ 519975 w 988147"/>
                <a:gd name="connsiteY207" fmla="*/ 60257 h 987501"/>
                <a:gd name="connsiteX208" fmla="*/ 534064 w 988147"/>
                <a:gd name="connsiteY208" fmla="*/ 13993 h 987501"/>
                <a:gd name="connsiteX209" fmla="*/ 553293 w 988147"/>
                <a:gd name="connsiteY209" fmla="*/ 95 h 98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</a:cxnLst>
              <a:rect l="l" t="t" r="r" b="b"/>
              <a:pathLst>
                <a:path w="988147" h="987501">
                  <a:moveTo>
                    <a:pt x="494462" y="416074"/>
                  </a:moveTo>
                  <a:cubicBezTo>
                    <a:pt x="448227" y="416074"/>
                    <a:pt x="417292" y="453994"/>
                    <a:pt x="417459" y="492745"/>
                  </a:cubicBezTo>
                  <a:cubicBezTo>
                    <a:pt x="417625" y="535654"/>
                    <a:pt x="451387" y="570081"/>
                    <a:pt x="494129" y="570081"/>
                  </a:cubicBezTo>
                  <a:cubicBezTo>
                    <a:pt x="536872" y="570081"/>
                    <a:pt x="571133" y="536153"/>
                    <a:pt x="571299" y="493244"/>
                  </a:cubicBezTo>
                  <a:cubicBezTo>
                    <a:pt x="571466" y="450501"/>
                    <a:pt x="537870" y="416074"/>
                    <a:pt x="494462" y="416074"/>
                  </a:cubicBezTo>
                  <a:close/>
                  <a:moveTo>
                    <a:pt x="494795" y="187060"/>
                  </a:moveTo>
                  <a:cubicBezTo>
                    <a:pt x="662938" y="187393"/>
                    <a:pt x="800813" y="324934"/>
                    <a:pt x="800480" y="493576"/>
                  </a:cubicBezTo>
                  <a:cubicBezTo>
                    <a:pt x="800147" y="660389"/>
                    <a:pt x="664768" y="799262"/>
                    <a:pt x="493630" y="798929"/>
                  </a:cubicBezTo>
                  <a:cubicBezTo>
                    <a:pt x="321163" y="798430"/>
                    <a:pt x="187113" y="657728"/>
                    <a:pt x="188444" y="492579"/>
                  </a:cubicBezTo>
                  <a:cubicBezTo>
                    <a:pt x="187446" y="325100"/>
                    <a:pt x="325819" y="186727"/>
                    <a:pt x="494795" y="187060"/>
                  </a:cubicBezTo>
                  <a:close/>
                  <a:moveTo>
                    <a:pt x="494464" y="132604"/>
                  </a:moveTo>
                  <a:cubicBezTo>
                    <a:pt x="293795" y="132414"/>
                    <a:pt x="134251" y="293291"/>
                    <a:pt x="133489" y="491485"/>
                  </a:cubicBezTo>
                  <a:cubicBezTo>
                    <a:pt x="132728" y="694437"/>
                    <a:pt x="297413" y="853982"/>
                    <a:pt x="493893" y="853411"/>
                  </a:cubicBezTo>
                  <a:cubicBezTo>
                    <a:pt x="689801" y="854172"/>
                    <a:pt x="855057" y="696531"/>
                    <a:pt x="854867" y="492817"/>
                  </a:cubicBezTo>
                  <a:cubicBezTo>
                    <a:pt x="854677" y="292530"/>
                    <a:pt x="693990" y="132795"/>
                    <a:pt x="494464" y="132604"/>
                  </a:cubicBezTo>
                  <a:close/>
                  <a:moveTo>
                    <a:pt x="553293" y="95"/>
                  </a:moveTo>
                  <a:cubicBezTo>
                    <a:pt x="555007" y="95"/>
                    <a:pt x="556720" y="95"/>
                    <a:pt x="558434" y="285"/>
                  </a:cubicBezTo>
                  <a:cubicBezTo>
                    <a:pt x="575378" y="1999"/>
                    <a:pt x="580138" y="7139"/>
                    <a:pt x="580519" y="24083"/>
                  </a:cubicBezTo>
                  <a:cubicBezTo>
                    <a:pt x="580900" y="38934"/>
                    <a:pt x="581471" y="53594"/>
                    <a:pt x="581851" y="68444"/>
                  </a:cubicBezTo>
                  <a:cubicBezTo>
                    <a:pt x="582042" y="74346"/>
                    <a:pt x="584136" y="78915"/>
                    <a:pt x="589657" y="81390"/>
                  </a:cubicBezTo>
                  <a:cubicBezTo>
                    <a:pt x="598606" y="85388"/>
                    <a:pt x="607934" y="88054"/>
                    <a:pt x="617835" y="88815"/>
                  </a:cubicBezTo>
                  <a:cubicBezTo>
                    <a:pt x="623927" y="89196"/>
                    <a:pt x="628116" y="86721"/>
                    <a:pt x="631162" y="81771"/>
                  </a:cubicBezTo>
                  <a:cubicBezTo>
                    <a:pt x="639539" y="68253"/>
                    <a:pt x="648106" y="54736"/>
                    <a:pt x="656483" y="41218"/>
                  </a:cubicBezTo>
                  <a:cubicBezTo>
                    <a:pt x="663718" y="29795"/>
                    <a:pt x="668097" y="28272"/>
                    <a:pt x="681043" y="32651"/>
                  </a:cubicBezTo>
                  <a:cubicBezTo>
                    <a:pt x="682566" y="33222"/>
                    <a:pt x="683899" y="33603"/>
                    <a:pt x="685422" y="34174"/>
                  </a:cubicBezTo>
                  <a:cubicBezTo>
                    <a:pt x="700463" y="40647"/>
                    <a:pt x="702938" y="45407"/>
                    <a:pt x="699320" y="61400"/>
                  </a:cubicBezTo>
                  <a:cubicBezTo>
                    <a:pt x="696084" y="75678"/>
                    <a:pt x="692847" y="89767"/>
                    <a:pt x="689420" y="104046"/>
                  </a:cubicBezTo>
                  <a:cubicBezTo>
                    <a:pt x="687516" y="111852"/>
                    <a:pt x="689420" y="117944"/>
                    <a:pt x="696274" y="122514"/>
                  </a:cubicBezTo>
                  <a:cubicBezTo>
                    <a:pt x="703319" y="127273"/>
                    <a:pt x="710363" y="131652"/>
                    <a:pt x="718359" y="134699"/>
                  </a:cubicBezTo>
                  <a:cubicBezTo>
                    <a:pt x="724071" y="136793"/>
                    <a:pt x="728640" y="135460"/>
                    <a:pt x="733019" y="131272"/>
                  </a:cubicBezTo>
                  <a:cubicBezTo>
                    <a:pt x="744632" y="120229"/>
                    <a:pt x="756246" y="109567"/>
                    <a:pt x="768050" y="98715"/>
                  </a:cubicBezTo>
                  <a:cubicBezTo>
                    <a:pt x="777760" y="89577"/>
                    <a:pt x="783091" y="89196"/>
                    <a:pt x="793943" y="96621"/>
                  </a:cubicBezTo>
                  <a:cubicBezTo>
                    <a:pt x="794514" y="97002"/>
                    <a:pt x="794895" y="97192"/>
                    <a:pt x="795275" y="97573"/>
                  </a:cubicBezTo>
                  <a:cubicBezTo>
                    <a:pt x="813743" y="110900"/>
                    <a:pt x="811078" y="116612"/>
                    <a:pt x="803462" y="130510"/>
                  </a:cubicBezTo>
                  <a:cubicBezTo>
                    <a:pt x="796609" y="143076"/>
                    <a:pt x="790135" y="156022"/>
                    <a:pt x="783091" y="168587"/>
                  </a:cubicBezTo>
                  <a:cubicBezTo>
                    <a:pt x="779474" y="175251"/>
                    <a:pt x="780235" y="180963"/>
                    <a:pt x="784804" y="186674"/>
                  </a:cubicBezTo>
                  <a:cubicBezTo>
                    <a:pt x="789945" y="192957"/>
                    <a:pt x="795657" y="198669"/>
                    <a:pt x="801939" y="203619"/>
                  </a:cubicBezTo>
                  <a:cubicBezTo>
                    <a:pt x="807270" y="207807"/>
                    <a:pt x="812791" y="208378"/>
                    <a:pt x="819074" y="205142"/>
                  </a:cubicBezTo>
                  <a:cubicBezTo>
                    <a:pt x="833353" y="197336"/>
                    <a:pt x="847822" y="189721"/>
                    <a:pt x="862292" y="182295"/>
                  </a:cubicBezTo>
                  <a:cubicBezTo>
                    <a:pt x="872573" y="176965"/>
                    <a:pt x="878475" y="178107"/>
                    <a:pt x="885900" y="187246"/>
                  </a:cubicBezTo>
                  <a:cubicBezTo>
                    <a:pt x="888565" y="190291"/>
                    <a:pt x="891040" y="193528"/>
                    <a:pt x="893135" y="196955"/>
                  </a:cubicBezTo>
                  <a:cubicBezTo>
                    <a:pt x="898465" y="205332"/>
                    <a:pt x="897894" y="210853"/>
                    <a:pt x="891231" y="218279"/>
                  </a:cubicBezTo>
                  <a:cubicBezTo>
                    <a:pt x="879807" y="230654"/>
                    <a:pt x="868384" y="243219"/>
                    <a:pt x="856771" y="255404"/>
                  </a:cubicBezTo>
                  <a:cubicBezTo>
                    <a:pt x="852392" y="259973"/>
                    <a:pt x="851440" y="264924"/>
                    <a:pt x="853725" y="270635"/>
                  </a:cubicBezTo>
                  <a:cubicBezTo>
                    <a:pt x="857151" y="278822"/>
                    <a:pt x="861340" y="286437"/>
                    <a:pt x="866861" y="293481"/>
                  </a:cubicBezTo>
                  <a:cubicBezTo>
                    <a:pt x="871240" y="299193"/>
                    <a:pt x="876571" y="300716"/>
                    <a:pt x="883615" y="299003"/>
                  </a:cubicBezTo>
                  <a:cubicBezTo>
                    <a:pt x="899798" y="295005"/>
                    <a:pt x="916172" y="291387"/>
                    <a:pt x="932354" y="287960"/>
                  </a:cubicBezTo>
                  <a:cubicBezTo>
                    <a:pt x="940922" y="286056"/>
                    <a:pt x="946063" y="288532"/>
                    <a:pt x="950441" y="296337"/>
                  </a:cubicBezTo>
                  <a:cubicBezTo>
                    <a:pt x="952726" y="300526"/>
                    <a:pt x="954630" y="304905"/>
                    <a:pt x="956153" y="309474"/>
                  </a:cubicBezTo>
                  <a:cubicBezTo>
                    <a:pt x="959389" y="319945"/>
                    <a:pt x="957676" y="324896"/>
                    <a:pt x="948347" y="330798"/>
                  </a:cubicBezTo>
                  <a:cubicBezTo>
                    <a:pt x="935020" y="339175"/>
                    <a:pt x="921883" y="347932"/>
                    <a:pt x="908175" y="355738"/>
                  </a:cubicBezTo>
                  <a:cubicBezTo>
                    <a:pt x="900369" y="360307"/>
                    <a:pt x="898275" y="366400"/>
                    <a:pt x="899608" y="374396"/>
                  </a:cubicBezTo>
                  <a:cubicBezTo>
                    <a:pt x="900750" y="381821"/>
                    <a:pt x="902845" y="389056"/>
                    <a:pt x="905510" y="396100"/>
                  </a:cubicBezTo>
                  <a:cubicBezTo>
                    <a:pt x="907985" y="402573"/>
                    <a:pt x="912364" y="406001"/>
                    <a:pt x="919789" y="406191"/>
                  </a:cubicBezTo>
                  <a:cubicBezTo>
                    <a:pt x="936543" y="406381"/>
                    <a:pt x="953107" y="407524"/>
                    <a:pt x="969861" y="408095"/>
                  </a:cubicBezTo>
                  <a:cubicBezTo>
                    <a:pt x="978999" y="408476"/>
                    <a:pt x="983569" y="412093"/>
                    <a:pt x="986044" y="420851"/>
                  </a:cubicBezTo>
                  <a:cubicBezTo>
                    <a:pt x="987567" y="425801"/>
                    <a:pt x="988138" y="430941"/>
                    <a:pt x="988138" y="436272"/>
                  </a:cubicBezTo>
                  <a:cubicBezTo>
                    <a:pt x="988138" y="446553"/>
                    <a:pt x="985282" y="450742"/>
                    <a:pt x="975763" y="453788"/>
                  </a:cubicBezTo>
                  <a:cubicBezTo>
                    <a:pt x="960722" y="458548"/>
                    <a:pt x="945681" y="463117"/>
                    <a:pt x="930641" y="467686"/>
                  </a:cubicBezTo>
                  <a:cubicBezTo>
                    <a:pt x="919789" y="470923"/>
                    <a:pt x="916933" y="474350"/>
                    <a:pt x="916552" y="485582"/>
                  </a:cubicBezTo>
                  <a:cubicBezTo>
                    <a:pt x="916362" y="493388"/>
                    <a:pt x="915791" y="501384"/>
                    <a:pt x="917504" y="509191"/>
                  </a:cubicBezTo>
                  <a:cubicBezTo>
                    <a:pt x="918647" y="514521"/>
                    <a:pt x="921883" y="517758"/>
                    <a:pt x="927214" y="519471"/>
                  </a:cubicBezTo>
                  <a:cubicBezTo>
                    <a:pt x="943016" y="524231"/>
                    <a:pt x="958818" y="528991"/>
                    <a:pt x="974620" y="533941"/>
                  </a:cubicBezTo>
                  <a:cubicBezTo>
                    <a:pt x="985663" y="537368"/>
                    <a:pt x="988329" y="541176"/>
                    <a:pt x="988138" y="552789"/>
                  </a:cubicBezTo>
                  <a:cubicBezTo>
                    <a:pt x="988138" y="553931"/>
                    <a:pt x="988138" y="555074"/>
                    <a:pt x="988138" y="556216"/>
                  </a:cubicBezTo>
                  <a:cubicBezTo>
                    <a:pt x="987377" y="574113"/>
                    <a:pt x="981665" y="579824"/>
                    <a:pt x="963768" y="580395"/>
                  </a:cubicBezTo>
                  <a:cubicBezTo>
                    <a:pt x="948728" y="580776"/>
                    <a:pt x="933878" y="581538"/>
                    <a:pt x="918837" y="581728"/>
                  </a:cubicBezTo>
                  <a:cubicBezTo>
                    <a:pt x="913125" y="581918"/>
                    <a:pt x="909127" y="584394"/>
                    <a:pt x="906843" y="589153"/>
                  </a:cubicBezTo>
                  <a:cubicBezTo>
                    <a:pt x="902654" y="598101"/>
                    <a:pt x="899989" y="607430"/>
                    <a:pt x="899227" y="617330"/>
                  </a:cubicBezTo>
                  <a:cubicBezTo>
                    <a:pt x="898656" y="623613"/>
                    <a:pt x="901321" y="627802"/>
                    <a:pt x="906652" y="631038"/>
                  </a:cubicBezTo>
                  <a:cubicBezTo>
                    <a:pt x="919979" y="639225"/>
                    <a:pt x="933116" y="647412"/>
                    <a:pt x="946253" y="655789"/>
                  </a:cubicBezTo>
                  <a:cubicBezTo>
                    <a:pt x="958247" y="663214"/>
                    <a:pt x="959770" y="667783"/>
                    <a:pt x="955201" y="681110"/>
                  </a:cubicBezTo>
                  <a:cubicBezTo>
                    <a:pt x="953678" y="685680"/>
                    <a:pt x="951584" y="690058"/>
                    <a:pt x="948918" y="694057"/>
                  </a:cubicBezTo>
                  <a:cubicBezTo>
                    <a:pt x="946443" y="697674"/>
                    <a:pt x="942445" y="700149"/>
                    <a:pt x="936734" y="700149"/>
                  </a:cubicBezTo>
                  <a:cubicBezTo>
                    <a:pt x="926643" y="697864"/>
                    <a:pt x="916552" y="695579"/>
                    <a:pt x="906462" y="693485"/>
                  </a:cubicBezTo>
                  <a:cubicBezTo>
                    <a:pt x="898275" y="691581"/>
                    <a:pt x="889898" y="689868"/>
                    <a:pt x="881711" y="687774"/>
                  </a:cubicBezTo>
                  <a:cubicBezTo>
                    <a:pt x="876381" y="686441"/>
                    <a:pt x="872192" y="687964"/>
                    <a:pt x="868765" y="691772"/>
                  </a:cubicBezTo>
                  <a:cubicBezTo>
                    <a:pt x="861721" y="699959"/>
                    <a:pt x="856199" y="709288"/>
                    <a:pt x="853154" y="719759"/>
                  </a:cubicBezTo>
                  <a:cubicBezTo>
                    <a:pt x="851630" y="724709"/>
                    <a:pt x="853915" y="728326"/>
                    <a:pt x="856961" y="731753"/>
                  </a:cubicBezTo>
                  <a:cubicBezTo>
                    <a:pt x="868004" y="743748"/>
                    <a:pt x="879236" y="755742"/>
                    <a:pt x="890279" y="767546"/>
                  </a:cubicBezTo>
                  <a:cubicBezTo>
                    <a:pt x="898656" y="776494"/>
                    <a:pt x="899037" y="781825"/>
                    <a:pt x="892373" y="792106"/>
                  </a:cubicBezTo>
                  <a:cubicBezTo>
                    <a:pt x="891992" y="792677"/>
                    <a:pt x="891612" y="793439"/>
                    <a:pt x="891040" y="794010"/>
                  </a:cubicBezTo>
                  <a:cubicBezTo>
                    <a:pt x="878475" y="810954"/>
                    <a:pt x="872954" y="811145"/>
                    <a:pt x="857532" y="802387"/>
                  </a:cubicBezTo>
                  <a:cubicBezTo>
                    <a:pt x="844966" y="795152"/>
                    <a:pt x="831640" y="788679"/>
                    <a:pt x="818884" y="781825"/>
                  </a:cubicBezTo>
                  <a:cubicBezTo>
                    <a:pt x="813553" y="778969"/>
                    <a:pt x="808603" y="778969"/>
                    <a:pt x="803843" y="782396"/>
                  </a:cubicBezTo>
                  <a:cubicBezTo>
                    <a:pt x="796227" y="787727"/>
                    <a:pt x="789754" y="794200"/>
                    <a:pt x="784233" y="801625"/>
                  </a:cubicBezTo>
                  <a:cubicBezTo>
                    <a:pt x="780235" y="806956"/>
                    <a:pt x="780045" y="812287"/>
                    <a:pt x="783281" y="818189"/>
                  </a:cubicBezTo>
                  <a:cubicBezTo>
                    <a:pt x="791087" y="832468"/>
                    <a:pt x="798703" y="846937"/>
                    <a:pt x="806128" y="861407"/>
                  </a:cubicBezTo>
                  <a:cubicBezTo>
                    <a:pt x="811268" y="871498"/>
                    <a:pt x="810507" y="876067"/>
                    <a:pt x="802320" y="883873"/>
                  </a:cubicBezTo>
                  <a:cubicBezTo>
                    <a:pt x="800987" y="885015"/>
                    <a:pt x="799845" y="886348"/>
                    <a:pt x="798512" y="887300"/>
                  </a:cubicBezTo>
                  <a:cubicBezTo>
                    <a:pt x="786328" y="896248"/>
                    <a:pt x="780045" y="900627"/>
                    <a:pt x="765766" y="886157"/>
                  </a:cubicBezTo>
                  <a:cubicBezTo>
                    <a:pt x="755485" y="875686"/>
                    <a:pt x="744442" y="866357"/>
                    <a:pt x="733781" y="856266"/>
                  </a:cubicBezTo>
                  <a:cubicBezTo>
                    <a:pt x="728830" y="851507"/>
                    <a:pt x="723500" y="850555"/>
                    <a:pt x="717407" y="853030"/>
                  </a:cubicBezTo>
                  <a:cubicBezTo>
                    <a:pt x="709411" y="856266"/>
                    <a:pt x="701796" y="860455"/>
                    <a:pt x="694941" y="865786"/>
                  </a:cubicBezTo>
                  <a:cubicBezTo>
                    <a:pt x="689230" y="870165"/>
                    <a:pt x="687707" y="875686"/>
                    <a:pt x="689420" y="882540"/>
                  </a:cubicBezTo>
                  <a:cubicBezTo>
                    <a:pt x="693418" y="899104"/>
                    <a:pt x="697226" y="915858"/>
                    <a:pt x="700844" y="932421"/>
                  </a:cubicBezTo>
                  <a:cubicBezTo>
                    <a:pt x="702367" y="939656"/>
                    <a:pt x="699892" y="945177"/>
                    <a:pt x="693418" y="948985"/>
                  </a:cubicBezTo>
                  <a:cubicBezTo>
                    <a:pt x="689039" y="951651"/>
                    <a:pt x="684280" y="953745"/>
                    <a:pt x="679330" y="955268"/>
                  </a:cubicBezTo>
                  <a:cubicBezTo>
                    <a:pt x="669239" y="958504"/>
                    <a:pt x="663528" y="956600"/>
                    <a:pt x="657816" y="947653"/>
                  </a:cubicBezTo>
                  <a:cubicBezTo>
                    <a:pt x="649439" y="934325"/>
                    <a:pt x="640872" y="921189"/>
                    <a:pt x="632875" y="907481"/>
                  </a:cubicBezTo>
                  <a:cubicBezTo>
                    <a:pt x="628496" y="900056"/>
                    <a:pt x="622785" y="897200"/>
                    <a:pt x="614217" y="898723"/>
                  </a:cubicBezTo>
                  <a:cubicBezTo>
                    <a:pt x="607363" y="900056"/>
                    <a:pt x="600700" y="901769"/>
                    <a:pt x="594226" y="904054"/>
                  </a:cubicBezTo>
                  <a:cubicBezTo>
                    <a:pt x="585279" y="907290"/>
                    <a:pt x="582423" y="911098"/>
                    <a:pt x="582042" y="920617"/>
                  </a:cubicBezTo>
                  <a:cubicBezTo>
                    <a:pt x="581471" y="935658"/>
                    <a:pt x="581090" y="950508"/>
                    <a:pt x="580709" y="965549"/>
                  </a:cubicBezTo>
                  <a:cubicBezTo>
                    <a:pt x="580328" y="979257"/>
                    <a:pt x="576902" y="983636"/>
                    <a:pt x="563384" y="986111"/>
                  </a:cubicBezTo>
                  <a:cubicBezTo>
                    <a:pt x="559767" y="986872"/>
                    <a:pt x="556149" y="987253"/>
                    <a:pt x="552532" y="987443"/>
                  </a:cubicBezTo>
                  <a:cubicBezTo>
                    <a:pt x="543584" y="988015"/>
                    <a:pt x="537872" y="984397"/>
                    <a:pt x="535016" y="975639"/>
                  </a:cubicBezTo>
                  <a:cubicBezTo>
                    <a:pt x="529876" y="959647"/>
                    <a:pt x="524925" y="943845"/>
                    <a:pt x="520356" y="927852"/>
                  </a:cubicBezTo>
                  <a:cubicBezTo>
                    <a:pt x="518262" y="920617"/>
                    <a:pt x="513883" y="917190"/>
                    <a:pt x="506648" y="916048"/>
                  </a:cubicBezTo>
                  <a:cubicBezTo>
                    <a:pt x="498271" y="914906"/>
                    <a:pt x="489894" y="914906"/>
                    <a:pt x="481517" y="916238"/>
                  </a:cubicBezTo>
                  <a:cubicBezTo>
                    <a:pt x="475235" y="917190"/>
                    <a:pt x="471236" y="920427"/>
                    <a:pt x="469332" y="926710"/>
                  </a:cubicBezTo>
                  <a:cubicBezTo>
                    <a:pt x="464954" y="941750"/>
                    <a:pt x="460194" y="956791"/>
                    <a:pt x="455434" y="971832"/>
                  </a:cubicBezTo>
                  <a:cubicBezTo>
                    <a:pt x="451246" y="985349"/>
                    <a:pt x="445915" y="988776"/>
                    <a:pt x="432017" y="986872"/>
                  </a:cubicBezTo>
                  <a:cubicBezTo>
                    <a:pt x="411074" y="984016"/>
                    <a:pt x="408599" y="981160"/>
                    <a:pt x="408409" y="960218"/>
                  </a:cubicBezTo>
                  <a:cubicBezTo>
                    <a:pt x="408218" y="946510"/>
                    <a:pt x="407647" y="932992"/>
                    <a:pt x="407266" y="919285"/>
                  </a:cubicBezTo>
                  <a:cubicBezTo>
                    <a:pt x="407076" y="913002"/>
                    <a:pt x="404601" y="908052"/>
                    <a:pt x="398699" y="905577"/>
                  </a:cubicBezTo>
                  <a:cubicBezTo>
                    <a:pt x="389751" y="901769"/>
                    <a:pt x="380612" y="899104"/>
                    <a:pt x="370902" y="898532"/>
                  </a:cubicBezTo>
                  <a:cubicBezTo>
                    <a:pt x="365000" y="898152"/>
                    <a:pt x="360812" y="900436"/>
                    <a:pt x="357575" y="905577"/>
                  </a:cubicBezTo>
                  <a:cubicBezTo>
                    <a:pt x="349389" y="919285"/>
                    <a:pt x="340631" y="932612"/>
                    <a:pt x="332254" y="946129"/>
                  </a:cubicBezTo>
                  <a:cubicBezTo>
                    <a:pt x="325590" y="956791"/>
                    <a:pt x="320450" y="958695"/>
                    <a:pt x="308645" y="954697"/>
                  </a:cubicBezTo>
                  <a:cubicBezTo>
                    <a:pt x="308074" y="954506"/>
                    <a:pt x="307503" y="954316"/>
                    <a:pt x="306932" y="954126"/>
                  </a:cubicBezTo>
                  <a:cubicBezTo>
                    <a:pt x="288655" y="946701"/>
                    <a:pt x="285038" y="942512"/>
                    <a:pt x="289797" y="924235"/>
                  </a:cubicBezTo>
                  <a:cubicBezTo>
                    <a:pt x="293415" y="910336"/>
                    <a:pt x="296080" y="896248"/>
                    <a:pt x="299507" y="882159"/>
                  </a:cubicBezTo>
                  <a:cubicBezTo>
                    <a:pt x="301220" y="874924"/>
                    <a:pt x="299316" y="869403"/>
                    <a:pt x="293224" y="865024"/>
                  </a:cubicBezTo>
                  <a:cubicBezTo>
                    <a:pt x="286751" y="860455"/>
                    <a:pt x="280088" y="856457"/>
                    <a:pt x="272853" y="853220"/>
                  </a:cubicBezTo>
                  <a:cubicBezTo>
                    <a:pt x="265999" y="850174"/>
                    <a:pt x="260097" y="851316"/>
                    <a:pt x="254385" y="856647"/>
                  </a:cubicBezTo>
                  <a:cubicBezTo>
                    <a:pt x="242962" y="867499"/>
                    <a:pt x="231348" y="878161"/>
                    <a:pt x="219925" y="888823"/>
                  </a:cubicBezTo>
                  <a:cubicBezTo>
                    <a:pt x="211358" y="897010"/>
                    <a:pt x="205837" y="897390"/>
                    <a:pt x="195746" y="891107"/>
                  </a:cubicBezTo>
                  <a:cubicBezTo>
                    <a:pt x="194604" y="890346"/>
                    <a:pt x="193461" y="889584"/>
                    <a:pt x="192319" y="888823"/>
                  </a:cubicBezTo>
                  <a:cubicBezTo>
                    <a:pt x="177659" y="878352"/>
                    <a:pt x="176326" y="872830"/>
                    <a:pt x="184703" y="857028"/>
                  </a:cubicBezTo>
                  <a:cubicBezTo>
                    <a:pt x="191557" y="844082"/>
                    <a:pt x="198221" y="831135"/>
                    <a:pt x="205265" y="818379"/>
                  </a:cubicBezTo>
                  <a:cubicBezTo>
                    <a:pt x="208883" y="811716"/>
                    <a:pt x="208312" y="806004"/>
                    <a:pt x="203742" y="800293"/>
                  </a:cubicBezTo>
                  <a:cubicBezTo>
                    <a:pt x="198792" y="794010"/>
                    <a:pt x="193080" y="788298"/>
                    <a:pt x="186607" y="783348"/>
                  </a:cubicBezTo>
                  <a:cubicBezTo>
                    <a:pt x="180896" y="778969"/>
                    <a:pt x="175184" y="778589"/>
                    <a:pt x="168901" y="782015"/>
                  </a:cubicBezTo>
                  <a:cubicBezTo>
                    <a:pt x="154812" y="789631"/>
                    <a:pt x="140533" y="797246"/>
                    <a:pt x="126064" y="804672"/>
                  </a:cubicBezTo>
                  <a:cubicBezTo>
                    <a:pt x="115974" y="810002"/>
                    <a:pt x="110072" y="808670"/>
                    <a:pt x="102647" y="800293"/>
                  </a:cubicBezTo>
                  <a:cubicBezTo>
                    <a:pt x="102075" y="799721"/>
                    <a:pt x="101695" y="799150"/>
                    <a:pt x="101123" y="798579"/>
                  </a:cubicBezTo>
                  <a:cubicBezTo>
                    <a:pt x="87986" y="783348"/>
                    <a:pt x="88177" y="778017"/>
                    <a:pt x="102075" y="763548"/>
                  </a:cubicBezTo>
                  <a:cubicBezTo>
                    <a:pt x="111785" y="753267"/>
                    <a:pt x="120924" y="742796"/>
                    <a:pt x="130824" y="732895"/>
                  </a:cubicBezTo>
                  <a:cubicBezTo>
                    <a:pt x="135774" y="727755"/>
                    <a:pt x="136726" y="722424"/>
                    <a:pt x="134251" y="716141"/>
                  </a:cubicBezTo>
                  <a:cubicBezTo>
                    <a:pt x="131014" y="707955"/>
                    <a:pt x="126445" y="700339"/>
                    <a:pt x="121114" y="693295"/>
                  </a:cubicBezTo>
                  <a:cubicBezTo>
                    <a:pt x="116735" y="687583"/>
                    <a:pt x="110833" y="687012"/>
                    <a:pt x="104551" y="688535"/>
                  </a:cubicBezTo>
                  <a:cubicBezTo>
                    <a:pt x="90652" y="691772"/>
                    <a:pt x="76944" y="695008"/>
                    <a:pt x="63046" y="698055"/>
                  </a:cubicBezTo>
                  <a:cubicBezTo>
                    <a:pt x="61142" y="698435"/>
                    <a:pt x="59238" y="699007"/>
                    <a:pt x="57525" y="699387"/>
                  </a:cubicBezTo>
                  <a:cubicBezTo>
                    <a:pt x="47053" y="701291"/>
                    <a:pt x="41723" y="698816"/>
                    <a:pt x="36963" y="689297"/>
                  </a:cubicBezTo>
                  <a:cubicBezTo>
                    <a:pt x="35249" y="685680"/>
                    <a:pt x="33536" y="682062"/>
                    <a:pt x="32203" y="678255"/>
                  </a:cubicBezTo>
                  <a:cubicBezTo>
                    <a:pt x="28776" y="668164"/>
                    <a:pt x="30680" y="662452"/>
                    <a:pt x="39819" y="656741"/>
                  </a:cubicBezTo>
                  <a:cubicBezTo>
                    <a:pt x="52765" y="648554"/>
                    <a:pt x="65902" y="640367"/>
                    <a:pt x="78848" y="632371"/>
                  </a:cubicBezTo>
                  <a:cubicBezTo>
                    <a:pt x="89129" y="625898"/>
                    <a:pt x="90652" y="622280"/>
                    <a:pt x="88177" y="610477"/>
                  </a:cubicBezTo>
                  <a:cubicBezTo>
                    <a:pt x="86654" y="603813"/>
                    <a:pt x="84940" y="596959"/>
                    <a:pt x="82275" y="590676"/>
                  </a:cubicBezTo>
                  <a:cubicBezTo>
                    <a:pt x="79609" y="584394"/>
                    <a:pt x="75040" y="581347"/>
                    <a:pt x="67996" y="581157"/>
                  </a:cubicBezTo>
                  <a:cubicBezTo>
                    <a:pt x="52575" y="580966"/>
                    <a:pt x="37344" y="580395"/>
                    <a:pt x="21922" y="579824"/>
                  </a:cubicBezTo>
                  <a:cubicBezTo>
                    <a:pt x="8024" y="579443"/>
                    <a:pt x="3836" y="575826"/>
                    <a:pt x="1360" y="562499"/>
                  </a:cubicBezTo>
                  <a:cubicBezTo>
                    <a:pt x="1170" y="561166"/>
                    <a:pt x="789" y="559834"/>
                    <a:pt x="599" y="558501"/>
                  </a:cubicBezTo>
                  <a:cubicBezTo>
                    <a:pt x="-1496" y="541556"/>
                    <a:pt x="1360" y="537177"/>
                    <a:pt x="17924" y="532227"/>
                  </a:cubicBezTo>
                  <a:cubicBezTo>
                    <a:pt x="31632" y="528039"/>
                    <a:pt x="45340" y="523469"/>
                    <a:pt x="59238" y="519662"/>
                  </a:cubicBezTo>
                  <a:cubicBezTo>
                    <a:pt x="66854" y="517568"/>
                    <a:pt x="70852" y="513189"/>
                    <a:pt x="71614" y="505763"/>
                  </a:cubicBezTo>
                  <a:cubicBezTo>
                    <a:pt x="72375" y="497006"/>
                    <a:pt x="72756" y="488057"/>
                    <a:pt x="71042" y="479300"/>
                  </a:cubicBezTo>
                  <a:cubicBezTo>
                    <a:pt x="70090" y="473588"/>
                    <a:pt x="66854" y="470161"/>
                    <a:pt x="61333" y="468447"/>
                  </a:cubicBezTo>
                  <a:cubicBezTo>
                    <a:pt x="46673" y="464069"/>
                    <a:pt x="32013" y="459500"/>
                    <a:pt x="17353" y="454930"/>
                  </a:cubicBezTo>
                  <a:cubicBezTo>
                    <a:pt x="1360" y="449980"/>
                    <a:pt x="-353" y="447315"/>
                    <a:pt x="599" y="430560"/>
                  </a:cubicBezTo>
                  <a:cubicBezTo>
                    <a:pt x="789" y="427133"/>
                    <a:pt x="1551" y="423707"/>
                    <a:pt x="2312" y="420470"/>
                  </a:cubicBezTo>
                  <a:cubicBezTo>
                    <a:pt x="4597" y="412093"/>
                    <a:pt x="9357" y="408285"/>
                    <a:pt x="18115" y="407904"/>
                  </a:cubicBezTo>
                  <a:cubicBezTo>
                    <a:pt x="32393" y="407333"/>
                    <a:pt x="46482" y="406953"/>
                    <a:pt x="60761" y="406572"/>
                  </a:cubicBezTo>
                  <a:cubicBezTo>
                    <a:pt x="62856" y="406572"/>
                    <a:pt x="64950" y="406381"/>
                    <a:pt x="67044" y="406381"/>
                  </a:cubicBezTo>
                  <a:cubicBezTo>
                    <a:pt x="76563" y="406762"/>
                    <a:pt x="81513" y="401431"/>
                    <a:pt x="83989" y="393054"/>
                  </a:cubicBezTo>
                  <a:cubicBezTo>
                    <a:pt x="85892" y="386771"/>
                    <a:pt x="87606" y="380489"/>
                    <a:pt x="88938" y="374206"/>
                  </a:cubicBezTo>
                  <a:cubicBezTo>
                    <a:pt x="90652" y="365448"/>
                    <a:pt x="88558" y="361259"/>
                    <a:pt x="80943" y="356309"/>
                  </a:cubicBezTo>
                  <a:cubicBezTo>
                    <a:pt x="67996" y="348123"/>
                    <a:pt x="54859" y="339936"/>
                    <a:pt x="41913" y="331940"/>
                  </a:cubicBezTo>
                  <a:cubicBezTo>
                    <a:pt x="30300" y="324705"/>
                    <a:pt x="28586" y="320136"/>
                    <a:pt x="33155" y="306999"/>
                  </a:cubicBezTo>
                  <a:cubicBezTo>
                    <a:pt x="34488" y="302811"/>
                    <a:pt x="36201" y="298622"/>
                    <a:pt x="38676" y="295005"/>
                  </a:cubicBezTo>
                  <a:cubicBezTo>
                    <a:pt x="42674" y="288912"/>
                    <a:pt x="48196" y="285866"/>
                    <a:pt x="55811" y="287770"/>
                  </a:cubicBezTo>
                  <a:cubicBezTo>
                    <a:pt x="71994" y="291578"/>
                    <a:pt x="88368" y="295005"/>
                    <a:pt x="104551" y="299003"/>
                  </a:cubicBezTo>
                  <a:cubicBezTo>
                    <a:pt x="111975" y="300907"/>
                    <a:pt x="117687" y="299193"/>
                    <a:pt x="122256" y="293101"/>
                  </a:cubicBezTo>
                  <a:cubicBezTo>
                    <a:pt x="127016" y="286628"/>
                    <a:pt x="131205" y="279583"/>
                    <a:pt x="134251" y="272158"/>
                  </a:cubicBezTo>
                  <a:cubicBezTo>
                    <a:pt x="136916" y="265495"/>
                    <a:pt x="136155" y="259783"/>
                    <a:pt x="130824" y="254262"/>
                  </a:cubicBezTo>
                  <a:cubicBezTo>
                    <a:pt x="119781" y="243029"/>
                    <a:pt x="109310" y="231415"/>
                    <a:pt x="98458" y="219802"/>
                  </a:cubicBezTo>
                  <a:cubicBezTo>
                    <a:pt x="90081" y="210663"/>
                    <a:pt x="89700" y="205523"/>
                    <a:pt x="96554" y="195242"/>
                  </a:cubicBezTo>
                  <a:cubicBezTo>
                    <a:pt x="97696" y="193719"/>
                    <a:pt x="98648" y="192005"/>
                    <a:pt x="99791" y="190482"/>
                  </a:cubicBezTo>
                  <a:cubicBezTo>
                    <a:pt x="109500" y="177726"/>
                    <a:pt x="114831" y="176584"/>
                    <a:pt x="129110" y="184009"/>
                  </a:cubicBezTo>
                  <a:cubicBezTo>
                    <a:pt x="142437" y="191053"/>
                    <a:pt x="155764" y="197907"/>
                    <a:pt x="168711" y="205142"/>
                  </a:cubicBezTo>
                  <a:cubicBezTo>
                    <a:pt x="175565" y="208950"/>
                    <a:pt x="181657" y="208188"/>
                    <a:pt x="187369" y="203428"/>
                  </a:cubicBezTo>
                  <a:cubicBezTo>
                    <a:pt x="193080" y="198669"/>
                    <a:pt x="198411" y="193338"/>
                    <a:pt x="203361" y="187626"/>
                  </a:cubicBezTo>
                  <a:cubicBezTo>
                    <a:pt x="208312" y="181724"/>
                    <a:pt x="209454" y="175822"/>
                    <a:pt x="205456" y="168587"/>
                  </a:cubicBezTo>
                  <a:cubicBezTo>
                    <a:pt x="197459" y="154309"/>
                    <a:pt x="190034" y="139839"/>
                    <a:pt x="182419" y="125370"/>
                  </a:cubicBezTo>
                  <a:cubicBezTo>
                    <a:pt x="177469" y="115850"/>
                    <a:pt x="178611" y="110710"/>
                    <a:pt x="186417" y="103475"/>
                  </a:cubicBezTo>
                  <a:cubicBezTo>
                    <a:pt x="190034" y="100048"/>
                    <a:pt x="194032" y="97192"/>
                    <a:pt x="198411" y="94527"/>
                  </a:cubicBezTo>
                  <a:cubicBezTo>
                    <a:pt x="206027" y="90148"/>
                    <a:pt x="211358" y="90719"/>
                    <a:pt x="217831" y="96621"/>
                  </a:cubicBezTo>
                  <a:cubicBezTo>
                    <a:pt x="228873" y="106711"/>
                    <a:pt x="239916" y="116992"/>
                    <a:pt x="250768" y="127273"/>
                  </a:cubicBezTo>
                  <a:cubicBezTo>
                    <a:pt x="262191" y="138126"/>
                    <a:pt x="264666" y="138506"/>
                    <a:pt x="278564" y="131272"/>
                  </a:cubicBezTo>
                  <a:cubicBezTo>
                    <a:pt x="284086" y="128416"/>
                    <a:pt x="289226" y="125370"/>
                    <a:pt x="294176" y="121562"/>
                  </a:cubicBezTo>
                  <a:cubicBezTo>
                    <a:pt x="299507" y="117183"/>
                    <a:pt x="301220" y="112043"/>
                    <a:pt x="299507" y="105189"/>
                  </a:cubicBezTo>
                  <a:cubicBezTo>
                    <a:pt x="295509" y="89386"/>
                    <a:pt x="292082" y="73394"/>
                    <a:pt x="288465" y="57592"/>
                  </a:cubicBezTo>
                  <a:cubicBezTo>
                    <a:pt x="286180" y="47311"/>
                    <a:pt x="288655" y="42170"/>
                    <a:pt x="297794" y="37220"/>
                  </a:cubicBezTo>
                  <a:cubicBezTo>
                    <a:pt x="301982" y="35126"/>
                    <a:pt x="306170" y="33412"/>
                    <a:pt x="310549" y="31889"/>
                  </a:cubicBezTo>
                  <a:cubicBezTo>
                    <a:pt x="319878" y="29034"/>
                    <a:pt x="325209" y="30747"/>
                    <a:pt x="330731" y="39124"/>
                  </a:cubicBezTo>
                  <a:cubicBezTo>
                    <a:pt x="339488" y="52642"/>
                    <a:pt x="348246" y="66159"/>
                    <a:pt x="356243" y="80248"/>
                  </a:cubicBezTo>
                  <a:cubicBezTo>
                    <a:pt x="360431" y="87483"/>
                    <a:pt x="366142" y="89957"/>
                    <a:pt x="373949" y="88815"/>
                  </a:cubicBezTo>
                  <a:cubicBezTo>
                    <a:pt x="382135" y="87483"/>
                    <a:pt x="390132" y="85388"/>
                    <a:pt x="397747" y="82152"/>
                  </a:cubicBezTo>
                  <a:cubicBezTo>
                    <a:pt x="403268" y="79677"/>
                    <a:pt x="406314" y="75869"/>
                    <a:pt x="406505" y="69396"/>
                  </a:cubicBezTo>
                  <a:cubicBezTo>
                    <a:pt x="406886" y="52832"/>
                    <a:pt x="407837" y="36459"/>
                    <a:pt x="408409" y="19895"/>
                  </a:cubicBezTo>
                  <a:cubicBezTo>
                    <a:pt x="408789" y="9233"/>
                    <a:pt x="412216" y="4664"/>
                    <a:pt x="422497" y="1808"/>
                  </a:cubicBezTo>
                  <a:cubicBezTo>
                    <a:pt x="424210" y="1427"/>
                    <a:pt x="425924" y="856"/>
                    <a:pt x="427638" y="666"/>
                  </a:cubicBezTo>
                  <a:cubicBezTo>
                    <a:pt x="446486" y="-1429"/>
                    <a:pt x="451056" y="666"/>
                    <a:pt x="456005" y="17991"/>
                  </a:cubicBezTo>
                  <a:cubicBezTo>
                    <a:pt x="460003" y="32080"/>
                    <a:pt x="464763" y="45788"/>
                    <a:pt x="468571" y="59876"/>
                  </a:cubicBezTo>
                  <a:cubicBezTo>
                    <a:pt x="470475" y="66540"/>
                    <a:pt x="474473" y="70157"/>
                    <a:pt x="480946" y="71109"/>
                  </a:cubicBezTo>
                  <a:cubicBezTo>
                    <a:pt x="489894" y="72252"/>
                    <a:pt x="499033" y="72252"/>
                    <a:pt x="507981" y="71109"/>
                  </a:cubicBezTo>
                  <a:cubicBezTo>
                    <a:pt x="514264" y="70348"/>
                    <a:pt x="518071" y="66540"/>
                    <a:pt x="519975" y="60257"/>
                  </a:cubicBezTo>
                  <a:cubicBezTo>
                    <a:pt x="524545" y="44836"/>
                    <a:pt x="529304" y="29415"/>
                    <a:pt x="534064" y="13993"/>
                  </a:cubicBezTo>
                  <a:cubicBezTo>
                    <a:pt x="537682" y="2570"/>
                    <a:pt x="541299" y="-96"/>
                    <a:pt x="553293" y="95"/>
                  </a:cubicBezTo>
                  <a:close/>
                </a:path>
              </a:pathLst>
            </a:custGeom>
            <a:solidFill>
              <a:schemeClr val="bg1"/>
            </a:solidFill>
            <a:ln w="515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54" name="Block Arc 14"/>
          <p:cNvSpPr/>
          <p:nvPr/>
        </p:nvSpPr>
        <p:spPr>
          <a:xfrm rot="16200000">
            <a:off x="5727782" y="2814280"/>
            <a:ext cx="375069" cy="375315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807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Who benefits from the Tools?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D5AD0C27-B1EE-41C7-8B1E-89B125339539}"/>
              </a:ext>
            </a:extLst>
          </p:cNvPr>
          <p:cNvSpPr txBox="1"/>
          <p:nvPr/>
        </p:nvSpPr>
        <p:spPr>
          <a:xfrm>
            <a:off x="860819" y="3870389"/>
            <a:ext cx="12028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accent1"/>
                </a:solidFill>
                <a:cs typeface="Arial" pitchFamily="34" charset="0"/>
              </a:rPr>
              <a:t>1st</a:t>
            </a:r>
            <a:endParaRPr lang="ko-KR" altLang="en-US" sz="5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C834E0F-BFF4-4374-B675-37C4B3702F05}"/>
              </a:ext>
            </a:extLst>
          </p:cNvPr>
          <p:cNvSpPr txBox="1"/>
          <p:nvPr/>
        </p:nvSpPr>
        <p:spPr>
          <a:xfrm>
            <a:off x="623455" y="5168870"/>
            <a:ext cx="1440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smtClean="0">
                <a:solidFill>
                  <a:schemeClr val="accent2"/>
                </a:solidFill>
                <a:cs typeface="Arial" pitchFamily="34" charset="0"/>
              </a:rPr>
              <a:t>2nd</a:t>
            </a:r>
            <a:endParaRPr lang="ko-KR" altLang="en-US" sz="5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2BBD9E3-732E-4094-856A-64857FD13C20}"/>
              </a:ext>
            </a:extLst>
          </p:cNvPr>
          <p:cNvSpPr txBox="1"/>
          <p:nvPr/>
        </p:nvSpPr>
        <p:spPr>
          <a:xfrm>
            <a:off x="6130636" y="3870389"/>
            <a:ext cx="13206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smtClean="0">
                <a:solidFill>
                  <a:schemeClr val="accent3"/>
                </a:solidFill>
                <a:cs typeface="Arial" pitchFamily="34" charset="0"/>
              </a:rPr>
              <a:t>3rd</a:t>
            </a:r>
            <a:endParaRPr lang="ko-KR" altLang="en-US" sz="54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F8620AE-F76D-488E-A664-88C01DB0A834}"/>
              </a:ext>
            </a:extLst>
          </p:cNvPr>
          <p:cNvSpPr txBox="1"/>
          <p:nvPr/>
        </p:nvSpPr>
        <p:spPr>
          <a:xfrm>
            <a:off x="6130636" y="5168870"/>
            <a:ext cx="13206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 smtClean="0">
                <a:solidFill>
                  <a:schemeClr val="accent4"/>
                </a:solidFill>
                <a:cs typeface="Arial" pitchFamily="34" charset="0"/>
              </a:rPr>
              <a:t>4th</a:t>
            </a:r>
            <a:endParaRPr lang="ko-KR" altLang="en-US" sz="5400" b="1" dirty="0">
              <a:solidFill>
                <a:schemeClr val="accent4"/>
              </a:solidFill>
              <a:cs typeface="Arial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2803FDC-10DD-438A-B784-C4295550D488}"/>
              </a:ext>
            </a:extLst>
          </p:cNvPr>
          <p:cNvGrpSpPr/>
          <p:nvPr/>
        </p:nvGrpSpPr>
        <p:grpSpPr>
          <a:xfrm>
            <a:off x="2160114" y="3870388"/>
            <a:ext cx="3770918" cy="923330"/>
            <a:chOff x="2551705" y="4283314"/>
            <a:chExt cx="2152229" cy="923330"/>
          </a:xfrm>
        </p:grpSpPr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107A6864-9F94-40E6-B02E-84014A25B056}"/>
                </a:ext>
              </a:extLst>
            </p:cNvPr>
            <p:cNvSpPr txBox="1"/>
            <p:nvPr/>
          </p:nvSpPr>
          <p:spPr>
            <a:xfrm>
              <a:off x="2551706" y="4560313"/>
              <a:ext cx="21522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Standardized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Compile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and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Runtime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Environments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means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fewer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needed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software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packages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Deploy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optimal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machine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settings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or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new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modules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easily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3676B41C-58E0-43A0-8986-D80F94F6F0C9}"/>
                </a:ext>
              </a:extLst>
            </p:cNvPr>
            <p:cNvSpPr txBox="1"/>
            <p:nvPr/>
          </p:nvSpPr>
          <p:spPr>
            <a:xfrm>
              <a:off x="2551705" y="4283314"/>
              <a:ext cx="2133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System Admins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51D7A769-0B90-4EC9-BE53-142D44DEBB79}"/>
              </a:ext>
            </a:extLst>
          </p:cNvPr>
          <p:cNvGrpSpPr/>
          <p:nvPr/>
        </p:nvGrpSpPr>
        <p:grpSpPr>
          <a:xfrm>
            <a:off x="7547694" y="3870388"/>
            <a:ext cx="3770917" cy="923329"/>
            <a:chOff x="2551705" y="4283314"/>
            <a:chExt cx="2152228" cy="923329"/>
          </a:xfrm>
        </p:grpSpPr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B44619C7-114B-45F9-9332-12292CBE0F30}"/>
                </a:ext>
              </a:extLst>
            </p:cNvPr>
            <p:cNvSpPr txBox="1"/>
            <p:nvPr/>
          </p:nvSpPr>
          <p:spPr>
            <a:xfrm>
              <a:off x="2551705" y="4560312"/>
              <a:ext cx="21522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Run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simulations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in an easy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and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unified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way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,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independent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of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the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model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and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hardware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Have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lots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of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functions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with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a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few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lines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of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runscript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="" xmlns:a16="http://schemas.microsoft.com/office/drawing/2014/main" id="{F481F554-23C9-4CC9-873D-379A5B55611B}"/>
                </a:ext>
              </a:extLst>
            </p:cNvPr>
            <p:cNvSpPr txBox="1"/>
            <p:nvPr/>
          </p:nvSpPr>
          <p:spPr>
            <a:xfrm>
              <a:off x="2551705" y="4283314"/>
              <a:ext cx="2133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Modellers</a:t>
              </a:r>
              <a:r>
                <a:rPr lang="en-US" altLang="ko-KR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 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A30C8C65-5F9C-44A5-8531-BAC07A73ACC5}"/>
              </a:ext>
            </a:extLst>
          </p:cNvPr>
          <p:cNvGrpSpPr/>
          <p:nvPr/>
        </p:nvGrpSpPr>
        <p:grpSpPr>
          <a:xfrm>
            <a:off x="2160114" y="5168869"/>
            <a:ext cx="3770918" cy="923330"/>
            <a:chOff x="2551705" y="4283314"/>
            <a:chExt cx="2152229" cy="923330"/>
          </a:xfrm>
        </p:grpSpPr>
        <p:sp>
          <p:nvSpPr>
            <p:cNvPr id="14" name="TextBox 13">
              <a:extLst>
                <a:ext uri="{FF2B5EF4-FFF2-40B4-BE49-F238E27FC236}">
                  <a16:creationId xmlns="" xmlns:a16="http://schemas.microsoft.com/office/drawing/2014/main" id="{1A948FAE-7272-4A00-AE96-0DA7BB35D346}"/>
                </a:ext>
              </a:extLst>
            </p:cNvPr>
            <p:cNvSpPr txBox="1"/>
            <p:nvPr/>
          </p:nvSpPr>
          <p:spPr>
            <a:xfrm>
              <a:off x="2551706" y="4560313"/>
              <a:ext cx="21522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Organize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developments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,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deploy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them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on different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machines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</a:t>
              </a:r>
              <a:r>
                <a:rPr lang="de-DE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o-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work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with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other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institutes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on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the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same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code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32AE36EE-DE98-47A7-B8D1-B9E1ABE92421}"/>
                </a:ext>
              </a:extLst>
            </p:cNvPr>
            <p:cNvSpPr txBox="1"/>
            <p:nvPr/>
          </p:nvSpPr>
          <p:spPr>
            <a:xfrm>
              <a:off x="2551705" y="4283314"/>
              <a:ext cx="2133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Model developers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2EAB6999-4124-4974-9048-28C234152914}"/>
              </a:ext>
            </a:extLst>
          </p:cNvPr>
          <p:cNvGrpSpPr/>
          <p:nvPr/>
        </p:nvGrpSpPr>
        <p:grpSpPr>
          <a:xfrm>
            <a:off x="7547694" y="5168869"/>
            <a:ext cx="3770918" cy="1107996"/>
            <a:chOff x="2551705" y="4283314"/>
            <a:chExt cx="2152229" cy="1107996"/>
          </a:xfrm>
        </p:grpSpPr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4FCD9016-823B-47AC-9DBB-CA119ADF13C6}"/>
                </a:ext>
              </a:extLst>
            </p:cNvPr>
            <p:cNvSpPr txBox="1"/>
            <p:nvPr/>
          </p:nvSpPr>
          <p:spPr>
            <a:xfrm>
              <a:off x="2551706" y="4560313"/>
              <a:ext cx="215222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Solve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problems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once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, not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over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and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over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again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Deploy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bugfixes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/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new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hardware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configurations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quickly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to</a:t>
              </a:r>
              <a:r>
                <a:rPr lang="de-DE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all </a:t>
              </a:r>
              <a:r>
                <a:rPr lang="de-DE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users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Same experiment layout also means less context switching.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F412A8DC-5995-46AB-878E-65799D10FFAE}"/>
                </a:ext>
              </a:extLst>
            </p:cNvPr>
            <p:cNvSpPr txBox="1"/>
            <p:nvPr/>
          </p:nvSpPr>
          <p:spPr>
            <a:xfrm>
              <a:off x="2551705" y="4283314"/>
              <a:ext cx="2133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Model supporters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그룹 43">
            <a:extLst>
              <a:ext uri="{FF2B5EF4-FFF2-40B4-BE49-F238E27FC236}">
                <a16:creationId xmlns="" xmlns:a16="http://schemas.microsoft.com/office/drawing/2014/main" id="{97238C91-39C3-4C50-B6C2-A509D639F0F5}"/>
              </a:ext>
            </a:extLst>
          </p:cNvPr>
          <p:cNvGrpSpPr/>
          <p:nvPr/>
        </p:nvGrpSpPr>
        <p:grpSpPr>
          <a:xfrm>
            <a:off x="974977" y="1883352"/>
            <a:ext cx="10272400" cy="1608262"/>
            <a:chOff x="974977" y="1772823"/>
            <a:chExt cx="7679076" cy="1608262"/>
          </a:xfrm>
        </p:grpSpPr>
        <p:sp>
          <p:nvSpPr>
            <p:cNvPr id="20" name="Right Arrow Callout 4">
              <a:extLst>
                <a:ext uri="{FF2B5EF4-FFF2-40B4-BE49-F238E27FC236}">
                  <a16:creationId xmlns="" xmlns:a16="http://schemas.microsoft.com/office/drawing/2014/main" id="{FCFD924B-CE0F-4AAE-AC99-B7BDCFE9E269}"/>
                </a:ext>
              </a:extLst>
            </p:cNvPr>
            <p:cNvSpPr/>
            <p:nvPr/>
          </p:nvSpPr>
          <p:spPr>
            <a:xfrm>
              <a:off x="6387345" y="1772823"/>
              <a:ext cx="2266708" cy="1602140"/>
            </a:xfrm>
            <a:prstGeom prst="rightArrowCallout">
              <a:avLst>
                <a:gd name="adj1" fmla="val 30293"/>
                <a:gd name="adj2" fmla="val 25630"/>
                <a:gd name="adj3" fmla="val 24276"/>
                <a:gd name="adj4" fmla="val 70595"/>
              </a:avLst>
            </a:prstGeom>
            <a:solidFill>
              <a:schemeClr val="bg1"/>
            </a:solidFill>
            <a:ln w="63500">
              <a:solidFill>
                <a:schemeClr val="accent4"/>
              </a:solidFill>
            </a:ln>
            <a:effectLst>
              <a:outerShdw blurRad="25400" dist="25400" algn="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21" name="Right Arrow Callout 5">
              <a:extLst>
                <a:ext uri="{FF2B5EF4-FFF2-40B4-BE49-F238E27FC236}">
                  <a16:creationId xmlns="" xmlns:a16="http://schemas.microsoft.com/office/drawing/2014/main" id="{AD4F5DD1-3523-4E78-A087-5CEB87F97355}"/>
                </a:ext>
              </a:extLst>
            </p:cNvPr>
            <p:cNvSpPr/>
            <p:nvPr/>
          </p:nvSpPr>
          <p:spPr>
            <a:xfrm>
              <a:off x="4581591" y="1778945"/>
              <a:ext cx="2266708" cy="1602140"/>
            </a:xfrm>
            <a:prstGeom prst="rightArrowCallout">
              <a:avLst>
                <a:gd name="adj1" fmla="val 30293"/>
                <a:gd name="adj2" fmla="val 25630"/>
                <a:gd name="adj3" fmla="val 24276"/>
                <a:gd name="adj4" fmla="val 70272"/>
              </a:avLst>
            </a:prstGeom>
            <a:solidFill>
              <a:schemeClr val="bg1"/>
            </a:solidFill>
            <a:ln w="63500">
              <a:solidFill>
                <a:schemeClr val="accent3"/>
              </a:solidFill>
            </a:ln>
            <a:effectLst>
              <a:outerShdw blurRad="25400" dist="25400" algn="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22" name="Right Arrow Callout 6">
              <a:extLst>
                <a:ext uri="{FF2B5EF4-FFF2-40B4-BE49-F238E27FC236}">
                  <a16:creationId xmlns="" xmlns:a16="http://schemas.microsoft.com/office/drawing/2014/main" id="{1915F009-AEE8-4443-89A2-1BB6A5862A92}"/>
                </a:ext>
              </a:extLst>
            </p:cNvPr>
            <p:cNvSpPr/>
            <p:nvPr/>
          </p:nvSpPr>
          <p:spPr>
            <a:xfrm>
              <a:off x="2778284" y="1778944"/>
              <a:ext cx="2266708" cy="1602140"/>
            </a:xfrm>
            <a:prstGeom prst="rightArrowCallout">
              <a:avLst>
                <a:gd name="adj1" fmla="val 30293"/>
                <a:gd name="adj2" fmla="val 25630"/>
                <a:gd name="adj3" fmla="val 24276"/>
                <a:gd name="adj4" fmla="val 71258"/>
              </a:avLst>
            </a:prstGeom>
            <a:solidFill>
              <a:schemeClr val="bg1"/>
            </a:solidFill>
            <a:ln w="63500">
              <a:solidFill>
                <a:schemeClr val="accent2"/>
              </a:solidFill>
            </a:ln>
            <a:effectLst>
              <a:outerShdw blurRad="25400" dist="25400" algn="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3" name="Right Arrow Callout 7">
              <a:extLst>
                <a:ext uri="{FF2B5EF4-FFF2-40B4-BE49-F238E27FC236}">
                  <a16:creationId xmlns="" xmlns:a16="http://schemas.microsoft.com/office/drawing/2014/main" id="{0317B4CC-8150-49AF-8F0D-4D21F2461FB5}"/>
                </a:ext>
              </a:extLst>
            </p:cNvPr>
            <p:cNvSpPr/>
            <p:nvPr/>
          </p:nvSpPr>
          <p:spPr>
            <a:xfrm>
              <a:off x="974977" y="1778943"/>
              <a:ext cx="2266708" cy="1602140"/>
            </a:xfrm>
            <a:prstGeom prst="rightArrowCallout">
              <a:avLst>
                <a:gd name="adj1" fmla="val 30293"/>
                <a:gd name="adj2" fmla="val 25630"/>
                <a:gd name="adj3" fmla="val 24276"/>
                <a:gd name="adj4" fmla="val 70927"/>
              </a:avLst>
            </a:prstGeom>
            <a:solidFill>
              <a:schemeClr val="bg1"/>
            </a:solidFill>
            <a:ln w="63500">
              <a:solidFill>
                <a:schemeClr val="accent1"/>
              </a:solidFill>
            </a:ln>
            <a:effectLst>
              <a:outerShdw blurRad="25400" dist="25400" algn="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52" name="Block Arc 20">
            <a:extLst>
              <a:ext uri="{FF2B5EF4-FFF2-40B4-BE49-F238E27FC236}">
                <a16:creationId xmlns="" xmlns:a16="http://schemas.microsoft.com/office/drawing/2014/main" id="{442BD419-0F67-4BAB-976B-E90CC1C4AECE}"/>
              </a:ext>
            </a:extLst>
          </p:cNvPr>
          <p:cNvSpPr>
            <a:spLocks noChangeAspect="1"/>
          </p:cNvSpPr>
          <p:nvPr/>
        </p:nvSpPr>
        <p:spPr>
          <a:xfrm rot="10800000">
            <a:off x="9067096" y="2232467"/>
            <a:ext cx="833630" cy="903909"/>
          </a:xfrm>
          <a:custGeom>
            <a:avLst/>
            <a:gdLst/>
            <a:ahLst/>
            <a:cxnLst/>
            <a:rect l="l" t="t" r="r" b="b"/>
            <a:pathLst>
              <a:path w="2958558" h="3207983">
                <a:moveTo>
                  <a:pt x="376920" y="2960896"/>
                </a:moveTo>
                <a:cubicBezTo>
                  <a:pt x="266613" y="2960896"/>
                  <a:pt x="177192" y="2871475"/>
                  <a:pt x="177192" y="2761168"/>
                </a:cubicBezTo>
                <a:cubicBezTo>
                  <a:pt x="177192" y="2650861"/>
                  <a:pt x="266613" y="2561440"/>
                  <a:pt x="376920" y="2561440"/>
                </a:cubicBezTo>
                <a:cubicBezTo>
                  <a:pt x="487227" y="2561440"/>
                  <a:pt x="576648" y="2650861"/>
                  <a:pt x="576648" y="2761168"/>
                </a:cubicBezTo>
                <a:cubicBezTo>
                  <a:pt x="576648" y="2871475"/>
                  <a:pt x="487227" y="2960896"/>
                  <a:pt x="376920" y="2960896"/>
                </a:cubicBezTo>
                <a:close/>
                <a:moveTo>
                  <a:pt x="376921" y="3072323"/>
                </a:moveTo>
                <a:cubicBezTo>
                  <a:pt x="539434" y="3072323"/>
                  <a:pt x="671176" y="2940581"/>
                  <a:pt x="671176" y="2778068"/>
                </a:cubicBezTo>
                <a:cubicBezTo>
                  <a:pt x="671176" y="2615555"/>
                  <a:pt x="539434" y="2483813"/>
                  <a:pt x="376921" y="2483813"/>
                </a:cubicBezTo>
                <a:cubicBezTo>
                  <a:pt x="214408" y="2483813"/>
                  <a:pt x="82666" y="2615555"/>
                  <a:pt x="82666" y="2778068"/>
                </a:cubicBezTo>
                <a:cubicBezTo>
                  <a:pt x="82666" y="2940581"/>
                  <a:pt x="214408" y="3072323"/>
                  <a:pt x="376921" y="3072323"/>
                </a:cubicBezTo>
                <a:close/>
                <a:moveTo>
                  <a:pt x="2379939" y="3207575"/>
                </a:moveTo>
                <a:cubicBezTo>
                  <a:pt x="2342159" y="3210380"/>
                  <a:pt x="2303308" y="3198772"/>
                  <a:pt x="2272342" y="3172087"/>
                </a:cubicBezTo>
                <a:cubicBezTo>
                  <a:pt x="2210411" y="3118717"/>
                  <a:pt x="2203469" y="3025247"/>
                  <a:pt x="2256839" y="2963315"/>
                </a:cubicBezTo>
                <a:cubicBezTo>
                  <a:pt x="2292137" y="2922355"/>
                  <a:pt x="2344975" y="2905450"/>
                  <a:pt x="2394194" y="2916618"/>
                </a:cubicBezTo>
                <a:lnTo>
                  <a:pt x="2482323" y="2842744"/>
                </a:lnTo>
                <a:lnTo>
                  <a:pt x="2486558" y="2847797"/>
                </a:lnTo>
                <a:cubicBezTo>
                  <a:pt x="2638916" y="2767056"/>
                  <a:pt x="2628462" y="2744879"/>
                  <a:pt x="2689889" y="2690172"/>
                </a:cubicBezTo>
                <a:cubicBezTo>
                  <a:pt x="2722819" y="2655246"/>
                  <a:pt x="2732363" y="2657367"/>
                  <a:pt x="2726376" y="2568558"/>
                </a:cubicBezTo>
                <a:lnTo>
                  <a:pt x="2730335" y="2568172"/>
                </a:lnTo>
                <a:lnTo>
                  <a:pt x="2726098" y="2568172"/>
                </a:lnTo>
                <a:lnTo>
                  <a:pt x="2726098" y="2140027"/>
                </a:lnTo>
                <a:lnTo>
                  <a:pt x="2686068" y="2140105"/>
                </a:lnTo>
                <a:cubicBezTo>
                  <a:pt x="2685662" y="1932305"/>
                  <a:pt x="2574529" y="1740506"/>
                  <a:pt x="2394530" y="1636956"/>
                </a:cubicBezTo>
                <a:cubicBezTo>
                  <a:pt x="2214320" y="1533284"/>
                  <a:pt x="1992511" y="1533845"/>
                  <a:pt x="1812826" y="1638426"/>
                </a:cubicBezTo>
                <a:cubicBezTo>
                  <a:pt x="1633353" y="1742884"/>
                  <a:pt x="1523189" y="1935240"/>
                  <a:pt x="1523830" y="2143038"/>
                </a:cubicBezTo>
                <a:lnTo>
                  <a:pt x="1483625" y="2143162"/>
                </a:lnTo>
                <a:lnTo>
                  <a:pt x="1483625" y="2568172"/>
                </a:lnTo>
                <a:lnTo>
                  <a:pt x="1479388" y="2568172"/>
                </a:lnTo>
                <a:lnTo>
                  <a:pt x="1483347" y="2568558"/>
                </a:lnTo>
                <a:cubicBezTo>
                  <a:pt x="1477359" y="2657367"/>
                  <a:pt x="1486903" y="2655246"/>
                  <a:pt x="1519833" y="2690172"/>
                </a:cubicBezTo>
                <a:cubicBezTo>
                  <a:pt x="1581261" y="2744879"/>
                  <a:pt x="1570806" y="2767057"/>
                  <a:pt x="1723166" y="2847797"/>
                </a:cubicBezTo>
                <a:lnTo>
                  <a:pt x="1727402" y="2842744"/>
                </a:lnTo>
                <a:lnTo>
                  <a:pt x="1815530" y="2916618"/>
                </a:lnTo>
                <a:cubicBezTo>
                  <a:pt x="1864749" y="2905450"/>
                  <a:pt x="1917587" y="2922356"/>
                  <a:pt x="1952884" y="2963315"/>
                </a:cubicBezTo>
                <a:cubicBezTo>
                  <a:pt x="2006254" y="3025247"/>
                  <a:pt x="1999313" y="3118717"/>
                  <a:pt x="1937381" y="3172087"/>
                </a:cubicBezTo>
                <a:cubicBezTo>
                  <a:pt x="1906416" y="3198772"/>
                  <a:pt x="1867565" y="3210380"/>
                  <a:pt x="1829785" y="3207575"/>
                </a:cubicBezTo>
                <a:cubicBezTo>
                  <a:pt x="1792004" y="3204769"/>
                  <a:pt x="1755294" y="3187551"/>
                  <a:pt x="1728609" y="3156586"/>
                </a:cubicBezTo>
                <a:cubicBezTo>
                  <a:pt x="1704170" y="3128225"/>
                  <a:pt x="1692377" y="3093251"/>
                  <a:pt x="1694258" y="3058558"/>
                </a:cubicBezTo>
                <a:lnTo>
                  <a:pt x="1607474" y="2985811"/>
                </a:lnTo>
                <a:lnTo>
                  <a:pt x="1609754" y="2983092"/>
                </a:lnTo>
                <a:cubicBezTo>
                  <a:pt x="1505378" y="2914609"/>
                  <a:pt x="1454899" y="2874388"/>
                  <a:pt x="1372959" y="2808609"/>
                </a:cubicBezTo>
                <a:cubicBezTo>
                  <a:pt x="1301402" y="2768123"/>
                  <a:pt x="1295976" y="2652344"/>
                  <a:pt x="1300245" y="2568172"/>
                </a:cubicBezTo>
                <a:lnTo>
                  <a:pt x="1296941" y="2568172"/>
                </a:lnTo>
                <a:lnTo>
                  <a:pt x="1296941" y="2143739"/>
                </a:lnTo>
                <a:lnTo>
                  <a:pt x="1251342" y="2143880"/>
                </a:lnTo>
                <a:cubicBezTo>
                  <a:pt x="1250400" y="1838694"/>
                  <a:pt x="1412261" y="1556194"/>
                  <a:pt x="1675942" y="1402813"/>
                </a:cubicBezTo>
                <a:cubicBezTo>
                  <a:pt x="1778114" y="1343381"/>
                  <a:pt x="1889554" y="1306836"/>
                  <a:pt x="2003205" y="1293823"/>
                </a:cubicBezTo>
                <a:lnTo>
                  <a:pt x="2003205" y="878785"/>
                </a:lnTo>
                <a:lnTo>
                  <a:pt x="1998176" y="878621"/>
                </a:lnTo>
                <a:cubicBezTo>
                  <a:pt x="2009560" y="630102"/>
                  <a:pt x="1847671" y="398939"/>
                  <a:pt x="1584243" y="287563"/>
                </a:cubicBezTo>
                <a:cubicBezTo>
                  <a:pt x="1373323" y="198386"/>
                  <a:pt x="1125012" y="198092"/>
                  <a:pt x="913796" y="286769"/>
                </a:cubicBezTo>
                <a:cubicBezTo>
                  <a:pt x="650203" y="397436"/>
                  <a:pt x="487575" y="627955"/>
                  <a:pt x="497878" y="876315"/>
                </a:cubicBezTo>
                <a:lnTo>
                  <a:pt x="492947" y="876461"/>
                </a:lnTo>
                <a:lnTo>
                  <a:pt x="492947" y="2424958"/>
                </a:lnTo>
                <a:cubicBezTo>
                  <a:pt x="646520" y="2471832"/>
                  <a:pt x="757382" y="2615059"/>
                  <a:pt x="757382" y="2784179"/>
                </a:cubicBezTo>
                <a:cubicBezTo>
                  <a:pt x="757382" y="2993324"/>
                  <a:pt x="587836" y="3162870"/>
                  <a:pt x="378691" y="3162870"/>
                </a:cubicBezTo>
                <a:cubicBezTo>
                  <a:pt x="169546" y="3162870"/>
                  <a:pt x="0" y="2993324"/>
                  <a:pt x="0" y="2784179"/>
                </a:cubicBezTo>
                <a:cubicBezTo>
                  <a:pt x="0" y="2610447"/>
                  <a:pt x="116991" y="2464039"/>
                  <a:pt x="276947" y="2421074"/>
                </a:cubicBezTo>
                <a:lnTo>
                  <a:pt x="276947" y="783746"/>
                </a:lnTo>
                <a:lnTo>
                  <a:pt x="281758" y="783746"/>
                </a:lnTo>
                <a:cubicBezTo>
                  <a:pt x="307533" y="493124"/>
                  <a:pt x="502412" y="231983"/>
                  <a:pt x="801266" y="95774"/>
                </a:cubicBezTo>
                <a:cubicBezTo>
                  <a:pt x="1082323" y="-32324"/>
                  <a:pt x="1416727" y="-31901"/>
                  <a:pt x="1697364" y="96907"/>
                </a:cubicBezTo>
                <a:cubicBezTo>
                  <a:pt x="1994951" y="233494"/>
                  <a:pt x="2188714" y="494056"/>
                  <a:pt x="2214549" y="783746"/>
                </a:cubicBezTo>
                <a:lnTo>
                  <a:pt x="2219205" y="783746"/>
                </a:lnTo>
                <a:lnTo>
                  <a:pt x="2219205" y="1295162"/>
                </a:lnTo>
                <a:cubicBezTo>
                  <a:pt x="2327099" y="1309357"/>
                  <a:pt x="2432799" y="1344641"/>
                  <a:pt x="2530224" y="1400656"/>
                </a:cubicBezTo>
                <a:cubicBezTo>
                  <a:pt x="2794677" y="1552703"/>
                  <a:pt x="2957961" y="1834385"/>
                  <a:pt x="2958558" y="2139573"/>
                </a:cubicBezTo>
                <a:lnTo>
                  <a:pt x="2912782" y="2139663"/>
                </a:lnTo>
                <a:lnTo>
                  <a:pt x="2912782" y="2568172"/>
                </a:lnTo>
                <a:lnTo>
                  <a:pt x="2909478" y="2568172"/>
                </a:lnTo>
                <a:cubicBezTo>
                  <a:pt x="2913747" y="2652344"/>
                  <a:pt x="2908320" y="2768123"/>
                  <a:pt x="2836763" y="2808609"/>
                </a:cubicBezTo>
                <a:cubicBezTo>
                  <a:pt x="2754824" y="2874388"/>
                  <a:pt x="2704345" y="2914609"/>
                  <a:pt x="2599970" y="2983091"/>
                </a:cubicBezTo>
                <a:lnTo>
                  <a:pt x="2602250" y="2985811"/>
                </a:lnTo>
                <a:lnTo>
                  <a:pt x="2515466" y="3058559"/>
                </a:lnTo>
                <a:cubicBezTo>
                  <a:pt x="2517346" y="3093252"/>
                  <a:pt x="2505554" y="3128225"/>
                  <a:pt x="2481114" y="3156586"/>
                </a:cubicBezTo>
                <a:cubicBezTo>
                  <a:pt x="2454429" y="3187551"/>
                  <a:pt x="2417719" y="3204769"/>
                  <a:pt x="2379939" y="3207575"/>
                </a:cubicBezTo>
                <a:close/>
              </a:path>
            </a:pathLst>
          </a:custGeom>
          <a:solidFill>
            <a:srgbClr val="F1A6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53" name="Rectangle 1">
            <a:extLst>
              <a:ext uri="{FF2B5EF4-FFF2-40B4-BE49-F238E27FC236}">
                <a16:creationId xmlns="" xmlns:a16="http://schemas.microsoft.com/office/drawing/2014/main" id="{1CA70209-82A7-44B1-BD3F-84AFF225C28E}"/>
              </a:ext>
            </a:extLst>
          </p:cNvPr>
          <p:cNvSpPr>
            <a:spLocks noChangeAspect="1"/>
          </p:cNvSpPr>
          <p:nvPr/>
        </p:nvSpPr>
        <p:spPr>
          <a:xfrm>
            <a:off x="1702378" y="2360260"/>
            <a:ext cx="722680" cy="720000"/>
          </a:xfrm>
          <a:custGeom>
            <a:avLst/>
            <a:gdLst/>
            <a:ahLst/>
            <a:cxnLst/>
            <a:rect l="l" t="t" r="r" b="b"/>
            <a:pathLst>
              <a:path w="3960000" h="3945309">
                <a:moveTo>
                  <a:pt x="466104" y="2636906"/>
                </a:moveTo>
                <a:lnTo>
                  <a:pt x="466104" y="2780922"/>
                </a:lnTo>
                <a:lnTo>
                  <a:pt x="2050104" y="2780922"/>
                </a:lnTo>
                <a:lnTo>
                  <a:pt x="2050104" y="2636906"/>
                </a:lnTo>
                <a:close/>
                <a:moveTo>
                  <a:pt x="466104" y="2407894"/>
                </a:moveTo>
                <a:lnTo>
                  <a:pt x="466104" y="2551910"/>
                </a:lnTo>
                <a:lnTo>
                  <a:pt x="2050104" y="2551910"/>
                </a:lnTo>
                <a:lnTo>
                  <a:pt x="2050104" y="2407894"/>
                </a:lnTo>
                <a:close/>
                <a:moveTo>
                  <a:pt x="466104" y="2178881"/>
                </a:moveTo>
                <a:lnTo>
                  <a:pt x="466104" y="2322897"/>
                </a:lnTo>
                <a:lnTo>
                  <a:pt x="2050104" y="2322897"/>
                </a:lnTo>
                <a:lnTo>
                  <a:pt x="2050104" y="2178881"/>
                </a:lnTo>
                <a:close/>
                <a:moveTo>
                  <a:pt x="3358993" y="2178880"/>
                </a:moveTo>
                <a:cubicBezTo>
                  <a:pt x="3299346" y="2178880"/>
                  <a:pt x="3250993" y="2227233"/>
                  <a:pt x="3250993" y="2286880"/>
                </a:cubicBezTo>
                <a:cubicBezTo>
                  <a:pt x="3250993" y="2346527"/>
                  <a:pt x="3299346" y="2394880"/>
                  <a:pt x="3358993" y="2394880"/>
                </a:cubicBezTo>
                <a:cubicBezTo>
                  <a:pt x="3418640" y="2394880"/>
                  <a:pt x="3466993" y="2346527"/>
                  <a:pt x="3466993" y="2286880"/>
                </a:cubicBezTo>
                <a:cubicBezTo>
                  <a:pt x="3466993" y="2227233"/>
                  <a:pt x="3418640" y="2178880"/>
                  <a:pt x="3358993" y="2178880"/>
                </a:cubicBezTo>
                <a:close/>
                <a:moveTo>
                  <a:pt x="2962949" y="2178880"/>
                </a:moveTo>
                <a:cubicBezTo>
                  <a:pt x="2903302" y="2178880"/>
                  <a:pt x="2854949" y="2227233"/>
                  <a:pt x="2854949" y="2286880"/>
                </a:cubicBezTo>
                <a:cubicBezTo>
                  <a:pt x="2854949" y="2346527"/>
                  <a:pt x="2903302" y="2394880"/>
                  <a:pt x="2962949" y="2394880"/>
                </a:cubicBezTo>
                <a:cubicBezTo>
                  <a:pt x="3022596" y="2394880"/>
                  <a:pt x="3070949" y="2346527"/>
                  <a:pt x="3070949" y="2286880"/>
                </a:cubicBezTo>
                <a:cubicBezTo>
                  <a:pt x="3070949" y="2227233"/>
                  <a:pt x="3022596" y="2178880"/>
                  <a:pt x="2962949" y="2178880"/>
                </a:cubicBezTo>
                <a:close/>
                <a:moveTo>
                  <a:pt x="2566905" y="2178880"/>
                </a:moveTo>
                <a:cubicBezTo>
                  <a:pt x="2507258" y="2178880"/>
                  <a:pt x="2458905" y="2227233"/>
                  <a:pt x="2458905" y="2286880"/>
                </a:cubicBezTo>
                <a:cubicBezTo>
                  <a:pt x="2458905" y="2346527"/>
                  <a:pt x="2507258" y="2394880"/>
                  <a:pt x="2566905" y="2394880"/>
                </a:cubicBezTo>
                <a:cubicBezTo>
                  <a:pt x="2626552" y="2394880"/>
                  <a:pt x="2674905" y="2346527"/>
                  <a:pt x="2674905" y="2286880"/>
                </a:cubicBezTo>
                <a:cubicBezTo>
                  <a:pt x="2674905" y="2227233"/>
                  <a:pt x="2626552" y="2178880"/>
                  <a:pt x="2566905" y="2178880"/>
                </a:cubicBezTo>
                <a:close/>
                <a:moveTo>
                  <a:pt x="154649" y="2155901"/>
                </a:moveTo>
                <a:lnTo>
                  <a:pt x="154649" y="2803901"/>
                </a:lnTo>
                <a:lnTo>
                  <a:pt x="298665" y="2803901"/>
                </a:lnTo>
                <a:lnTo>
                  <a:pt x="298665" y="2155901"/>
                </a:lnTo>
                <a:close/>
                <a:moveTo>
                  <a:pt x="3645310" y="2153519"/>
                </a:moveTo>
                <a:lnTo>
                  <a:pt x="3645310" y="2801519"/>
                </a:lnTo>
                <a:lnTo>
                  <a:pt x="3789326" y="2801519"/>
                </a:lnTo>
                <a:lnTo>
                  <a:pt x="3789326" y="2153519"/>
                </a:lnTo>
                <a:close/>
                <a:moveTo>
                  <a:pt x="0" y="2032992"/>
                </a:moveTo>
                <a:lnTo>
                  <a:pt x="3960000" y="2032992"/>
                </a:lnTo>
                <a:lnTo>
                  <a:pt x="3960000" y="2897088"/>
                </a:lnTo>
                <a:lnTo>
                  <a:pt x="2124016" y="2897088"/>
                </a:lnTo>
                <a:lnTo>
                  <a:pt x="2124016" y="3513261"/>
                </a:lnTo>
                <a:lnTo>
                  <a:pt x="2268032" y="3513261"/>
                </a:lnTo>
                <a:cubicBezTo>
                  <a:pt x="2331437" y="3513261"/>
                  <a:pt x="2388462" y="3540577"/>
                  <a:pt x="2426674" y="3585269"/>
                </a:cubicBezTo>
                <a:lnTo>
                  <a:pt x="3960000" y="3585269"/>
                </a:lnTo>
                <a:lnTo>
                  <a:pt x="3960000" y="3873301"/>
                </a:lnTo>
                <a:lnTo>
                  <a:pt x="2426674" y="3873301"/>
                </a:lnTo>
                <a:cubicBezTo>
                  <a:pt x="2388462" y="3917993"/>
                  <a:pt x="2331437" y="3945309"/>
                  <a:pt x="2268032" y="3945309"/>
                </a:cubicBezTo>
                <a:lnTo>
                  <a:pt x="1691968" y="3945309"/>
                </a:lnTo>
                <a:cubicBezTo>
                  <a:pt x="1628563" y="3945309"/>
                  <a:pt x="1571538" y="3917993"/>
                  <a:pt x="1533326" y="3873301"/>
                </a:cubicBezTo>
                <a:lnTo>
                  <a:pt x="0" y="3873301"/>
                </a:lnTo>
                <a:lnTo>
                  <a:pt x="0" y="3585269"/>
                </a:lnTo>
                <a:lnTo>
                  <a:pt x="1533326" y="3585269"/>
                </a:lnTo>
                <a:cubicBezTo>
                  <a:pt x="1571538" y="3540577"/>
                  <a:pt x="1628563" y="3513261"/>
                  <a:pt x="1691968" y="3513261"/>
                </a:cubicBezTo>
                <a:lnTo>
                  <a:pt x="1835984" y="3513261"/>
                </a:lnTo>
                <a:lnTo>
                  <a:pt x="1835984" y="2897088"/>
                </a:lnTo>
                <a:lnTo>
                  <a:pt x="0" y="2897088"/>
                </a:lnTo>
                <a:close/>
                <a:moveTo>
                  <a:pt x="466104" y="1620410"/>
                </a:moveTo>
                <a:lnTo>
                  <a:pt x="466104" y="1764426"/>
                </a:lnTo>
                <a:lnTo>
                  <a:pt x="2050104" y="1764426"/>
                </a:lnTo>
                <a:lnTo>
                  <a:pt x="2050104" y="1620410"/>
                </a:lnTo>
                <a:close/>
                <a:moveTo>
                  <a:pt x="466104" y="1391398"/>
                </a:moveTo>
                <a:lnTo>
                  <a:pt x="466104" y="1535414"/>
                </a:lnTo>
                <a:lnTo>
                  <a:pt x="2050104" y="1535414"/>
                </a:lnTo>
                <a:lnTo>
                  <a:pt x="2050104" y="1391398"/>
                </a:lnTo>
                <a:close/>
                <a:moveTo>
                  <a:pt x="466104" y="1162385"/>
                </a:moveTo>
                <a:lnTo>
                  <a:pt x="466104" y="1306401"/>
                </a:lnTo>
                <a:lnTo>
                  <a:pt x="2050104" y="1306401"/>
                </a:lnTo>
                <a:lnTo>
                  <a:pt x="2050104" y="1162385"/>
                </a:lnTo>
                <a:close/>
                <a:moveTo>
                  <a:pt x="3358993" y="1162384"/>
                </a:moveTo>
                <a:cubicBezTo>
                  <a:pt x="3299346" y="1162384"/>
                  <a:pt x="3250993" y="1210737"/>
                  <a:pt x="3250993" y="1270384"/>
                </a:cubicBezTo>
                <a:cubicBezTo>
                  <a:pt x="3250993" y="1330031"/>
                  <a:pt x="3299346" y="1378384"/>
                  <a:pt x="3358993" y="1378384"/>
                </a:cubicBezTo>
                <a:cubicBezTo>
                  <a:pt x="3418640" y="1378384"/>
                  <a:pt x="3466993" y="1330031"/>
                  <a:pt x="3466993" y="1270384"/>
                </a:cubicBezTo>
                <a:cubicBezTo>
                  <a:pt x="3466993" y="1210737"/>
                  <a:pt x="3418640" y="1162384"/>
                  <a:pt x="3358993" y="1162384"/>
                </a:cubicBezTo>
                <a:close/>
                <a:moveTo>
                  <a:pt x="2962949" y="1162384"/>
                </a:moveTo>
                <a:cubicBezTo>
                  <a:pt x="2903302" y="1162384"/>
                  <a:pt x="2854949" y="1210737"/>
                  <a:pt x="2854949" y="1270384"/>
                </a:cubicBezTo>
                <a:cubicBezTo>
                  <a:pt x="2854949" y="1330031"/>
                  <a:pt x="2903302" y="1378384"/>
                  <a:pt x="2962949" y="1378384"/>
                </a:cubicBezTo>
                <a:cubicBezTo>
                  <a:pt x="3022596" y="1378384"/>
                  <a:pt x="3070949" y="1330031"/>
                  <a:pt x="3070949" y="1270384"/>
                </a:cubicBezTo>
                <a:cubicBezTo>
                  <a:pt x="3070949" y="1210737"/>
                  <a:pt x="3022596" y="1162384"/>
                  <a:pt x="2962949" y="1162384"/>
                </a:cubicBezTo>
                <a:close/>
                <a:moveTo>
                  <a:pt x="2566905" y="1162384"/>
                </a:moveTo>
                <a:cubicBezTo>
                  <a:pt x="2507258" y="1162384"/>
                  <a:pt x="2458905" y="1210737"/>
                  <a:pt x="2458905" y="1270384"/>
                </a:cubicBezTo>
                <a:cubicBezTo>
                  <a:pt x="2458905" y="1330031"/>
                  <a:pt x="2507258" y="1378384"/>
                  <a:pt x="2566905" y="1378384"/>
                </a:cubicBezTo>
                <a:cubicBezTo>
                  <a:pt x="2626552" y="1378384"/>
                  <a:pt x="2674905" y="1330031"/>
                  <a:pt x="2674905" y="1270384"/>
                </a:cubicBezTo>
                <a:cubicBezTo>
                  <a:pt x="2674905" y="1210737"/>
                  <a:pt x="2626552" y="1162384"/>
                  <a:pt x="2566905" y="1162384"/>
                </a:cubicBezTo>
                <a:close/>
                <a:moveTo>
                  <a:pt x="154649" y="1139405"/>
                </a:moveTo>
                <a:lnTo>
                  <a:pt x="154649" y="1787405"/>
                </a:lnTo>
                <a:lnTo>
                  <a:pt x="298665" y="1787405"/>
                </a:lnTo>
                <a:lnTo>
                  <a:pt x="298665" y="1139405"/>
                </a:lnTo>
                <a:close/>
                <a:moveTo>
                  <a:pt x="3645310" y="1137023"/>
                </a:moveTo>
                <a:lnTo>
                  <a:pt x="3645310" y="1785023"/>
                </a:lnTo>
                <a:lnTo>
                  <a:pt x="3789326" y="1785023"/>
                </a:lnTo>
                <a:lnTo>
                  <a:pt x="3789326" y="1137023"/>
                </a:lnTo>
                <a:close/>
                <a:moveTo>
                  <a:pt x="0" y="1016496"/>
                </a:moveTo>
                <a:lnTo>
                  <a:pt x="3960000" y="1016496"/>
                </a:lnTo>
                <a:lnTo>
                  <a:pt x="3960000" y="1880592"/>
                </a:lnTo>
                <a:lnTo>
                  <a:pt x="0" y="1880592"/>
                </a:lnTo>
                <a:close/>
                <a:moveTo>
                  <a:pt x="466104" y="603914"/>
                </a:moveTo>
                <a:lnTo>
                  <a:pt x="466104" y="747930"/>
                </a:lnTo>
                <a:lnTo>
                  <a:pt x="2050104" y="747930"/>
                </a:lnTo>
                <a:lnTo>
                  <a:pt x="2050104" y="603914"/>
                </a:lnTo>
                <a:close/>
                <a:moveTo>
                  <a:pt x="466104" y="374902"/>
                </a:moveTo>
                <a:lnTo>
                  <a:pt x="466104" y="518918"/>
                </a:lnTo>
                <a:lnTo>
                  <a:pt x="2050104" y="518918"/>
                </a:lnTo>
                <a:lnTo>
                  <a:pt x="2050104" y="374902"/>
                </a:lnTo>
                <a:close/>
                <a:moveTo>
                  <a:pt x="466104" y="145889"/>
                </a:moveTo>
                <a:lnTo>
                  <a:pt x="466104" y="289905"/>
                </a:lnTo>
                <a:lnTo>
                  <a:pt x="2050104" y="289905"/>
                </a:lnTo>
                <a:lnTo>
                  <a:pt x="2050104" y="145889"/>
                </a:lnTo>
                <a:close/>
                <a:moveTo>
                  <a:pt x="3358993" y="145888"/>
                </a:moveTo>
                <a:cubicBezTo>
                  <a:pt x="3299346" y="145888"/>
                  <a:pt x="3250993" y="194241"/>
                  <a:pt x="3250993" y="253888"/>
                </a:cubicBezTo>
                <a:cubicBezTo>
                  <a:pt x="3250993" y="313535"/>
                  <a:pt x="3299346" y="361888"/>
                  <a:pt x="3358993" y="361888"/>
                </a:cubicBezTo>
                <a:cubicBezTo>
                  <a:pt x="3418640" y="361888"/>
                  <a:pt x="3466993" y="313535"/>
                  <a:pt x="3466993" y="253888"/>
                </a:cubicBezTo>
                <a:cubicBezTo>
                  <a:pt x="3466993" y="194241"/>
                  <a:pt x="3418640" y="145888"/>
                  <a:pt x="3358993" y="145888"/>
                </a:cubicBezTo>
                <a:close/>
                <a:moveTo>
                  <a:pt x="2962949" y="145888"/>
                </a:moveTo>
                <a:cubicBezTo>
                  <a:pt x="2903302" y="145888"/>
                  <a:pt x="2854949" y="194241"/>
                  <a:pt x="2854949" y="253888"/>
                </a:cubicBezTo>
                <a:cubicBezTo>
                  <a:pt x="2854949" y="313535"/>
                  <a:pt x="2903302" y="361888"/>
                  <a:pt x="2962949" y="361888"/>
                </a:cubicBezTo>
                <a:cubicBezTo>
                  <a:pt x="3022596" y="361888"/>
                  <a:pt x="3070949" y="313535"/>
                  <a:pt x="3070949" y="253888"/>
                </a:cubicBezTo>
                <a:cubicBezTo>
                  <a:pt x="3070949" y="194241"/>
                  <a:pt x="3022596" y="145888"/>
                  <a:pt x="2962949" y="145888"/>
                </a:cubicBezTo>
                <a:close/>
                <a:moveTo>
                  <a:pt x="2566905" y="145888"/>
                </a:moveTo>
                <a:cubicBezTo>
                  <a:pt x="2507258" y="145888"/>
                  <a:pt x="2458905" y="194241"/>
                  <a:pt x="2458905" y="253888"/>
                </a:cubicBezTo>
                <a:cubicBezTo>
                  <a:pt x="2458905" y="313535"/>
                  <a:pt x="2507258" y="361888"/>
                  <a:pt x="2566905" y="361888"/>
                </a:cubicBezTo>
                <a:cubicBezTo>
                  <a:pt x="2626552" y="361888"/>
                  <a:pt x="2674905" y="313535"/>
                  <a:pt x="2674905" y="253888"/>
                </a:cubicBezTo>
                <a:cubicBezTo>
                  <a:pt x="2674905" y="194241"/>
                  <a:pt x="2626552" y="145888"/>
                  <a:pt x="2566905" y="145888"/>
                </a:cubicBezTo>
                <a:close/>
                <a:moveTo>
                  <a:pt x="154649" y="122909"/>
                </a:moveTo>
                <a:lnTo>
                  <a:pt x="154649" y="770909"/>
                </a:lnTo>
                <a:lnTo>
                  <a:pt x="298665" y="770909"/>
                </a:lnTo>
                <a:lnTo>
                  <a:pt x="298665" y="122909"/>
                </a:lnTo>
                <a:close/>
                <a:moveTo>
                  <a:pt x="3645310" y="120527"/>
                </a:moveTo>
                <a:lnTo>
                  <a:pt x="3645310" y="768527"/>
                </a:lnTo>
                <a:lnTo>
                  <a:pt x="3789326" y="768527"/>
                </a:lnTo>
                <a:lnTo>
                  <a:pt x="3789326" y="120527"/>
                </a:lnTo>
                <a:close/>
                <a:moveTo>
                  <a:pt x="0" y="0"/>
                </a:moveTo>
                <a:lnTo>
                  <a:pt x="3960000" y="0"/>
                </a:lnTo>
                <a:lnTo>
                  <a:pt x="3960000" y="864096"/>
                </a:lnTo>
                <a:lnTo>
                  <a:pt x="0" y="864096"/>
                </a:lnTo>
                <a:close/>
              </a:path>
            </a:pathLst>
          </a:custGeom>
          <a:solidFill>
            <a:srgbClr val="397B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4" name="Graphic 5">
            <a:extLst>
              <a:ext uri="{FF2B5EF4-FFF2-40B4-BE49-F238E27FC236}">
                <a16:creationId xmlns="" xmlns:a16="http://schemas.microsoft.com/office/drawing/2014/main" id="{0C406B6E-C528-4B99-8600-80FDBC75CCB6}"/>
              </a:ext>
            </a:extLst>
          </p:cNvPr>
          <p:cNvSpPr/>
          <p:nvPr/>
        </p:nvSpPr>
        <p:spPr>
          <a:xfrm>
            <a:off x="4217468" y="2232467"/>
            <a:ext cx="788992" cy="984599"/>
          </a:xfrm>
          <a:custGeom>
            <a:avLst/>
            <a:gdLst>
              <a:gd name="connsiteX0" fmla="*/ 0 w 5488226"/>
              <a:gd name="connsiteY0" fmla="*/ 2923156 h 6848868"/>
              <a:gd name="connsiteX1" fmla="*/ 728720 w 5488226"/>
              <a:gd name="connsiteY1" fmla="*/ 2905806 h 6848868"/>
              <a:gd name="connsiteX2" fmla="*/ 762507 w 5488226"/>
              <a:gd name="connsiteY2" fmla="*/ 2881150 h 6848868"/>
              <a:gd name="connsiteX3" fmla="*/ 855652 w 5488226"/>
              <a:gd name="connsiteY3" fmla="*/ 2750565 h 6848868"/>
              <a:gd name="connsiteX4" fmla="*/ 940578 w 5488226"/>
              <a:gd name="connsiteY4" fmla="*/ 2684816 h 6848868"/>
              <a:gd name="connsiteX5" fmla="*/ 1013632 w 5488226"/>
              <a:gd name="connsiteY5" fmla="*/ 2529575 h 6848868"/>
              <a:gd name="connsiteX6" fmla="*/ 778945 w 5488226"/>
              <a:gd name="connsiteY6" fmla="*/ 449345 h 6848868"/>
              <a:gd name="connsiteX7" fmla="*/ 811819 w 5488226"/>
              <a:gd name="connsiteY7" fmla="*/ 392728 h 6848868"/>
              <a:gd name="connsiteX8" fmla="*/ 911356 w 5488226"/>
              <a:gd name="connsiteY8" fmla="*/ 363506 h 6848868"/>
              <a:gd name="connsiteX9" fmla="*/ 1018198 w 5488226"/>
              <a:gd name="connsiteY9" fmla="*/ 427429 h 6848868"/>
              <a:gd name="connsiteX10" fmla="*/ 1110430 w 5488226"/>
              <a:gd name="connsiteY10" fmla="*/ 764393 h 6848868"/>
              <a:gd name="connsiteX11" fmla="*/ 1444655 w 5488226"/>
              <a:gd name="connsiteY11" fmla="*/ 2230964 h 6848868"/>
              <a:gd name="connsiteX12" fmla="*/ 1486661 w 5488226"/>
              <a:gd name="connsiteY12" fmla="*/ 2434603 h 6848868"/>
              <a:gd name="connsiteX13" fmla="*/ 1460179 w 5488226"/>
              <a:gd name="connsiteY13" fmla="*/ 2470218 h 6848868"/>
              <a:gd name="connsiteX14" fmla="*/ 1391690 w 5488226"/>
              <a:gd name="connsiteY14" fmla="*/ 2486655 h 6848868"/>
              <a:gd name="connsiteX15" fmla="*/ 1367947 w 5488226"/>
              <a:gd name="connsiteY15" fmla="*/ 2496700 h 6848868"/>
              <a:gd name="connsiteX16" fmla="*/ 1218185 w 5488226"/>
              <a:gd name="connsiteY16" fmla="*/ 2424559 h 6848868"/>
              <a:gd name="connsiteX17" fmla="*/ 1178005 w 5488226"/>
              <a:gd name="connsiteY17" fmla="*/ 2287581 h 6848868"/>
              <a:gd name="connsiteX18" fmla="*/ 1172526 w 5488226"/>
              <a:gd name="connsiteY18" fmla="*/ 2338719 h 6848868"/>
              <a:gd name="connsiteX19" fmla="*/ 1181658 w 5488226"/>
              <a:gd name="connsiteY19" fmla="*/ 2572494 h 6848868"/>
              <a:gd name="connsiteX20" fmla="*/ 1216359 w 5488226"/>
              <a:gd name="connsiteY20" fmla="*/ 2639157 h 6848868"/>
              <a:gd name="connsiteX21" fmla="*/ 1430957 w 5488226"/>
              <a:gd name="connsiteY21" fmla="*/ 2817227 h 6848868"/>
              <a:gd name="connsiteX22" fmla="*/ 1760616 w 5488226"/>
              <a:gd name="connsiteY22" fmla="*/ 2932288 h 6848868"/>
              <a:gd name="connsiteX23" fmla="*/ 1839149 w 5488226"/>
              <a:gd name="connsiteY23" fmla="*/ 2860147 h 6848868"/>
              <a:gd name="connsiteX24" fmla="*/ 1941426 w 5488226"/>
              <a:gd name="connsiteY24" fmla="*/ 2772481 h 6848868"/>
              <a:gd name="connsiteX25" fmla="*/ 2389798 w 5488226"/>
              <a:gd name="connsiteY25" fmla="*/ 2809008 h 6848868"/>
              <a:gd name="connsiteX26" fmla="*/ 2515818 w 5488226"/>
              <a:gd name="connsiteY26" fmla="*/ 2815401 h 6848868"/>
              <a:gd name="connsiteX27" fmla="*/ 2429978 w 5488226"/>
              <a:gd name="connsiteY27" fmla="*/ 2739607 h 6848868"/>
              <a:gd name="connsiteX28" fmla="*/ 2300306 w 5488226"/>
              <a:gd name="connsiteY28" fmla="*/ 2731388 h 6848868"/>
              <a:gd name="connsiteX29" fmla="*/ 2238210 w 5488226"/>
              <a:gd name="connsiteY29" fmla="*/ 2703992 h 6848868"/>
              <a:gd name="connsiteX30" fmla="*/ 2273824 w 5488226"/>
              <a:gd name="connsiteY30" fmla="*/ 2638243 h 6848868"/>
              <a:gd name="connsiteX31" fmla="*/ 2456461 w 5488226"/>
              <a:gd name="connsiteY31" fmla="*/ 2547838 h 6848868"/>
              <a:gd name="connsiteX32" fmla="*/ 2620834 w 5488226"/>
              <a:gd name="connsiteY32" fmla="*/ 2574321 h 6848868"/>
              <a:gd name="connsiteX33" fmla="*/ 2688409 w 5488226"/>
              <a:gd name="connsiteY33" fmla="*/ 2631851 h 6848868"/>
              <a:gd name="connsiteX34" fmla="*/ 3162351 w 5488226"/>
              <a:gd name="connsiteY34" fmla="*/ 2792571 h 6848868"/>
              <a:gd name="connsiteX35" fmla="*/ 3594286 w 5488226"/>
              <a:gd name="connsiteY35" fmla="*/ 2724082 h 6848868"/>
              <a:gd name="connsiteX36" fmla="*/ 3660035 w 5488226"/>
              <a:gd name="connsiteY36" fmla="*/ 2642809 h 6848868"/>
              <a:gd name="connsiteX37" fmla="*/ 3699302 w 5488226"/>
              <a:gd name="connsiteY37" fmla="*/ 2224572 h 6848868"/>
              <a:gd name="connsiteX38" fmla="*/ 3751353 w 5488226"/>
              <a:gd name="connsiteY38" fmla="*/ 1861125 h 6848868"/>
              <a:gd name="connsiteX39" fmla="*/ 3870980 w 5488226"/>
              <a:gd name="connsiteY39" fmla="*/ 1579865 h 6848868"/>
              <a:gd name="connsiteX40" fmla="*/ 3887418 w 5488226"/>
              <a:gd name="connsiteY40" fmla="*/ 1504071 h 6848868"/>
              <a:gd name="connsiteX41" fmla="*/ 3896549 w 5488226"/>
              <a:gd name="connsiteY41" fmla="*/ 1368006 h 6848868"/>
              <a:gd name="connsiteX42" fmla="*/ 3907507 w 5488226"/>
              <a:gd name="connsiteY42" fmla="*/ 1253859 h 6848868"/>
              <a:gd name="connsiteX43" fmla="*/ 3850890 w 5488226"/>
              <a:gd name="connsiteY43" fmla="*/ 1212765 h 6848868"/>
              <a:gd name="connsiteX44" fmla="*/ 3686517 w 5488226"/>
              <a:gd name="connsiteY44" fmla="*/ 1269383 h 6848868"/>
              <a:gd name="connsiteX45" fmla="*/ 3511186 w 5488226"/>
              <a:gd name="connsiteY45" fmla="*/ 1151582 h 6848868"/>
              <a:gd name="connsiteX46" fmla="*/ 3465527 w 5488226"/>
              <a:gd name="connsiteY46" fmla="*/ 1105923 h 6848868"/>
              <a:gd name="connsiteX47" fmla="*/ 3473746 w 5488226"/>
              <a:gd name="connsiteY47" fmla="*/ 1073049 h 6848868"/>
              <a:gd name="connsiteX48" fmla="*/ 3435392 w 5488226"/>
              <a:gd name="connsiteY48" fmla="*/ 1044740 h 6848868"/>
              <a:gd name="connsiteX49" fmla="*/ 3394299 w 5488226"/>
              <a:gd name="connsiteY49" fmla="*/ 965293 h 6848868"/>
              <a:gd name="connsiteX50" fmla="*/ 3324897 w 5488226"/>
              <a:gd name="connsiteY50" fmla="*/ 926026 h 6848868"/>
              <a:gd name="connsiteX51" fmla="*/ 3297502 w 5488226"/>
              <a:gd name="connsiteY51" fmla="*/ 641113 h 6848868"/>
              <a:gd name="connsiteX52" fmla="*/ 3249103 w 5488226"/>
              <a:gd name="connsiteY52" fmla="*/ 506875 h 6848868"/>
              <a:gd name="connsiteX53" fmla="*/ 3162351 w 5488226"/>
              <a:gd name="connsiteY53" fmla="*/ 342503 h 6848868"/>
              <a:gd name="connsiteX54" fmla="*/ 3164177 w 5488226"/>
              <a:gd name="connsiteY54" fmla="*/ 308715 h 6848868"/>
              <a:gd name="connsiteX55" fmla="*/ 3365990 w 5488226"/>
              <a:gd name="connsiteY55" fmla="*/ 158953 h 6848868"/>
              <a:gd name="connsiteX56" fmla="*/ 3672820 w 5488226"/>
              <a:gd name="connsiteY56" fmla="*/ 19236 h 6848868"/>
              <a:gd name="connsiteX57" fmla="*/ 3963212 w 5488226"/>
              <a:gd name="connsiteY57" fmla="*/ 16496 h 6848868"/>
              <a:gd name="connsiteX58" fmla="*/ 4154067 w 5488226"/>
              <a:gd name="connsiteY58" fmla="*/ 163519 h 6848868"/>
              <a:gd name="connsiteX59" fmla="*/ 4265475 w 5488226"/>
              <a:gd name="connsiteY59" fmla="*/ 808226 h 6848868"/>
              <a:gd name="connsiteX60" fmla="*/ 4295610 w 5488226"/>
              <a:gd name="connsiteY60" fmla="*/ 912328 h 6848868"/>
              <a:gd name="connsiteX61" fmla="*/ 4403366 w 5488226"/>
              <a:gd name="connsiteY61" fmla="*/ 1040174 h 6848868"/>
              <a:gd name="connsiteX62" fmla="*/ 4584176 w 5488226"/>
              <a:gd name="connsiteY62" fmla="*/ 1172585 h 6848868"/>
              <a:gd name="connsiteX63" fmla="*/ 4783249 w 5488226"/>
              <a:gd name="connsiteY63" fmla="*/ 1368920 h 6848868"/>
              <a:gd name="connsiteX64" fmla="*/ 4929359 w 5488226"/>
              <a:gd name="connsiteY64" fmla="*/ 1882128 h 6848868"/>
              <a:gd name="connsiteX65" fmla="*/ 4924793 w 5488226"/>
              <a:gd name="connsiteY65" fmla="*/ 3042783 h 6848868"/>
              <a:gd name="connsiteX66" fmla="*/ 4866349 w 5488226"/>
              <a:gd name="connsiteY66" fmla="*/ 3249162 h 6848868"/>
              <a:gd name="connsiteX67" fmla="*/ 4866349 w 5488226"/>
              <a:gd name="connsiteY67" fmla="*/ 3381574 h 6848868"/>
              <a:gd name="connsiteX68" fmla="*/ 4916574 w 5488226"/>
              <a:gd name="connsiteY68" fmla="*/ 3705754 h 6848868"/>
              <a:gd name="connsiteX69" fmla="*/ 4672755 w 5488226"/>
              <a:gd name="connsiteY69" fmla="*/ 4377856 h 6848868"/>
              <a:gd name="connsiteX70" fmla="*/ 4661796 w 5488226"/>
              <a:gd name="connsiteY70" fmla="*/ 4392467 h 6848868"/>
              <a:gd name="connsiteX71" fmla="*/ 4659970 w 5488226"/>
              <a:gd name="connsiteY71" fmla="*/ 4399772 h 6848868"/>
              <a:gd name="connsiteX72" fmla="*/ 4837127 w 5488226"/>
              <a:gd name="connsiteY72" fmla="*/ 4344981 h 6848868"/>
              <a:gd name="connsiteX73" fmla="*/ 4923880 w 5488226"/>
              <a:gd name="connsiteY73" fmla="*/ 4102075 h 6848868"/>
              <a:gd name="connsiteX74" fmla="*/ 4985063 w 5488226"/>
              <a:gd name="connsiteY74" fmla="*/ 3611696 h 6848868"/>
              <a:gd name="connsiteX75" fmla="*/ 5177744 w 5488226"/>
              <a:gd name="connsiteY75" fmla="*/ 2236443 h 6848868"/>
              <a:gd name="connsiteX76" fmla="*/ 5193268 w 5488226"/>
              <a:gd name="connsiteY76" fmla="*/ 2163388 h 6848868"/>
              <a:gd name="connsiteX77" fmla="*/ 5244406 w 5488226"/>
              <a:gd name="connsiteY77" fmla="*/ 2146951 h 6848868"/>
              <a:gd name="connsiteX78" fmla="*/ 5292805 w 5488226"/>
              <a:gd name="connsiteY78" fmla="*/ 2299453 h 6848868"/>
              <a:gd name="connsiteX79" fmla="*/ 5259931 w 5488226"/>
              <a:gd name="connsiteY79" fmla="*/ 2466565 h 6848868"/>
              <a:gd name="connsiteX80" fmla="*/ 5199661 w 5488226"/>
              <a:gd name="connsiteY80" fmla="*/ 3017214 h 6848868"/>
              <a:gd name="connsiteX81" fmla="*/ 5108343 w 5488226"/>
              <a:gd name="connsiteY81" fmla="*/ 3926744 h 6848868"/>
              <a:gd name="connsiteX82" fmla="*/ 4913834 w 5488226"/>
              <a:gd name="connsiteY82" fmla="*/ 4479219 h 6848868"/>
              <a:gd name="connsiteX83" fmla="*/ 4763159 w 5488226"/>
              <a:gd name="connsiteY83" fmla="*/ 4565972 h 6848868"/>
              <a:gd name="connsiteX84" fmla="*/ 4321179 w 5488226"/>
              <a:gd name="connsiteY84" fmla="*/ 4571450 h 6848868"/>
              <a:gd name="connsiteX85" fmla="*/ 4283739 w 5488226"/>
              <a:gd name="connsiteY85" fmla="*/ 4603412 h 6848868"/>
              <a:gd name="connsiteX86" fmla="*/ 4270954 w 5488226"/>
              <a:gd name="connsiteY86" fmla="*/ 4814357 h 6848868"/>
              <a:gd name="connsiteX87" fmla="*/ 4286478 w 5488226"/>
              <a:gd name="connsiteY87" fmla="*/ 5606086 h 6848868"/>
              <a:gd name="connsiteX88" fmla="*/ 4373231 w 5488226"/>
              <a:gd name="connsiteY88" fmla="*/ 6290060 h 6848868"/>
              <a:gd name="connsiteX89" fmla="*/ 4391494 w 5488226"/>
              <a:gd name="connsiteY89" fmla="*/ 6350330 h 6848868"/>
              <a:gd name="connsiteX90" fmla="*/ 4511121 w 5488226"/>
              <a:gd name="connsiteY90" fmla="*/ 6460825 h 6848868"/>
              <a:gd name="connsiteX91" fmla="*/ 4850825 w 5488226"/>
              <a:gd name="connsiteY91" fmla="*/ 6521095 h 6848868"/>
              <a:gd name="connsiteX92" fmla="*/ 5448046 w 5488226"/>
              <a:gd name="connsiteY92" fmla="*/ 6618806 h 6848868"/>
              <a:gd name="connsiteX93" fmla="*/ 5490053 w 5488226"/>
              <a:gd name="connsiteY93" fmla="*/ 6669944 h 6848868"/>
              <a:gd name="connsiteX94" fmla="*/ 5481834 w 5488226"/>
              <a:gd name="connsiteY94" fmla="*/ 6773134 h 6848868"/>
              <a:gd name="connsiteX95" fmla="*/ 5379557 w 5488226"/>
              <a:gd name="connsiteY95" fmla="*/ 6855320 h 6848868"/>
              <a:gd name="connsiteX96" fmla="*/ 5276368 w 5488226"/>
              <a:gd name="connsiteY96" fmla="*/ 6785918 h 6848868"/>
              <a:gd name="connsiteX97" fmla="*/ 5263584 w 5488226"/>
              <a:gd name="connsiteY97" fmla="*/ 6751217 h 6848868"/>
              <a:gd name="connsiteX98" fmla="*/ 5158568 w 5488226"/>
              <a:gd name="connsiteY98" fmla="*/ 6672684 h 6848868"/>
              <a:gd name="connsiteX99" fmla="*/ 4571391 w 5488226"/>
              <a:gd name="connsiteY99" fmla="*/ 6608761 h 6848868"/>
              <a:gd name="connsiteX100" fmla="*/ 4306568 w 5488226"/>
              <a:gd name="connsiteY100" fmla="*/ 6655333 h 6848868"/>
              <a:gd name="connsiteX101" fmla="*/ 3938556 w 5488226"/>
              <a:gd name="connsiteY101" fmla="*/ 6711950 h 6848868"/>
              <a:gd name="connsiteX102" fmla="*/ 3681038 w 5488226"/>
              <a:gd name="connsiteY102" fmla="*/ 6676336 h 6848868"/>
              <a:gd name="connsiteX103" fmla="*/ 3514839 w 5488226"/>
              <a:gd name="connsiteY103" fmla="*/ 6679989 h 6848868"/>
              <a:gd name="connsiteX104" fmla="*/ 3355945 w 5488226"/>
              <a:gd name="connsiteY104" fmla="*/ 6817879 h 6848868"/>
              <a:gd name="connsiteX105" fmla="*/ 3305720 w 5488226"/>
              <a:gd name="connsiteY105" fmla="*/ 6854407 h 6848868"/>
              <a:gd name="connsiteX106" fmla="*/ 3172396 w 5488226"/>
              <a:gd name="connsiteY106" fmla="*/ 6854407 h 6848868"/>
              <a:gd name="connsiteX107" fmla="*/ 3148653 w 5488226"/>
              <a:gd name="connsiteY107" fmla="*/ 6675423 h 6848868"/>
              <a:gd name="connsiteX108" fmla="*/ 3182441 w 5488226"/>
              <a:gd name="connsiteY108" fmla="*/ 6642548 h 6848868"/>
              <a:gd name="connsiteX109" fmla="*/ 3534929 w 5488226"/>
              <a:gd name="connsiteY109" fmla="*/ 6568581 h 6848868"/>
              <a:gd name="connsiteX110" fmla="*/ 3681038 w 5488226"/>
              <a:gd name="connsiteY110" fmla="*/ 6541185 h 6848868"/>
              <a:gd name="connsiteX111" fmla="*/ 3881025 w 5488226"/>
              <a:gd name="connsiteY111" fmla="*/ 6418818 h 6848868"/>
              <a:gd name="connsiteX112" fmla="*/ 4001565 w 5488226"/>
              <a:gd name="connsiteY112" fmla="*/ 6098292 h 6848868"/>
              <a:gd name="connsiteX113" fmla="*/ 4012523 w 5488226"/>
              <a:gd name="connsiteY113" fmla="*/ 5457237 h 6848868"/>
              <a:gd name="connsiteX114" fmla="*/ 3965038 w 5488226"/>
              <a:gd name="connsiteY114" fmla="*/ 5028955 h 6848868"/>
              <a:gd name="connsiteX115" fmla="*/ 3973257 w 5488226"/>
              <a:gd name="connsiteY115" fmla="*/ 4647245 h 6848868"/>
              <a:gd name="connsiteX116" fmla="*/ 3924858 w 5488226"/>
              <a:gd name="connsiteY116" fmla="*/ 4580582 h 6848868"/>
              <a:gd name="connsiteX117" fmla="*/ 3781488 w 5488226"/>
              <a:gd name="connsiteY117" fmla="*/ 4566885 h 6848868"/>
              <a:gd name="connsiteX118" fmla="*/ 3264627 w 5488226"/>
              <a:gd name="connsiteY118" fmla="*/ 4573277 h 6848868"/>
              <a:gd name="connsiteX119" fmla="*/ 3199791 w 5488226"/>
              <a:gd name="connsiteY119" fmla="*/ 4627155 h 6848868"/>
              <a:gd name="connsiteX120" fmla="*/ 3195225 w 5488226"/>
              <a:gd name="connsiteY120" fmla="*/ 4797007 h 6848868"/>
              <a:gd name="connsiteX121" fmla="*/ 3557759 w 5488226"/>
              <a:gd name="connsiteY121" fmla="*/ 5982317 h 6848868"/>
              <a:gd name="connsiteX122" fmla="*/ 3530363 w 5488226"/>
              <a:gd name="connsiteY122" fmla="*/ 6014279 h 6848868"/>
              <a:gd name="connsiteX123" fmla="*/ 3559585 w 5488226"/>
              <a:gd name="connsiteY123" fmla="*/ 6489134 h 6848868"/>
              <a:gd name="connsiteX124" fmla="*/ 3529450 w 5488226"/>
              <a:gd name="connsiteY124" fmla="*/ 6528400 h 6848868"/>
              <a:gd name="connsiteX125" fmla="*/ 3387907 w 5488226"/>
              <a:gd name="connsiteY125" fmla="*/ 6583191 h 6848868"/>
              <a:gd name="connsiteX126" fmla="*/ 3314852 w 5488226"/>
              <a:gd name="connsiteY126" fmla="*/ 6503745 h 6848868"/>
              <a:gd name="connsiteX127" fmla="*/ 3160524 w 5488226"/>
              <a:gd name="connsiteY127" fmla="*/ 6648941 h 6848868"/>
              <a:gd name="connsiteX128" fmla="*/ 2778814 w 5488226"/>
              <a:gd name="connsiteY128" fmla="*/ 6734780 h 6848868"/>
              <a:gd name="connsiteX129" fmla="*/ 2760550 w 5488226"/>
              <a:gd name="connsiteY129" fmla="*/ 6736606 h 6848868"/>
              <a:gd name="connsiteX130" fmla="*/ 2657361 w 5488226"/>
              <a:gd name="connsiteY130" fmla="*/ 6693687 h 6848868"/>
              <a:gd name="connsiteX131" fmla="*/ 2711239 w 5488226"/>
              <a:gd name="connsiteY131" fmla="*/ 6566754 h 6848868"/>
              <a:gd name="connsiteX132" fmla="*/ 2881090 w 5488226"/>
              <a:gd name="connsiteY132" fmla="*/ 6452606 h 6848868"/>
              <a:gd name="connsiteX133" fmla="*/ 3061900 w 5488226"/>
              <a:gd name="connsiteY133" fmla="*/ 6277275 h 6848868"/>
              <a:gd name="connsiteX134" fmla="*/ 3055508 w 5488226"/>
              <a:gd name="connsiteY134" fmla="*/ 6127514 h 6848868"/>
              <a:gd name="connsiteX135" fmla="*/ 2950492 w 5488226"/>
              <a:gd name="connsiteY135" fmla="*/ 6104684 h 6848868"/>
              <a:gd name="connsiteX136" fmla="*/ 2763290 w 5488226"/>
              <a:gd name="connsiteY136" fmla="*/ 6059938 h 6848868"/>
              <a:gd name="connsiteX137" fmla="*/ 2690235 w 5488226"/>
              <a:gd name="connsiteY137" fmla="*/ 5968620 h 6848868"/>
              <a:gd name="connsiteX138" fmla="*/ 2545952 w 5488226"/>
              <a:gd name="connsiteY138" fmla="*/ 5190588 h 6848868"/>
              <a:gd name="connsiteX139" fmla="*/ 2534994 w 5488226"/>
              <a:gd name="connsiteY139" fmla="*/ 5139450 h 6848868"/>
              <a:gd name="connsiteX140" fmla="*/ 2517644 w 5488226"/>
              <a:gd name="connsiteY140" fmla="*/ 5186022 h 6848868"/>
              <a:gd name="connsiteX141" fmla="*/ 2447329 w 5488226"/>
              <a:gd name="connsiteY141" fmla="*/ 5436234 h 6848868"/>
              <a:gd name="connsiteX142" fmla="*/ 2290262 w 5488226"/>
              <a:gd name="connsiteY142" fmla="*/ 5912002 h 6848868"/>
              <a:gd name="connsiteX143" fmla="*/ 2254647 w 5488226"/>
              <a:gd name="connsiteY143" fmla="*/ 6116555 h 6848868"/>
              <a:gd name="connsiteX144" fmla="*/ 2242776 w 5488226"/>
              <a:gd name="connsiteY144" fmla="*/ 6269057 h 6848868"/>
              <a:gd name="connsiteX145" fmla="*/ 2215381 w 5488226"/>
              <a:gd name="connsiteY145" fmla="*/ 6490047 h 6848868"/>
              <a:gd name="connsiteX146" fmla="*/ 2171548 w 5488226"/>
              <a:gd name="connsiteY146" fmla="*/ 6580452 h 6848868"/>
              <a:gd name="connsiteX147" fmla="*/ 1988911 w 5488226"/>
              <a:gd name="connsiteY147" fmla="*/ 6570407 h 6848868"/>
              <a:gd name="connsiteX148" fmla="*/ 1961516 w 5488226"/>
              <a:gd name="connsiteY148" fmla="*/ 6458086 h 6848868"/>
              <a:gd name="connsiteX149" fmla="*/ 1792577 w 5488226"/>
              <a:gd name="connsiteY149" fmla="*/ 6552143 h 6848868"/>
              <a:gd name="connsiteX150" fmla="*/ 992629 w 5488226"/>
              <a:gd name="connsiteY150" fmla="*/ 6564928 h 6848868"/>
              <a:gd name="connsiteX151" fmla="*/ 942404 w 5488226"/>
              <a:gd name="connsiteY151" fmla="*/ 6557622 h 6848868"/>
              <a:gd name="connsiteX152" fmla="*/ 1041028 w 5488226"/>
              <a:gd name="connsiteY152" fmla="*/ 6406034 h 6848868"/>
              <a:gd name="connsiteX153" fmla="*/ 1212706 w 5488226"/>
              <a:gd name="connsiteY153" fmla="*/ 6323848 h 6848868"/>
              <a:gd name="connsiteX154" fmla="*/ 1384385 w 5488226"/>
              <a:gd name="connsiteY154" fmla="*/ 6241661 h 6848868"/>
              <a:gd name="connsiteX155" fmla="*/ 1562455 w 5488226"/>
              <a:gd name="connsiteY155" fmla="*/ 6148517 h 6848868"/>
              <a:gd name="connsiteX156" fmla="*/ 1611767 w 5488226"/>
              <a:gd name="connsiteY156" fmla="*/ 6084594 h 6848868"/>
              <a:gd name="connsiteX157" fmla="*/ 1588024 w 5488226"/>
              <a:gd name="connsiteY157" fmla="*/ 6019758 h 6848868"/>
              <a:gd name="connsiteX158" fmla="*/ 1515883 w 5488226"/>
              <a:gd name="connsiteY158" fmla="*/ 5869083 h 6848868"/>
              <a:gd name="connsiteX159" fmla="*/ 1695780 w 5488226"/>
              <a:gd name="connsiteY159" fmla="*/ 5350395 h 6848868"/>
              <a:gd name="connsiteX160" fmla="*/ 1973387 w 5488226"/>
              <a:gd name="connsiteY160" fmla="*/ 4330370 h 6848868"/>
              <a:gd name="connsiteX161" fmla="*/ 2136847 w 5488226"/>
              <a:gd name="connsiteY161" fmla="*/ 4068287 h 6848868"/>
              <a:gd name="connsiteX162" fmla="*/ 2492075 w 5488226"/>
              <a:gd name="connsiteY162" fmla="*/ 3906654 h 6848868"/>
              <a:gd name="connsiteX163" fmla="*/ 3626247 w 5488226"/>
              <a:gd name="connsiteY163" fmla="*/ 3483850 h 6848868"/>
              <a:gd name="connsiteX164" fmla="*/ 3684691 w 5488226"/>
              <a:gd name="connsiteY164" fmla="*/ 3422667 h 6848868"/>
              <a:gd name="connsiteX165" fmla="*/ 3636292 w 5488226"/>
              <a:gd name="connsiteY165" fmla="*/ 3300301 h 6848868"/>
              <a:gd name="connsiteX166" fmla="*/ 3393386 w 5488226"/>
              <a:gd name="connsiteY166" fmla="*/ 3236378 h 6848868"/>
              <a:gd name="connsiteX167" fmla="*/ 3195225 w 5488226"/>
              <a:gd name="connsiteY167" fmla="*/ 3187066 h 6848868"/>
              <a:gd name="connsiteX168" fmla="*/ 3123997 w 5488226"/>
              <a:gd name="connsiteY168" fmla="*/ 3210809 h 6848868"/>
              <a:gd name="connsiteX169" fmla="*/ 3022634 w 5488226"/>
              <a:gd name="connsiteY169" fmla="*/ 3249162 h 6848868"/>
              <a:gd name="connsiteX170" fmla="*/ 2713978 w 5488226"/>
              <a:gd name="connsiteY170" fmla="*/ 3244596 h 6848868"/>
              <a:gd name="connsiteX171" fmla="*/ 988977 w 5488226"/>
              <a:gd name="connsiteY171" fmla="*/ 3244596 h 6848868"/>
              <a:gd name="connsiteX172" fmla="*/ 937838 w 5488226"/>
              <a:gd name="connsiteY172" fmla="*/ 3244596 h 6848868"/>
              <a:gd name="connsiteX173" fmla="*/ 933272 w 5488226"/>
              <a:gd name="connsiteY173" fmla="*/ 3339567 h 6848868"/>
              <a:gd name="connsiteX174" fmla="*/ 918661 w 5488226"/>
              <a:gd name="connsiteY174" fmla="*/ 5450845 h 6848868"/>
              <a:gd name="connsiteX175" fmla="*/ 919575 w 5488226"/>
              <a:gd name="connsiteY175" fmla="*/ 6477262 h 6848868"/>
              <a:gd name="connsiteX176" fmla="*/ 871176 w 5488226"/>
              <a:gd name="connsiteY176" fmla="*/ 6536619 h 6848868"/>
              <a:gd name="connsiteX177" fmla="*/ 697671 w 5488226"/>
              <a:gd name="connsiteY177" fmla="*/ 6544838 h 6848868"/>
              <a:gd name="connsiteX178" fmla="*/ 605440 w 5488226"/>
              <a:gd name="connsiteY178" fmla="*/ 6450780 h 6848868"/>
              <a:gd name="connsiteX179" fmla="*/ 606353 w 5488226"/>
              <a:gd name="connsiteY179" fmla="*/ 4190653 h 6848868"/>
              <a:gd name="connsiteX180" fmla="*/ 590829 w 5488226"/>
              <a:gd name="connsiteY180" fmla="*/ 3321304 h 6848868"/>
              <a:gd name="connsiteX181" fmla="*/ 530559 w 5488226"/>
              <a:gd name="connsiteY181" fmla="*/ 3255555 h 6848868"/>
              <a:gd name="connsiteX182" fmla="*/ 158894 w 5488226"/>
              <a:gd name="connsiteY182" fmla="*/ 3244596 h 68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</a:cxnLst>
            <a:rect l="l" t="t" r="r" b="b"/>
            <a:pathLst>
              <a:path w="5488226" h="6848868">
                <a:moveTo>
                  <a:pt x="0" y="2923156"/>
                </a:moveTo>
                <a:cubicBezTo>
                  <a:pt x="242907" y="2917677"/>
                  <a:pt x="485813" y="2911285"/>
                  <a:pt x="728720" y="2905806"/>
                </a:cubicBezTo>
                <a:cubicBezTo>
                  <a:pt x="747896" y="2905806"/>
                  <a:pt x="757028" y="2900327"/>
                  <a:pt x="762507" y="2881150"/>
                </a:cubicBezTo>
                <a:cubicBezTo>
                  <a:pt x="777118" y="2826359"/>
                  <a:pt x="810906" y="2784353"/>
                  <a:pt x="855652" y="2750565"/>
                </a:cubicBezTo>
                <a:cubicBezTo>
                  <a:pt x="883961" y="2728648"/>
                  <a:pt x="913182" y="2707645"/>
                  <a:pt x="940578" y="2684816"/>
                </a:cubicBezTo>
                <a:cubicBezTo>
                  <a:pt x="989890" y="2644635"/>
                  <a:pt x="1011806" y="2593497"/>
                  <a:pt x="1013632" y="2529575"/>
                </a:cubicBezTo>
                <a:cubicBezTo>
                  <a:pt x="1030983" y="1825511"/>
                  <a:pt x="940578" y="1133319"/>
                  <a:pt x="778945" y="449345"/>
                </a:cubicBezTo>
                <a:cubicBezTo>
                  <a:pt x="770726" y="415557"/>
                  <a:pt x="774379" y="399120"/>
                  <a:pt x="811819" y="392728"/>
                </a:cubicBezTo>
                <a:cubicBezTo>
                  <a:pt x="845607" y="386335"/>
                  <a:pt x="877568" y="371724"/>
                  <a:pt x="911356" y="363506"/>
                </a:cubicBezTo>
                <a:cubicBezTo>
                  <a:pt x="979845" y="347068"/>
                  <a:pt x="999935" y="358940"/>
                  <a:pt x="1018198" y="427429"/>
                </a:cubicBezTo>
                <a:cubicBezTo>
                  <a:pt x="1049247" y="539750"/>
                  <a:pt x="1079382" y="652071"/>
                  <a:pt x="1110430" y="764393"/>
                </a:cubicBezTo>
                <a:cubicBezTo>
                  <a:pt x="1243754" y="1248380"/>
                  <a:pt x="1343291" y="1739672"/>
                  <a:pt x="1444655" y="2230964"/>
                </a:cubicBezTo>
                <a:cubicBezTo>
                  <a:pt x="1458352" y="2298539"/>
                  <a:pt x="1471137" y="2367028"/>
                  <a:pt x="1486661" y="2434603"/>
                </a:cubicBezTo>
                <a:cubicBezTo>
                  <a:pt x="1492140" y="2459260"/>
                  <a:pt x="1484835" y="2467478"/>
                  <a:pt x="1460179" y="2470218"/>
                </a:cubicBezTo>
                <a:cubicBezTo>
                  <a:pt x="1437349" y="2472044"/>
                  <a:pt x="1414519" y="2480263"/>
                  <a:pt x="1391690" y="2486655"/>
                </a:cubicBezTo>
                <a:cubicBezTo>
                  <a:pt x="1383471" y="2488481"/>
                  <a:pt x="1376166" y="2493960"/>
                  <a:pt x="1367947" y="2496700"/>
                </a:cubicBezTo>
                <a:cubicBezTo>
                  <a:pt x="1277542" y="2532314"/>
                  <a:pt x="1245581" y="2517703"/>
                  <a:pt x="1218185" y="2424559"/>
                </a:cubicBezTo>
                <a:cubicBezTo>
                  <a:pt x="1205401" y="2379813"/>
                  <a:pt x="1195356" y="2333240"/>
                  <a:pt x="1178005" y="2287581"/>
                </a:cubicBezTo>
                <a:cubicBezTo>
                  <a:pt x="1176179" y="2304932"/>
                  <a:pt x="1172526" y="2321369"/>
                  <a:pt x="1172526" y="2338719"/>
                </a:cubicBezTo>
                <a:cubicBezTo>
                  <a:pt x="1174353" y="2416340"/>
                  <a:pt x="1175266" y="2494874"/>
                  <a:pt x="1181658" y="2572494"/>
                </a:cubicBezTo>
                <a:cubicBezTo>
                  <a:pt x="1183484" y="2595324"/>
                  <a:pt x="1198095" y="2622719"/>
                  <a:pt x="1216359" y="2639157"/>
                </a:cubicBezTo>
                <a:cubicBezTo>
                  <a:pt x="1285761" y="2700340"/>
                  <a:pt x="1357902" y="2759696"/>
                  <a:pt x="1430957" y="2817227"/>
                </a:cubicBezTo>
                <a:cubicBezTo>
                  <a:pt x="1527754" y="2893021"/>
                  <a:pt x="1636423" y="2934114"/>
                  <a:pt x="1760616" y="2932288"/>
                </a:cubicBezTo>
                <a:cubicBezTo>
                  <a:pt x="1821799" y="2931375"/>
                  <a:pt x="1833670" y="2921330"/>
                  <a:pt x="1839149" y="2860147"/>
                </a:cubicBezTo>
                <a:cubicBezTo>
                  <a:pt x="1846455" y="2784353"/>
                  <a:pt x="1863805" y="2767002"/>
                  <a:pt x="1941426" y="2772481"/>
                </a:cubicBezTo>
                <a:cubicBezTo>
                  <a:pt x="2091188" y="2783439"/>
                  <a:pt x="2240036" y="2797137"/>
                  <a:pt x="2389798" y="2809008"/>
                </a:cubicBezTo>
                <a:cubicBezTo>
                  <a:pt x="2431805" y="2812661"/>
                  <a:pt x="2473811" y="2813574"/>
                  <a:pt x="2515818" y="2815401"/>
                </a:cubicBezTo>
                <a:cubicBezTo>
                  <a:pt x="2507599" y="2770655"/>
                  <a:pt x="2482030" y="2745999"/>
                  <a:pt x="2429978" y="2739607"/>
                </a:cubicBezTo>
                <a:cubicBezTo>
                  <a:pt x="2387059" y="2734127"/>
                  <a:pt x="2343226" y="2734127"/>
                  <a:pt x="2300306" y="2731388"/>
                </a:cubicBezTo>
                <a:cubicBezTo>
                  <a:pt x="2276564" y="2729562"/>
                  <a:pt x="2247342" y="2735954"/>
                  <a:pt x="2238210" y="2703992"/>
                </a:cubicBezTo>
                <a:cubicBezTo>
                  <a:pt x="2229078" y="2672031"/>
                  <a:pt x="2248255" y="2651028"/>
                  <a:pt x="2273824" y="2638243"/>
                </a:cubicBezTo>
                <a:cubicBezTo>
                  <a:pt x="2334094" y="2607195"/>
                  <a:pt x="2394364" y="2574321"/>
                  <a:pt x="2456461" y="2547838"/>
                </a:cubicBezTo>
                <a:cubicBezTo>
                  <a:pt x="2514904" y="2523182"/>
                  <a:pt x="2570608" y="2535054"/>
                  <a:pt x="2620834" y="2574321"/>
                </a:cubicBezTo>
                <a:cubicBezTo>
                  <a:pt x="2644576" y="2592584"/>
                  <a:pt x="2668319" y="2610848"/>
                  <a:pt x="2688409" y="2631851"/>
                </a:cubicBezTo>
                <a:cubicBezTo>
                  <a:pt x="2819907" y="2764262"/>
                  <a:pt x="2985193" y="2806269"/>
                  <a:pt x="3162351" y="2792571"/>
                </a:cubicBezTo>
                <a:cubicBezTo>
                  <a:pt x="3307547" y="2780700"/>
                  <a:pt x="3450916" y="2749651"/>
                  <a:pt x="3594286" y="2724082"/>
                </a:cubicBezTo>
                <a:cubicBezTo>
                  <a:pt x="3641771" y="2715864"/>
                  <a:pt x="3654556" y="2696687"/>
                  <a:pt x="3660035" y="2642809"/>
                </a:cubicBezTo>
                <a:cubicBezTo>
                  <a:pt x="3673733" y="2503092"/>
                  <a:pt x="3682864" y="2363375"/>
                  <a:pt x="3699302" y="2224572"/>
                </a:cubicBezTo>
                <a:cubicBezTo>
                  <a:pt x="3713000" y="2103118"/>
                  <a:pt x="3730350" y="1981665"/>
                  <a:pt x="3751353" y="1861125"/>
                </a:cubicBezTo>
                <a:cubicBezTo>
                  <a:pt x="3769617" y="1758849"/>
                  <a:pt x="3809797" y="1663878"/>
                  <a:pt x="3870980" y="1579865"/>
                </a:cubicBezTo>
                <a:cubicBezTo>
                  <a:pt x="3888331" y="1556122"/>
                  <a:pt x="3889244" y="1532379"/>
                  <a:pt x="3887418" y="1504071"/>
                </a:cubicBezTo>
                <a:cubicBezTo>
                  <a:pt x="3884678" y="1459325"/>
                  <a:pt x="3891983" y="1413666"/>
                  <a:pt x="3896549" y="1368006"/>
                </a:cubicBezTo>
                <a:cubicBezTo>
                  <a:pt x="3900202" y="1329653"/>
                  <a:pt x="3908421" y="1292212"/>
                  <a:pt x="3907507" y="1253859"/>
                </a:cubicBezTo>
                <a:cubicBezTo>
                  <a:pt x="3906594" y="1209113"/>
                  <a:pt x="3892896" y="1199981"/>
                  <a:pt x="3850890" y="1212765"/>
                </a:cubicBezTo>
                <a:cubicBezTo>
                  <a:pt x="3795186" y="1229203"/>
                  <a:pt x="3741308" y="1250206"/>
                  <a:pt x="3686517" y="1269383"/>
                </a:cubicBezTo>
                <a:cubicBezTo>
                  <a:pt x="3601591" y="1301344"/>
                  <a:pt x="3520318" y="1297691"/>
                  <a:pt x="3511186" y="1151582"/>
                </a:cubicBezTo>
                <a:cubicBezTo>
                  <a:pt x="3501141" y="1123274"/>
                  <a:pt x="3495662" y="1134232"/>
                  <a:pt x="3465527" y="1105923"/>
                </a:cubicBezTo>
                <a:cubicBezTo>
                  <a:pt x="3456395" y="1097704"/>
                  <a:pt x="3478312" y="1084007"/>
                  <a:pt x="3473746" y="1073049"/>
                </a:cubicBezTo>
                <a:cubicBezTo>
                  <a:pt x="3468267" y="1060264"/>
                  <a:pt x="3433566" y="1058438"/>
                  <a:pt x="3435392" y="1044740"/>
                </a:cubicBezTo>
                <a:cubicBezTo>
                  <a:pt x="3441784" y="1007299"/>
                  <a:pt x="3441784" y="982643"/>
                  <a:pt x="3394299" y="965293"/>
                </a:cubicBezTo>
                <a:cubicBezTo>
                  <a:pt x="3373296" y="958901"/>
                  <a:pt x="3323071" y="963467"/>
                  <a:pt x="3324897" y="926026"/>
                </a:cubicBezTo>
                <a:cubicBezTo>
                  <a:pt x="3326723" y="831968"/>
                  <a:pt x="3320331" y="733345"/>
                  <a:pt x="3297502" y="641113"/>
                </a:cubicBezTo>
                <a:cubicBezTo>
                  <a:pt x="3285630" y="594541"/>
                  <a:pt x="3270106" y="548882"/>
                  <a:pt x="3249103" y="506875"/>
                </a:cubicBezTo>
                <a:cubicBezTo>
                  <a:pt x="3221707" y="451171"/>
                  <a:pt x="3190659" y="398207"/>
                  <a:pt x="3162351" y="342503"/>
                </a:cubicBezTo>
                <a:cubicBezTo>
                  <a:pt x="3157785" y="333371"/>
                  <a:pt x="3158698" y="314194"/>
                  <a:pt x="3164177" y="308715"/>
                </a:cubicBezTo>
                <a:cubicBezTo>
                  <a:pt x="3229926" y="255750"/>
                  <a:pt x="3296588" y="204612"/>
                  <a:pt x="3365990" y="158953"/>
                </a:cubicBezTo>
                <a:cubicBezTo>
                  <a:pt x="3460048" y="97770"/>
                  <a:pt x="3560498" y="47545"/>
                  <a:pt x="3672820" y="19236"/>
                </a:cubicBezTo>
                <a:cubicBezTo>
                  <a:pt x="3768704" y="-4507"/>
                  <a:pt x="3866414" y="-7246"/>
                  <a:pt x="3963212" y="16496"/>
                </a:cubicBezTo>
                <a:cubicBezTo>
                  <a:pt x="4048137" y="37500"/>
                  <a:pt x="4113887" y="84072"/>
                  <a:pt x="4154067" y="163519"/>
                </a:cubicBezTo>
                <a:cubicBezTo>
                  <a:pt x="4256343" y="367159"/>
                  <a:pt x="4300176" y="580843"/>
                  <a:pt x="4265475" y="808226"/>
                </a:cubicBezTo>
                <a:cubicBezTo>
                  <a:pt x="4259083" y="850232"/>
                  <a:pt x="4265475" y="881280"/>
                  <a:pt x="4295610" y="912328"/>
                </a:cubicBezTo>
                <a:cubicBezTo>
                  <a:pt x="4333964" y="952508"/>
                  <a:pt x="4367751" y="997254"/>
                  <a:pt x="4403366" y="1040174"/>
                </a:cubicBezTo>
                <a:cubicBezTo>
                  <a:pt x="4452678" y="1099531"/>
                  <a:pt x="4511121" y="1148843"/>
                  <a:pt x="4584176" y="1172585"/>
                </a:cubicBezTo>
                <a:cubicBezTo>
                  <a:pt x="4684626" y="1205460"/>
                  <a:pt x="4743070" y="1276688"/>
                  <a:pt x="4783249" y="1368920"/>
                </a:cubicBezTo>
                <a:cubicBezTo>
                  <a:pt x="4854477" y="1533293"/>
                  <a:pt x="4899224" y="1705884"/>
                  <a:pt x="4929359" y="1882128"/>
                </a:cubicBezTo>
                <a:cubicBezTo>
                  <a:pt x="4995108" y="2269318"/>
                  <a:pt x="4995108" y="2656507"/>
                  <a:pt x="4924793" y="3042783"/>
                </a:cubicBezTo>
                <a:cubicBezTo>
                  <a:pt x="4912008" y="3113098"/>
                  <a:pt x="4891918" y="3182500"/>
                  <a:pt x="4866349" y="3249162"/>
                </a:cubicBezTo>
                <a:cubicBezTo>
                  <a:pt x="4848999" y="3295735"/>
                  <a:pt x="4848086" y="3337741"/>
                  <a:pt x="4866349" y="3381574"/>
                </a:cubicBezTo>
                <a:cubicBezTo>
                  <a:pt x="4910182" y="3485677"/>
                  <a:pt x="4919314" y="3595258"/>
                  <a:pt x="4916574" y="3705754"/>
                </a:cubicBezTo>
                <a:cubicBezTo>
                  <a:pt x="4909268" y="3956879"/>
                  <a:pt x="4827996" y="4180608"/>
                  <a:pt x="4672755" y="4377856"/>
                </a:cubicBezTo>
                <a:cubicBezTo>
                  <a:pt x="4669102" y="4382422"/>
                  <a:pt x="4664536" y="4386988"/>
                  <a:pt x="4661796" y="4392467"/>
                </a:cubicBezTo>
                <a:cubicBezTo>
                  <a:pt x="4660883" y="4394293"/>
                  <a:pt x="4660883" y="4397033"/>
                  <a:pt x="4659970" y="4399772"/>
                </a:cubicBezTo>
                <a:cubicBezTo>
                  <a:pt x="4733938" y="4421689"/>
                  <a:pt x="4792381" y="4404338"/>
                  <a:pt x="4837127" y="4344981"/>
                </a:cubicBezTo>
                <a:cubicBezTo>
                  <a:pt x="4891005" y="4272840"/>
                  <a:pt x="4911095" y="4187914"/>
                  <a:pt x="4923880" y="4102075"/>
                </a:cubicBezTo>
                <a:cubicBezTo>
                  <a:pt x="4948536" y="3939528"/>
                  <a:pt x="4964973" y="3775155"/>
                  <a:pt x="4985063" y="3611696"/>
                </a:cubicBezTo>
                <a:cubicBezTo>
                  <a:pt x="5042593" y="3152365"/>
                  <a:pt x="5083687" y="2690295"/>
                  <a:pt x="5177744" y="2236443"/>
                </a:cubicBezTo>
                <a:cubicBezTo>
                  <a:pt x="5182310" y="2211787"/>
                  <a:pt x="5187789" y="2188044"/>
                  <a:pt x="5193268" y="2163388"/>
                </a:cubicBezTo>
                <a:cubicBezTo>
                  <a:pt x="5201487" y="2128688"/>
                  <a:pt x="5217011" y="2123208"/>
                  <a:pt x="5244406" y="2146951"/>
                </a:cubicBezTo>
                <a:cubicBezTo>
                  <a:pt x="5290979" y="2188044"/>
                  <a:pt x="5301937" y="2241009"/>
                  <a:pt x="5292805" y="2299453"/>
                </a:cubicBezTo>
                <a:cubicBezTo>
                  <a:pt x="5283673" y="2356070"/>
                  <a:pt x="5266323" y="2410861"/>
                  <a:pt x="5259931" y="2466565"/>
                </a:cubicBezTo>
                <a:cubicBezTo>
                  <a:pt x="5238014" y="2650115"/>
                  <a:pt x="5218837" y="2833664"/>
                  <a:pt x="5199661" y="3017214"/>
                </a:cubicBezTo>
                <a:cubicBezTo>
                  <a:pt x="5169525" y="3320390"/>
                  <a:pt x="5144870" y="3624480"/>
                  <a:pt x="5108343" y="3926744"/>
                </a:cubicBezTo>
                <a:cubicBezTo>
                  <a:pt x="5084600" y="4123991"/>
                  <a:pt x="5021590" y="4309367"/>
                  <a:pt x="4913834" y="4479219"/>
                </a:cubicBezTo>
                <a:cubicBezTo>
                  <a:pt x="4877307" y="4537663"/>
                  <a:pt x="4832561" y="4565972"/>
                  <a:pt x="4763159" y="4565972"/>
                </a:cubicBezTo>
                <a:cubicBezTo>
                  <a:pt x="4616137" y="4565058"/>
                  <a:pt x="4468201" y="4569624"/>
                  <a:pt x="4321179" y="4571450"/>
                </a:cubicBezTo>
                <a:cubicBezTo>
                  <a:pt x="4296523" y="4571450"/>
                  <a:pt x="4285565" y="4577843"/>
                  <a:pt x="4283739" y="4603412"/>
                </a:cubicBezTo>
                <a:cubicBezTo>
                  <a:pt x="4280086" y="4673727"/>
                  <a:pt x="4270041" y="4744042"/>
                  <a:pt x="4270954" y="4814357"/>
                </a:cubicBezTo>
                <a:cubicBezTo>
                  <a:pt x="4273694" y="5078267"/>
                  <a:pt x="4276433" y="5342177"/>
                  <a:pt x="4286478" y="5606086"/>
                </a:cubicBezTo>
                <a:cubicBezTo>
                  <a:pt x="4295610" y="5836208"/>
                  <a:pt x="4315700" y="6066330"/>
                  <a:pt x="4373231" y="6290060"/>
                </a:cubicBezTo>
                <a:cubicBezTo>
                  <a:pt x="4378710" y="6310150"/>
                  <a:pt x="4385102" y="6330240"/>
                  <a:pt x="4391494" y="6350330"/>
                </a:cubicBezTo>
                <a:cubicBezTo>
                  <a:pt x="4410671" y="6408774"/>
                  <a:pt x="4449938" y="6448954"/>
                  <a:pt x="4511121" y="6460825"/>
                </a:cubicBezTo>
                <a:cubicBezTo>
                  <a:pt x="4624356" y="6482741"/>
                  <a:pt x="4737590" y="6501918"/>
                  <a:pt x="4850825" y="6521095"/>
                </a:cubicBezTo>
                <a:cubicBezTo>
                  <a:pt x="5049899" y="6553970"/>
                  <a:pt x="5248972" y="6586844"/>
                  <a:pt x="5448046" y="6618806"/>
                </a:cubicBezTo>
                <a:cubicBezTo>
                  <a:pt x="5479094" y="6623372"/>
                  <a:pt x="5493705" y="6637069"/>
                  <a:pt x="5490053" y="6669944"/>
                </a:cubicBezTo>
                <a:cubicBezTo>
                  <a:pt x="5486400" y="6704645"/>
                  <a:pt x="5489139" y="6739346"/>
                  <a:pt x="5481834" y="6773134"/>
                </a:cubicBezTo>
                <a:cubicBezTo>
                  <a:pt x="5470876" y="6823359"/>
                  <a:pt x="5429782" y="6852580"/>
                  <a:pt x="5379557" y="6855320"/>
                </a:cubicBezTo>
                <a:cubicBezTo>
                  <a:pt x="5321114" y="6858059"/>
                  <a:pt x="5300111" y="6844362"/>
                  <a:pt x="5276368" y="6785918"/>
                </a:cubicBezTo>
                <a:cubicBezTo>
                  <a:pt x="5271802" y="6774047"/>
                  <a:pt x="5267236" y="6763088"/>
                  <a:pt x="5263584" y="6751217"/>
                </a:cubicBezTo>
                <a:cubicBezTo>
                  <a:pt x="5248059" y="6699166"/>
                  <a:pt x="5211532" y="6678162"/>
                  <a:pt x="5158568" y="6672684"/>
                </a:cubicBezTo>
                <a:cubicBezTo>
                  <a:pt x="4963146" y="6652593"/>
                  <a:pt x="4766812" y="6630677"/>
                  <a:pt x="4571391" y="6608761"/>
                </a:cubicBezTo>
                <a:cubicBezTo>
                  <a:pt x="4478247" y="6597803"/>
                  <a:pt x="4389668" y="6603281"/>
                  <a:pt x="4306568" y="6655333"/>
                </a:cubicBezTo>
                <a:cubicBezTo>
                  <a:pt x="4193334" y="6726561"/>
                  <a:pt x="4066401" y="6725648"/>
                  <a:pt x="3938556" y="6711950"/>
                </a:cubicBezTo>
                <a:cubicBezTo>
                  <a:pt x="3852716" y="6702818"/>
                  <a:pt x="3766877" y="6684555"/>
                  <a:pt x="3681038" y="6676336"/>
                </a:cubicBezTo>
                <a:cubicBezTo>
                  <a:pt x="3626247" y="6670857"/>
                  <a:pt x="3569630" y="6671770"/>
                  <a:pt x="3514839" y="6679989"/>
                </a:cubicBezTo>
                <a:cubicBezTo>
                  <a:pt x="3434479" y="6691860"/>
                  <a:pt x="3379688" y="6740259"/>
                  <a:pt x="3355945" y="6817879"/>
                </a:cubicBezTo>
                <a:cubicBezTo>
                  <a:pt x="3347727" y="6846188"/>
                  <a:pt x="3333116" y="6855320"/>
                  <a:pt x="3305720" y="6854407"/>
                </a:cubicBezTo>
                <a:cubicBezTo>
                  <a:pt x="3260061" y="6852580"/>
                  <a:pt x="3215315" y="6854407"/>
                  <a:pt x="3172396" y="6854407"/>
                </a:cubicBezTo>
                <a:cubicBezTo>
                  <a:pt x="3164177" y="6790484"/>
                  <a:pt x="3156872" y="6732953"/>
                  <a:pt x="3148653" y="6675423"/>
                </a:cubicBezTo>
                <a:cubicBezTo>
                  <a:pt x="3144087" y="6646201"/>
                  <a:pt x="3165090" y="6646201"/>
                  <a:pt x="3182441" y="6642548"/>
                </a:cubicBezTo>
                <a:cubicBezTo>
                  <a:pt x="3300241" y="6617893"/>
                  <a:pt x="3417129" y="6592323"/>
                  <a:pt x="3534929" y="6568581"/>
                </a:cubicBezTo>
                <a:cubicBezTo>
                  <a:pt x="3583328" y="6558536"/>
                  <a:pt x="3631726" y="6546664"/>
                  <a:pt x="3681038" y="6541185"/>
                </a:cubicBezTo>
                <a:cubicBezTo>
                  <a:pt x="3766877" y="6530227"/>
                  <a:pt x="3830800" y="6485481"/>
                  <a:pt x="3881025" y="6418818"/>
                </a:cubicBezTo>
                <a:cubicBezTo>
                  <a:pt x="3952253" y="6323848"/>
                  <a:pt x="3980562" y="6212439"/>
                  <a:pt x="4001565" y="6098292"/>
                </a:cubicBezTo>
                <a:cubicBezTo>
                  <a:pt x="4040832" y="5885520"/>
                  <a:pt x="4034440" y="5670922"/>
                  <a:pt x="4012523" y="5457237"/>
                </a:cubicBezTo>
                <a:cubicBezTo>
                  <a:pt x="3997912" y="5314781"/>
                  <a:pt x="3972343" y="5172324"/>
                  <a:pt x="3965038" y="5028955"/>
                </a:cubicBezTo>
                <a:cubicBezTo>
                  <a:pt x="3958646" y="4902023"/>
                  <a:pt x="3968691" y="4774177"/>
                  <a:pt x="3973257" y="4647245"/>
                </a:cubicBezTo>
                <a:cubicBezTo>
                  <a:pt x="3975083" y="4599759"/>
                  <a:pt x="3971430" y="4589714"/>
                  <a:pt x="3924858" y="4580582"/>
                </a:cubicBezTo>
                <a:cubicBezTo>
                  <a:pt x="3877372" y="4572364"/>
                  <a:pt x="3828974" y="4566885"/>
                  <a:pt x="3781488" y="4566885"/>
                </a:cubicBezTo>
                <a:cubicBezTo>
                  <a:pt x="3608897" y="4567798"/>
                  <a:pt x="3437218" y="4571450"/>
                  <a:pt x="3264627" y="4573277"/>
                </a:cubicBezTo>
                <a:cubicBezTo>
                  <a:pt x="3227187" y="4573277"/>
                  <a:pt x="3203444" y="4593367"/>
                  <a:pt x="3199791" y="4627155"/>
                </a:cubicBezTo>
                <a:cubicBezTo>
                  <a:pt x="3194312" y="4683772"/>
                  <a:pt x="3193399" y="4740389"/>
                  <a:pt x="3195225" y="4797007"/>
                </a:cubicBezTo>
                <a:cubicBezTo>
                  <a:pt x="3204357" y="5147669"/>
                  <a:pt x="3434479" y="5659964"/>
                  <a:pt x="3557759" y="5982317"/>
                </a:cubicBezTo>
                <a:cubicBezTo>
                  <a:pt x="3569630" y="6012452"/>
                  <a:pt x="3514839" y="5985970"/>
                  <a:pt x="3530363" y="6014279"/>
                </a:cubicBezTo>
                <a:cubicBezTo>
                  <a:pt x="3638119" y="6207874"/>
                  <a:pt x="3604331" y="6278189"/>
                  <a:pt x="3559585" y="6489134"/>
                </a:cubicBezTo>
                <a:cubicBezTo>
                  <a:pt x="3556845" y="6503745"/>
                  <a:pt x="3543148" y="6522008"/>
                  <a:pt x="3529450" y="6528400"/>
                </a:cubicBezTo>
                <a:cubicBezTo>
                  <a:pt x="3483791" y="6549404"/>
                  <a:pt x="3436305" y="6568581"/>
                  <a:pt x="3387907" y="6583191"/>
                </a:cubicBezTo>
                <a:cubicBezTo>
                  <a:pt x="3338595" y="6597803"/>
                  <a:pt x="3344074" y="6540272"/>
                  <a:pt x="3314852" y="6503745"/>
                </a:cubicBezTo>
                <a:cubicBezTo>
                  <a:pt x="3264627" y="6532966"/>
                  <a:pt x="3208923" y="6619719"/>
                  <a:pt x="3160524" y="6648941"/>
                </a:cubicBezTo>
                <a:cubicBezTo>
                  <a:pt x="3054595" y="6714690"/>
                  <a:pt x="2901181" y="6717429"/>
                  <a:pt x="2778814" y="6734780"/>
                </a:cubicBezTo>
                <a:cubicBezTo>
                  <a:pt x="2772422" y="6735693"/>
                  <a:pt x="2766029" y="6735693"/>
                  <a:pt x="2760550" y="6736606"/>
                </a:cubicBezTo>
                <a:cubicBezTo>
                  <a:pt x="2706673" y="6739346"/>
                  <a:pt x="2667406" y="6722909"/>
                  <a:pt x="2657361" y="6693687"/>
                </a:cubicBezTo>
                <a:cubicBezTo>
                  <a:pt x="2645490" y="6658986"/>
                  <a:pt x="2673798" y="6591410"/>
                  <a:pt x="2711239" y="6566754"/>
                </a:cubicBezTo>
                <a:cubicBezTo>
                  <a:pt x="2767856" y="6529314"/>
                  <a:pt x="2829039" y="6496439"/>
                  <a:pt x="2881090" y="6452606"/>
                </a:cubicBezTo>
                <a:cubicBezTo>
                  <a:pt x="2945013" y="6398729"/>
                  <a:pt x="3006197" y="6340285"/>
                  <a:pt x="3061900" y="6277275"/>
                </a:cubicBezTo>
                <a:cubicBezTo>
                  <a:pt x="3108473" y="6224311"/>
                  <a:pt x="3101167" y="6122948"/>
                  <a:pt x="3055508" y="6127514"/>
                </a:cubicBezTo>
                <a:cubicBezTo>
                  <a:pt x="3041811" y="6112902"/>
                  <a:pt x="2971495" y="6108336"/>
                  <a:pt x="2950492" y="6104684"/>
                </a:cubicBezTo>
                <a:cubicBezTo>
                  <a:pt x="2867393" y="6090073"/>
                  <a:pt x="2846390" y="6071809"/>
                  <a:pt x="2763290" y="6059938"/>
                </a:cubicBezTo>
                <a:cubicBezTo>
                  <a:pt x="2730415" y="6055372"/>
                  <a:pt x="2696628" y="6006060"/>
                  <a:pt x="2690235" y="5968620"/>
                </a:cubicBezTo>
                <a:cubicBezTo>
                  <a:pt x="2643663" y="5709276"/>
                  <a:pt x="2594351" y="5449932"/>
                  <a:pt x="2545952" y="5190588"/>
                </a:cubicBezTo>
                <a:cubicBezTo>
                  <a:pt x="2543213" y="5176890"/>
                  <a:pt x="2540474" y="5164106"/>
                  <a:pt x="2534994" y="5139450"/>
                </a:cubicBezTo>
                <a:cubicBezTo>
                  <a:pt x="2526776" y="5161367"/>
                  <a:pt x="2521297" y="5173238"/>
                  <a:pt x="2517644" y="5186022"/>
                </a:cubicBezTo>
                <a:cubicBezTo>
                  <a:pt x="2493901" y="5269122"/>
                  <a:pt x="2468332" y="5352221"/>
                  <a:pt x="2447329" y="5436234"/>
                </a:cubicBezTo>
                <a:cubicBezTo>
                  <a:pt x="2407149" y="5598781"/>
                  <a:pt x="2352358" y="5755848"/>
                  <a:pt x="2290262" y="5912002"/>
                </a:cubicBezTo>
                <a:cubicBezTo>
                  <a:pt x="2264692" y="5976838"/>
                  <a:pt x="2271085" y="6048067"/>
                  <a:pt x="2254647" y="6116555"/>
                </a:cubicBezTo>
                <a:cubicBezTo>
                  <a:pt x="2235471" y="6199655"/>
                  <a:pt x="2229991" y="6186870"/>
                  <a:pt x="2242776" y="6269057"/>
                </a:cubicBezTo>
                <a:cubicBezTo>
                  <a:pt x="2251908" y="6327500"/>
                  <a:pt x="2240036" y="6434343"/>
                  <a:pt x="2215381" y="6490047"/>
                </a:cubicBezTo>
                <a:cubicBezTo>
                  <a:pt x="2200770" y="6522921"/>
                  <a:pt x="2209901" y="6585018"/>
                  <a:pt x="2171548" y="6580452"/>
                </a:cubicBezTo>
                <a:cubicBezTo>
                  <a:pt x="2138673" y="6576799"/>
                  <a:pt x="2021786" y="6575886"/>
                  <a:pt x="1988911" y="6570407"/>
                </a:cubicBezTo>
                <a:cubicBezTo>
                  <a:pt x="1970648" y="6545751"/>
                  <a:pt x="1975214" y="6527487"/>
                  <a:pt x="1961516" y="6458086"/>
                </a:cubicBezTo>
                <a:cubicBezTo>
                  <a:pt x="1862892" y="6459912"/>
                  <a:pt x="1874763" y="6514703"/>
                  <a:pt x="1792577" y="6552143"/>
                </a:cubicBezTo>
                <a:cubicBezTo>
                  <a:pt x="1741439" y="6550317"/>
                  <a:pt x="1043767" y="6569494"/>
                  <a:pt x="992629" y="6564928"/>
                </a:cubicBezTo>
                <a:cubicBezTo>
                  <a:pt x="978018" y="6564015"/>
                  <a:pt x="964321" y="6561275"/>
                  <a:pt x="942404" y="6557622"/>
                </a:cubicBezTo>
                <a:cubicBezTo>
                  <a:pt x="915922" y="6529314"/>
                  <a:pt x="1030070" y="6416993"/>
                  <a:pt x="1041028" y="6406034"/>
                </a:cubicBezTo>
                <a:cubicBezTo>
                  <a:pt x="1096732" y="6370420"/>
                  <a:pt x="1135086" y="6358549"/>
                  <a:pt x="1212706" y="6323848"/>
                </a:cubicBezTo>
                <a:cubicBezTo>
                  <a:pt x="1266584" y="6299192"/>
                  <a:pt x="1333246" y="6270883"/>
                  <a:pt x="1384385" y="6241661"/>
                </a:cubicBezTo>
                <a:cubicBezTo>
                  <a:pt x="1447394" y="6205134"/>
                  <a:pt x="1504011" y="6192349"/>
                  <a:pt x="1562455" y="6148517"/>
                </a:cubicBezTo>
                <a:cubicBezTo>
                  <a:pt x="1583458" y="6132992"/>
                  <a:pt x="1598982" y="6107423"/>
                  <a:pt x="1611767" y="6084594"/>
                </a:cubicBezTo>
                <a:cubicBezTo>
                  <a:pt x="1629117" y="6053545"/>
                  <a:pt x="1620899" y="6033456"/>
                  <a:pt x="1588024" y="6019758"/>
                </a:cubicBezTo>
                <a:cubicBezTo>
                  <a:pt x="1504011" y="5984144"/>
                  <a:pt x="1486661" y="5959488"/>
                  <a:pt x="1515883" y="5869083"/>
                </a:cubicBezTo>
                <a:cubicBezTo>
                  <a:pt x="1571587" y="5694665"/>
                  <a:pt x="1630944" y="5521160"/>
                  <a:pt x="1695780" y="5350395"/>
                </a:cubicBezTo>
                <a:cubicBezTo>
                  <a:pt x="1762442" y="5175064"/>
                  <a:pt x="1972474" y="4357766"/>
                  <a:pt x="1973387" y="4330370"/>
                </a:cubicBezTo>
                <a:cubicBezTo>
                  <a:pt x="1975214" y="4209830"/>
                  <a:pt x="2028178" y="4120338"/>
                  <a:pt x="2136847" y="4068287"/>
                </a:cubicBezTo>
                <a:cubicBezTo>
                  <a:pt x="2253734" y="4011670"/>
                  <a:pt x="2371535" y="3955965"/>
                  <a:pt x="2492075" y="3906654"/>
                </a:cubicBezTo>
                <a:cubicBezTo>
                  <a:pt x="2865566" y="3754152"/>
                  <a:pt x="3239971" y="3603477"/>
                  <a:pt x="3626247" y="3483850"/>
                </a:cubicBezTo>
                <a:cubicBezTo>
                  <a:pt x="3657295" y="3474718"/>
                  <a:pt x="3686517" y="3461934"/>
                  <a:pt x="3684691" y="3422667"/>
                </a:cubicBezTo>
                <a:cubicBezTo>
                  <a:pt x="3683778" y="3376095"/>
                  <a:pt x="3700215" y="3319477"/>
                  <a:pt x="3636292" y="3300301"/>
                </a:cubicBezTo>
                <a:cubicBezTo>
                  <a:pt x="3555932" y="3276558"/>
                  <a:pt x="3474659" y="3256468"/>
                  <a:pt x="3393386" y="3236378"/>
                </a:cubicBezTo>
                <a:cubicBezTo>
                  <a:pt x="3327637" y="3219940"/>
                  <a:pt x="3260974" y="3205330"/>
                  <a:pt x="3195225" y="3187066"/>
                </a:cubicBezTo>
                <a:cubicBezTo>
                  <a:pt x="3163264" y="3177934"/>
                  <a:pt x="3141347" y="3177934"/>
                  <a:pt x="3123997" y="3210809"/>
                </a:cubicBezTo>
                <a:cubicBezTo>
                  <a:pt x="3102081" y="3251902"/>
                  <a:pt x="3060988" y="3249162"/>
                  <a:pt x="3022634" y="3249162"/>
                </a:cubicBezTo>
                <a:cubicBezTo>
                  <a:pt x="2919444" y="3248249"/>
                  <a:pt x="2817168" y="3244596"/>
                  <a:pt x="2713978" y="3244596"/>
                </a:cubicBezTo>
                <a:cubicBezTo>
                  <a:pt x="2138673" y="3243683"/>
                  <a:pt x="1564281" y="3244596"/>
                  <a:pt x="988977" y="3244596"/>
                </a:cubicBezTo>
                <a:cubicBezTo>
                  <a:pt x="973452" y="3244596"/>
                  <a:pt x="957015" y="3244596"/>
                  <a:pt x="937838" y="3244596"/>
                </a:cubicBezTo>
                <a:cubicBezTo>
                  <a:pt x="936012" y="3278384"/>
                  <a:pt x="933272" y="3308519"/>
                  <a:pt x="933272" y="3339567"/>
                </a:cubicBezTo>
                <a:cubicBezTo>
                  <a:pt x="928706" y="4043631"/>
                  <a:pt x="923227" y="4746782"/>
                  <a:pt x="918661" y="5450845"/>
                </a:cubicBezTo>
                <a:cubicBezTo>
                  <a:pt x="916835" y="5793288"/>
                  <a:pt x="917748" y="6134819"/>
                  <a:pt x="919575" y="6477262"/>
                </a:cubicBezTo>
                <a:cubicBezTo>
                  <a:pt x="919575" y="6516529"/>
                  <a:pt x="904964" y="6533880"/>
                  <a:pt x="871176" y="6536619"/>
                </a:cubicBezTo>
                <a:cubicBezTo>
                  <a:pt x="813646" y="6542098"/>
                  <a:pt x="755202" y="6544838"/>
                  <a:pt x="697671" y="6544838"/>
                </a:cubicBezTo>
                <a:cubicBezTo>
                  <a:pt x="606353" y="6544838"/>
                  <a:pt x="605440" y="6543012"/>
                  <a:pt x="605440" y="6450780"/>
                </a:cubicBezTo>
                <a:cubicBezTo>
                  <a:pt x="606353" y="5697404"/>
                  <a:pt x="608179" y="4944029"/>
                  <a:pt x="606353" y="4190653"/>
                </a:cubicBezTo>
                <a:cubicBezTo>
                  <a:pt x="605440" y="3901175"/>
                  <a:pt x="596308" y="3610783"/>
                  <a:pt x="590829" y="3321304"/>
                </a:cubicBezTo>
                <a:cubicBezTo>
                  <a:pt x="589916" y="3272905"/>
                  <a:pt x="578958" y="3257381"/>
                  <a:pt x="530559" y="3255555"/>
                </a:cubicBezTo>
                <a:cubicBezTo>
                  <a:pt x="407279" y="3250076"/>
                  <a:pt x="283087" y="3245510"/>
                  <a:pt x="158894" y="3244596"/>
                </a:cubicBezTo>
              </a:path>
            </a:pathLst>
          </a:custGeom>
          <a:solidFill>
            <a:schemeClr val="accent2"/>
          </a:solidFill>
          <a:ln w="912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Freeform: Shape 2">
            <a:extLst>
              <a:ext uri="{FF2B5EF4-FFF2-40B4-BE49-F238E27FC236}">
                <a16:creationId xmlns="" xmlns:a16="http://schemas.microsoft.com/office/drawing/2014/main" id="{40E10D3B-A636-4560-ABA9-B1710B6CF971}"/>
              </a:ext>
            </a:extLst>
          </p:cNvPr>
          <p:cNvSpPr/>
          <p:nvPr/>
        </p:nvSpPr>
        <p:spPr>
          <a:xfrm flipH="1">
            <a:off x="6629775" y="2183273"/>
            <a:ext cx="664643" cy="953104"/>
          </a:xfrm>
          <a:custGeom>
            <a:avLst/>
            <a:gdLst>
              <a:gd name="connsiteX0" fmla="*/ 1759294 w 4022581"/>
              <a:gd name="connsiteY0" fmla="*/ 3774190 h 5586511"/>
              <a:gd name="connsiteX1" fmla="*/ 2712181 w 4022581"/>
              <a:gd name="connsiteY1" fmla="*/ 3774190 h 5586511"/>
              <a:gd name="connsiteX2" fmla="*/ 2733706 w 4022581"/>
              <a:gd name="connsiteY2" fmla="*/ 3795715 h 5586511"/>
              <a:gd name="connsiteX3" fmla="*/ 2712706 w 4022581"/>
              <a:gd name="connsiteY3" fmla="*/ 3817241 h 5586511"/>
              <a:gd name="connsiteX4" fmla="*/ 1759294 w 4022581"/>
              <a:gd name="connsiteY4" fmla="*/ 3817241 h 5586511"/>
              <a:gd name="connsiteX5" fmla="*/ 1737769 w 4022581"/>
              <a:gd name="connsiteY5" fmla="*/ 3795715 h 5586511"/>
              <a:gd name="connsiteX6" fmla="*/ 1759294 w 4022581"/>
              <a:gd name="connsiteY6" fmla="*/ 3774190 h 5586511"/>
              <a:gd name="connsiteX7" fmla="*/ 43050 w 4022581"/>
              <a:gd name="connsiteY7" fmla="*/ 3774190 h 5586511"/>
              <a:gd name="connsiteX8" fmla="*/ 1169189 w 4022581"/>
              <a:gd name="connsiteY8" fmla="*/ 3774190 h 5586511"/>
              <a:gd name="connsiteX9" fmla="*/ 1190714 w 4022581"/>
              <a:gd name="connsiteY9" fmla="*/ 3795715 h 5586511"/>
              <a:gd name="connsiteX10" fmla="*/ 1169189 w 4022581"/>
              <a:gd name="connsiteY10" fmla="*/ 3817241 h 5586511"/>
              <a:gd name="connsiteX11" fmla="*/ 43050 w 4022581"/>
              <a:gd name="connsiteY11" fmla="*/ 3817241 h 5586511"/>
              <a:gd name="connsiteX12" fmla="*/ 21525 w 4022581"/>
              <a:gd name="connsiteY12" fmla="*/ 3795715 h 5586511"/>
              <a:gd name="connsiteX13" fmla="*/ 43050 w 4022581"/>
              <a:gd name="connsiteY13" fmla="*/ 3774190 h 5586511"/>
              <a:gd name="connsiteX14" fmla="*/ 1205938 w 4022581"/>
              <a:gd name="connsiteY14" fmla="*/ 3529537 h 5586511"/>
              <a:gd name="connsiteX15" fmla="*/ 1708369 w 4022581"/>
              <a:gd name="connsiteY15" fmla="*/ 3529537 h 5586511"/>
              <a:gd name="connsiteX16" fmla="*/ 1710470 w 4022581"/>
              <a:gd name="connsiteY16" fmla="*/ 3535837 h 5586511"/>
              <a:gd name="connsiteX17" fmla="*/ 1668469 w 4022581"/>
              <a:gd name="connsiteY17" fmla="*/ 3562613 h 5586511"/>
              <a:gd name="connsiteX18" fmla="*/ 1273664 w 4022581"/>
              <a:gd name="connsiteY18" fmla="*/ 3572589 h 5586511"/>
              <a:gd name="connsiteX19" fmla="*/ 1224838 w 4022581"/>
              <a:gd name="connsiteY19" fmla="*/ 3550012 h 5586511"/>
              <a:gd name="connsiteX20" fmla="*/ 1205938 w 4022581"/>
              <a:gd name="connsiteY20" fmla="*/ 3529537 h 5586511"/>
              <a:gd name="connsiteX21" fmla="*/ 1710469 w 4022581"/>
              <a:gd name="connsiteY21" fmla="*/ 2010171 h 5586511"/>
              <a:gd name="connsiteX22" fmla="*/ 1632243 w 4022581"/>
              <a:gd name="connsiteY22" fmla="*/ 2088397 h 5586511"/>
              <a:gd name="connsiteX23" fmla="*/ 1710469 w 4022581"/>
              <a:gd name="connsiteY23" fmla="*/ 2166623 h 5586511"/>
              <a:gd name="connsiteX24" fmla="*/ 1788695 w 4022581"/>
              <a:gd name="connsiteY24" fmla="*/ 2088397 h 5586511"/>
              <a:gd name="connsiteX25" fmla="*/ 1710469 w 4022581"/>
              <a:gd name="connsiteY25" fmla="*/ 2010171 h 5586511"/>
              <a:gd name="connsiteX26" fmla="*/ 1710469 w 4022581"/>
              <a:gd name="connsiteY26" fmla="*/ 1933520 h 5586511"/>
              <a:gd name="connsiteX27" fmla="*/ 1865345 w 4022581"/>
              <a:gd name="connsiteY27" fmla="*/ 2088397 h 5586511"/>
              <a:gd name="connsiteX28" fmla="*/ 1710469 w 4022581"/>
              <a:gd name="connsiteY28" fmla="*/ 2243273 h 5586511"/>
              <a:gd name="connsiteX29" fmla="*/ 1555592 w 4022581"/>
              <a:gd name="connsiteY29" fmla="*/ 2088397 h 5586511"/>
              <a:gd name="connsiteX30" fmla="*/ 1710469 w 4022581"/>
              <a:gd name="connsiteY30" fmla="*/ 1933520 h 5586511"/>
              <a:gd name="connsiteX31" fmla="*/ 1710470 w 4022581"/>
              <a:gd name="connsiteY31" fmla="*/ 1845319 h 5586511"/>
              <a:gd name="connsiteX32" fmla="*/ 1467392 w 4022581"/>
              <a:gd name="connsiteY32" fmla="*/ 2088396 h 5586511"/>
              <a:gd name="connsiteX33" fmla="*/ 1710470 w 4022581"/>
              <a:gd name="connsiteY33" fmla="*/ 2331474 h 5586511"/>
              <a:gd name="connsiteX34" fmla="*/ 1953547 w 4022581"/>
              <a:gd name="connsiteY34" fmla="*/ 2088396 h 5586511"/>
              <a:gd name="connsiteX35" fmla="*/ 1710470 w 4022581"/>
              <a:gd name="connsiteY35" fmla="*/ 1845319 h 5586511"/>
              <a:gd name="connsiteX36" fmla="*/ 1202263 w 4022581"/>
              <a:gd name="connsiteY36" fmla="*/ 167400 h 5586511"/>
              <a:gd name="connsiteX37" fmla="*/ 1738820 w 4022581"/>
              <a:gd name="connsiteY37" fmla="*/ 167400 h 5586511"/>
              <a:gd name="connsiteX38" fmla="*/ 1744070 w 4022581"/>
              <a:gd name="connsiteY38" fmla="*/ 1336588 h 5586511"/>
              <a:gd name="connsiteX39" fmla="*/ 1955122 w 4022581"/>
              <a:gd name="connsiteY39" fmla="*/ 1631116 h 5586511"/>
              <a:gd name="connsiteX40" fmla="*/ 2234426 w 4022581"/>
              <a:gd name="connsiteY40" fmla="*/ 1630066 h 5586511"/>
              <a:gd name="connsiteX41" fmla="*/ 2258576 w 4022581"/>
              <a:gd name="connsiteY41" fmla="*/ 1653167 h 5586511"/>
              <a:gd name="connsiteX42" fmla="*/ 2258576 w 4022581"/>
              <a:gd name="connsiteY42" fmla="*/ 1713542 h 5586511"/>
              <a:gd name="connsiteX43" fmla="*/ 2280101 w 4022581"/>
              <a:gd name="connsiteY43" fmla="*/ 1736642 h 5586511"/>
              <a:gd name="connsiteX44" fmla="*/ 2678055 w 4022581"/>
              <a:gd name="connsiteY44" fmla="*/ 1749243 h 5586511"/>
              <a:gd name="connsiteX45" fmla="*/ 3728592 w 4022581"/>
              <a:gd name="connsiteY45" fmla="*/ 3139458 h 5586511"/>
              <a:gd name="connsiteX46" fmla="*/ 3981120 w 4022581"/>
              <a:gd name="connsiteY46" fmla="*/ 3625088 h 5586511"/>
              <a:gd name="connsiteX47" fmla="*/ 4002120 w 4022581"/>
              <a:gd name="connsiteY47" fmla="*/ 4043518 h 5586511"/>
              <a:gd name="connsiteX48" fmla="*/ 3678191 w 4022581"/>
              <a:gd name="connsiteY48" fmla="*/ 4530724 h 5586511"/>
              <a:gd name="connsiteX49" fmla="*/ 3216186 w 4022581"/>
              <a:gd name="connsiteY49" fmla="*/ 4718676 h 5586511"/>
              <a:gd name="connsiteX50" fmla="*/ 3216186 w 4022581"/>
              <a:gd name="connsiteY50" fmla="*/ 5032629 h 5586511"/>
              <a:gd name="connsiteX51" fmla="*/ 3979020 w 4022581"/>
              <a:gd name="connsiteY51" fmla="*/ 5038929 h 5586511"/>
              <a:gd name="connsiteX52" fmla="*/ 3979020 w 4022581"/>
              <a:gd name="connsiteY52" fmla="*/ 5586511 h 5586511"/>
              <a:gd name="connsiteX53" fmla="*/ 0 w 4022581"/>
              <a:gd name="connsiteY53" fmla="*/ 5586511 h 5586511"/>
              <a:gd name="connsiteX54" fmla="*/ 0 w 4022581"/>
              <a:gd name="connsiteY54" fmla="*/ 5037879 h 5586511"/>
              <a:gd name="connsiteX55" fmla="*/ 405829 w 4022581"/>
              <a:gd name="connsiteY55" fmla="*/ 5028954 h 5586511"/>
              <a:gd name="connsiteX56" fmla="*/ 405829 w 4022581"/>
              <a:gd name="connsiteY56" fmla="*/ 4847827 h 5586511"/>
              <a:gd name="connsiteX57" fmla="*/ 933460 w 4022581"/>
              <a:gd name="connsiteY57" fmla="*/ 4842052 h 5586511"/>
              <a:gd name="connsiteX58" fmla="*/ 1391791 w 4022581"/>
              <a:gd name="connsiteY58" fmla="*/ 4577974 h 5586511"/>
              <a:gd name="connsiteX59" fmla="*/ 1426967 w 4022581"/>
              <a:gd name="connsiteY59" fmla="*/ 4577449 h 5586511"/>
              <a:gd name="connsiteX60" fmla="*/ 1822821 w 4022581"/>
              <a:gd name="connsiteY60" fmla="*/ 4773801 h 5586511"/>
              <a:gd name="connsiteX61" fmla="*/ 1812321 w 4022581"/>
              <a:gd name="connsiteY61" fmla="*/ 4347496 h 5586511"/>
              <a:gd name="connsiteX62" fmla="*/ 746558 w 4022581"/>
              <a:gd name="connsiteY62" fmla="*/ 4336471 h 5586511"/>
              <a:gd name="connsiteX63" fmla="*/ 738683 w 4022581"/>
              <a:gd name="connsiteY63" fmla="*/ 4018843 h 5586511"/>
              <a:gd name="connsiteX64" fmla="*/ 47251 w 4022581"/>
              <a:gd name="connsiteY64" fmla="*/ 4008868 h 5586511"/>
              <a:gd name="connsiteX65" fmla="*/ 22050 w 4022581"/>
              <a:gd name="connsiteY65" fmla="*/ 4008868 h 5586511"/>
              <a:gd name="connsiteX66" fmla="*/ 22050 w 4022581"/>
              <a:gd name="connsiteY66" fmla="*/ 3859241 h 5586511"/>
              <a:gd name="connsiteX67" fmla="*/ 2680155 w 4022581"/>
              <a:gd name="connsiteY67" fmla="*/ 3859241 h 5586511"/>
              <a:gd name="connsiteX68" fmla="*/ 2735281 w 4022581"/>
              <a:gd name="connsiteY68" fmla="*/ 4002567 h 5586511"/>
              <a:gd name="connsiteX69" fmla="*/ 3160011 w 4022581"/>
              <a:gd name="connsiteY69" fmla="*/ 3584138 h 5586511"/>
              <a:gd name="connsiteX70" fmla="*/ 3134286 w 4022581"/>
              <a:gd name="connsiteY70" fmla="*/ 3287510 h 5586511"/>
              <a:gd name="connsiteX71" fmla="*/ 2877558 w 4022581"/>
              <a:gd name="connsiteY71" fmla="*/ 2957806 h 5586511"/>
              <a:gd name="connsiteX72" fmla="*/ 2569379 w 4022581"/>
              <a:gd name="connsiteY72" fmla="*/ 2858055 h 5586511"/>
              <a:gd name="connsiteX73" fmla="*/ 1834896 w 4022581"/>
              <a:gd name="connsiteY73" fmla="*/ 2850180 h 5586511"/>
              <a:gd name="connsiteX74" fmla="*/ 1819671 w 4022581"/>
              <a:gd name="connsiteY74" fmla="*/ 3051257 h 5586511"/>
              <a:gd name="connsiteX75" fmla="*/ 1737770 w 4022581"/>
              <a:gd name="connsiteY75" fmla="*/ 3109008 h 5586511"/>
              <a:gd name="connsiteX76" fmla="*/ 1726745 w 4022581"/>
              <a:gd name="connsiteY76" fmla="*/ 3494362 h 5586511"/>
              <a:gd name="connsiteX77" fmla="*/ 1191238 w 4022581"/>
              <a:gd name="connsiteY77" fmla="*/ 3497512 h 5586511"/>
              <a:gd name="connsiteX78" fmla="*/ 1185463 w 4022581"/>
              <a:gd name="connsiteY78" fmla="*/ 3135258 h 5586511"/>
              <a:gd name="connsiteX79" fmla="*/ 937660 w 4022581"/>
              <a:gd name="connsiteY79" fmla="*/ 3013457 h 5586511"/>
              <a:gd name="connsiteX80" fmla="*/ 936085 w 4022581"/>
              <a:gd name="connsiteY80" fmla="*/ 3013457 h 5586511"/>
              <a:gd name="connsiteX81" fmla="*/ 824784 w 4022581"/>
              <a:gd name="connsiteY81" fmla="*/ 3290660 h 5586511"/>
              <a:gd name="connsiteX82" fmla="*/ 737633 w 4022581"/>
              <a:gd name="connsiteY82" fmla="*/ 3265459 h 5586511"/>
              <a:gd name="connsiteX83" fmla="*/ 660457 w 4022581"/>
              <a:gd name="connsiteY83" fmla="*/ 3297485 h 5586511"/>
              <a:gd name="connsiteX84" fmla="*/ 352279 w 4022581"/>
              <a:gd name="connsiteY84" fmla="*/ 3164658 h 5586511"/>
              <a:gd name="connsiteX85" fmla="*/ 525006 w 4022581"/>
              <a:gd name="connsiteY85" fmla="*/ 2749904 h 5586511"/>
              <a:gd name="connsiteX86" fmla="*/ 536556 w 4022581"/>
              <a:gd name="connsiteY86" fmla="*/ 2717353 h 5586511"/>
              <a:gd name="connsiteX87" fmla="*/ 514506 w 4022581"/>
              <a:gd name="connsiteY87" fmla="*/ 2660653 h 5586511"/>
              <a:gd name="connsiteX88" fmla="*/ 498230 w 4022581"/>
              <a:gd name="connsiteY88" fmla="*/ 2602902 h 5586511"/>
              <a:gd name="connsiteX89" fmla="*/ 592206 w 4022581"/>
              <a:gd name="connsiteY89" fmla="*/ 2387650 h 5586511"/>
              <a:gd name="connsiteX90" fmla="*/ 998561 w 4022581"/>
              <a:gd name="connsiteY90" fmla="*/ 2551976 h 5586511"/>
              <a:gd name="connsiteX91" fmla="*/ 1003286 w 4022581"/>
              <a:gd name="connsiteY91" fmla="*/ 1752393 h 5586511"/>
              <a:gd name="connsiteX92" fmla="*/ 1190188 w 4022581"/>
              <a:gd name="connsiteY92" fmla="*/ 1599091 h 5586511"/>
              <a:gd name="connsiteX93" fmla="*/ 1202263 w 4022581"/>
              <a:gd name="connsiteY93" fmla="*/ 167400 h 5586511"/>
              <a:gd name="connsiteX94" fmla="*/ 1169095 w 4022581"/>
              <a:gd name="connsiteY94" fmla="*/ 0 h 5586511"/>
              <a:gd name="connsiteX95" fmla="*/ 1766794 w 4022581"/>
              <a:gd name="connsiteY95" fmla="*/ 0 h 5586511"/>
              <a:gd name="connsiteX96" fmla="*/ 1827246 w 4022581"/>
              <a:gd name="connsiteY96" fmla="*/ 60452 h 5586511"/>
              <a:gd name="connsiteX97" fmla="*/ 1827245 w 4022581"/>
              <a:gd name="connsiteY97" fmla="*/ 60452 h 5586511"/>
              <a:gd name="connsiteX98" fmla="*/ 1766793 w 4022581"/>
              <a:gd name="connsiteY98" fmla="*/ 120904 h 5586511"/>
              <a:gd name="connsiteX99" fmla="*/ 1169095 w 4022581"/>
              <a:gd name="connsiteY99" fmla="*/ 120903 h 5586511"/>
              <a:gd name="connsiteX100" fmla="*/ 1113394 w 4022581"/>
              <a:gd name="connsiteY100" fmla="*/ 83982 h 5586511"/>
              <a:gd name="connsiteX101" fmla="*/ 1108643 w 4022581"/>
              <a:gd name="connsiteY101" fmla="*/ 60452 h 5586511"/>
              <a:gd name="connsiteX102" fmla="*/ 1113394 w 4022581"/>
              <a:gd name="connsiteY102" fmla="*/ 36921 h 5586511"/>
              <a:gd name="connsiteX103" fmla="*/ 1169095 w 4022581"/>
              <a:gd name="connsiteY103" fmla="*/ 0 h 5586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4022581" h="5586511">
                <a:moveTo>
                  <a:pt x="1759294" y="3774190"/>
                </a:moveTo>
                <a:lnTo>
                  <a:pt x="2712181" y="3774190"/>
                </a:lnTo>
                <a:cubicBezTo>
                  <a:pt x="2723731" y="3774190"/>
                  <a:pt x="2733706" y="3783640"/>
                  <a:pt x="2733706" y="3795715"/>
                </a:cubicBezTo>
                <a:cubicBezTo>
                  <a:pt x="2733706" y="3807791"/>
                  <a:pt x="2724256" y="3817241"/>
                  <a:pt x="2712706" y="3817241"/>
                </a:cubicBezTo>
                <a:lnTo>
                  <a:pt x="1759294" y="3817241"/>
                </a:lnTo>
                <a:cubicBezTo>
                  <a:pt x="1747744" y="3817241"/>
                  <a:pt x="1737769" y="3807791"/>
                  <a:pt x="1737769" y="3795715"/>
                </a:cubicBezTo>
                <a:cubicBezTo>
                  <a:pt x="1737769" y="3784165"/>
                  <a:pt x="1747219" y="3774190"/>
                  <a:pt x="1759294" y="3774190"/>
                </a:cubicBezTo>
                <a:close/>
                <a:moveTo>
                  <a:pt x="43050" y="3774190"/>
                </a:moveTo>
                <a:lnTo>
                  <a:pt x="1169189" y="3774190"/>
                </a:lnTo>
                <a:cubicBezTo>
                  <a:pt x="1180739" y="3774190"/>
                  <a:pt x="1190714" y="3783640"/>
                  <a:pt x="1190714" y="3795715"/>
                </a:cubicBezTo>
                <a:cubicBezTo>
                  <a:pt x="1190714" y="3807791"/>
                  <a:pt x="1180739" y="3817241"/>
                  <a:pt x="1169189" y="3817241"/>
                </a:cubicBezTo>
                <a:lnTo>
                  <a:pt x="43050" y="3817241"/>
                </a:lnTo>
                <a:cubicBezTo>
                  <a:pt x="31500" y="3817241"/>
                  <a:pt x="21525" y="3807791"/>
                  <a:pt x="21525" y="3795715"/>
                </a:cubicBezTo>
                <a:cubicBezTo>
                  <a:pt x="21525" y="3784165"/>
                  <a:pt x="30975" y="3774190"/>
                  <a:pt x="43050" y="3774190"/>
                </a:cubicBezTo>
                <a:close/>
                <a:moveTo>
                  <a:pt x="1205938" y="3529537"/>
                </a:moveTo>
                <a:cubicBezTo>
                  <a:pt x="1378665" y="3529537"/>
                  <a:pt x="1543518" y="3529537"/>
                  <a:pt x="1708369" y="3529537"/>
                </a:cubicBezTo>
                <a:cubicBezTo>
                  <a:pt x="1708894" y="3531637"/>
                  <a:pt x="1709945" y="3533737"/>
                  <a:pt x="1710470" y="3535837"/>
                </a:cubicBezTo>
                <a:cubicBezTo>
                  <a:pt x="1696294" y="3544762"/>
                  <a:pt x="1683169" y="3554738"/>
                  <a:pt x="1668469" y="3562613"/>
                </a:cubicBezTo>
                <a:cubicBezTo>
                  <a:pt x="1538793" y="3632439"/>
                  <a:pt x="1406491" y="3629814"/>
                  <a:pt x="1273664" y="3572589"/>
                </a:cubicBezTo>
                <a:cubicBezTo>
                  <a:pt x="1257389" y="3565764"/>
                  <a:pt x="1240588" y="3558938"/>
                  <a:pt x="1224838" y="3550012"/>
                </a:cubicBezTo>
                <a:cubicBezTo>
                  <a:pt x="1218013" y="3546337"/>
                  <a:pt x="1213813" y="3538462"/>
                  <a:pt x="1205938" y="3529537"/>
                </a:cubicBezTo>
                <a:close/>
                <a:moveTo>
                  <a:pt x="1710469" y="2010171"/>
                </a:moveTo>
                <a:cubicBezTo>
                  <a:pt x="1667418" y="2010171"/>
                  <a:pt x="1632243" y="2045346"/>
                  <a:pt x="1632243" y="2088397"/>
                </a:cubicBezTo>
                <a:cubicBezTo>
                  <a:pt x="1632243" y="2131447"/>
                  <a:pt x="1667418" y="2166623"/>
                  <a:pt x="1710469" y="2166623"/>
                </a:cubicBezTo>
                <a:cubicBezTo>
                  <a:pt x="1754044" y="2166623"/>
                  <a:pt x="1788695" y="2131447"/>
                  <a:pt x="1788695" y="2088397"/>
                </a:cubicBezTo>
                <a:cubicBezTo>
                  <a:pt x="1788695" y="2045346"/>
                  <a:pt x="1753519" y="2010171"/>
                  <a:pt x="1710469" y="2010171"/>
                </a:cubicBezTo>
                <a:close/>
                <a:moveTo>
                  <a:pt x="1710469" y="1933520"/>
                </a:moveTo>
                <a:cubicBezTo>
                  <a:pt x="1796045" y="1933520"/>
                  <a:pt x="1865345" y="2002821"/>
                  <a:pt x="1865345" y="2088397"/>
                </a:cubicBezTo>
                <a:cubicBezTo>
                  <a:pt x="1865345" y="2173973"/>
                  <a:pt x="1796045" y="2243273"/>
                  <a:pt x="1710469" y="2243273"/>
                </a:cubicBezTo>
                <a:cubicBezTo>
                  <a:pt x="1624893" y="2243273"/>
                  <a:pt x="1555592" y="2173973"/>
                  <a:pt x="1555592" y="2088397"/>
                </a:cubicBezTo>
                <a:cubicBezTo>
                  <a:pt x="1555592" y="2002821"/>
                  <a:pt x="1624893" y="1933520"/>
                  <a:pt x="1710469" y="1933520"/>
                </a:cubicBezTo>
                <a:close/>
                <a:moveTo>
                  <a:pt x="1710470" y="1845319"/>
                </a:moveTo>
                <a:cubicBezTo>
                  <a:pt x="1576068" y="1845319"/>
                  <a:pt x="1467392" y="1953995"/>
                  <a:pt x="1467392" y="2088396"/>
                </a:cubicBezTo>
                <a:cubicBezTo>
                  <a:pt x="1467392" y="2222798"/>
                  <a:pt x="1576068" y="2331474"/>
                  <a:pt x="1710470" y="2331474"/>
                </a:cubicBezTo>
                <a:cubicBezTo>
                  <a:pt x="1844871" y="2331474"/>
                  <a:pt x="1953547" y="2222798"/>
                  <a:pt x="1953547" y="2088396"/>
                </a:cubicBezTo>
                <a:cubicBezTo>
                  <a:pt x="1953547" y="1953995"/>
                  <a:pt x="1844871" y="1845319"/>
                  <a:pt x="1710470" y="1845319"/>
                </a:cubicBezTo>
                <a:close/>
                <a:moveTo>
                  <a:pt x="1202263" y="167400"/>
                </a:moveTo>
                <a:cubicBezTo>
                  <a:pt x="1380766" y="167400"/>
                  <a:pt x="1558218" y="167400"/>
                  <a:pt x="1738820" y="167400"/>
                </a:cubicBezTo>
                <a:cubicBezTo>
                  <a:pt x="1738820" y="174750"/>
                  <a:pt x="1741970" y="954384"/>
                  <a:pt x="1744070" y="1336588"/>
                </a:cubicBezTo>
                <a:cubicBezTo>
                  <a:pt x="1744070" y="1349188"/>
                  <a:pt x="1935697" y="1631116"/>
                  <a:pt x="1955122" y="1631116"/>
                </a:cubicBezTo>
                <a:cubicBezTo>
                  <a:pt x="2048574" y="1630066"/>
                  <a:pt x="2141499" y="1631116"/>
                  <a:pt x="2234426" y="1630066"/>
                </a:cubicBezTo>
                <a:cubicBezTo>
                  <a:pt x="2252801" y="1629541"/>
                  <a:pt x="2259101" y="1635316"/>
                  <a:pt x="2258576" y="1653167"/>
                </a:cubicBezTo>
                <a:cubicBezTo>
                  <a:pt x="2257526" y="1673117"/>
                  <a:pt x="2259101" y="1693592"/>
                  <a:pt x="2258576" y="1713542"/>
                </a:cubicBezTo>
                <a:cubicBezTo>
                  <a:pt x="2258051" y="1729817"/>
                  <a:pt x="2262251" y="1736117"/>
                  <a:pt x="2280101" y="1736642"/>
                </a:cubicBezTo>
                <a:cubicBezTo>
                  <a:pt x="2412928" y="1739793"/>
                  <a:pt x="2545229" y="1744518"/>
                  <a:pt x="2678055" y="1749243"/>
                </a:cubicBezTo>
                <a:cubicBezTo>
                  <a:pt x="2686981" y="1749768"/>
                  <a:pt x="3500739" y="2793479"/>
                  <a:pt x="3728592" y="3139458"/>
                </a:cubicBezTo>
                <a:cubicBezTo>
                  <a:pt x="3837793" y="3301685"/>
                  <a:pt x="3907094" y="3431886"/>
                  <a:pt x="3981120" y="3625088"/>
                </a:cubicBezTo>
                <a:cubicBezTo>
                  <a:pt x="4046745" y="3853991"/>
                  <a:pt x="4018920" y="3983143"/>
                  <a:pt x="4002120" y="4043518"/>
                </a:cubicBezTo>
                <a:cubicBezTo>
                  <a:pt x="3978495" y="4145894"/>
                  <a:pt x="3899219" y="4389497"/>
                  <a:pt x="3678191" y="4530724"/>
                </a:cubicBezTo>
                <a:cubicBezTo>
                  <a:pt x="3613616" y="4563799"/>
                  <a:pt x="3479214" y="4637825"/>
                  <a:pt x="3216186" y="4718676"/>
                </a:cubicBezTo>
                <a:cubicBezTo>
                  <a:pt x="3216186" y="4822627"/>
                  <a:pt x="3216186" y="4925003"/>
                  <a:pt x="3216186" y="5032629"/>
                </a:cubicBezTo>
                <a:cubicBezTo>
                  <a:pt x="3471864" y="5034729"/>
                  <a:pt x="3724917" y="5036829"/>
                  <a:pt x="3979020" y="5038929"/>
                </a:cubicBezTo>
                <a:cubicBezTo>
                  <a:pt x="3979020" y="5223206"/>
                  <a:pt x="3979020" y="5404333"/>
                  <a:pt x="3979020" y="5586511"/>
                </a:cubicBezTo>
                <a:cubicBezTo>
                  <a:pt x="2652855" y="5586511"/>
                  <a:pt x="1327216" y="5586511"/>
                  <a:pt x="0" y="5586511"/>
                </a:cubicBezTo>
                <a:cubicBezTo>
                  <a:pt x="0" y="5404858"/>
                  <a:pt x="0" y="5223731"/>
                  <a:pt x="0" y="5037879"/>
                </a:cubicBezTo>
                <a:cubicBezTo>
                  <a:pt x="134926" y="5035254"/>
                  <a:pt x="269328" y="5032104"/>
                  <a:pt x="405829" y="5028954"/>
                </a:cubicBezTo>
                <a:cubicBezTo>
                  <a:pt x="405829" y="4969103"/>
                  <a:pt x="405829" y="4909778"/>
                  <a:pt x="405829" y="4847827"/>
                </a:cubicBezTo>
                <a:cubicBezTo>
                  <a:pt x="416330" y="4847827"/>
                  <a:pt x="765983" y="4844677"/>
                  <a:pt x="933460" y="4842052"/>
                </a:cubicBezTo>
                <a:cubicBezTo>
                  <a:pt x="945535" y="4841527"/>
                  <a:pt x="1251089" y="4662500"/>
                  <a:pt x="1391791" y="4577974"/>
                </a:cubicBezTo>
                <a:cubicBezTo>
                  <a:pt x="1404391" y="4570099"/>
                  <a:pt x="1413842" y="4570624"/>
                  <a:pt x="1426967" y="4577449"/>
                </a:cubicBezTo>
                <a:cubicBezTo>
                  <a:pt x="1544568" y="4638350"/>
                  <a:pt x="1806546" y="4768026"/>
                  <a:pt x="1822821" y="4773801"/>
                </a:cubicBezTo>
                <a:cubicBezTo>
                  <a:pt x="1819146" y="4628900"/>
                  <a:pt x="1815996" y="4489248"/>
                  <a:pt x="1812321" y="4347496"/>
                </a:cubicBezTo>
                <a:cubicBezTo>
                  <a:pt x="1457417" y="4343821"/>
                  <a:pt x="1103562" y="4340146"/>
                  <a:pt x="746558" y="4336471"/>
                </a:cubicBezTo>
                <a:cubicBezTo>
                  <a:pt x="743933" y="4230420"/>
                  <a:pt x="741308" y="4126469"/>
                  <a:pt x="738683" y="4018843"/>
                </a:cubicBezTo>
                <a:cubicBezTo>
                  <a:pt x="720308" y="4017268"/>
                  <a:pt x="259353" y="4010443"/>
                  <a:pt x="47251" y="4008868"/>
                </a:cubicBezTo>
                <a:cubicBezTo>
                  <a:pt x="39375" y="4008868"/>
                  <a:pt x="31500" y="4008868"/>
                  <a:pt x="22050" y="4008868"/>
                </a:cubicBezTo>
                <a:cubicBezTo>
                  <a:pt x="22050" y="3958992"/>
                  <a:pt x="22050" y="3910167"/>
                  <a:pt x="22050" y="3859241"/>
                </a:cubicBezTo>
                <a:cubicBezTo>
                  <a:pt x="28875" y="3859241"/>
                  <a:pt x="1800771" y="3859241"/>
                  <a:pt x="2680155" y="3859241"/>
                </a:cubicBezTo>
                <a:cubicBezTo>
                  <a:pt x="2715856" y="3859241"/>
                  <a:pt x="2730556" y="3966867"/>
                  <a:pt x="2735281" y="4002567"/>
                </a:cubicBezTo>
                <a:cubicBezTo>
                  <a:pt x="2954734" y="3954267"/>
                  <a:pt x="3116435" y="3816190"/>
                  <a:pt x="3160011" y="3584138"/>
                </a:cubicBezTo>
                <a:cubicBezTo>
                  <a:pt x="3178911" y="3484912"/>
                  <a:pt x="3160536" y="3385686"/>
                  <a:pt x="3134286" y="3287510"/>
                </a:cubicBezTo>
                <a:cubicBezTo>
                  <a:pt x="3094910" y="3140508"/>
                  <a:pt x="2999359" y="3036032"/>
                  <a:pt x="2877558" y="2957806"/>
                </a:cubicBezTo>
                <a:cubicBezTo>
                  <a:pt x="2786206" y="2898480"/>
                  <a:pt x="2683305" y="2858580"/>
                  <a:pt x="2569379" y="2858055"/>
                </a:cubicBezTo>
                <a:cubicBezTo>
                  <a:pt x="2329977" y="2855955"/>
                  <a:pt x="1841721" y="2849655"/>
                  <a:pt x="1834896" y="2850180"/>
                </a:cubicBezTo>
                <a:cubicBezTo>
                  <a:pt x="1833321" y="2885355"/>
                  <a:pt x="1825446" y="3018707"/>
                  <a:pt x="1819671" y="3051257"/>
                </a:cubicBezTo>
                <a:cubicBezTo>
                  <a:pt x="1811796" y="3093258"/>
                  <a:pt x="1747220" y="3107958"/>
                  <a:pt x="1737770" y="3109008"/>
                </a:cubicBezTo>
                <a:cubicBezTo>
                  <a:pt x="1734095" y="3236584"/>
                  <a:pt x="1730420" y="3364161"/>
                  <a:pt x="1726745" y="3494362"/>
                </a:cubicBezTo>
                <a:cubicBezTo>
                  <a:pt x="1547193" y="3490687"/>
                  <a:pt x="1388116" y="3501187"/>
                  <a:pt x="1191238" y="3497512"/>
                </a:cubicBezTo>
                <a:cubicBezTo>
                  <a:pt x="1191238" y="3488062"/>
                  <a:pt x="1186513" y="3242884"/>
                  <a:pt x="1185463" y="3135258"/>
                </a:cubicBezTo>
                <a:cubicBezTo>
                  <a:pt x="1185463" y="3123183"/>
                  <a:pt x="1015361" y="3045482"/>
                  <a:pt x="937660" y="3013457"/>
                </a:cubicBezTo>
                <a:cubicBezTo>
                  <a:pt x="936610" y="3012932"/>
                  <a:pt x="934510" y="3013457"/>
                  <a:pt x="936085" y="3013457"/>
                </a:cubicBezTo>
                <a:cubicBezTo>
                  <a:pt x="898810" y="3105858"/>
                  <a:pt x="862059" y="3197209"/>
                  <a:pt x="824784" y="3290660"/>
                </a:cubicBezTo>
                <a:cubicBezTo>
                  <a:pt x="794859" y="3281735"/>
                  <a:pt x="766508" y="3273859"/>
                  <a:pt x="737633" y="3265459"/>
                </a:cubicBezTo>
                <a:cubicBezTo>
                  <a:pt x="701408" y="3254959"/>
                  <a:pt x="662557" y="3294860"/>
                  <a:pt x="660457" y="3297485"/>
                </a:cubicBezTo>
                <a:cubicBezTo>
                  <a:pt x="558606" y="3253384"/>
                  <a:pt x="457805" y="3209809"/>
                  <a:pt x="352279" y="3164658"/>
                </a:cubicBezTo>
                <a:cubicBezTo>
                  <a:pt x="365404" y="3128958"/>
                  <a:pt x="481430" y="2849655"/>
                  <a:pt x="525006" y="2749904"/>
                </a:cubicBezTo>
                <a:cubicBezTo>
                  <a:pt x="529206" y="2739404"/>
                  <a:pt x="533931" y="2728378"/>
                  <a:pt x="536556" y="2717353"/>
                </a:cubicBezTo>
                <a:cubicBezTo>
                  <a:pt x="543906" y="2689003"/>
                  <a:pt x="538656" y="2676928"/>
                  <a:pt x="514506" y="2660653"/>
                </a:cubicBezTo>
                <a:cubicBezTo>
                  <a:pt x="483530" y="2639653"/>
                  <a:pt x="483005" y="2637027"/>
                  <a:pt x="498230" y="2602902"/>
                </a:cubicBezTo>
                <a:cubicBezTo>
                  <a:pt x="527631" y="2535176"/>
                  <a:pt x="589581" y="2392900"/>
                  <a:pt x="592206" y="2387650"/>
                </a:cubicBezTo>
                <a:cubicBezTo>
                  <a:pt x="726608" y="2441725"/>
                  <a:pt x="859959" y="2495801"/>
                  <a:pt x="998561" y="2551976"/>
                </a:cubicBezTo>
                <a:cubicBezTo>
                  <a:pt x="998561" y="2537276"/>
                  <a:pt x="1001711" y="2008595"/>
                  <a:pt x="1003286" y="1752393"/>
                </a:cubicBezTo>
                <a:cubicBezTo>
                  <a:pt x="1003286" y="1738217"/>
                  <a:pt x="1190188" y="1605391"/>
                  <a:pt x="1190188" y="1599091"/>
                </a:cubicBezTo>
                <a:cubicBezTo>
                  <a:pt x="1191763" y="1514040"/>
                  <a:pt x="1202263" y="174750"/>
                  <a:pt x="1202263" y="167400"/>
                </a:cubicBezTo>
                <a:close/>
                <a:moveTo>
                  <a:pt x="1169095" y="0"/>
                </a:moveTo>
                <a:lnTo>
                  <a:pt x="1766794" y="0"/>
                </a:lnTo>
                <a:cubicBezTo>
                  <a:pt x="1800181" y="0"/>
                  <a:pt x="1827246" y="27065"/>
                  <a:pt x="1827246" y="60452"/>
                </a:cubicBezTo>
                <a:lnTo>
                  <a:pt x="1827245" y="60452"/>
                </a:lnTo>
                <a:cubicBezTo>
                  <a:pt x="1827245" y="93839"/>
                  <a:pt x="1800180" y="120904"/>
                  <a:pt x="1766793" y="120904"/>
                </a:cubicBezTo>
                <a:lnTo>
                  <a:pt x="1169095" y="120903"/>
                </a:lnTo>
                <a:cubicBezTo>
                  <a:pt x="1144055" y="120903"/>
                  <a:pt x="1122571" y="105679"/>
                  <a:pt x="1113394" y="83982"/>
                </a:cubicBezTo>
                <a:lnTo>
                  <a:pt x="1108643" y="60452"/>
                </a:lnTo>
                <a:lnTo>
                  <a:pt x="1113394" y="36921"/>
                </a:lnTo>
                <a:cubicBezTo>
                  <a:pt x="1122571" y="15224"/>
                  <a:pt x="1144055" y="0"/>
                  <a:pt x="1169095" y="0"/>
                </a:cubicBezTo>
                <a:close/>
              </a:path>
            </a:pathLst>
          </a:custGeom>
          <a:solidFill>
            <a:srgbClr val="91C6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71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46">
            <a:extLst>
              <a:ext uri="{FF2B5EF4-FFF2-40B4-BE49-F238E27FC236}">
                <a16:creationId xmlns="" xmlns:a16="http://schemas.microsoft.com/office/drawing/2014/main" id="{852F1CF2-DD11-4915-9B69-5AE707B0FE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System Admins</a:t>
            </a:r>
            <a:endParaRPr lang="en-US" dirty="0"/>
          </a:p>
        </p:txBody>
      </p:sp>
      <p:sp>
        <p:nvSpPr>
          <p:cNvPr id="3" name="Chevron 2">
            <a:extLst>
              <a:ext uri="{FF2B5EF4-FFF2-40B4-BE49-F238E27FC236}">
                <a16:creationId xmlns="" xmlns:a16="http://schemas.microsoft.com/office/drawing/2014/main" id="{8581317E-D61F-4790-B1BC-E126076F6156}"/>
              </a:ext>
            </a:extLst>
          </p:cNvPr>
          <p:cNvSpPr/>
          <p:nvPr/>
        </p:nvSpPr>
        <p:spPr>
          <a:xfrm rot="5400000">
            <a:off x="802919" y="2349618"/>
            <a:ext cx="348967" cy="344562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" name="Chevron 2">
            <a:extLst>
              <a:ext uri="{FF2B5EF4-FFF2-40B4-BE49-F238E27FC236}">
                <a16:creationId xmlns="" xmlns:a16="http://schemas.microsoft.com/office/drawing/2014/main" id="{8AE1C03E-514B-4616-850A-C697C99090F1}"/>
              </a:ext>
            </a:extLst>
          </p:cNvPr>
          <p:cNvSpPr/>
          <p:nvPr/>
        </p:nvSpPr>
        <p:spPr>
          <a:xfrm rot="5400000">
            <a:off x="802919" y="2947952"/>
            <a:ext cx="348967" cy="344562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5" name="Chevron 2">
            <a:extLst>
              <a:ext uri="{FF2B5EF4-FFF2-40B4-BE49-F238E27FC236}">
                <a16:creationId xmlns="" xmlns:a16="http://schemas.microsoft.com/office/drawing/2014/main" id="{EDE1EE27-9A0C-4C2B-A1AE-43710C7154C0}"/>
              </a:ext>
            </a:extLst>
          </p:cNvPr>
          <p:cNvSpPr/>
          <p:nvPr/>
        </p:nvSpPr>
        <p:spPr>
          <a:xfrm rot="5400000">
            <a:off x="802919" y="3546286"/>
            <a:ext cx="348967" cy="344562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" name="Chevron 2">
            <a:extLst>
              <a:ext uri="{FF2B5EF4-FFF2-40B4-BE49-F238E27FC236}">
                <a16:creationId xmlns="" xmlns:a16="http://schemas.microsoft.com/office/drawing/2014/main" id="{BA48C3D8-0F84-4B78-9CC4-75804EF5D2C4}"/>
              </a:ext>
            </a:extLst>
          </p:cNvPr>
          <p:cNvSpPr/>
          <p:nvPr/>
        </p:nvSpPr>
        <p:spPr>
          <a:xfrm rot="5400000">
            <a:off x="802919" y="4144618"/>
            <a:ext cx="348967" cy="344562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57AA62A-F69F-4E1A-9804-52030A8485FD}"/>
              </a:ext>
            </a:extLst>
          </p:cNvPr>
          <p:cNvSpPr txBox="1"/>
          <p:nvPr/>
        </p:nvSpPr>
        <p:spPr>
          <a:xfrm>
            <a:off x="1237168" y="2294530"/>
            <a:ext cx="471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A group of users all use the same configuration file </a:t>
            </a:r>
            <a:r>
              <a:rPr lang="mr-IN" altLang="ko-KR" sz="1200" dirty="0" smtClean="0">
                <a:solidFill>
                  <a:schemeClr val="bg1"/>
                </a:solidFill>
              </a:rPr>
              <a:t>–</a:t>
            </a:r>
            <a:r>
              <a:rPr lang="en-US" altLang="ko-KR" sz="1200" dirty="0" smtClean="0">
                <a:solidFill>
                  <a:schemeClr val="bg1"/>
                </a:solidFill>
              </a:rPr>
              <a:t> solve problems once, and deploy the solution quickly.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9810D50-7328-4AFA-98A1-15B18DC99F0D}"/>
              </a:ext>
            </a:extLst>
          </p:cNvPr>
          <p:cNvSpPr txBox="1"/>
          <p:nvPr/>
        </p:nvSpPr>
        <p:spPr>
          <a:xfrm>
            <a:off x="1237168" y="2981734"/>
            <a:ext cx="471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Provide an “optimal” standard configuration to your users.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9B63C8F-4227-403D-AC46-69FBC5C00CD7}"/>
              </a:ext>
            </a:extLst>
          </p:cNvPr>
          <p:cNvSpPr txBox="1"/>
          <p:nvPr/>
        </p:nvSpPr>
        <p:spPr>
          <a:xfrm>
            <a:off x="1237168" y="3503302"/>
            <a:ext cx="471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Get less requests for additional tools / packages or </a:t>
            </a:r>
            <a:r>
              <a:rPr lang="en-US" altLang="ko-KR" sz="1200" smtClean="0">
                <a:solidFill>
                  <a:schemeClr val="bg1"/>
                </a:solidFill>
              </a:rPr>
              <a:t>incompatible combinations.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B0051021-E586-421B-A3CD-92F0E5DD7C70}"/>
              </a:ext>
            </a:extLst>
          </p:cNvPr>
          <p:cNvSpPr txBox="1"/>
          <p:nvPr/>
        </p:nvSpPr>
        <p:spPr>
          <a:xfrm>
            <a:off x="1237168" y="4086066"/>
            <a:ext cx="471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Get </a:t>
            </a:r>
            <a:r>
              <a:rPr lang="en-US" altLang="ko-KR" sz="1200" dirty="0" smtClean="0">
                <a:solidFill>
                  <a:schemeClr val="bg1"/>
                </a:solidFill>
              </a:rPr>
              <a:t>a reduced ’.sad’ </a:t>
            </a:r>
            <a:r>
              <a:rPr lang="mr-IN" altLang="ko-KR" sz="1200" dirty="0" smtClean="0">
                <a:solidFill>
                  <a:schemeClr val="bg1"/>
                </a:solidFill>
              </a:rPr>
              <a:t>–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runscript</a:t>
            </a:r>
            <a:r>
              <a:rPr lang="en-US" altLang="ko-KR" sz="1200" dirty="0" smtClean="0">
                <a:solidFill>
                  <a:schemeClr val="bg1"/>
                </a:solidFill>
              </a:rPr>
              <a:t> only containing the information needed by the batch system</a:t>
            </a:r>
            <a:r>
              <a:rPr lang="en-US" altLang="ko-KR" sz="1200" dirty="0" smtClean="0">
                <a:solidFill>
                  <a:schemeClr val="bg1"/>
                </a:solidFill>
              </a:rPr>
              <a:t>. (WIP)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91" b="8791"/>
          <a:stretch>
            <a:fillRect/>
          </a:stretch>
        </p:blipFill>
        <p:spPr/>
      </p:pic>
      <p:sp>
        <p:nvSpPr>
          <p:cNvPr id="48" name="Rectangle 1">
            <a:extLst>
              <a:ext uri="{FF2B5EF4-FFF2-40B4-BE49-F238E27FC236}">
                <a16:creationId xmlns="" xmlns:a16="http://schemas.microsoft.com/office/drawing/2014/main" id="{1CA70209-82A7-44B1-BD3F-84AFF225C28E}"/>
              </a:ext>
            </a:extLst>
          </p:cNvPr>
          <p:cNvSpPr>
            <a:spLocks noChangeAspect="1"/>
          </p:cNvSpPr>
          <p:nvPr/>
        </p:nvSpPr>
        <p:spPr>
          <a:xfrm>
            <a:off x="427003" y="263966"/>
            <a:ext cx="1225151" cy="1220608"/>
          </a:xfrm>
          <a:custGeom>
            <a:avLst/>
            <a:gdLst/>
            <a:ahLst/>
            <a:cxnLst/>
            <a:rect l="l" t="t" r="r" b="b"/>
            <a:pathLst>
              <a:path w="3960000" h="3945309">
                <a:moveTo>
                  <a:pt x="466104" y="2636906"/>
                </a:moveTo>
                <a:lnTo>
                  <a:pt x="466104" y="2780922"/>
                </a:lnTo>
                <a:lnTo>
                  <a:pt x="2050104" y="2780922"/>
                </a:lnTo>
                <a:lnTo>
                  <a:pt x="2050104" y="2636906"/>
                </a:lnTo>
                <a:close/>
                <a:moveTo>
                  <a:pt x="466104" y="2407894"/>
                </a:moveTo>
                <a:lnTo>
                  <a:pt x="466104" y="2551910"/>
                </a:lnTo>
                <a:lnTo>
                  <a:pt x="2050104" y="2551910"/>
                </a:lnTo>
                <a:lnTo>
                  <a:pt x="2050104" y="2407894"/>
                </a:lnTo>
                <a:close/>
                <a:moveTo>
                  <a:pt x="466104" y="2178881"/>
                </a:moveTo>
                <a:lnTo>
                  <a:pt x="466104" y="2322897"/>
                </a:lnTo>
                <a:lnTo>
                  <a:pt x="2050104" y="2322897"/>
                </a:lnTo>
                <a:lnTo>
                  <a:pt x="2050104" y="2178881"/>
                </a:lnTo>
                <a:close/>
                <a:moveTo>
                  <a:pt x="3358993" y="2178880"/>
                </a:moveTo>
                <a:cubicBezTo>
                  <a:pt x="3299346" y="2178880"/>
                  <a:pt x="3250993" y="2227233"/>
                  <a:pt x="3250993" y="2286880"/>
                </a:cubicBezTo>
                <a:cubicBezTo>
                  <a:pt x="3250993" y="2346527"/>
                  <a:pt x="3299346" y="2394880"/>
                  <a:pt x="3358993" y="2394880"/>
                </a:cubicBezTo>
                <a:cubicBezTo>
                  <a:pt x="3418640" y="2394880"/>
                  <a:pt x="3466993" y="2346527"/>
                  <a:pt x="3466993" y="2286880"/>
                </a:cubicBezTo>
                <a:cubicBezTo>
                  <a:pt x="3466993" y="2227233"/>
                  <a:pt x="3418640" y="2178880"/>
                  <a:pt x="3358993" y="2178880"/>
                </a:cubicBezTo>
                <a:close/>
                <a:moveTo>
                  <a:pt x="2962949" y="2178880"/>
                </a:moveTo>
                <a:cubicBezTo>
                  <a:pt x="2903302" y="2178880"/>
                  <a:pt x="2854949" y="2227233"/>
                  <a:pt x="2854949" y="2286880"/>
                </a:cubicBezTo>
                <a:cubicBezTo>
                  <a:pt x="2854949" y="2346527"/>
                  <a:pt x="2903302" y="2394880"/>
                  <a:pt x="2962949" y="2394880"/>
                </a:cubicBezTo>
                <a:cubicBezTo>
                  <a:pt x="3022596" y="2394880"/>
                  <a:pt x="3070949" y="2346527"/>
                  <a:pt x="3070949" y="2286880"/>
                </a:cubicBezTo>
                <a:cubicBezTo>
                  <a:pt x="3070949" y="2227233"/>
                  <a:pt x="3022596" y="2178880"/>
                  <a:pt x="2962949" y="2178880"/>
                </a:cubicBezTo>
                <a:close/>
                <a:moveTo>
                  <a:pt x="2566905" y="2178880"/>
                </a:moveTo>
                <a:cubicBezTo>
                  <a:pt x="2507258" y="2178880"/>
                  <a:pt x="2458905" y="2227233"/>
                  <a:pt x="2458905" y="2286880"/>
                </a:cubicBezTo>
                <a:cubicBezTo>
                  <a:pt x="2458905" y="2346527"/>
                  <a:pt x="2507258" y="2394880"/>
                  <a:pt x="2566905" y="2394880"/>
                </a:cubicBezTo>
                <a:cubicBezTo>
                  <a:pt x="2626552" y="2394880"/>
                  <a:pt x="2674905" y="2346527"/>
                  <a:pt x="2674905" y="2286880"/>
                </a:cubicBezTo>
                <a:cubicBezTo>
                  <a:pt x="2674905" y="2227233"/>
                  <a:pt x="2626552" y="2178880"/>
                  <a:pt x="2566905" y="2178880"/>
                </a:cubicBezTo>
                <a:close/>
                <a:moveTo>
                  <a:pt x="154649" y="2155901"/>
                </a:moveTo>
                <a:lnTo>
                  <a:pt x="154649" y="2803901"/>
                </a:lnTo>
                <a:lnTo>
                  <a:pt x="298665" y="2803901"/>
                </a:lnTo>
                <a:lnTo>
                  <a:pt x="298665" y="2155901"/>
                </a:lnTo>
                <a:close/>
                <a:moveTo>
                  <a:pt x="3645310" y="2153519"/>
                </a:moveTo>
                <a:lnTo>
                  <a:pt x="3645310" y="2801519"/>
                </a:lnTo>
                <a:lnTo>
                  <a:pt x="3789326" y="2801519"/>
                </a:lnTo>
                <a:lnTo>
                  <a:pt x="3789326" y="2153519"/>
                </a:lnTo>
                <a:close/>
                <a:moveTo>
                  <a:pt x="0" y="2032992"/>
                </a:moveTo>
                <a:lnTo>
                  <a:pt x="3960000" y="2032992"/>
                </a:lnTo>
                <a:lnTo>
                  <a:pt x="3960000" y="2897088"/>
                </a:lnTo>
                <a:lnTo>
                  <a:pt x="2124016" y="2897088"/>
                </a:lnTo>
                <a:lnTo>
                  <a:pt x="2124016" y="3513261"/>
                </a:lnTo>
                <a:lnTo>
                  <a:pt x="2268032" y="3513261"/>
                </a:lnTo>
                <a:cubicBezTo>
                  <a:pt x="2331437" y="3513261"/>
                  <a:pt x="2388462" y="3540577"/>
                  <a:pt x="2426674" y="3585269"/>
                </a:cubicBezTo>
                <a:lnTo>
                  <a:pt x="3960000" y="3585269"/>
                </a:lnTo>
                <a:lnTo>
                  <a:pt x="3960000" y="3873301"/>
                </a:lnTo>
                <a:lnTo>
                  <a:pt x="2426674" y="3873301"/>
                </a:lnTo>
                <a:cubicBezTo>
                  <a:pt x="2388462" y="3917993"/>
                  <a:pt x="2331437" y="3945309"/>
                  <a:pt x="2268032" y="3945309"/>
                </a:cubicBezTo>
                <a:lnTo>
                  <a:pt x="1691968" y="3945309"/>
                </a:lnTo>
                <a:cubicBezTo>
                  <a:pt x="1628563" y="3945309"/>
                  <a:pt x="1571538" y="3917993"/>
                  <a:pt x="1533326" y="3873301"/>
                </a:cubicBezTo>
                <a:lnTo>
                  <a:pt x="0" y="3873301"/>
                </a:lnTo>
                <a:lnTo>
                  <a:pt x="0" y="3585269"/>
                </a:lnTo>
                <a:lnTo>
                  <a:pt x="1533326" y="3585269"/>
                </a:lnTo>
                <a:cubicBezTo>
                  <a:pt x="1571538" y="3540577"/>
                  <a:pt x="1628563" y="3513261"/>
                  <a:pt x="1691968" y="3513261"/>
                </a:cubicBezTo>
                <a:lnTo>
                  <a:pt x="1835984" y="3513261"/>
                </a:lnTo>
                <a:lnTo>
                  <a:pt x="1835984" y="2897088"/>
                </a:lnTo>
                <a:lnTo>
                  <a:pt x="0" y="2897088"/>
                </a:lnTo>
                <a:close/>
                <a:moveTo>
                  <a:pt x="466104" y="1620410"/>
                </a:moveTo>
                <a:lnTo>
                  <a:pt x="466104" y="1764426"/>
                </a:lnTo>
                <a:lnTo>
                  <a:pt x="2050104" y="1764426"/>
                </a:lnTo>
                <a:lnTo>
                  <a:pt x="2050104" y="1620410"/>
                </a:lnTo>
                <a:close/>
                <a:moveTo>
                  <a:pt x="466104" y="1391398"/>
                </a:moveTo>
                <a:lnTo>
                  <a:pt x="466104" y="1535414"/>
                </a:lnTo>
                <a:lnTo>
                  <a:pt x="2050104" y="1535414"/>
                </a:lnTo>
                <a:lnTo>
                  <a:pt x="2050104" y="1391398"/>
                </a:lnTo>
                <a:close/>
                <a:moveTo>
                  <a:pt x="466104" y="1162385"/>
                </a:moveTo>
                <a:lnTo>
                  <a:pt x="466104" y="1306401"/>
                </a:lnTo>
                <a:lnTo>
                  <a:pt x="2050104" y="1306401"/>
                </a:lnTo>
                <a:lnTo>
                  <a:pt x="2050104" y="1162385"/>
                </a:lnTo>
                <a:close/>
                <a:moveTo>
                  <a:pt x="3358993" y="1162384"/>
                </a:moveTo>
                <a:cubicBezTo>
                  <a:pt x="3299346" y="1162384"/>
                  <a:pt x="3250993" y="1210737"/>
                  <a:pt x="3250993" y="1270384"/>
                </a:cubicBezTo>
                <a:cubicBezTo>
                  <a:pt x="3250993" y="1330031"/>
                  <a:pt x="3299346" y="1378384"/>
                  <a:pt x="3358993" y="1378384"/>
                </a:cubicBezTo>
                <a:cubicBezTo>
                  <a:pt x="3418640" y="1378384"/>
                  <a:pt x="3466993" y="1330031"/>
                  <a:pt x="3466993" y="1270384"/>
                </a:cubicBezTo>
                <a:cubicBezTo>
                  <a:pt x="3466993" y="1210737"/>
                  <a:pt x="3418640" y="1162384"/>
                  <a:pt x="3358993" y="1162384"/>
                </a:cubicBezTo>
                <a:close/>
                <a:moveTo>
                  <a:pt x="2962949" y="1162384"/>
                </a:moveTo>
                <a:cubicBezTo>
                  <a:pt x="2903302" y="1162384"/>
                  <a:pt x="2854949" y="1210737"/>
                  <a:pt x="2854949" y="1270384"/>
                </a:cubicBezTo>
                <a:cubicBezTo>
                  <a:pt x="2854949" y="1330031"/>
                  <a:pt x="2903302" y="1378384"/>
                  <a:pt x="2962949" y="1378384"/>
                </a:cubicBezTo>
                <a:cubicBezTo>
                  <a:pt x="3022596" y="1378384"/>
                  <a:pt x="3070949" y="1330031"/>
                  <a:pt x="3070949" y="1270384"/>
                </a:cubicBezTo>
                <a:cubicBezTo>
                  <a:pt x="3070949" y="1210737"/>
                  <a:pt x="3022596" y="1162384"/>
                  <a:pt x="2962949" y="1162384"/>
                </a:cubicBezTo>
                <a:close/>
                <a:moveTo>
                  <a:pt x="2566905" y="1162384"/>
                </a:moveTo>
                <a:cubicBezTo>
                  <a:pt x="2507258" y="1162384"/>
                  <a:pt x="2458905" y="1210737"/>
                  <a:pt x="2458905" y="1270384"/>
                </a:cubicBezTo>
                <a:cubicBezTo>
                  <a:pt x="2458905" y="1330031"/>
                  <a:pt x="2507258" y="1378384"/>
                  <a:pt x="2566905" y="1378384"/>
                </a:cubicBezTo>
                <a:cubicBezTo>
                  <a:pt x="2626552" y="1378384"/>
                  <a:pt x="2674905" y="1330031"/>
                  <a:pt x="2674905" y="1270384"/>
                </a:cubicBezTo>
                <a:cubicBezTo>
                  <a:pt x="2674905" y="1210737"/>
                  <a:pt x="2626552" y="1162384"/>
                  <a:pt x="2566905" y="1162384"/>
                </a:cubicBezTo>
                <a:close/>
                <a:moveTo>
                  <a:pt x="154649" y="1139405"/>
                </a:moveTo>
                <a:lnTo>
                  <a:pt x="154649" y="1787405"/>
                </a:lnTo>
                <a:lnTo>
                  <a:pt x="298665" y="1787405"/>
                </a:lnTo>
                <a:lnTo>
                  <a:pt x="298665" y="1139405"/>
                </a:lnTo>
                <a:close/>
                <a:moveTo>
                  <a:pt x="3645310" y="1137023"/>
                </a:moveTo>
                <a:lnTo>
                  <a:pt x="3645310" y="1785023"/>
                </a:lnTo>
                <a:lnTo>
                  <a:pt x="3789326" y="1785023"/>
                </a:lnTo>
                <a:lnTo>
                  <a:pt x="3789326" y="1137023"/>
                </a:lnTo>
                <a:close/>
                <a:moveTo>
                  <a:pt x="0" y="1016496"/>
                </a:moveTo>
                <a:lnTo>
                  <a:pt x="3960000" y="1016496"/>
                </a:lnTo>
                <a:lnTo>
                  <a:pt x="3960000" y="1880592"/>
                </a:lnTo>
                <a:lnTo>
                  <a:pt x="0" y="1880592"/>
                </a:lnTo>
                <a:close/>
                <a:moveTo>
                  <a:pt x="466104" y="603914"/>
                </a:moveTo>
                <a:lnTo>
                  <a:pt x="466104" y="747930"/>
                </a:lnTo>
                <a:lnTo>
                  <a:pt x="2050104" y="747930"/>
                </a:lnTo>
                <a:lnTo>
                  <a:pt x="2050104" y="603914"/>
                </a:lnTo>
                <a:close/>
                <a:moveTo>
                  <a:pt x="466104" y="374902"/>
                </a:moveTo>
                <a:lnTo>
                  <a:pt x="466104" y="518918"/>
                </a:lnTo>
                <a:lnTo>
                  <a:pt x="2050104" y="518918"/>
                </a:lnTo>
                <a:lnTo>
                  <a:pt x="2050104" y="374902"/>
                </a:lnTo>
                <a:close/>
                <a:moveTo>
                  <a:pt x="466104" y="145889"/>
                </a:moveTo>
                <a:lnTo>
                  <a:pt x="466104" y="289905"/>
                </a:lnTo>
                <a:lnTo>
                  <a:pt x="2050104" y="289905"/>
                </a:lnTo>
                <a:lnTo>
                  <a:pt x="2050104" y="145889"/>
                </a:lnTo>
                <a:close/>
                <a:moveTo>
                  <a:pt x="3358993" y="145888"/>
                </a:moveTo>
                <a:cubicBezTo>
                  <a:pt x="3299346" y="145888"/>
                  <a:pt x="3250993" y="194241"/>
                  <a:pt x="3250993" y="253888"/>
                </a:cubicBezTo>
                <a:cubicBezTo>
                  <a:pt x="3250993" y="313535"/>
                  <a:pt x="3299346" y="361888"/>
                  <a:pt x="3358993" y="361888"/>
                </a:cubicBezTo>
                <a:cubicBezTo>
                  <a:pt x="3418640" y="361888"/>
                  <a:pt x="3466993" y="313535"/>
                  <a:pt x="3466993" y="253888"/>
                </a:cubicBezTo>
                <a:cubicBezTo>
                  <a:pt x="3466993" y="194241"/>
                  <a:pt x="3418640" y="145888"/>
                  <a:pt x="3358993" y="145888"/>
                </a:cubicBezTo>
                <a:close/>
                <a:moveTo>
                  <a:pt x="2962949" y="145888"/>
                </a:moveTo>
                <a:cubicBezTo>
                  <a:pt x="2903302" y="145888"/>
                  <a:pt x="2854949" y="194241"/>
                  <a:pt x="2854949" y="253888"/>
                </a:cubicBezTo>
                <a:cubicBezTo>
                  <a:pt x="2854949" y="313535"/>
                  <a:pt x="2903302" y="361888"/>
                  <a:pt x="2962949" y="361888"/>
                </a:cubicBezTo>
                <a:cubicBezTo>
                  <a:pt x="3022596" y="361888"/>
                  <a:pt x="3070949" y="313535"/>
                  <a:pt x="3070949" y="253888"/>
                </a:cubicBezTo>
                <a:cubicBezTo>
                  <a:pt x="3070949" y="194241"/>
                  <a:pt x="3022596" y="145888"/>
                  <a:pt x="2962949" y="145888"/>
                </a:cubicBezTo>
                <a:close/>
                <a:moveTo>
                  <a:pt x="2566905" y="145888"/>
                </a:moveTo>
                <a:cubicBezTo>
                  <a:pt x="2507258" y="145888"/>
                  <a:pt x="2458905" y="194241"/>
                  <a:pt x="2458905" y="253888"/>
                </a:cubicBezTo>
                <a:cubicBezTo>
                  <a:pt x="2458905" y="313535"/>
                  <a:pt x="2507258" y="361888"/>
                  <a:pt x="2566905" y="361888"/>
                </a:cubicBezTo>
                <a:cubicBezTo>
                  <a:pt x="2626552" y="361888"/>
                  <a:pt x="2674905" y="313535"/>
                  <a:pt x="2674905" y="253888"/>
                </a:cubicBezTo>
                <a:cubicBezTo>
                  <a:pt x="2674905" y="194241"/>
                  <a:pt x="2626552" y="145888"/>
                  <a:pt x="2566905" y="145888"/>
                </a:cubicBezTo>
                <a:close/>
                <a:moveTo>
                  <a:pt x="154649" y="122909"/>
                </a:moveTo>
                <a:lnTo>
                  <a:pt x="154649" y="770909"/>
                </a:lnTo>
                <a:lnTo>
                  <a:pt x="298665" y="770909"/>
                </a:lnTo>
                <a:lnTo>
                  <a:pt x="298665" y="122909"/>
                </a:lnTo>
                <a:close/>
                <a:moveTo>
                  <a:pt x="3645310" y="120527"/>
                </a:moveTo>
                <a:lnTo>
                  <a:pt x="3645310" y="768527"/>
                </a:lnTo>
                <a:lnTo>
                  <a:pt x="3789326" y="768527"/>
                </a:lnTo>
                <a:lnTo>
                  <a:pt x="3789326" y="120527"/>
                </a:lnTo>
                <a:close/>
                <a:moveTo>
                  <a:pt x="0" y="0"/>
                </a:moveTo>
                <a:lnTo>
                  <a:pt x="3960000" y="0"/>
                </a:lnTo>
                <a:lnTo>
                  <a:pt x="3960000" y="864096"/>
                </a:lnTo>
                <a:lnTo>
                  <a:pt x="0" y="864096"/>
                </a:lnTo>
                <a:close/>
              </a:path>
            </a:pathLst>
          </a:custGeom>
          <a:solidFill>
            <a:srgbClr val="397B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683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Model Developers</a:t>
            </a:r>
            <a:endParaRPr lang="en-US" dirty="0"/>
          </a:p>
        </p:txBody>
      </p:sp>
      <p:sp>
        <p:nvSpPr>
          <p:cNvPr id="18" name="직사각형 22">
            <a:extLst>
              <a:ext uri="{FF2B5EF4-FFF2-40B4-BE49-F238E27FC236}">
                <a16:creationId xmlns="" xmlns:a16="http://schemas.microsoft.com/office/drawing/2014/main" id="{E5E1DE78-BE42-4CEC-A429-4AF1E6731396}"/>
              </a:ext>
            </a:extLst>
          </p:cNvPr>
          <p:cNvSpPr/>
          <p:nvPr/>
        </p:nvSpPr>
        <p:spPr>
          <a:xfrm>
            <a:off x="5222290" y="2867918"/>
            <a:ext cx="54519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The ESM-Tools provide standard configurations for a number of HPC systems. Chances are good that you can compile and run your development on these out of the box.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26BD70B8-B7EC-4B8B-8315-69D8115178CD}"/>
              </a:ext>
            </a:extLst>
          </p:cNvPr>
          <p:cNvSpPr txBox="1"/>
          <p:nvPr/>
        </p:nvSpPr>
        <p:spPr>
          <a:xfrm>
            <a:off x="4487053" y="2073572"/>
            <a:ext cx="5319004" cy="738664"/>
          </a:xfrm>
          <a:prstGeom prst="rect">
            <a:avLst/>
          </a:prstGeom>
          <a:noFill/>
        </p:spPr>
        <p:txBody>
          <a:bodyPr wrap="square" lIns="48000" tIns="0" rIns="24000" bIns="0" rtlCol="0">
            <a:spAutoFit/>
          </a:bodyPr>
          <a:lstStyle/>
          <a:p>
            <a:r>
              <a:rPr lang="en-US" altLang="ko-KR" sz="24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Concentrate more on your model, and less on the technical side</a:t>
            </a:r>
            <a:endParaRPr lang="ko-KR" altLang="en-US" sz="2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r="1258"/>
          <a:stretch>
            <a:fillRect/>
          </a:stretch>
        </p:blipFill>
        <p:spPr/>
      </p:pic>
      <p:sp>
        <p:nvSpPr>
          <p:cNvPr id="22" name="Graphic 5">
            <a:extLst>
              <a:ext uri="{FF2B5EF4-FFF2-40B4-BE49-F238E27FC236}">
                <a16:creationId xmlns="" xmlns:a16="http://schemas.microsoft.com/office/drawing/2014/main" id="{0C406B6E-C528-4B99-8600-80FDBC75CCB6}"/>
              </a:ext>
            </a:extLst>
          </p:cNvPr>
          <p:cNvSpPr/>
          <p:nvPr/>
        </p:nvSpPr>
        <p:spPr>
          <a:xfrm>
            <a:off x="10391102" y="4697324"/>
            <a:ext cx="1505624" cy="1878898"/>
          </a:xfrm>
          <a:custGeom>
            <a:avLst/>
            <a:gdLst>
              <a:gd name="connsiteX0" fmla="*/ 0 w 5488226"/>
              <a:gd name="connsiteY0" fmla="*/ 2923156 h 6848868"/>
              <a:gd name="connsiteX1" fmla="*/ 728720 w 5488226"/>
              <a:gd name="connsiteY1" fmla="*/ 2905806 h 6848868"/>
              <a:gd name="connsiteX2" fmla="*/ 762507 w 5488226"/>
              <a:gd name="connsiteY2" fmla="*/ 2881150 h 6848868"/>
              <a:gd name="connsiteX3" fmla="*/ 855652 w 5488226"/>
              <a:gd name="connsiteY3" fmla="*/ 2750565 h 6848868"/>
              <a:gd name="connsiteX4" fmla="*/ 940578 w 5488226"/>
              <a:gd name="connsiteY4" fmla="*/ 2684816 h 6848868"/>
              <a:gd name="connsiteX5" fmla="*/ 1013632 w 5488226"/>
              <a:gd name="connsiteY5" fmla="*/ 2529575 h 6848868"/>
              <a:gd name="connsiteX6" fmla="*/ 778945 w 5488226"/>
              <a:gd name="connsiteY6" fmla="*/ 449345 h 6848868"/>
              <a:gd name="connsiteX7" fmla="*/ 811819 w 5488226"/>
              <a:gd name="connsiteY7" fmla="*/ 392728 h 6848868"/>
              <a:gd name="connsiteX8" fmla="*/ 911356 w 5488226"/>
              <a:gd name="connsiteY8" fmla="*/ 363506 h 6848868"/>
              <a:gd name="connsiteX9" fmla="*/ 1018198 w 5488226"/>
              <a:gd name="connsiteY9" fmla="*/ 427429 h 6848868"/>
              <a:gd name="connsiteX10" fmla="*/ 1110430 w 5488226"/>
              <a:gd name="connsiteY10" fmla="*/ 764393 h 6848868"/>
              <a:gd name="connsiteX11" fmla="*/ 1444655 w 5488226"/>
              <a:gd name="connsiteY11" fmla="*/ 2230964 h 6848868"/>
              <a:gd name="connsiteX12" fmla="*/ 1486661 w 5488226"/>
              <a:gd name="connsiteY12" fmla="*/ 2434603 h 6848868"/>
              <a:gd name="connsiteX13" fmla="*/ 1460179 w 5488226"/>
              <a:gd name="connsiteY13" fmla="*/ 2470218 h 6848868"/>
              <a:gd name="connsiteX14" fmla="*/ 1391690 w 5488226"/>
              <a:gd name="connsiteY14" fmla="*/ 2486655 h 6848868"/>
              <a:gd name="connsiteX15" fmla="*/ 1367947 w 5488226"/>
              <a:gd name="connsiteY15" fmla="*/ 2496700 h 6848868"/>
              <a:gd name="connsiteX16" fmla="*/ 1218185 w 5488226"/>
              <a:gd name="connsiteY16" fmla="*/ 2424559 h 6848868"/>
              <a:gd name="connsiteX17" fmla="*/ 1178005 w 5488226"/>
              <a:gd name="connsiteY17" fmla="*/ 2287581 h 6848868"/>
              <a:gd name="connsiteX18" fmla="*/ 1172526 w 5488226"/>
              <a:gd name="connsiteY18" fmla="*/ 2338719 h 6848868"/>
              <a:gd name="connsiteX19" fmla="*/ 1181658 w 5488226"/>
              <a:gd name="connsiteY19" fmla="*/ 2572494 h 6848868"/>
              <a:gd name="connsiteX20" fmla="*/ 1216359 w 5488226"/>
              <a:gd name="connsiteY20" fmla="*/ 2639157 h 6848868"/>
              <a:gd name="connsiteX21" fmla="*/ 1430957 w 5488226"/>
              <a:gd name="connsiteY21" fmla="*/ 2817227 h 6848868"/>
              <a:gd name="connsiteX22" fmla="*/ 1760616 w 5488226"/>
              <a:gd name="connsiteY22" fmla="*/ 2932288 h 6848868"/>
              <a:gd name="connsiteX23" fmla="*/ 1839149 w 5488226"/>
              <a:gd name="connsiteY23" fmla="*/ 2860147 h 6848868"/>
              <a:gd name="connsiteX24" fmla="*/ 1941426 w 5488226"/>
              <a:gd name="connsiteY24" fmla="*/ 2772481 h 6848868"/>
              <a:gd name="connsiteX25" fmla="*/ 2389798 w 5488226"/>
              <a:gd name="connsiteY25" fmla="*/ 2809008 h 6848868"/>
              <a:gd name="connsiteX26" fmla="*/ 2515818 w 5488226"/>
              <a:gd name="connsiteY26" fmla="*/ 2815401 h 6848868"/>
              <a:gd name="connsiteX27" fmla="*/ 2429978 w 5488226"/>
              <a:gd name="connsiteY27" fmla="*/ 2739607 h 6848868"/>
              <a:gd name="connsiteX28" fmla="*/ 2300306 w 5488226"/>
              <a:gd name="connsiteY28" fmla="*/ 2731388 h 6848868"/>
              <a:gd name="connsiteX29" fmla="*/ 2238210 w 5488226"/>
              <a:gd name="connsiteY29" fmla="*/ 2703992 h 6848868"/>
              <a:gd name="connsiteX30" fmla="*/ 2273824 w 5488226"/>
              <a:gd name="connsiteY30" fmla="*/ 2638243 h 6848868"/>
              <a:gd name="connsiteX31" fmla="*/ 2456461 w 5488226"/>
              <a:gd name="connsiteY31" fmla="*/ 2547838 h 6848868"/>
              <a:gd name="connsiteX32" fmla="*/ 2620834 w 5488226"/>
              <a:gd name="connsiteY32" fmla="*/ 2574321 h 6848868"/>
              <a:gd name="connsiteX33" fmla="*/ 2688409 w 5488226"/>
              <a:gd name="connsiteY33" fmla="*/ 2631851 h 6848868"/>
              <a:gd name="connsiteX34" fmla="*/ 3162351 w 5488226"/>
              <a:gd name="connsiteY34" fmla="*/ 2792571 h 6848868"/>
              <a:gd name="connsiteX35" fmla="*/ 3594286 w 5488226"/>
              <a:gd name="connsiteY35" fmla="*/ 2724082 h 6848868"/>
              <a:gd name="connsiteX36" fmla="*/ 3660035 w 5488226"/>
              <a:gd name="connsiteY36" fmla="*/ 2642809 h 6848868"/>
              <a:gd name="connsiteX37" fmla="*/ 3699302 w 5488226"/>
              <a:gd name="connsiteY37" fmla="*/ 2224572 h 6848868"/>
              <a:gd name="connsiteX38" fmla="*/ 3751353 w 5488226"/>
              <a:gd name="connsiteY38" fmla="*/ 1861125 h 6848868"/>
              <a:gd name="connsiteX39" fmla="*/ 3870980 w 5488226"/>
              <a:gd name="connsiteY39" fmla="*/ 1579865 h 6848868"/>
              <a:gd name="connsiteX40" fmla="*/ 3887418 w 5488226"/>
              <a:gd name="connsiteY40" fmla="*/ 1504071 h 6848868"/>
              <a:gd name="connsiteX41" fmla="*/ 3896549 w 5488226"/>
              <a:gd name="connsiteY41" fmla="*/ 1368006 h 6848868"/>
              <a:gd name="connsiteX42" fmla="*/ 3907507 w 5488226"/>
              <a:gd name="connsiteY42" fmla="*/ 1253859 h 6848868"/>
              <a:gd name="connsiteX43" fmla="*/ 3850890 w 5488226"/>
              <a:gd name="connsiteY43" fmla="*/ 1212765 h 6848868"/>
              <a:gd name="connsiteX44" fmla="*/ 3686517 w 5488226"/>
              <a:gd name="connsiteY44" fmla="*/ 1269383 h 6848868"/>
              <a:gd name="connsiteX45" fmla="*/ 3511186 w 5488226"/>
              <a:gd name="connsiteY45" fmla="*/ 1151582 h 6848868"/>
              <a:gd name="connsiteX46" fmla="*/ 3465527 w 5488226"/>
              <a:gd name="connsiteY46" fmla="*/ 1105923 h 6848868"/>
              <a:gd name="connsiteX47" fmla="*/ 3473746 w 5488226"/>
              <a:gd name="connsiteY47" fmla="*/ 1073049 h 6848868"/>
              <a:gd name="connsiteX48" fmla="*/ 3435392 w 5488226"/>
              <a:gd name="connsiteY48" fmla="*/ 1044740 h 6848868"/>
              <a:gd name="connsiteX49" fmla="*/ 3394299 w 5488226"/>
              <a:gd name="connsiteY49" fmla="*/ 965293 h 6848868"/>
              <a:gd name="connsiteX50" fmla="*/ 3324897 w 5488226"/>
              <a:gd name="connsiteY50" fmla="*/ 926026 h 6848868"/>
              <a:gd name="connsiteX51" fmla="*/ 3297502 w 5488226"/>
              <a:gd name="connsiteY51" fmla="*/ 641113 h 6848868"/>
              <a:gd name="connsiteX52" fmla="*/ 3249103 w 5488226"/>
              <a:gd name="connsiteY52" fmla="*/ 506875 h 6848868"/>
              <a:gd name="connsiteX53" fmla="*/ 3162351 w 5488226"/>
              <a:gd name="connsiteY53" fmla="*/ 342503 h 6848868"/>
              <a:gd name="connsiteX54" fmla="*/ 3164177 w 5488226"/>
              <a:gd name="connsiteY54" fmla="*/ 308715 h 6848868"/>
              <a:gd name="connsiteX55" fmla="*/ 3365990 w 5488226"/>
              <a:gd name="connsiteY55" fmla="*/ 158953 h 6848868"/>
              <a:gd name="connsiteX56" fmla="*/ 3672820 w 5488226"/>
              <a:gd name="connsiteY56" fmla="*/ 19236 h 6848868"/>
              <a:gd name="connsiteX57" fmla="*/ 3963212 w 5488226"/>
              <a:gd name="connsiteY57" fmla="*/ 16496 h 6848868"/>
              <a:gd name="connsiteX58" fmla="*/ 4154067 w 5488226"/>
              <a:gd name="connsiteY58" fmla="*/ 163519 h 6848868"/>
              <a:gd name="connsiteX59" fmla="*/ 4265475 w 5488226"/>
              <a:gd name="connsiteY59" fmla="*/ 808226 h 6848868"/>
              <a:gd name="connsiteX60" fmla="*/ 4295610 w 5488226"/>
              <a:gd name="connsiteY60" fmla="*/ 912328 h 6848868"/>
              <a:gd name="connsiteX61" fmla="*/ 4403366 w 5488226"/>
              <a:gd name="connsiteY61" fmla="*/ 1040174 h 6848868"/>
              <a:gd name="connsiteX62" fmla="*/ 4584176 w 5488226"/>
              <a:gd name="connsiteY62" fmla="*/ 1172585 h 6848868"/>
              <a:gd name="connsiteX63" fmla="*/ 4783249 w 5488226"/>
              <a:gd name="connsiteY63" fmla="*/ 1368920 h 6848868"/>
              <a:gd name="connsiteX64" fmla="*/ 4929359 w 5488226"/>
              <a:gd name="connsiteY64" fmla="*/ 1882128 h 6848868"/>
              <a:gd name="connsiteX65" fmla="*/ 4924793 w 5488226"/>
              <a:gd name="connsiteY65" fmla="*/ 3042783 h 6848868"/>
              <a:gd name="connsiteX66" fmla="*/ 4866349 w 5488226"/>
              <a:gd name="connsiteY66" fmla="*/ 3249162 h 6848868"/>
              <a:gd name="connsiteX67" fmla="*/ 4866349 w 5488226"/>
              <a:gd name="connsiteY67" fmla="*/ 3381574 h 6848868"/>
              <a:gd name="connsiteX68" fmla="*/ 4916574 w 5488226"/>
              <a:gd name="connsiteY68" fmla="*/ 3705754 h 6848868"/>
              <a:gd name="connsiteX69" fmla="*/ 4672755 w 5488226"/>
              <a:gd name="connsiteY69" fmla="*/ 4377856 h 6848868"/>
              <a:gd name="connsiteX70" fmla="*/ 4661796 w 5488226"/>
              <a:gd name="connsiteY70" fmla="*/ 4392467 h 6848868"/>
              <a:gd name="connsiteX71" fmla="*/ 4659970 w 5488226"/>
              <a:gd name="connsiteY71" fmla="*/ 4399772 h 6848868"/>
              <a:gd name="connsiteX72" fmla="*/ 4837127 w 5488226"/>
              <a:gd name="connsiteY72" fmla="*/ 4344981 h 6848868"/>
              <a:gd name="connsiteX73" fmla="*/ 4923880 w 5488226"/>
              <a:gd name="connsiteY73" fmla="*/ 4102075 h 6848868"/>
              <a:gd name="connsiteX74" fmla="*/ 4985063 w 5488226"/>
              <a:gd name="connsiteY74" fmla="*/ 3611696 h 6848868"/>
              <a:gd name="connsiteX75" fmla="*/ 5177744 w 5488226"/>
              <a:gd name="connsiteY75" fmla="*/ 2236443 h 6848868"/>
              <a:gd name="connsiteX76" fmla="*/ 5193268 w 5488226"/>
              <a:gd name="connsiteY76" fmla="*/ 2163388 h 6848868"/>
              <a:gd name="connsiteX77" fmla="*/ 5244406 w 5488226"/>
              <a:gd name="connsiteY77" fmla="*/ 2146951 h 6848868"/>
              <a:gd name="connsiteX78" fmla="*/ 5292805 w 5488226"/>
              <a:gd name="connsiteY78" fmla="*/ 2299453 h 6848868"/>
              <a:gd name="connsiteX79" fmla="*/ 5259931 w 5488226"/>
              <a:gd name="connsiteY79" fmla="*/ 2466565 h 6848868"/>
              <a:gd name="connsiteX80" fmla="*/ 5199661 w 5488226"/>
              <a:gd name="connsiteY80" fmla="*/ 3017214 h 6848868"/>
              <a:gd name="connsiteX81" fmla="*/ 5108343 w 5488226"/>
              <a:gd name="connsiteY81" fmla="*/ 3926744 h 6848868"/>
              <a:gd name="connsiteX82" fmla="*/ 4913834 w 5488226"/>
              <a:gd name="connsiteY82" fmla="*/ 4479219 h 6848868"/>
              <a:gd name="connsiteX83" fmla="*/ 4763159 w 5488226"/>
              <a:gd name="connsiteY83" fmla="*/ 4565972 h 6848868"/>
              <a:gd name="connsiteX84" fmla="*/ 4321179 w 5488226"/>
              <a:gd name="connsiteY84" fmla="*/ 4571450 h 6848868"/>
              <a:gd name="connsiteX85" fmla="*/ 4283739 w 5488226"/>
              <a:gd name="connsiteY85" fmla="*/ 4603412 h 6848868"/>
              <a:gd name="connsiteX86" fmla="*/ 4270954 w 5488226"/>
              <a:gd name="connsiteY86" fmla="*/ 4814357 h 6848868"/>
              <a:gd name="connsiteX87" fmla="*/ 4286478 w 5488226"/>
              <a:gd name="connsiteY87" fmla="*/ 5606086 h 6848868"/>
              <a:gd name="connsiteX88" fmla="*/ 4373231 w 5488226"/>
              <a:gd name="connsiteY88" fmla="*/ 6290060 h 6848868"/>
              <a:gd name="connsiteX89" fmla="*/ 4391494 w 5488226"/>
              <a:gd name="connsiteY89" fmla="*/ 6350330 h 6848868"/>
              <a:gd name="connsiteX90" fmla="*/ 4511121 w 5488226"/>
              <a:gd name="connsiteY90" fmla="*/ 6460825 h 6848868"/>
              <a:gd name="connsiteX91" fmla="*/ 4850825 w 5488226"/>
              <a:gd name="connsiteY91" fmla="*/ 6521095 h 6848868"/>
              <a:gd name="connsiteX92" fmla="*/ 5448046 w 5488226"/>
              <a:gd name="connsiteY92" fmla="*/ 6618806 h 6848868"/>
              <a:gd name="connsiteX93" fmla="*/ 5490053 w 5488226"/>
              <a:gd name="connsiteY93" fmla="*/ 6669944 h 6848868"/>
              <a:gd name="connsiteX94" fmla="*/ 5481834 w 5488226"/>
              <a:gd name="connsiteY94" fmla="*/ 6773134 h 6848868"/>
              <a:gd name="connsiteX95" fmla="*/ 5379557 w 5488226"/>
              <a:gd name="connsiteY95" fmla="*/ 6855320 h 6848868"/>
              <a:gd name="connsiteX96" fmla="*/ 5276368 w 5488226"/>
              <a:gd name="connsiteY96" fmla="*/ 6785918 h 6848868"/>
              <a:gd name="connsiteX97" fmla="*/ 5263584 w 5488226"/>
              <a:gd name="connsiteY97" fmla="*/ 6751217 h 6848868"/>
              <a:gd name="connsiteX98" fmla="*/ 5158568 w 5488226"/>
              <a:gd name="connsiteY98" fmla="*/ 6672684 h 6848868"/>
              <a:gd name="connsiteX99" fmla="*/ 4571391 w 5488226"/>
              <a:gd name="connsiteY99" fmla="*/ 6608761 h 6848868"/>
              <a:gd name="connsiteX100" fmla="*/ 4306568 w 5488226"/>
              <a:gd name="connsiteY100" fmla="*/ 6655333 h 6848868"/>
              <a:gd name="connsiteX101" fmla="*/ 3938556 w 5488226"/>
              <a:gd name="connsiteY101" fmla="*/ 6711950 h 6848868"/>
              <a:gd name="connsiteX102" fmla="*/ 3681038 w 5488226"/>
              <a:gd name="connsiteY102" fmla="*/ 6676336 h 6848868"/>
              <a:gd name="connsiteX103" fmla="*/ 3514839 w 5488226"/>
              <a:gd name="connsiteY103" fmla="*/ 6679989 h 6848868"/>
              <a:gd name="connsiteX104" fmla="*/ 3355945 w 5488226"/>
              <a:gd name="connsiteY104" fmla="*/ 6817879 h 6848868"/>
              <a:gd name="connsiteX105" fmla="*/ 3305720 w 5488226"/>
              <a:gd name="connsiteY105" fmla="*/ 6854407 h 6848868"/>
              <a:gd name="connsiteX106" fmla="*/ 3172396 w 5488226"/>
              <a:gd name="connsiteY106" fmla="*/ 6854407 h 6848868"/>
              <a:gd name="connsiteX107" fmla="*/ 3148653 w 5488226"/>
              <a:gd name="connsiteY107" fmla="*/ 6675423 h 6848868"/>
              <a:gd name="connsiteX108" fmla="*/ 3182441 w 5488226"/>
              <a:gd name="connsiteY108" fmla="*/ 6642548 h 6848868"/>
              <a:gd name="connsiteX109" fmla="*/ 3534929 w 5488226"/>
              <a:gd name="connsiteY109" fmla="*/ 6568581 h 6848868"/>
              <a:gd name="connsiteX110" fmla="*/ 3681038 w 5488226"/>
              <a:gd name="connsiteY110" fmla="*/ 6541185 h 6848868"/>
              <a:gd name="connsiteX111" fmla="*/ 3881025 w 5488226"/>
              <a:gd name="connsiteY111" fmla="*/ 6418818 h 6848868"/>
              <a:gd name="connsiteX112" fmla="*/ 4001565 w 5488226"/>
              <a:gd name="connsiteY112" fmla="*/ 6098292 h 6848868"/>
              <a:gd name="connsiteX113" fmla="*/ 4012523 w 5488226"/>
              <a:gd name="connsiteY113" fmla="*/ 5457237 h 6848868"/>
              <a:gd name="connsiteX114" fmla="*/ 3965038 w 5488226"/>
              <a:gd name="connsiteY114" fmla="*/ 5028955 h 6848868"/>
              <a:gd name="connsiteX115" fmla="*/ 3973257 w 5488226"/>
              <a:gd name="connsiteY115" fmla="*/ 4647245 h 6848868"/>
              <a:gd name="connsiteX116" fmla="*/ 3924858 w 5488226"/>
              <a:gd name="connsiteY116" fmla="*/ 4580582 h 6848868"/>
              <a:gd name="connsiteX117" fmla="*/ 3781488 w 5488226"/>
              <a:gd name="connsiteY117" fmla="*/ 4566885 h 6848868"/>
              <a:gd name="connsiteX118" fmla="*/ 3264627 w 5488226"/>
              <a:gd name="connsiteY118" fmla="*/ 4573277 h 6848868"/>
              <a:gd name="connsiteX119" fmla="*/ 3199791 w 5488226"/>
              <a:gd name="connsiteY119" fmla="*/ 4627155 h 6848868"/>
              <a:gd name="connsiteX120" fmla="*/ 3195225 w 5488226"/>
              <a:gd name="connsiteY120" fmla="*/ 4797007 h 6848868"/>
              <a:gd name="connsiteX121" fmla="*/ 3557759 w 5488226"/>
              <a:gd name="connsiteY121" fmla="*/ 5982317 h 6848868"/>
              <a:gd name="connsiteX122" fmla="*/ 3530363 w 5488226"/>
              <a:gd name="connsiteY122" fmla="*/ 6014279 h 6848868"/>
              <a:gd name="connsiteX123" fmla="*/ 3559585 w 5488226"/>
              <a:gd name="connsiteY123" fmla="*/ 6489134 h 6848868"/>
              <a:gd name="connsiteX124" fmla="*/ 3529450 w 5488226"/>
              <a:gd name="connsiteY124" fmla="*/ 6528400 h 6848868"/>
              <a:gd name="connsiteX125" fmla="*/ 3387907 w 5488226"/>
              <a:gd name="connsiteY125" fmla="*/ 6583191 h 6848868"/>
              <a:gd name="connsiteX126" fmla="*/ 3314852 w 5488226"/>
              <a:gd name="connsiteY126" fmla="*/ 6503745 h 6848868"/>
              <a:gd name="connsiteX127" fmla="*/ 3160524 w 5488226"/>
              <a:gd name="connsiteY127" fmla="*/ 6648941 h 6848868"/>
              <a:gd name="connsiteX128" fmla="*/ 2778814 w 5488226"/>
              <a:gd name="connsiteY128" fmla="*/ 6734780 h 6848868"/>
              <a:gd name="connsiteX129" fmla="*/ 2760550 w 5488226"/>
              <a:gd name="connsiteY129" fmla="*/ 6736606 h 6848868"/>
              <a:gd name="connsiteX130" fmla="*/ 2657361 w 5488226"/>
              <a:gd name="connsiteY130" fmla="*/ 6693687 h 6848868"/>
              <a:gd name="connsiteX131" fmla="*/ 2711239 w 5488226"/>
              <a:gd name="connsiteY131" fmla="*/ 6566754 h 6848868"/>
              <a:gd name="connsiteX132" fmla="*/ 2881090 w 5488226"/>
              <a:gd name="connsiteY132" fmla="*/ 6452606 h 6848868"/>
              <a:gd name="connsiteX133" fmla="*/ 3061900 w 5488226"/>
              <a:gd name="connsiteY133" fmla="*/ 6277275 h 6848868"/>
              <a:gd name="connsiteX134" fmla="*/ 3055508 w 5488226"/>
              <a:gd name="connsiteY134" fmla="*/ 6127514 h 6848868"/>
              <a:gd name="connsiteX135" fmla="*/ 2950492 w 5488226"/>
              <a:gd name="connsiteY135" fmla="*/ 6104684 h 6848868"/>
              <a:gd name="connsiteX136" fmla="*/ 2763290 w 5488226"/>
              <a:gd name="connsiteY136" fmla="*/ 6059938 h 6848868"/>
              <a:gd name="connsiteX137" fmla="*/ 2690235 w 5488226"/>
              <a:gd name="connsiteY137" fmla="*/ 5968620 h 6848868"/>
              <a:gd name="connsiteX138" fmla="*/ 2545952 w 5488226"/>
              <a:gd name="connsiteY138" fmla="*/ 5190588 h 6848868"/>
              <a:gd name="connsiteX139" fmla="*/ 2534994 w 5488226"/>
              <a:gd name="connsiteY139" fmla="*/ 5139450 h 6848868"/>
              <a:gd name="connsiteX140" fmla="*/ 2517644 w 5488226"/>
              <a:gd name="connsiteY140" fmla="*/ 5186022 h 6848868"/>
              <a:gd name="connsiteX141" fmla="*/ 2447329 w 5488226"/>
              <a:gd name="connsiteY141" fmla="*/ 5436234 h 6848868"/>
              <a:gd name="connsiteX142" fmla="*/ 2290262 w 5488226"/>
              <a:gd name="connsiteY142" fmla="*/ 5912002 h 6848868"/>
              <a:gd name="connsiteX143" fmla="*/ 2254647 w 5488226"/>
              <a:gd name="connsiteY143" fmla="*/ 6116555 h 6848868"/>
              <a:gd name="connsiteX144" fmla="*/ 2242776 w 5488226"/>
              <a:gd name="connsiteY144" fmla="*/ 6269057 h 6848868"/>
              <a:gd name="connsiteX145" fmla="*/ 2215381 w 5488226"/>
              <a:gd name="connsiteY145" fmla="*/ 6490047 h 6848868"/>
              <a:gd name="connsiteX146" fmla="*/ 2171548 w 5488226"/>
              <a:gd name="connsiteY146" fmla="*/ 6580452 h 6848868"/>
              <a:gd name="connsiteX147" fmla="*/ 1988911 w 5488226"/>
              <a:gd name="connsiteY147" fmla="*/ 6570407 h 6848868"/>
              <a:gd name="connsiteX148" fmla="*/ 1961516 w 5488226"/>
              <a:gd name="connsiteY148" fmla="*/ 6458086 h 6848868"/>
              <a:gd name="connsiteX149" fmla="*/ 1792577 w 5488226"/>
              <a:gd name="connsiteY149" fmla="*/ 6552143 h 6848868"/>
              <a:gd name="connsiteX150" fmla="*/ 992629 w 5488226"/>
              <a:gd name="connsiteY150" fmla="*/ 6564928 h 6848868"/>
              <a:gd name="connsiteX151" fmla="*/ 942404 w 5488226"/>
              <a:gd name="connsiteY151" fmla="*/ 6557622 h 6848868"/>
              <a:gd name="connsiteX152" fmla="*/ 1041028 w 5488226"/>
              <a:gd name="connsiteY152" fmla="*/ 6406034 h 6848868"/>
              <a:gd name="connsiteX153" fmla="*/ 1212706 w 5488226"/>
              <a:gd name="connsiteY153" fmla="*/ 6323848 h 6848868"/>
              <a:gd name="connsiteX154" fmla="*/ 1384385 w 5488226"/>
              <a:gd name="connsiteY154" fmla="*/ 6241661 h 6848868"/>
              <a:gd name="connsiteX155" fmla="*/ 1562455 w 5488226"/>
              <a:gd name="connsiteY155" fmla="*/ 6148517 h 6848868"/>
              <a:gd name="connsiteX156" fmla="*/ 1611767 w 5488226"/>
              <a:gd name="connsiteY156" fmla="*/ 6084594 h 6848868"/>
              <a:gd name="connsiteX157" fmla="*/ 1588024 w 5488226"/>
              <a:gd name="connsiteY157" fmla="*/ 6019758 h 6848868"/>
              <a:gd name="connsiteX158" fmla="*/ 1515883 w 5488226"/>
              <a:gd name="connsiteY158" fmla="*/ 5869083 h 6848868"/>
              <a:gd name="connsiteX159" fmla="*/ 1695780 w 5488226"/>
              <a:gd name="connsiteY159" fmla="*/ 5350395 h 6848868"/>
              <a:gd name="connsiteX160" fmla="*/ 1973387 w 5488226"/>
              <a:gd name="connsiteY160" fmla="*/ 4330370 h 6848868"/>
              <a:gd name="connsiteX161" fmla="*/ 2136847 w 5488226"/>
              <a:gd name="connsiteY161" fmla="*/ 4068287 h 6848868"/>
              <a:gd name="connsiteX162" fmla="*/ 2492075 w 5488226"/>
              <a:gd name="connsiteY162" fmla="*/ 3906654 h 6848868"/>
              <a:gd name="connsiteX163" fmla="*/ 3626247 w 5488226"/>
              <a:gd name="connsiteY163" fmla="*/ 3483850 h 6848868"/>
              <a:gd name="connsiteX164" fmla="*/ 3684691 w 5488226"/>
              <a:gd name="connsiteY164" fmla="*/ 3422667 h 6848868"/>
              <a:gd name="connsiteX165" fmla="*/ 3636292 w 5488226"/>
              <a:gd name="connsiteY165" fmla="*/ 3300301 h 6848868"/>
              <a:gd name="connsiteX166" fmla="*/ 3393386 w 5488226"/>
              <a:gd name="connsiteY166" fmla="*/ 3236378 h 6848868"/>
              <a:gd name="connsiteX167" fmla="*/ 3195225 w 5488226"/>
              <a:gd name="connsiteY167" fmla="*/ 3187066 h 6848868"/>
              <a:gd name="connsiteX168" fmla="*/ 3123997 w 5488226"/>
              <a:gd name="connsiteY168" fmla="*/ 3210809 h 6848868"/>
              <a:gd name="connsiteX169" fmla="*/ 3022634 w 5488226"/>
              <a:gd name="connsiteY169" fmla="*/ 3249162 h 6848868"/>
              <a:gd name="connsiteX170" fmla="*/ 2713978 w 5488226"/>
              <a:gd name="connsiteY170" fmla="*/ 3244596 h 6848868"/>
              <a:gd name="connsiteX171" fmla="*/ 988977 w 5488226"/>
              <a:gd name="connsiteY171" fmla="*/ 3244596 h 6848868"/>
              <a:gd name="connsiteX172" fmla="*/ 937838 w 5488226"/>
              <a:gd name="connsiteY172" fmla="*/ 3244596 h 6848868"/>
              <a:gd name="connsiteX173" fmla="*/ 933272 w 5488226"/>
              <a:gd name="connsiteY173" fmla="*/ 3339567 h 6848868"/>
              <a:gd name="connsiteX174" fmla="*/ 918661 w 5488226"/>
              <a:gd name="connsiteY174" fmla="*/ 5450845 h 6848868"/>
              <a:gd name="connsiteX175" fmla="*/ 919575 w 5488226"/>
              <a:gd name="connsiteY175" fmla="*/ 6477262 h 6848868"/>
              <a:gd name="connsiteX176" fmla="*/ 871176 w 5488226"/>
              <a:gd name="connsiteY176" fmla="*/ 6536619 h 6848868"/>
              <a:gd name="connsiteX177" fmla="*/ 697671 w 5488226"/>
              <a:gd name="connsiteY177" fmla="*/ 6544838 h 6848868"/>
              <a:gd name="connsiteX178" fmla="*/ 605440 w 5488226"/>
              <a:gd name="connsiteY178" fmla="*/ 6450780 h 6848868"/>
              <a:gd name="connsiteX179" fmla="*/ 606353 w 5488226"/>
              <a:gd name="connsiteY179" fmla="*/ 4190653 h 6848868"/>
              <a:gd name="connsiteX180" fmla="*/ 590829 w 5488226"/>
              <a:gd name="connsiteY180" fmla="*/ 3321304 h 6848868"/>
              <a:gd name="connsiteX181" fmla="*/ 530559 w 5488226"/>
              <a:gd name="connsiteY181" fmla="*/ 3255555 h 6848868"/>
              <a:gd name="connsiteX182" fmla="*/ 158894 w 5488226"/>
              <a:gd name="connsiteY182" fmla="*/ 3244596 h 68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</a:cxnLst>
            <a:rect l="l" t="t" r="r" b="b"/>
            <a:pathLst>
              <a:path w="5488226" h="6848868">
                <a:moveTo>
                  <a:pt x="0" y="2923156"/>
                </a:moveTo>
                <a:cubicBezTo>
                  <a:pt x="242907" y="2917677"/>
                  <a:pt x="485813" y="2911285"/>
                  <a:pt x="728720" y="2905806"/>
                </a:cubicBezTo>
                <a:cubicBezTo>
                  <a:pt x="747896" y="2905806"/>
                  <a:pt x="757028" y="2900327"/>
                  <a:pt x="762507" y="2881150"/>
                </a:cubicBezTo>
                <a:cubicBezTo>
                  <a:pt x="777118" y="2826359"/>
                  <a:pt x="810906" y="2784353"/>
                  <a:pt x="855652" y="2750565"/>
                </a:cubicBezTo>
                <a:cubicBezTo>
                  <a:pt x="883961" y="2728648"/>
                  <a:pt x="913182" y="2707645"/>
                  <a:pt x="940578" y="2684816"/>
                </a:cubicBezTo>
                <a:cubicBezTo>
                  <a:pt x="989890" y="2644635"/>
                  <a:pt x="1011806" y="2593497"/>
                  <a:pt x="1013632" y="2529575"/>
                </a:cubicBezTo>
                <a:cubicBezTo>
                  <a:pt x="1030983" y="1825511"/>
                  <a:pt x="940578" y="1133319"/>
                  <a:pt x="778945" y="449345"/>
                </a:cubicBezTo>
                <a:cubicBezTo>
                  <a:pt x="770726" y="415557"/>
                  <a:pt x="774379" y="399120"/>
                  <a:pt x="811819" y="392728"/>
                </a:cubicBezTo>
                <a:cubicBezTo>
                  <a:pt x="845607" y="386335"/>
                  <a:pt x="877568" y="371724"/>
                  <a:pt x="911356" y="363506"/>
                </a:cubicBezTo>
                <a:cubicBezTo>
                  <a:pt x="979845" y="347068"/>
                  <a:pt x="999935" y="358940"/>
                  <a:pt x="1018198" y="427429"/>
                </a:cubicBezTo>
                <a:cubicBezTo>
                  <a:pt x="1049247" y="539750"/>
                  <a:pt x="1079382" y="652071"/>
                  <a:pt x="1110430" y="764393"/>
                </a:cubicBezTo>
                <a:cubicBezTo>
                  <a:pt x="1243754" y="1248380"/>
                  <a:pt x="1343291" y="1739672"/>
                  <a:pt x="1444655" y="2230964"/>
                </a:cubicBezTo>
                <a:cubicBezTo>
                  <a:pt x="1458352" y="2298539"/>
                  <a:pt x="1471137" y="2367028"/>
                  <a:pt x="1486661" y="2434603"/>
                </a:cubicBezTo>
                <a:cubicBezTo>
                  <a:pt x="1492140" y="2459260"/>
                  <a:pt x="1484835" y="2467478"/>
                  <a:pt x="1460179" y="2470218"/>
                </a:cubicBezTo>
                <a:cubicBezTo>
                  <a:pt x="1437349" y="2472044"/>
                  <a:pt x="1414519" y="2480263"/>
                  <a:pt x="1391690" y="2486655"/>
                </a:cubicBezTo>
                <a:cubicBezTo>
                  <a:pt x="1383471" y="2488481"/>
                  <a:pt x="1376166" y="2493960"/>
                  <a:pt x="1367947" y="2496700"/>
                </a:cubicBezTo>
                <a:cubicBezTo>
                  <a:pt x="1277542" y="2532314"/>
                  <a:pt x="1245581" y="2517703"/>
                  <a:pt x="1218185" y="2424559"/>
                </a:cubicBezTo>
                <a:cubicBezTo>
                  <a:pt x="1205401" y="2379813"/>
                  <a:pt x="1195356" y="2333240"/>
                  <a:pt x="1178005" y="2287581"/>
                </a:cubicBezTo>
                <a:cubicBezTo>
                  <a:pt x="1176179" y="2304932"/>
                  <a:pt x="1172526" y="2321369"/>
                  <a:pt x="1172526" y="2338719"/>
                </a:cubicBezTo>
                <a:cubicBezTo>
                  <a:pt x="1174353" y="2416340"/>
                  <a:pt x="1175266" y="2494874"/>
                  <a:pt x="1181658" y="2572494"/>
                </a:cubicBezTo>
                <a:cubicBezTo>
                  <a:pt x="1183484" y="2595324"/>
                  <a:pt x="1198095" y="2622719"/>
                  <a:pt x="1216359" y="2639157"/>
                </a:cubicBezTo>
                <a:cubicBezTo>
                  <a:pt x="1285761" y="2700340"/>
                  <a:pt x="1357902" y="2759696"/>
                  <a:pt x="1430957" y="2817227"/>
                </a:cubicBezTo>
                <a:cubicBezTo>
                  <a:pt x="1527754" y="2893021"/>
                  <a:pt x="1636423" y="2934114"/>
                  <a:pt x="1760616" y="2932288"/>
                </a:cubicBezTo>
                <a:cubicBezTo>
                  <a:pt x="1821799" y="2931375"/>
                  <a:pt x="1833670" y="2921330"/>
                  <a:pt x="1839149" y="2860147"/>
                </a:cubicBezTo>
                <a:cubicBezTo>
                  <a:pt x="1846455" y="2784353"/>
                  <a:pt x="1863805" y="2767002"/>
                  <a:pt x="1941426" y="2772481"/>
                </a:cubicBezTo>
                <a:cubicBezTo>
                  <a:pt x="2091188" y="2783439"/>
                  <a:pt x="2240036" y="2797137"/>
                  <a:pt x="2389798" y="2809008"/>
                </a:cubicBezTo>
                <a:cubicBezTo>
                  <a:pt x="2431805" y="2812661"/>
                  <a:pt x="2473811" y="2813574"/>
                  <a:pt x="2515818" y="2815401"/>
                </a:cubicBezTo>
                <a:cubicBezTo>
                  <a:pt x="2507599" y="2770655"/>
                  <a:pt x="2482030" y="2745999"/>
                  <a:pt x="2429978" y="2739607"/>
                </a:cubicBezTo>
                <a:cubicBezTo>
                  <a:pt x="2387059" y="2734127"/>
                  <a:pt x="2343226" y="2734127"/>
                  <a:pt x="2300306" y="2731388"/>
                </a:cubicBezTo>
                <a:cubicBezTo>
                  <a:pt x="2276564" y="2729562"/>
                  <a:pt x="2247342" y="2735954"/>
                  <a:pt x="2238210" y="2703992"/>
                </a:cubicBezTo>
                <a:cubicBezTo>
                  <a:pt x="2229078" y="2672031"/>
                  <a:pt x="2248255" y="2651028"/>
                  <a:pt x="2273824" y="2638243"/>
                </a:cubicBezTo>
                <a:cubicBezTo>
                  <a:pt x="2334094" y="2607195"/>
                  <a:pt x="2394364" y="2574321"/>
                  <a:pt x="2456461" y="2547838"/>
                </a:cubicBezTo>
                <a:cubicBezTo>
                  <a:pt x="2514904" y="2523182"/>
                  <a:pt x="2570608" y="2535054"/>
                  <a:pt x="2620834" y="2574321"/>
                </a:cubicBezTo>
                <a:cubicBezTo>
                  <a:pt x="2644576" y="2592584"/>
                  <a:pt x="2668319" y="2610848"/>
                  <a:pt x="2688409" y="2631851"/>
                </a:cubicBezTo>
                <a:cubicBezTo>
                  <a:pt x="2819907" y="2764262"/>
                  <a:pt x="2985193" y="2806269"/>
                  <a:pt x="3162351" y="2792571"/>
                </a:cubicBezTo>
                <a:cubicBezTo>
                  <a:pt x="3307547" y="2780700"/>
                  <a:pt x="3450916" y="2749651"/>
                  <a:pt x="3594286" y="2724082"/>
                </a:cubicBezTo>
                <a:cubicBezTo>
                  <a:pt x="3641771" y="2715864"/>
                  <a:pt x="3654556" y="2696687"/>
                  <a:pt x="3660035" y="2642809"/>
                </a:cubicBezTo>
                <a:cubicBezTo>
                  <a:pt x="3673733" y="2503092"/>
                  <a:pt x="3682864" y="2363375"/>
                  <a:pt x="3699302" y="2224572"/>
                </a:cubicBezTo>
                <a:cubicBezTo>
                  <a:pt x="3713000" y="2103118"/>
                  <a:pt x="3730350" y="1981665"/>
                  <a:pt x="3751353" y="1861125"/>
                </a:cubicBezTo>
                <a:cubicBezTo>
                  <a:pt x="3769617" y="1758849"/>
                  <a:pt x="3809797" y="1663878"/>
                  <a:pt x="3870980" y="1579865"/>
                </a:cubicBezTo>
                <a:cubicBezTo>
                  <a:pt x="3888331" y="1556122"/>
                  <a:pt x="3889244" y="1532379"/>
                  <a:pt x="3887418" y="1504071"/>
                </a:cubicBezTo>
                <a:cubicBezTo>
                  <a:pt x="3884678" y="1459325"/>
                  <a:pt x="3891983" y="1413666"/>
                  <a:pt x="3896549" y="1368006"/>
                </a:cubicBezTo>
                <a:cubicBezTo>
                  <a:pt x="3900202" y="1329653"/>
                  <a:pt x="3908421" y="1292212"/>
                  <a:pt x="3907507" y="1253859"/>
                </a:cubicBezTo>
                <a:cubicBezTo>
                  <a:pt x="3906594" y="1209113"/>
                  <a:pt x="3892896" y="1199981"/>
                  <a:pt x="3850890" y="1212765"/>
                </a:cubicBezTo>
                <a:cubicBezTo>
                  <a:pt x="3795186" y="1229203"/>
                  <a:pt x="3741308" y="1250206"/>
                  <a:pt x="3686517" y="1269383"/>
                </a:cubicBezTo>
                <a:cubicBezTo>
                  <a:pt x="3601591" y="1301344"/>
                  <a:pt x="3520318" y="1297691"/>
                  <a:pt x="3511186" y="1151582"/>
                </a:cubicBezTo>
                <a:cubicBezTo>
                  <a:pt x="3501141" y="1123274"/>
                  <a:pt x="3495662" y="1134232"/>
                  <a:pt x="3465527" y="1105923"/>
                </a:cubicBezTo>
                <a:cubicBezTo>
                  <a:pt x="3456395" y="1097704"/>
                  <a:pt x="3478312" y="1084007"/>
                  <a:pt x="3473746" y="1073049"/>
                </a:cubicBezTo>
                <a:cubicBezTo>
                  <a:pt x="3468267" y="1060264"/>
                  <a:pt x="3433566" y="1058438"/>
                  <a:pt x="3435392" y="1044740"/>
                </a:cubicBezTo>
                <a:cubicBezTo>
                  <a:pt x="3441784" y="1007299"/>
                  <a:pt x="3441784" y="982643"/>
                  <a:pt x="3394299" y="965293"/>
                </a:cubicBezTo>
                <a:cubicBezTo>
                  <a:pt x="3373296" y="958901"/>
                  <a:pt x="3323071" y="963467"/>
                  <a:pt x="3324897" y="926026"/>
                </a:cubicBezTo>
                <a:cubicBezTo>
                  <a:pt x="3326723" y="831968"/>
                  <a:pt x="3320331" y="733345"/>
                  <a:pt x="3297502" y="641113"/>
                </a:cubicBezTo>
                <a:cubicBezTo>
                  <a:pt x="3285630" y="594541"/>
                  <a:pt x="3270106" y="548882"/>
                  <a:pt x="3249103" y="506875"/>
                </a:cubicBezTo>
                <a:cubicBezTo>
                  <a:pt x="3221707" y="451171"/>
                  <a:pt x="3190659" y="398207"/>
                  <a:pt x="3162351" y="342503"/>
                </a:cubicBezTo>
                <a:cubicBezTo>
                  <a:pt x="3157785" y="333371"/>
                  <a:pt x="3158698" y="314194"/>
                  <a:pt x="3164177" y="308715"/>
                </a:cubicBezTo>
                <a:cubicBezTo>
                  <a:pt x="3229926" y="255750"/>
                  <a:pt x="3296588" y="204612"/>
                  <a:pt x="3365990" y="158953"/>
                </a:cubicBezTo>
                <a:cubicBezTo>
                  <a:pt x="3460048" y="97770"/>
                  <a:pt x="3560498" y="47545"/>
                  <a:pt x="3672820" y="19236"/>
                </a:cubicBezTo>
                <a:cubicBezTo>
                  <a:pt x="3768704" y="-4507"/>
                  <a:pt x="3866414" y="-7246"/>
                  <a:pt x="3963212" y="16496"/>
                </a:cubicBezTo>
                <a:cubicBezTo>
                  <a:pt x="4048137" y="37500"/>
                  <a:pt x="4113887" y="84072"/>
                  <a:pt x="4154067" y="163519"/>
                </a:cubicBezTo>
                <a:cubicBezTo>
                  <a:pt x="4256343" y="367159"/>
                  <a:pt x="4300176" y="580843"/>
                  <a:pt x="4265475" y="808226"/>
                </a:cubicBezTo>
                <a:cubicBezTo>
                  <a:pt x="4259083" y="850232"/>
                  <a:pt x="4265475" y="881280"/>
                  <a:pt x="4295610" y="912328"/>
                </a:cubicBezTo>
                <a:cubicBezTo>
                  <a:pt x="4333964" y="952508"/>
                  <a:pt x="4367751" y="997254"/>
                  <a:pt x="4403366" y="1040174"/>
                </a:cubicBezTo>
                <a:cubicBezTo>
                  <a:pt x="4452678" y="1099531"/>
                  <a:pt x="4511121" y="1148843"/>
                  <a:pt x="4584176" y="1172585"/>
                </a:cubicBezTo>
                <a:cubicBezTo>
                  <a:pt x="4684626" y="1205460"/>
                  <a:pt x="4743070" y="1276688"/>
                  <a:pt x="4783249" y="1368920"/>
                </a:cubicBezTo>
                <a:cubicBezTo>
                  <a:pt x="4854477" y="1533293"/>
                  <a:pt x="4899224" y="1705884"/>
                  <a:pt x="4929359" y="1882128"/>
                </a:cubicBezTo>
                <a:cubicBezTo>
                  <a:pt x="4995108" y="2269318"/>
                  <a:pt x="4995108" y="2656507"/>
                  <a:pt x="4924793" y="3042783"/>
                </a:cubicBezTo>
                <a:cubicBezTo>
                  <a:pt x="4912008" y="3113098"/>
                  <a:pt x="4891918" y="3182500"/>
                  <a:pt x="4866349" y="3249162"/>
                </a:cubicBezTo>
                <a:cubicBezTo>
                  <a:pt x="4848999" y="3295735"/>
                  <a:pt x="4848086" y="3337741"/>
                  <a:pt x="4866349" y="3381574"/>
                </a:cubicBezTo>
                <a:cubicBezTo>
                  <a:pt x="4910182" y="3485677"/>
                  <a:pt x="4919314" y="3595258"/>
                  <a:pt x="4916574" y="3705754"/>
                </a:cubicBezTo>
                <a:cubicBezTo>
                  <a:pt x="4909268" y="3956879"/>
                  <a:pt x="4827996" y="4180608"/>
                  <a:pt x="4672755" y="4377856"/>
                </a:cubicBezTo>
                <a:cubicBezTo>
                  <a:pt x="4669102" y="4382422"/>
                  <a:pt x="4664536" y="4386988"/>
                  <a:pt x="4661796" y="4392467"/>
                </a:cubicBezTo>
                <a:cubicBezTo>
                  <a:pt x="4660883" y="4394293"/>
                  <a:pt x="4660883" y="4397033"/>
                  <a:pt x="4659970" y="4399772"/>
                </a:cubicBezTo>
                <a:cubicBezTo>
                  <a:pt x="4733938" y="4421689"/>
                  <a:pt x="4792381" y="4404338"/>
                  <a:pt x="4837127" y="4344981"/>
                </a:cubicBezTo>
                <a:cubicBezTo>
                  <a:pt x="4891005" y="4272840"/>
                  <a:pt x="4911095" y="4187914"/>
                  <a:pt x="4923880" y="4102075"/>
                </a:cubicBezTo>
                <a:cubicBezTo>
                  <a:pt x="4948536" y="3939528"/>
                  <a:pt x="4964973" y="3775155"/>
                  <a:pt x="4985063" y="3611696"/>
                </a:cubicBezTo>
                <a:cubicBezTo>
                  <a:pt x="5042593" y="3152365"/>
                  <a:pt x="5083687" y="2690295"/>
                  <a:pt x="5177744" y="2236443"/>
                </a:cubicBezTo>
                <a:cubicBezTo>
                  <a:pt x="5182310" y="2211787"/>
                  <a:pt x="5187789" y="2188044"/>
                  <a:pt x="5193268" y="2163388"/>
                </a:cubicBezTo>
                <a:cubicBezTo>
                  <a:pt x="5201487" y="2128688"/>
                  <a:pt x="5217011" y="2123208"/>
                  <a:pt x="5244406" y="2146951"/>
                </a:cubicBezTo>
                <a:cubicBezTo>
                  <a:pt x="5290979" y="2188044"/>
                  <a:pt x="5301937" y="2241009"/>
                  <a:pt x="5292805" y="2299453"/>
                </a:cubicBezTo>
                <a:cubicBezTo>
                  <a:pt x="5283673" y="2356070"/>
                  <a:pt x="5266323" y="2410861"/>
                  <a:pt x="5259931" y="2466565"/>
                </a:cubicBezTo>
                <a:cubicBezTo>
                  <a:pt x="5238014" y="2650115"/>
                  <a:pt x="5218837" y="2833664"/>
                  <a:pt x="5199661" y="3017214"/>
                </a:cubicBezTo>
                <a:cubicBezTo>
                  <a:pt x="5169525" y="3320390"/>
                  <a:pt x="5144870" y="3624480"/>
                  <a:pt x="5108343" y="3926744"/>
                </a:cubicBezTo>
                <a:cubicBezTo>
                  <a:pt x="5084600" y="4123991"/>
                  <a:pt x="5021590" y="4309367"/>
                  <a:pt x="4913834" y="4479219"/>
                </a:cubicBezTo>
                <a:cubicBezTo>
                  <a:pt x="4877307" y="4537663"/>
                  <a:pt x="4832561" y="4565972"/>
                  <a:pt x="4763159" y="4565972"/>
                </a:cubicBezTo>
                <a:cubicBezTo>
                  <a:pt x="4616137" y="4565058"/>
                  <a:pt x="4468201" y="4569624"/>
                  <a:pt x="4321179" y="4571450"/>
                </a:cubicBezTo>
                <a:cubicBezTo>
                  <a:pt x="4296523" y="4571450"/>
                  <a:pt x="4285565" y="4577843"/>
                  <a:pt x="4283739" y="4603412"/>
                </a:cubicBezTo>
                <a:cubicBezTo>
                  <a:pt x="4280086" y="4673727"/>
                  <a:pt x="4270041" y="4744042"/>
                  <a:pt x="4270954" y="4814357"/>
                </a:cubicBezTo>
                <a:cubicBezTo>
                  <a:pt x="4273694" y="5078267"/>
                  <a:pt x="4276433" y="5342177"/>
                  <a:pt x="4286478" y="5606086"/>
                </a:cubicBezTo>
                <a:cubicBezTo>
                  <a:pt x="4295610" y="5836208"/>
                  <a:pt x="4315700" y="6066330"/>
                  <a:pt x="4373231" y="6290060"/>
                </a:cubicBezTo>
                <a:cubicBezTo>
                  <a:pt x="4378710" y="6310150"/>
                  <a:pt x="4385102" y="6330240"/>
                  <a:pt x="4391494" y="6350330"/>
                </a:cubicBezTo>
                <a:cubicBezTo>
                  <a:pt x="4410671" y="6408774"/>
                  <a:pt x="4449938" y="6448954"/>
                  <a:pt x="4511121" y="6460825"/>
                </a:cubicBezTo>
                <a:cubicBezTo>
                  <a:pt x="4624356" y="6482741"/>
                  <a:pt x="4737590" y="6501918"/>
                  <a:pt x="4850825" y="6521095"/>
                </a:cubicBezTo>
                <a:cubicBezTo>
                  <a:pt x="5049899" y="6553970"/>
                  <a:pt x="5248972" y="6586844"/>
                  <a:pt x="5448046" y="6618806"/>
                </a:cubicBezTo>
                <a:cubicBezTo>
                  <a:pt x="5479094" y="6623372"/>
                  <a:pt x="5493705" y="6637069"/>
                  <a:pt x="5490053" y="6669944"/>
                </a:cubicBezTo>
                <a:cubicBezTo>
                  <a:pt x="5486400" y="6704645"/>
                  <a:pt x="5489139" y="6739346"/>
                  <a:pt x="5481834" y="6773134"/>
                </a:cubicBezTo>
                <a:cubicBezTo>
                  <a:pt x="5470876" y="6823359"/>
                  <a:pt x="5429782" y="6852580"/>
                  <a:pt x="5379557" y="6855320"/>
                </a:cubicBezTo>
                <a:cubicBezTo>
                  <a:pt x="5321114" y="6858059"/>
                  <a:pt x="5300111" y="6844362"/>
                  <a:pt x="5276368" y="6785918"/>
                </a:cubicBezTo>
                <a:cubicBezTo>
                  <a:pt x="5271802" y="6774047"/>
                  <a:pt x="5267236" y="6763088"/>
                  <a:pt x="5263584" y="6751217"/>
                </a:cubicBezTo>
                <a:cubicBezTo>
                  <a:pt x="5248059" y="6699166"/>
                  <a:pt x="5211532" y="6678162"/>
                  <a:pt x="5158568" y="6672684"/>
                </a:cubicBezTo>
                <a:cubicBezTo>
                  <a:pt x="4963146" y="6652593"/>
                  <a:pt x="4766812" y="6630677"/>
                  <a:pt x="4571391" y="6608761"/>
                </a:cubicBezTo>
                <a:cubicBezTo>
                  <a:pt x="4478247" y="6597803"/>
                  <a:pt x="4389668" y="6603281"/>
                  <a:pt x="4306568" y="6655333"/>
                </a:cubicBezTo>
                <a:cubicBezTo>
                  <a:pt x="4193334" y="6726561"/>
                  <a:pt x="4066401" y="6725648"/>
                  <a:pt x="3938556" y="6711950"/>
                </a:cubicBezTo>
                <a:cubicBezTo>
                  <a:pt x="3852716" y="6702818"/>
                  <a:pt x="3766877" y="6684555"/>
                  <a:pt x="3681038" y="6676336"/>
                </a:cubicBezTo>
                <a:cubicBezTo>
                  <a:pt x="3626247" y="6670857"/>
                  <a:pt x="3569630" y="6671770"/>
                  <a:pt x="3514839" y="6679989"/>
                </a:cubicBezTo>
                <a:cubicBezTo>
                  <a:pt x="3434479" y="6691860"/>
                  <a:pt x="3379688" y="6740259"/>
                  <a:pt x="3355945" y="6817879"/>
                </a:cubicBezTo>
                <a:cubicBezTo>
                  <a:pt x="3347727" y="6846188"/>
                  <a:pt x="3333116" y="6855320"/>
                  <a:pt x="3305720" y="6854407"/>
                </a:cubicBezTo>
                <a:cubicBezTo>
                  <a:pt x="3260061" y="6852580"/>
                  <a:pt x="3215315" y="6854407"/>
                  <a:pt x="3172396" y="6854407"/>
                </a:cubicBezTo>
                <a:cubicBezTo>
                  <a:pt x="3164177" y="6790484"/>
                  <a:pt x="3156872" y="6732953"/>
                  <a:pt x="3148653" y="6675423"/>
                </a:cubicBezTo>
                <a:cubicBezTo>
                  <a:pt x="3144087" y="6646201"/>
                  <a:pt x="3165090" y="6646201"/>
                  <a:pt x="3182441" y="6642548"/>
                </a:cubicBezTo>
                <a:cubicBezTo>
                  <a:pt x="3300241" y="6617893"/>
                  <a:pt x="3417129" y="6592323"/>
                  <a:pt x="3534929" y="6568581"/>
                </a:cubicBezTo>
                <a:cubicBezTo>
                  <a:pt x="3583328" y="6558536"/>
                  <a:pt x="3631726" y="6546664"/>
                  <a:pt x="3681038" y="6541185"/>
                </a:cubicBezTo>
                <a:cubicBezTo>
                  <a:pt x="3766877" y="6530227"/>
                  <a:pt x="3830800" y="6485481"/>
                  <a:pt x="3881025" y="6418818"/>
                </a:cubicBezTo>
                <a:cubicBezTo>
                  <a:pt x="3952253" y="6323848"/>
                  <a:pt x="3980562" y="6212439"/>
                  <a:pt x="4001565" y="6098292"/>
                </a:cubicBezTo>
                <a:cubicBezTo>
                  <a:pt x="4040832" y="5885520"/>
                  <a:pt x="4034440" y="5670922"/>
                  <a:pt x="4012523" y="5457237"/>
                </a:cubicBezTo>
                <a:cubicBezTo>
                  <a:pt x="3997912" y="5314781"/>
                  <a:pt x="3972343" y="5172324"/>
                  <a:pt x="3965038" y="5028955"/>
                </a:cubicBezTo>
                <a:cubicBezTo>
                  <a:pt x="3958646" y="4902023"/>
                  <a:pt x="3968691" y="4774177"/>
                  <a:pt x="3973257" y="4647245"/>
                </a:cubicBezTo>
                <a:cubicBezTo>
                  <a:pt x="3975083" y="4599759"/>
                  <a:pt x="3971430" y="4589714"/>
                  <a:pt x="3924858" y="4580582"/>
                </a:cubicBezTo>
                <a:cubicBezTo>
                  <a:pt x="3877372" y="4572364"/>
                  <a:pt x="3828974" y="4566885"/>
                  <a:pt x="3781488" y="4566885"/>
                </a:cubicBezTo>
                <a:cubicBezTo>
                  <a:pt x="3608897" y="4567798"/>
                  <a:pt x="3437218" y="4571450"/>
                  <a:pt x="3264627" y="4573277"/>
                </a:cubicBezTo>
                <a:cubicBezTo>
                  <a:pt x="3227187" y="4573277"/>
                  <a:pt x="3203444" y="4593367"/>
                  <a:pt x="3199791" y="4627155"/>
                </a:cubicBezTo>
                <a:cubicBezTo>
                  <a:pt x="3194312" y="4683772"/>
                  <a:pt x="3193399" y="4740389"/>
                  <a:pt x="3195225" y="4797007"/>
                </a:cubicBezTo>
                <a:cubicBezTo>
                  <a:pt x="3204357" y="5147669"/>
                  <a:pt x="3434479" y="5659964"/>
                  <a:pt x="3557759" y="5982317"/>
                </a:cubicBezTo>
                <a:cubicBezTo>
                  <a:pt x="3569630" y="6012452"/>
                  <a:pt x="3514839" y="5985970"/>
                  <a:pt x="3530363" y="6014279"/>
                </a:cubicBezTo>
                <a:cubicBezTo>
                  <a:pt x="3638119" y="6207874"/>
                  <a:pt x="3604331" y="6278189"/>
                  <a:pt x="3559585" y="6489134"/>
                </a:cubicBezTo>
                <a:cubicBezTo>
                  <a:pt x="3556845" y="6503745"/>
                  <a:pt x="3543148" y="6522008"/>
                  <a:pt x="3529450" y="6528400"/>
                </a:cubicBezTo>
                <a:cubicBezTo>
                  <a:pt x="3483791" y="6549404"/>
                  <a:pt x="3436305" y="6568581"/>
                  <a:pt x="3387907" y="6583191"/>
                </a:cubicBezTo>
                <a:cubicBezTo>
                  <a:pt x="3338595" y="6597803"/>
                  <a:pt x="3344074" y="6540272"/>
                  <a:pt x="3314852" y="6503745"/>
                </a:cubicBezTo>
                <a:cubicBezTo>
                  <a:pt x="3264627" y="6532966"/>
                  <a:pt x="3208923" y="6619719"/>
                  <a:pt x="3160524" y="6648941"/>
                </a:cubicBezTo>
                <a:cubicBezTo>
                  <a:pt x="3054595" y="6714690"/>
                  <a:pt x="2901181" y="6717429"/>
                  <a:pt x="2778814" y="6734780"/>
                </a:cubicBezTo>
                <a:cubicBezTo>
                  <a:pt x="2772422" y="6735693"/>
                  <a:pt x="2766029" y="6735693"/>
                  <a:pt x="2760550" y="6736606"/>
                </a:cubicBezTo>
                <a:cubicBezTo>
                  <a:pt x="2706673" y="6739346"/>
                  <a:pt x="2667406" y="6722909"/>
                  <a:pt x="2657361" y="6693687"/>
                </a:cubicBezTo>
                <a:cubicBezTo>
                  <a:pt x="2645490" y="6658986"/>
                  <a:pt x="2673798" y="6591410"/>
                  <a:pt x="2711239" y="6566754"/>
                </a:cubicBezTo>
                <a:cubicBezTo>
                  <a:pt x="2767856" y="6529314"/>
                  <a:pt x="2829039" y="6496439"/>
                  <a:pt x="2881090" y="6452606"/>
                </a:cubicBezTo>
                <a:cubicBezTo>
                  <a:pt x="2945013" y="6398729"/>
                  <a:pt x="3006197" y="6340285"/>
                  <a:pt x="3061900" y="6277275"/>
                </a:cubicBezTo>
                <a:cubicBezTo>
                  <a:pt x="3108473" y="6224311"/>
                  <a:pt x="3101167" y="6122948"/>
                  <a:pt x="3055508" y="6127514"/>
                </a:cubicBezTo>
                <a:cubicBezTo>
                  <a:pt x="3041811" y="6112902"/>
                  <a:pt x="2971495" y="6108336"/>
                  <a:pt x="2950492" y="6104684"/>
                </a:cubicBezTo>
                <a:cubicBezTo>
                  <a:pt x="2867393" y="6090073"/>
                  <a:pt x="2846390" y="6071809"/>
                  <a:pt x="2763290" y="6059938"/>
                </a:cubicBezTo>
                <a:cubicBezTo>
                  <a:pt x="2730415" y="6055372"/>
                  <a:pt x="2696628" y="6006060"/>
                  <a:pt x="2690235" y="5968620"/>
                </a:cubicBezTo>
                <a:cubicBezTo>
                  <a:pt x="2643663" y="5709276"/>
                  <a:pt x="2594351" y="5449932"/>
                  <a:pt x="2545952" y="5190588"/>
                </a:cubicBezTo>
                <a:cubicBezTo>
                  <a:pt x="2543213" y="5176890"/>
                  <a:pt x="2540474" y="5164106"/>
                  <a:pt x="2534994" y="5139450"/>
                </a:cubicBezTo>
                <a:cubicBezTo>
                  <a:pt x="2526776" y="5161367"/>
                  <a:pt x="2521297" y="5173238"/>
                  <a:pt x="2517644" y="5186022"/>
                </a:cubicBezTo>
                <a:cubicBezTo>
                  <a:pt x="2493901" y="5269122"/>
                  <a:pt x="2468332" y="5352221"/>
                  <a:pt x="2447329" y="5436234"/>
                </a:cubicBezTo>
                <a:cubicBezTo>
                  <a:pt x="2407149" y="5598781"/>
                  <a:pt x="2352358" y="5755848"/>
                  <a:pt x="2290262" y="5912002"/>
                </a:cubicBezTo>
                <a:cubicBezTo>
                  <a:pt x="2264692" y="5976838"/>
                  <a:pt x="2271085" y="6048067"/>
                  <a:pt x="2254647" y="6116555"/>
                </a:cubicBezTo>
                <a:cubicBezTo>
                  <a:pt x="2235471" y="6199655"/>
                  <a:pt x="2229991" y="6186870"/>
                  <a:pt x="2242776" y="6269057"/>
                </a:cubicBezTo>
                <a:cubicBezTo>
                  <a:pt x="2251908" y="6327500"/>
                  <a:pt x="2240036" y="6434343"/>
                  <a:pt x="2215381" y="6490047"/>
                </a:cubicBezTo>
                <a:cubicBezTo>
                  <a:pt x="2200770" y="6522921"/>
                  <a:pt x="2209901" y="6585018"/>
                  <a:pt x="2171548" y="6580452"/>
                </a:cubicBezTo>
                <a:cubicBezTo>
                  <a:pt x="2138673" y="6576799"/>
                  <a:pt x="2021786" y="6575886"/>
                  <a:pt x="1988911" y="6570407"/>
                </a:cubicBezTo>
                <a:cubicBezTo>
                  <a:pt x="1970648" y="6545751"/>
                  <a:pt x="1975214" y="6527487"/>
                  <a:pt x="1961516" y="6458086"/>
                </a:cubicBezTo>
                <a:cubicBezTo>
                  <a:pt x="1862892" y="6459912"/>
                  <a:pt x="1874763" y="6514703"/>
                  <a:pt x="1792577" y="6552143"/>
                </a:cubicBezTo>
                <a:cubicBezTo>
                  <a:pt x="1741439" y="6550317"/>
                  <a:pt x="1043767" y="6569494"/>
                  <a:pt x="992629" y="6564928"/>
                </a:cubicBezTo>
                <a:cubicBezTo>
                  <a:pt x="978018" y="6564015"/>
                  <a:pt x="964321" y="6561275"/>
                  <a:pt x="942404" y="6557622"/>
                </a:cubicBezTo>
                <a:cubicBezTo>
                  <a:pt x="915922" y="6529314"/>
                  <a:pt x="1030070" y="6416993"/>
                  <a:pt x="1041028" y="6406034"/>
                </a:cubicBezTo>
                <a:cubicBezTo>
                  <a:pt x="1096732" y="6370420"/>
                  <a:pt x="1135086" y="6358549"/>
                  <a:pt x="1212706" y="6323848"/>
                </a:cubicBezTo>
                <a:cubicBezTo>
                  <a:pt x="1266584" y="6299192"/>
                  <a:pt x="1333246" y="6270883"/>
                  <a:pt x="1384385" y="6241661"/>
                </a:cubicBezTo>
                <a:cubicBezTo>
                  <a:pt x="1447394" y="6205134"/>
                  <a:pt x="1504011" y="6192349"/>
                  <a:pt x="1562455" y="6148517"/>
                </a:cubicBezTo>
                <a:cubicBezTo>
                  <a:pt x="1583458" y="6132992"/>
                  <a:pt x="1598982" y="6107423"/>
                  <a:pt x="1611767" y="6084594"/>
                </a:cubicBezTo>
                <a:cubicBezTo>
                  <a:pt x="1629117" y="6053545"/>
                  <a:pt x="1620899" y="6033456"/>
                  <a:pt x="1588024" y="6019758"/>
                </a:cubicBezTo>
                <a:cubicBezTo>
                  <a:pt x="1504011" y="5984144"/>
                  <a:pt x="1486661" y="5959488"/>
                  <a:pt x="1515883" y="5869083"/>
                </a:cubicBezTo>
                <a:cubicBezTo>
                  <a:pt x="1571587" y="5694665"/>
                  <a:pt x="1630944" y="5521160"/>
                  <a:pt x="1695780" y="5350395"/>
                </a:cubicBezTo>
                <a:cubicBezTo>
                  <a:pt x="1762442" y="5175064"/>
                  <a:pt x="1972474" y="4357766"/>
                  <a:pt x="1973387" y="4330370"/>
                </a:cubicBezTo>
                <a:cubicBezTo>
                  <a:pt x="1975214" y="4209830"/>
                  <a:pt x="2028178" y="4120338"/>
                  <a:pt x="2136847" y="4068287"/>
                </a:cubicBezTo>
                <a:cubicBezTo>
                  <a:pt x="2253734" y="4011670"/>
                  <a:pt x="2371535" y="3955965"/>
                  <a:pt x="2492075" y="3906654"/>
                </a:cubicBezTo>
                <a:cubicBezTo>
                  <a:pt x="2865566" y="3754152"/>
                  <a:pt x="3239971" y="3603477"/>
                  <a:pt x="3626247" y="3483850"/>
                </a:cubicBezTo>
                <a:cubicBezTo>
                  <a:pt x="3657295" y="3474718"/>
                  <a:pt x="3686517" y="3461934"/>
                  <a:pt x="3684691" y="3422667"/>
                </a:cubicBezTo>
                <a:cubicBezTo>
                  <a:pt x="3683778" y="3376095"/>
                  <a:pt x="3700215" y="3319477"/>
                  <a:pt x="3636292" y="3300301"/>
                </a:cubicBezTo>
                <a:cubicBezTo>
                  <a:pt x="3555932" y="3276558"/>
                  <a:pt x="3474659" y="3256468"/>
                  <a:pt x="3393386" y="3236378"/>
                </a:cubicBezTo>
                <a:cubicBezTo>
                  <a:pt x="3327637" y="3219940"/>
                  <a:pt x="3260974" y="3205330"/>
                  <a:pt x="3195225" y="3187066"/>
                </a:cubicBezTo>
                <a:cubicBezTo>
                  <a:pt x="3163264" y="3177934"/>
                  <a:pt x="3141347" y="3177934"/>
                  <a:pt x="3123997" y="3210809"/>
                </a:cubicBezTo>
                <a:cubicBezTo>
                  <a:pt x="3102081" y="3251902"/>
                  <a:pt x="3060988" y="3249162"/>
                  <a:pt x="3022634" y="3249162"/>
                </a:cubicBezTo>
                <a:cubicBezTo>
                  <a:pt x="2919444" y="3248249"/>
                  <a:pt x="2817168" y="3244596"/>
                  <a:pt x="2713978" y="3244596"/>
                </a:cubicBezTo>
                <a:cubicBezTo>
                  <a:pt x="2138673" y="3243683"/>
                  <a:pt x="1564281" y="3244596"/>
                  <a:pt x="988977" y="3244596"/>
                </a:cubicBezTo>
                <a:cubicBezTo>
                  <a:pt x="973452" y="3244596"/>
                  <a:pt x="957015" y="3244596"/>
                  <a:pt x="937838" y="3244596"/>
                </a:cubicBezTo>
                <a:cubicBezTo>
                  <a:pt x="936012" y="3278384"/>
                  <a:pt x="933272" y="3308519"/>
                  <a:pt x="933272" y="3339567"/>
                </a:cubicBezTo>
                <a:cubicBezTo>
                  <a:pt x="928706" y="4043631"/>
                  <a:pt x="923227" y="4746782"/>
                  <a:pt x="918661" y="5450845"/>
                </a:cubicBezTo>
                <a:cubicBezTo>
                  <a:pt x="916835" y="5793288"/>
                  <a:pt x="917748" y="6134819"/>
                  <a:pt x="919575" y="6477262"/>
                </a:cubicBezTo>
                <a:cubicBezTo>
                  <a:pt x="919575" y="6516529"/>
                  <a:pt x="904964" y="6533880"/>
                  <a:pt x="871176" y="6536619"/>
                </a:cubicBezTo>
                <a:cubicBezTo>
                  <a:pt x="813646" y="6542098"/>
                  <a:pt x="755202" y="6544838"/>
                  <a:pt x="697671" y="6544838"/>
                </a:cubicBezTo>
                <a:cubicBezTo>
                  <a:pt x="606353" y="6544838"/>
                  <a:pt x="605440" y="6543012"/>
                  <a:pt x="605440" y="6450780"/>
                </a:cubicBezTo>
                <a:cubicBezTo>
                  <a:pt x="606353" y="5697404"/>
                  <a:pt x="608179" y="4944029"/>
                  <a:pt x="606353" y="4190653"/>
                </a:cubicBezTo>
                <a:cubicBezTo>
                  <a:pt x="605440" y="3901175"/>
                  <a:pt x="596308" y="3610783"/>
                  <a:pt x="590829" y="3321304"/>
                </a:cubicBezTo>
                <a:cubicBezTo>
                  <a:pt x="589916" y="3272905"/>
                  <a:pt x="578958" y="3257381"/>
                  <a:pt x="530559" y="3255555"/>
                </a:cubicBezTo>
                <a:cubicBezTo>
                  <a:pt x="407279" y="3250076"/>
                  <a:pt x="283087" y="3245510"/>
                  <a:pt x="158894" y="3244596"/>
                </a:cubicBezTo>
              </a:path>
            </a:pathLst>
          </a:custGeom>
          <a:solidFill>
            <a:srgbClr val="397BC3"/>
          </a:solidFill>
          <a:ln w="912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26BD70B8-B7EC-4B8B-8315-69D8115178CD}"/>
              </a:ext>
            </a:extLst>
          </p:cNvPr>
          <p:cNvSpPr txBox="1"/>
          <p:nvPr/>
        </p:nvSpPr>
        <p:spPr>
          <a:xfrm>
            <a:off x="4487053" y="3811794"/>
            <a:ext cx="5319004" cy="369332"/>
          </a:xfrm>
          <a:prstGeom prst="rect">
            <a:avLst/>
          </a:prstGeom>
          <a:noFill/>
        </p:spPr>
        <p:txBody>
          <a:bodyPr wrap="square" lIns="48000" tIns="0" rIns="24000" bIns="0" rtlCol="0">
            <a:spAutoFit/>
          </a:bodyPr>
          <a:lstStyle/>
          <a:p>
            <a:r>
              <a:rPr lang="en-US" altLang="ko-KR" sz="2400" dirty="0" smtClean="0">
                <a:solidFill>
                  <a:srgbClr val="397BC3"/>
                </a:solidFill>
                <a:latin typeface="+mj-lt"/>
                <a:cs typeface="Arial" pitchFamily="34" charset="0"/>
              </a:rPr>
              <a:t>Get your developments to the users  </a:t>
            </a:r>
            <a:endParaRPr lang="ko-KR" altLang="en-US" sz="2400" dirty="0">
              <a:solidFill>
                <a:srgbClr val="397BC3"/>
              </a:solidFill>
              <a:latin typeface="+mj-lt"/>
              <a:cs typeface="Arial" pitchFamily="34" charset="0"/>
            </a:endParaRPr>
          </a:p>
        </p:txBody>
      </p:sp>
      <p:sp>
        <p:nvSpPr>
          <p:cNvPr id="26" name="직사각형 22">
            <a:extLst>
              <a:ext uri="{FF2B5EF4-FFF2-40B4-BE49-F238E27FC236}">
                <a16:creationId xmlns="" xmlns:a16="http://schemas.microsoft.com/office/drawing/2014/main" id="{E5E1DE78-BE42-4CEC-A429-4AF1E6731396}"/>
              </a:ext>
            </a:extLst>
          </p:cNvPr>
          <p:cNvSpPr/>
          <p:nvPr/>
        </p:nvSpPr>
        <p:spPr>
          <a:xfrm>
            <a:off x="5298012" y="4212488"/>
            <a:ext cx="545191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>
                <a:solidFill>
                  <a:srgbClr val="397BC3"/>
                </a:solidFill>
              </a:rPr>
              <a:t>New standard versions of your codes can be distributed with </a:t>
            </a:r>
            <a:r>
              <a:rPr lang="en-US" altLang="ko-KR" sz="1200" dirty="0" err="1" smtClean="0">
                <a:solidFill>
                  <a:srgbClr val="397BC3"/>
                </a:solidFill>
              </a:rPr>
              <a:t>esm</a:t>
            </a:r>
            <a:r>
              <a:rPr lang="en-US" altLang="ko-KR" sz="1200" dirty="0" smtClean="0">
                <a:solidFill>
                  <a:srgbClr val="397BC3"/>
                </a:solidFill>
              </a:rPr>
              <a:t>-master. </a:t>
            </a:r>
            <a:endParaRPr lang="en-US" altLang="ko-KR" sz="1200" dirty="0">
              <a:solidFill>
                <a:srgbClr val="397BC3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26BD70B8-B7EC-4B8B-8315-69D8115178CD}"/>
              </a:ext>
            </a:extLst>
          </p:cNvPr>
          <p:cNvSpPr txBox="1"/>
          <p:nvPr/>
        </p:nvSpPr>
        <p:spPr>
          <a:xfrm>
            <a:off x="4487053" y="4648532"/>
            <a:ext cx="5319004" cy="738664"/>
          </a:xfrm>
          <a:prstGeom prst="rect">
            <a:avLst/>
          </a:prstGeom>
          <a:noFill/>
        </p:spPr>
        <p:txBody>
          <a:bodyPr wrap="square" lIns="48000" tIns="0" rIns="24000" bIns="0" rtlCol="0">
            <a:spAutoFit/>
          </a:bodyPr>
          <a:lstStyle/>
          <a:p>
            <a:r>
              <a:rPr lang="en-US" altLang="ko-KR" sz="2400" dirty="0" err="1" smtClean="0">
                <a:solidFill>
                  <a:srgbClr val="397BC3"/>
                </a:solidFill>
                <a:latin typeface="+mj-lt"/>
                <a:cs typeface="Arial" pitchFamily="34" charset="0"/>
              </a:rPr>
              <a:t>Runscripts</a:t>
            </a:r>
            <a:r>
              <a:rPr lang="en-US" altLang="ko-KR" sz="2400" dirty="0" smtClean="0">
                <a:solidFill>
                  <a:srgbClr val="397BC3"/>
                </a:solidFill>
                <a:latin typeface="+mj-lt"/>
                <a:cs typeface="Arial" pitchFamily="34" charset="0"/>
              </a:rPr>
              <a:t> with a ton of functions for a new model - without coding</a:t>
            </a:r>
            <a:endParaRPr lang="ko-KR" altLang="en-US" sz="2400" dirty="0">
              <a:solidFill>
                <a:srgbClr val="397BC3"/>
              </a:solidFill>
              <a:latin typeface="+mj-lt"/>
              <a:cs typeface="Arial" pitchFamily="34" charset="0"/>
            </a:endParaRPr>
          </a:p>
        </p:txBody>
      </p:sp>
      <p:sp>
        <p:nvSpPr>
          <p:cNvPr id="28" name="직사각형 22">
            <a:extLst>
              <a:ext uri="{FF2B5EF4-FFF2-40B4-BE49-F238E27FC236}">
                <a16:creationId xmlns="" xmlns:a16="http://schemas.microsoft.com/office/drawing/2014/main" id="{E5E1DE78-BE42-4CEC-A429-4AF1E6731396}"/>
              </a:ext>
            </a:extLst>
          </p:cNvPr>
          <p:cNvSpPr/>
          <p:nvPr/>
        </p:nvSpPr>
        <p:spPr>
          <a:xfrm>
            <a:off x="5298011" y="5546241"/>
            <a:ext cx="545191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>
                <a:solidFill>
                  <a:srgbClr val="397BC3"/>
                </a:solidFill>
              </a:rPr>
              <a:t>All you need in a </a:t>
            </a:r>
            <a:r>
              <a:rPr lang="en-US" altLang="ko-KR" sz="1200" dirty="0" err="1" smtClean="0">
                <a:solidFill>
                  <a:srgbClr val="397BC3"/>
                </a:solidFill>
              </a:rPr>
              <a:t>runscript</a:t>
            </a:r>
            <a:r>
              <a:rPr lang="en-US" altLang="ko-KR" sz="1200" dirty="0" smtClean="0">
                <a:solidFill>
                  <a:srgbClr val="397BC3"/>
                </a:solidFill>
              </a:rPr>
              <a:t> is already there. You can just go and use it.</a:t>
            </a:r>
            <a:endParaRPr lang="en-US" altLang="ko-KR" sz="1200" dirty="0">
              <a:solidFill>
                <a:srgbClr val="397BC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542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0">
            <a:extLst>
              <a:ext uri="{FF2B5EF4-FFF2-40B4-BE49-F238E27FC236}">
                <a16:creationId xmlns="" xmlns:a16="http://schemas.microsoft.com/office/drawing/2014/main" id="{3CA5249C-BEC1-475F-9AC7-9314BCAC2490}"/>
              </a:ext>
            </a:extLst>
          </p:cNvPr>
          <p:cNvSpPr txBox="1">
            <a:spLocks/>
          </p:cNvSpPr>
          <p:nvPr/>
        </p:nvSpPr>
        <p:spPr>
          <a:xfrm>
            <a:off x="1098591" y="864898"/>
            <a:ext cx="2952328" cy="2006238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0000"/>
              </a:lnSpc>
              <a:buNone/>
            </a:pPr>
            <a:r>
              <a:rPr lang="en-US" altLang="ko-KR" sz="3600" b="1" dirty="0" err="1" smtClean="0">
                <a:solidFill>
                  <a:srgbClr val="93CA10"/>
                </a:solidFill>
                <a:latin typeface="+mj-lt"/>
                <a:cs typeface="Arial" pitchFamily="34" charset="0"/>
              </a:rPr>
              <a:t>Modellers</a:t>
            </a:r>
            <a:endParaRPr lang="en-US" altLang="ko-KR" sz="3600" b="1" dirty="0">
              <a:solidFill>
                <a:srgbClr val="93CA10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21DC2331-36B8-4668-9999-907CD4DC4812}"/>
              </a:ext>
            </a:extLst>
          </p:cNvPr>
          <p:cNvSpPr txBox="1"/>
          <p:nvPr/>
        </p:nvSpPr>
        <p:spPr>
          <a:xfrm>
            <a:off x="1098591" y="2690959"/>
            <a:ext cx="29523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Start running simulations quickly. With a steep learning curve.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64537E86-D160-45E7-89FA-2B33CF39B7DE}"/>
              </a:ext>
            </a:extLst>
          </p:cNvPr>
          <p:cNvSpPr txBox="1"/>
          <p:nvPr/>
        </p:nvSpPr>
        <p:spPr>
          <a:xfrm>
            <a:off x="739686" y="3454928"/>
            <a:ext cx="33112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New colleague, about to work with an unknown model? Maybe even new to programming, shell scripting, HPC? </a:t>
            </a:r>
          </a:p>
          <a:p>
            <a:pPr algn="r"/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algn="r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Changing to a new model (system), maybe for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intercomparison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, or exchanging one implementation of a model with a different one?</a:t>
            </a:r>
          </a:p>
          <a:p>
            <a:pPr algn="r"/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algn="r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Changing to a different HPC system?</a:t>
            </a:r>
          </a:p>
          <a:p>
            <a:pPr algn="r"/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algn="r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Getting lost in too many simulations, and needing an automatic way to ”document” them?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EAB1240-8E90-4621-942E-B441684F8087}"/>
              </a:ext>
            </a:extLst>
          </p:cNvPr>
          <p:cNvSpPr txBox="1"/>
          <p:nvPr/>
        </p:nvSpPr>
        <p:spPr>
          <a:xfrm>
            <a:off x="8917392" y="1373237"/>
            <a:ext cx="168243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access to a huge variety of model components and coupled setups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="" xmlns:a16="http://schemas.microsoft.com/office/drawing/2014/main" id="{5E256F29-5493-4D3F-87D4-EEBF2234FE08}"/>
              </a:ext>
            </a:extLst>
          </p:cNvPr>
          <p:cNvSpPr/>
          <p:nvPr/>
        </p:nvSpPr>
        <p:spPr>
          <a:xfrm>
            <a:off x="5396781" y="4093899"/>
            <a:ext cx="1682435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Short (but do-it-all) </a:t>
            </a:r>
            <a:r>
              <a:rPr lang="en-US" altLang="ko-KR" sz="1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runscripts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, almost independent of the model and hardware you use</a:t>
            </a:r>
            <a:endParaRPr lang="ko-KR" altLang="en-US" sz="1400" b="1" dirty="0"/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r="1146"/>
          <a:stretch>
            <a:fillRect/>
          </a:stretch>
        </p:blipFill>
        <p:spPr/>
      </p:pic>
      <p:pic>
        <p:nvPicPr>
          <p:cNvPr id="4" name="Picture Placeholder 3"/>
          <p:cNvPicPr>
            <a:picLocks noGrp="1" noChangeAspect="1"/>
          </p:cNvPicPr>
          <p:nvPr>
            <p:ph type="pic"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68" b="5068"/>
          <a:stretch>
            <a:fillRect/>
          </a:stretch>
        </p:blipFill>
        <p:spPr/>
      </p:pic>
      <p:sp>
        <p:nvSpPr>
          <p:cNvPr id="9" name="Freeform: Shape 2">
            <a:extLst>
              <a:ext uri="{FF2B5EF4-FFF2-40B4-BE49-F238E27FC236}">
                <a16:creationId xmlns="" xmlns:a16="http://schemas.microsoft.com/office/drawing/2014/main" id="{40E10D3B-A636-4560-ABA9-B1710B6CF971}"/>
              </a:ext>
            </a:extLst>
          </p:cNvPr>
          <p:cNvSpPr/>
          <p:nvPr/>
        </p:nvSpPr>
        <p:spPr>
          <a:xfrm flipH="1">
            <a:off x="386581" y="609595"/>
            <a:ext cx="1078536" cy="1450845"/>
          </a:xfrm>
          <a:custGeom>
            <a:avLst/>
            <a:gdLst>
              <a:gd name="connsiteX0" fmla="*/ 1759294 w 4022581"/>
              <a:gd name="connsiteY0" fmla="*/ 3774190 h 5586511"/>
              <a:gd name="connsiteX1" fmla="*/ 2712181 w 4022581"/>
              <a:gd name="connsiteY1" fmla="*/ 3774190 h 5586511"/>
              <a:gd name="connsiteX2" fmla="*/ 2733706 w 4022581"/>
              <a:gd name="connsiteY2" fmla="*/ 3795715 h 5586511"/>
              <a:gd name="connsiteX3" fmla="*/ 2712706 w 4022581"/>
              <a:gd name="connsiteY3" fmla="*/ 3817241 h 5586511"/>
              <a:gd name="connsiteX4" fmla="*/ 1759294 w 4022581"/>
              <a:gd name="connsiteY4" fmla="*/ 3817241 h 5586511"/>
              <a:gd name="connsiteX5" fmla="*/ 1737769 w 4022581"/>
              <a:gd name="connsiteY5" fmla="*/ 3795715 h 5586511"/>
              <a:gd name="connsiteX6" fmla="*/ 1759294 w 4022581"/>
              <a:gd name="connsiteY6" fmla="*/ 3774190 h 5586511"/>
              <a:gd name="connsiteX7" fmla="*/ 43050 w 4022581"/>
              <a:gd name="connsiteY7" fmla="*/ 3774190 h 5586511"/>
              <a:gd name="connsiteX8" fmla="*/ 1169189 w 4022581"/>
              <a:gd name="connsiteY8" fmla="*/ 3774190 h 5586511"/>
              <a:gd name="connsiteX9" fmla="*/ 1190714 w 4022581"/>
              <a:gd name="connsiteY9" fmla="*/ 3795715 h 5586511"/>
              <a:gd name="connsiteX10" fmla="*/ 1169189 w 4022581"/>
              <a:gd name="connsiteY10" fmla="*/ 3817241 h 5586511"/>
              <a:gd name="connsiteX11" fmla="*/ 43050 w 4022581"/>
              <a:gd name="connsiteY11" fmla="*/ 3817241 h 5586511"/>
              <a:gd name="connsiteX12" fmla="*/ 21525 w 4022581"/>
              <a:gd name="connsiteY12" fmla="*/ 3795715 h 5586511"/>
              <a:gd name="connsiteX13" fmla="*/ 43050 w 4022581"/>
              <a:gd name="connsiteY13" fmla="*/ 3774190 h 5586511"/>
              <a:gd name="connsiteX14" fmla="*/ 1205938 w 4022581"/>
              <a:gd name="connsiteY14" fmla="*/ 3529537 h 5586511"/>
              <a:gd name="connsiteX15" fmla="*/ 1708369 w 4022581"/>
              <a:gd name="connsiteY15" fmla="*/ 3529537 h 5586511"/>
              <a:gd name="connsiteX16" fmla="*/ 1710470 w 4022581"/>
              <a:gd name="connsiteY16" fmla="*/ 3535837 h 5586511"/>
              <a:gd name="connsiteX17" fmla="*/ 1668469 w 4022581"/>
              <a:gd name="connsiteY17" fmla="*/ 3562613 h 5586511"/>
              <a:gd name="connsiteX18" fmla="*/ 1273664 w 4022581"/>
              <a:gd name="connsiteY18" fmla="*/ 3572589 h 5586511"/>
              <a:gd name="connsiteX19" fmla="*/ 1224838 w 4022581"/>
              <a:gd name="connsiteY19" fmla="*/ 3550012 h 5586511"/>
              <a:gd name="connsiteX20" fmla="*/ 1205938 w 4022581"/>
              <a:gd name="connsiteY20" fmla="*/ 3529537 h 5586511"/>
              <a:gd name="connsiteX21" fmla="*/ 1710469 w 4022581"/>
              <a:gd name="connsiteY21" fmla="*/ 2010171 h 5586511"/>
              <a:gd name="connsiteX22" fmla="*/ 1632243 w 4022581"/>
              <a:gd name="connsiteY22" fmla="*/ 2088397 h 5586511"/>
              <a:gd name="connsiteX23" fmla="*/ 1710469 w 4022581"/>
              <a:gd name="connsiteY23" fmla="*/ 2166623 h 5586511"/>
              <a:gd name="connsiteX24" fmla="*/ 1788695 w 4022581"/>
              <a:gd name="connsiteY24" fmla="*/ 2088397 h 5586511"/>
              <a:gd name="connsiteX25" fmla="*/ 1710469 w 4022581"/>
              <a:gd name="connsiteY25" fmla="*/ 2010171 h 5586511"/>
              <a:gd name="connsiteX26" fmla="*/ 1710469 w 4022581"/>
              <a:gd name="connsiteY26" fmla="*/ 1933520 h 5586511"/>
              <a:gd name="connsiteX27" fmla="*/ 1865345 w 4022581"/>
              <a:gd name="connsiteY27" fmla="*/ 2088397 h 5586511"/>
              <a:gd name="connsiteX28" fmla="*/ 1710469 w 4022581"/>
              <a:gd name="connsiteY28" fmla="*/ 2243273 h 5586511"/>
              <a:gd name="connsiteX29" fmla="*/ 1555592 w 4022581"/>
              <a:gd name="connsiteY29" fmla="*/ 2088397 h 5586511"/>
              <a:gd name="connsiteX30" fmla="*/ 1710469 w 4022581"/>
              <a:gd name="connsiteY30" fmla="*/ 1933520 h 5586511"/>
              <a:gd name="connsiteX31" fmla="*/ 1710470 w 4022581"/>
              <a:gd name="connsiteY31" fmla="*/ 1845319 h 5586511"/>
              <a:gd name="connsiteX32" fmla="*/ 1467392 w 4022581"/>
              <a:gd name="connsiteY32" fmla="*/ 2088396 h 5586511"/>
              <a:gd name="connsiteX33" fmla="*/ 1710470 w 4022581"/>
              <a:gd name="connsiteY33" fmla="*/ 2331474 h 5586511"/>
              <a:gd name="connsiteX34" fmla="*/ 1953547 w 4022581"/>
              <a:gd name="connsiteY34" fmla="*/ 2088396 h 5586511"/>
              <a:gd name="connsiteX35" fmla="*/ 1710470 w 4022581"/>
              <a:gd name="connsiteY35" fmla="*/ 1845319 h 5586511"/>
              <a:gd name="connsiteX36" fmla="*/ 1202263 w 4022581"/>
              <a:gd name="connsiteY36" fmla="*/ 167400 h 5586511"/>
              <a:gd name="connsiteX37" fmla="*/ 1738820 w 4022581"/>
              <a:gd name="connsiteY37" fmla="*/ 167400 h 5586511"/>
              <a:gd name="connsiteX38" fmla="*/ 1744070 w 4022581"/>
              <a:gd name="connsiteY38" fmla="*/ 1336588 h 5586511"/>
              <a:gd name="connsiteX39" fmla="*/ 1955122 w 4022581"/>
              <a:gd name="connsiteY39" fmla="*/ 1631116 h 5586511"/>
              <a:gd name="connsiteX40" fmla="*/ 2234426 w 4022581"/>
              <a:gd name="connsiteY40" fmla="*/ 1630066 h 5586511"/>
              <a:gd name="connsiteX41" fmla="*/ 2258576 w 4022581"/>
              <a:gd name="connsiteY41" fmla="*/ 1653167 h 5586511"/>
              <a:gd name="connsiteX42" fmla="*/ 2258576 w 4022581"/>
              <a:gd name="connsiteY42" fmla="*/ 1713542 h 5586511"/>
              <a:gd name="connsiteX43" fmla="*/ 2280101 w 4022581"/>
              <a:gd name="connsiteY43" fmla="*/ 1736642 h 5586511"/>
              <a:gd name="connsiteX44" fmla="*/ 2678055 w 4022581"/>
              <a:gd name="connsiteY44" fmla="*/ 1749243 h 5586511"/>
              <a:gd name="connsiteX45" fmla="*/ 3728592 w 4022581"/>
              <a:gd name="connsiteY45" fmla="*/ 3139458 h 5586511"/>
              <a:gd name="connsiteX46" fmla="*/ 3981120 w 4022581"/>
              <a:gd name="connsiteY46" fmla="*/ 3625088 h 5586511"/>
              <a:gd name="connsiteX47" fmla="*/ 4002120 w 4022581"/>
              <a:gd name="connsiteY47" fmla="*/ 4043518 h 5586511"/>
              <a:gd name="connsiteX48" fmla="*/ 3678191 w 4022581"/>
              <a:gd name="connsiteY48" fmla="*/ 4530724 h 5586511"/>
              <a:gd name="connsiteX49" fmla="*/ 3216186 w 4022581"/>
              <a:gd name="connsiteY49" fmla="*/ 4718676 h 5586511"/>
              <a:gd name="connsiteX50" fmla="*/ 3216186 w 4022581"/>
              <a:gd name="connsiteY50" fmla="*/ 5032629 h 5586511"/>
              <a:gd name="connsiteX51" fmla="*/ 3979020 w 4022581"/>
              <a:gd name="connsiteY51" fmla="*/ 5038929 h 5586511"/>
              <a:gd name="connsiteX52" fmla="*/ 3979020 w 4022581"/>
              <a:gd name="connsiteY52" fmla="*/ 5586511 h 5586511"/>
              <a:gd name="connsiteX53" fmla="*/ 0 w 4022581"/>
              <a:gd name="connsiteY53" fmla="*/ 5586511 h 5586511"/>
              <a:gd name="connsiteX54" fmla="*/ 0 w 4022581"/>
              <a:gd name="connsiteY54" fmla="*/ 5037879 h 5586511"/>
              <a:gd name="connsiteX55" fmla="*/ 405829 w 4022581"/>
              <a:gd name="connsiteY55" fmla="*/ 5028954 h 5586511"/>
              <a:gd name="connsiteX56" fmla="*/ 405829 w 4022581"/>
              <a:gd name="connsiteY56" fmla="*/ 4847827 h 5586511"/>
              <a:gd name="connsiteX57" fmla="*/ 933460 w 4022581"/>
              <a:gd name="connsiteY57" fmla="*/ 4842052 h 5586511"/>
              <a:gd name="connsiteX58" fmla="*/ 1391791 w 4022581"/>
              <a:gd name="connsiteY58" fmla="*/ 4577974 h 5586511"/>
              <a:gd name="connsiteX59" fmla="*/ 1426967 w 4022581"/>
              <a:gd name="connsiteY59" fmla="*/ 4577449 h 5586511"/>
              <a:gd name="connsiteX60" fmla="*/ 1822821 w 4022581"/>
              <a:gd name="connsiteY60" fmla="*/ 4773801 h 5586511"/>
              <a:gd name="connsiteX61" fmla="*/ 1812321 w 4022581"/>
              <a:gd name="connsiteY61" fmla="*/ 4347496 h 5586511"/>
              <a:gd name="connsiteX62" fmla="*/ 746558 w 4022581"/>
              <a:gd name="connsiteY62" fmla="*/ 4336471 h 5586511"/>
              <a:gd name="connsiteX63" fmla="*/ 738683 w 4022581"/>
              <a:gd name="connsiteY63" fmla="*/ 4018843 h 5586511"/>
              <a:gd name="connsiteX64" fmla="*/ 47251 w 4022581"/>
              <a:gd name="connsiteY64" fmla="*/ 4008868 h 5586511"/>
              <a:gd name="connsiteX65" fmla="*/ 22050 w 4022581"/>
              <a:gd name="connsiteY65" fmla="*/ 4008868 h 5586511"/>
              <a:gd name="connsiteX66" fmla="*/ 22050 w 4022581"/>
              <a:gd name="connsiteY66" fmla="*/ 3859241 h 5586511"/>
              <a:gd name="connsiteX67" fmla="*/ 2680155 w 4022581"/>
              <a:gd name="connsiteY67" fmla="*/ 3859241 h 5586511"/>
              <a:gd name="connsiteX68" fmla="*/ 2735281 w 4022581"/>
              <a:gd name="connsiteY68" fmla="*/ 4002567 h 5586511"/>
              <a:gd name="connsiteX69" fmla="*/ 3160011 w 4022581"/>
              <a:gd name="connsiteY69" fmla="*/ 3584138 h 5586511"/>
              <a:gd name="connsiteX70" fmla="*/ 3134286 w 4022581"/>
              <a:gd name="connsiteY70" fmla="*/ 3287510 h 5586511"/>
              <a:gd name="connsiteX71" fmla="*/ 2877558 w 4022581"/>
              <a:gd name="connsiteY71" fmla="*/ 2957806 h 5586511"/>
              <a:gd name="connsiteX72" fmla="*/ 2569379 w 4022581"/>
              <a:gd name="connsiteY72" fmla="*/ 2858055 h 5586511"/>
              <a:gd name="connsiteX73" fmla="*/ 1834896 w 4022581"/>
              <a:gd name="connsiteY73" fmla="*/ 2850180 h 5586511"/>
              <a:gd name="connsiteX74" fmla="*/ 1819671 w 4022581"/>
              <a:gd name="connsiteY74" fmla="*/ 3051257 h 5586511"/>
              <a:gd name="connsiteX75" fmla="*/ 1737770 w 4022581"/>
              <a:gd name="connsiteY75" fmla="*/ 3109008 h 5586511"/>
              <a:gd name="connsiteX76" fmla="*/ 1726745 w 4022581"/>
              <a:gd name="connsiteY76" fmla="*/ 3494362 h 5586511"/>
              <a:gd name="connsiteX77" fmla="*/ 1191238 w 4022581"/>
              <a:gd name="connsiteY77" fmla="*/ 3497512 h 5586511"/>
              <a:gd name="connsiteX78" fmla="*/ 1185463 w 4022581"/>
              <a:gd name="connsiteY78" fmla="*/ 3135258 h 5586511"/>
              <a:gd name="connsiteX79" fmla="*/ 937660 w 4022581"/>
              <a:gd name="connsiteY79" fmla="*/ 3013457 h 5586511"/>
              <a:gd name="connsiteX80" fmla="*/ 936085 w 4022581"/>
              <a:gd name="connsiteY80" fmla="*/ 3013457 h 5586511"/>
              <a:gd name="connsiteX81" fmla="*/ 824784 w 4022581"/>
              <a:gd name="connsiteY81" fmla="*/ 3290660 h 5586511"/>
              <a:gd name="connsiteX82" fmla="*/ 737633 w 4022581"/>
              <a:gd name="connsiteY82" fmla="*/ 3265459 h 5586511"/>
              <a:gd name="connsiteX83" fmla="*/ 660457 w 4022581"/>
              <a:gd name="connsiteY83" fmla="*/ 3297485 h 5586511"/>
              <a:gd name="connsiteX84" fmla="*/ 352279 w 4022581"/>
              <a:gd name="connsiteY84" fmla="*/ 3164658 h 5586511"/>
              <a:gd name="connsiteX85" fmla="*/ 525006 w 4022581"/>
              <a:gd name="connsiteY85" fmla="*/ 2749904 h 5586511"/>
              <a:gd name="connsiteX86" fmla="*/ 536556 w 4022581"/>
              <a:gd name="connsiteY86" fmla="*/ 2717353 h 5586511"/>
              <a:gd name="connsiteX87" fmla="*/ 514506 w 4022581"/>
              <a:gd name="connsiteY87" fmla="*/ 2660653 h 5586511"/>
              <a:gd name="connsiteX88" fmla="*/ 498230 w 4022581"/>
              <a:gd name="connsiteY88" fmla="*/ 2602902 h 5586511"/>
              <a:gd name="connsiteX89" fmla="*/ 592206 w 4022581"/>
              <a:gd name="connsiteY89" fmla="*/ 2387650 h 5586511"/>
              <a:gd name="connsiteX90" fmla="*/ 998561 w 4022581"/>
              <a:gd name="connsiteY90" fmla="*/ 2551976 h 5586511"/>
              <a:gd name="connsiteX91" fmla="*/ 1003286 w 4022581"/>
              <a:gd name="connsiteY91" fmla="*/ 1752393 h 5586511"/>
              <a:gd name="connsiteX92" fmla="*/ 1190188 w 4022581"/>
              <a:gd name="connsiteY92" fmla="*/ 1599091 h 5586511"/>
              <a:gd name="connsiteX93" fmla="*/ 1202263 w 4022581"/>
              <a:gd name="connsiteY93" fmla="*/ 167400 h 5586511"/>
              <a:gd name="connsiteX94" fmla="*/ 1169095 w 4022581"/>
              <a:gd name="connsiteY94" fmla="*/ 0 h 5586511"/>
              <a:gd name="connsiteX95" fmla="*/ 1766794 w 4022581"/>
              <a:gd name="connsiteY95" fmla="*/ 0 h 5586511"/>
              <a:gd name="connsiteX96" fmla="*/ 1827246 w 4022581"/>
              <a:gd name="connsiteY96" fmla="*/ 60452 h 5586511"/>
              <a:gd name="connsiteX97" fmla="*/ 1827245 w 4022581"/>
              <a:gd name="connsiteY97" fmla="*/ 60452 h 5586511"/>
              <a:gd name="connsiteX98" fmla="*/ 1766793 w 4022581"/>
              <a:gd name="connsiteY98" fmla="*/ 120904 h 5586511"/>
              <a:gd name="connsiteX99" fmla="*/ 1169095 w 4022581"/>
              <a:gd name="connsiteY99" fmla="*/ 120903 h 5586511"/>
              <a:gd name="connsiteX100" fmla="*/ 1113394 w 4022581"/>
              <a:gd name="connsiteY100" fmla="*/ 83982 h 5586511"/>
              <a:gd name="connsiteX101" fmla="*/ 1108643 w 4022581"/>
              <a:gd name="connsiteY101" fmla="*/ 60452 h 5586511"/>
              <a:gd name="connsiteX102" fmla="*/ 1113394 w 4022581"/>
              <a:gd name="connsiteY102" fmla="*/ 36921 h 5586511"/>
              <a:gd name="connsiteX103" fmla="*/ 1169095 w 4022581"/>
              <a:gd name="connsiteY103" fmla="*/ 0 h 5586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4022581" h="5586511">
                <a:moveTo>
                  <a:pt x="1759294" y="3774190"/>
                </a:moveTo>
                <a:lnTo>
                  <a:pt x="2712181" y="3774190"/>
                </a:lnTo>
                <a:cubicBezTo>
                  <a:pt x="2723731" y="3774190"/>
                  <a:pt x="2733706" y="3783640"/>
                  <a:pt x="2733706" y="3795715"/>
                </a:cubicBezTo>
                <a:cubicBezTo>
                  <a:pt x="2733706" y="3807791"/>
                  <a:pt x="2724256" y="3817241"/>
                  <a:pt x="2712706" y="3817241"/>
                </a:cubicBezTo>
                <a:lnTo>
                  <a:pt x="1759294" y="3817241"/>
                </a:lnTo>
                <a:cubicBezTo>
                  <a:pt x="1747744" y="3817241"/>
                  <a:pt x="1737769" y="3807791"/>
                  <a:pt x="1737769" y="3795715"/>
                </a:cubicBezTo>
                <a:cubicBezTo>
                  <a:pt x="1737769" y="3784165"/>
                  <a:pt x="1747219" y="3774190"/>
                  <a:pt x="1759294" y="3774190"/>
                </a:cubicBezTo>
                <a:close/>
                <a:moveTo>
                  <a:pt x="43050" y="3774190"/>
                </a:moveTo>
                <a:lnTo>
                  <a:pt x="1169189" y="3774190"/>
                </a:lnTo>
                <a:cubicBezTo>
                  <a:pt x="1180739" y="3774190"/>
                  <a:pt x="1190714" y="3783640"/>
                  <a:pt x="1190714" y="3795715"/>
                </a:cubicBezTo>
                <a:cubicBezTo>
                  <a:pt x="1190714" y="3807791"/>
                  <a:pt x="1180739" y="3817241"/>
                  <a:pt x="1169189" y="3817241"/>
                </a:cubicBezTo>
                <a:lnTo>
                  <a:pt x="43050" y="3817241"/>
                </a:lnTo>
                <a:cubicBezTo>
                  <a:pt x="31500" y="3817241"/>
                  <a:pt x="21525" y="3807791"/>
                  <a:pt x="21525" y="3795715"/>
                </a:cubicBezTo>
                <a:cubicBezTo>
                  <a:pt x="21525" y="3784165"/>
                  <a:pt x="30975" y="3774190"/>
                  <a:pt x="43050" y="3774190"/>
                </a:cubicBezTo>
                <a:close/>
                <a:moveTo>
                  <a:pt x="1205938" y="3529537"/>
                </a:moveTo>
                <a:cubicBezTo>
                  <a:pt x="1378665" y="3529537"/>
                  <a:pt x="1543518" y="3529537"/>
                  <a:pt x="1708369" y="3529537"/>
                </a:cubicBezTo>
                <a:cubicBezTo>
                  <a:pt x="1708894" y="3531637"/>
                  <a:pt x="1709945" y="3533737"/>
                  <a:pt x="1710470" y="3535837"/>
                </a:cubicBezTo>
                <a:cubicBezTo>
                  <a:pt x="1696294" y="3544762"/>
                  <a:pt x="1683169" y="3554738"/>
                  <a:pt x="1668469" y="3562613"/>
                </a:cubicBezTo>
                <a:cubicBezTo>
                  <a:pt x="1538793" y="3632439"/>
                  <a:pt x="1406491" y="3629814"/>
                  <a:pt x="1273664" y="3572589"/>
                </a:cubicBezTo>
                <a:cubicBezTo>
                  <a:pt x="1257389" y="3565764"/>
                  <a:pt x="1240588" y="3558938"/>
                  <a:pt x="1224838" y="3550012"/>
                </a:cubicBezTo>
                <a:cubicBezTo>
                  <a:pt x="1218013" y="3546337"/>
                  <a:pt x="1213813" y="3538462"/>
                  <a:pt x="1205938" y="3529537"/>
                </a:cubicBezTo>
                <a:close/>
                <a:moveTo>
                  <a:pt x="1710469" y="2010171"/>
                </a:moveTo>
                <a:cubicBezTo>
                  <a:pt x="1667418" y="2010171"/>
                  <a:pt x="1632243" y="2045346"/>
                  <a:pt x="1632243" y="2088397"/>
                </a:cubicBezTo>
                <a:cubicBezTo>
                  <a:pt x="1632243" y="2131447"/>
                  <a:pt x="1667418" y="2166623"/>
                  <a:pt x="1710469" y="2166623"/>
                </a:cubicBezTo>
                <a:cubicBezTo>
                  <a:pt x="1754044" y="2166623"/>
                  <a:pt x="1788695" y="2131447"/>
                  <a:pt x="1788695" y="2088397"/>
                </a:cubicBezTo>
                <a:cubicBezTo>
                  <a:pt x="1788695" y="2045346"/>
                  <a:pt x="1753519" y="2010171"/>
                  <a:pt x="1710469" y="2010171"/>
                </a:cubicBezTo>
                <a:close/>
                <a:moveTo>
                  <a:pt x="1710469" y="1933520"/>
                </a:moveTo>
                <a:cubicBezTo>
                  <a:pt x="1796045" y="1933520"/>
                  <a:pt x="1865345" y="2002821"/>
                  <a:pt x="1865345" y="2088397"/>
                </a:cubicBezTo>
                <a:cubicBezTo>
                  <a:pt x="1865345" y="2173973"/>
                  <a:pt x="1796045" y="2243273"/>
                  <a:pt x="1710469" y="2243273"/>
                </a:cubicBezTo>
                <a:cubicBezTo>
                  <a:pt x="1624893" y="2243273"/>
                  <a:pt x="1555592" y="2173973"/>
                  <a:pt x="1555592" y="2088397"/>
                </a:cubicBezTo>
                <a:cubicBezTo>
                  <a:pt x="1555592" y="2002821"/>
                  <a:pt x="1624893" y="1933520"/>
                  <a:pt x="1710469" y="1933520"/>
                </a:cubicBezTo>
                <a:close/>
                <a:moveTo>
                  <a:pt x="1710470" y="1845319"/>
                </a:moveTo>
                <a:cubicBezTo>
                  <a:pt x="1576068" y="1845319"/>
                  <a:pt x="1467392" y="1953995"/>
                  <a:pt x="1467392" y="2088396"/>
                </a:cubicBezTo>
                <a:cubicBezTo>
                  <a:pt x="1467392" y="2222798"/>
                  <a:pt x="1576068" y="2331474"/>
                  <a:pt x="1710470" y="2331474"/>
                </a:cubicBezTo>
                <a:cubicBezTo>
                  <a:pt x="1844871" y="2331474"/>
                  <a:pt x="1953547" y="2222798"/>
                  <a:pt x="1953547" y="2088396"/>
                </a:cubicBezTo>
                <a:cubicBezTo>
                  <a:pt x="1953547" y="1953995"/>
                  <a:pt x="1844871" y="1845319"/>
                  <a:pt x="1710470" y="1845319"/>
                </a:cubicBezTo>
                <a:close/>
                <a:moveTo>
                  <a:pt x="1202263" y="167400"/>
                </a:moveTo>
                <a:cubicBezTo>
                  <a:pt x="1380766" y="167400"/>
                  <a:pt x="1558218" y="167400"/>
                  <a:pt x="1738820" y="167400"/>
                </a:cubicBezTo>
                <a:cubicBezTo>
                  <a:pt x="1738820" y="174750"/>
                  <a:pt x="1741970" y="954384"/>
                  <a:pt x="1744070" y="1336588"/>
                </a:cubicBezTo>
                <a:cubicBezTo>
                  <a:pt x="1744070" y="1349188"/>
                  <a:pt x="1935697" y="1631116"/>
                  <a:pt x="1955122" y="1631116"/>
                </a:cubicBezTo>
                <a:cubicBezTo>
                  <a:pt x="2048574" y="1630066"/>
                  <a:pt x="2141499" y="1631116"/>
                  <a:pt x="2234426" y="1630066"/>
                </a:cubicBezTo>
                <a:cubicBezTo>
                  <a:pt x="2252801" y="1629541"/>
                  <a:pt x="2259101" y="1635316"/>
                  <a:pt x="2258576" y="1653167"/>
                </a:cubicBezTo>
                <a:cubicBezTo>
                  <a:pt x="2257526" y="1673117"/>
                  <a:pt x="2259101" y="1693592"/>
                  <a:pt x="2258576" y="1713542"/>
                </a:cubicBezTo>
                <a:cubicBezTo>
                  <a:pt x="2258051" y="1729817"/>
                  <a:pt x="2262251" y="1736117"/>
                  <a:pt x="2280101" y="1736642"/>
                </a:cubicBezTo>
                <a:cubicBezTo>
                  <a:pt x="2412928" y="1739793"/>
                  <a:pt x="2545229" y="1744518"/>
                  <a:pt x="2678055" y="1749243"/>
                </a:cubicBezTo>
                <a:cubicBezTo>
                  <a:pt x="2686981" y="1749768"/>
                  <a:pt x="3500739" y="2793479"/>
                  <a:pt x="3728592" y="3139458"/>
                </a:cubicBezTo>
                <a:cubicBezTo>
                  <a:pt x="3837793" y="3301685"/>
                  <a:pt x="3907094" y="3431886"/>
                  <a:pt x="3981120" y="3625088"/>
                </a:cubicBezTo>
                <a:cubicBezTo>
                  <a:pt x="4046745" y="3853991"/>
                  <a:pt x="4018920" y="3983143"/>
                  <a:pt x="4002120" y="4043518"/>
                </a:cubicBezTo>
                <a:cubicBezTo>
                  <a:pt x="3978495" y="4145894"/>
                  <a:pt x="3899219" y="4389497"/>
                  <a:pt x="3678191" y="4530724"/>
                </a:cubicBezTo>
                <a:cubicBezTo>
                  <a:pt x="3613616" y="4563799"/>
                  <a:pt x="3479214" y="4637825"/>
                  <a:pt x="3216186" y="4718676"/>
                </a:cubicBezTo>
                <a:cubicBezTo>
                  <a:pt x="3216186" y="4822627"/>
                  <a:pt x="3216186" y="4925003"/>
                  <a:pt x="3216186" y="5032629"/>
                </a:cubicBezTo>
                <a:cubicBezTo>
                  <a:pt x="3471864" y="5034729"/>
                  <a:pt x="3724917" y="5036829"/>
                  <a:pt x="3979020" y="5038929"/>
                </a:cubicBezTo>
                <a:cubicBezTo>
                  <a:pt x="3979020" y="5223206"/>
                  <a:pt x="3979020" y="5404333"/>
                  <a:pt x="3979020" y="5586511"/>
                </a:cubicBezTo>
                <a:cubicBezTo>
                  <a:pt x="2652855" y="5586511"/>
                  <a:pt x="1327216" y="5586511"/>
                  <a:pt x="0" y="5586511"/>
                </a:cubicBezTo>
                <a:cubicBezTo>
                  <a:pt x="0" y="5404858"/>
                  <a:pt x="0" y="5223731"/>
                  <a:pt x="0" y="5037879"/>
                </a:cubicBezTo>
                <a:cubicBezTo>
                  <a:pt x="134926" y="5035254"/>
                  <a:pt x="269328" y="5032104"/>
                  <a:pt x="405829" y="5028954"/>
                </a:cubicBezTo>
                <a:cubicBezTo>
                  <a:pt x="405829" y="4969103"/>
                  <a:pt x="405829" y="4909778"/>
                  <a:pt x="405829" y="4847827"/>
                </a:cubicBezTo>
                <a:cubicBezTo>
                  <a:pt x="416330" y="4847827"/>
                  <a:pt x="765983" y="4844677"/>
                  <a:pt x="933460" y="4842052"/>
                </a:cubicBezTo>
                <a:cubicBezTo>
                  <a:pt x="945535" y="4841527"/>
                  <a:pt x="1251089" y="4662500"/>
                  <a:pt x="1391791" y="4577974"/>
                </a:cubicBezTo>
                <a:cubicBezTo>
                  <a:pt x="1404391" y="4570099"/>
                  <a:pt x="1413842" y="4570624"/>
                  <a:pt x="1426967" y="4577449"/>
                </a:cubicBezTo>
                <a:cubicBezTo>
                  <a:pt x="1544568" y="4638350"/>
                  <a:pt x="1806546" y="4768026"/>
                  <a:pt x="1822821" y="4773801"/>
                </a:cubicBezTo>
                <a:cubicBezTo>
                  <a:pt x="1819146" y="4628900"/>
                  <a:pt x="1815996" y="4489248"/>
                  <a:pt x="1812321" y="4347496"/>
                </a:cubicBezTo>
                <a:cubicBezTo>
                  <a:pt x="1457417" y="4343821"/>
                  <a:pt x="1103562" y="4340146"/>
                  <a:pt x="746558" y="4336471"/>
                </a:cubicBezTo>
                <a:cubicBezTo>
                  <a:pt x="743933" y="4230420"/>
                  <a:pt x="741308" y="4126469"/>
                  <a:pt x="738683" y="4018843"/>
                </a:cubicBezTo>
                <a:cubicBezTo>
                  <a:pt x="720308" y="4017268"/>
                  <a:pt x="259353" y="4010443"/>
                  <a:pt x="47251" y="4008868"/>
                </a:cubicBezTo>
                <a:cubicBezTo>
                  <a:pt x="39375" y="4008868"/>
                  <a:pt x="31500" y="4008868"/>
                  <a:pt x="22050" y="4008868"/>
                </a:cubicBezTo>
                <a:cubicBezTo>
                  <a:pt x="22050" y="3958992"/>
                  <a:pt x="22050" y="3910167"/>
                  <a:pt x="22050" y="3859241"/>
                </a:cubicBezTo>
                <a:cubicBezTo>
                  <a:pt x="28875" y="3859241"/>
                  <a:pt x="1800771" y="3859241"/>
                  <a:pt x="2680155" y="3859241"/>
                </a:cubicBezTo>
                <a:cubicBezTo>
                  <a:pt x="2715856" y="3859241"/>
                  <a:pt x="2730556" y="3966867"/>
                  <a:pt x="2735281" y="4002567"/>
                </a:cubicBezTo>
                <a:cubicBezTo>
                  <a:pt x="2954734" y="3954267"/>
                  <a:pt x="3116435" y="3816190"/>
                  <a:pt x="3160011" y="3584138"/>
                </a:cubicBezTo>
                <a:cubicBezTo>
                  <a:pt x="3178911" y="3484912"/>
                  <a:pt x="3160536" y="3385686"/>
                  <a:pt x="3134286" y="3287510"/>
                </a:cubicBezTo>
                <a:cubicBezTo>
                  <a:pt x="3094910" y="3140508"/>
                  <a:pt x="2999359" y="3036032"/>
                  <a:pt x="2877558" y="2957806"/>
                </a:cubicBezTo>
                <a:cubicBezTo>
                  <a:pt x="2786206" y="2898480"/>
                  <a:pt x="2683305" y="2858580"/>
                  <a:pt x="2569379" y="2858055"/>
                </a:cubicBezTo>
                <a:cubicBezTo>
                  <a:pt x="2329977" y="2855955"/>
                  <a:pt x="1841721" y="2849655"/>
                  <a:pt x="1834896" y="2850180"/>
                </a:cubicBezTo>
                <a:cubicBezTo>
                  <a:pt x="1833321" y="2885355"/>
                  <a:pt x="1825446" y="3018707"/>
                  <a:pt x="1819671" y="3051257"/>
                </a:cubicBezTo>
                <a:cubicBezTo>
                  <a:pt x="1811796" y="3093258"/>
                  <a:pt x="1747220" y="3107958"/>
                  <a:pt x="1737770" y="3109008"/>
                </a:cubicBezTo>
                <a:cubicBezTo>
                  <a:pt x="1734095" y="3236584"/>
                  <a:pt x="1730420" y="3364161"/>
                  <a:pt x="1726745" y="3494362"/>
                </a:cubicBezTo>
                <a:cubicBezTo>
                  <a:pt x="1547193" y="3490687"/>
                  <a:pt x="1388116" y="3501187"/>
                  <a:pt x="1191238" y="3497512"/>
                </a:cubicBezTo>
                <a:cubicBezTo>
                  <a:pt x="1191238" y="3488062"/>
                  <a:pt x="1186513" y="3242884"/>
                  <a:pt x="1185463" y="3135258"/>
                </a:cubicBezTo>
                <a:cubicBezTo>
                  <a:pt x="1185463" y="3123183"/>
                  <a:pt x="1015361" y="3045482"/>
                  <a:pt x="937660" y="3013457"/>
                </a:cubicBezTo>
                <a:cubicBezTo>
                  <a:pt x="936610" y="3012932"/>
                  <a:pt x="934510" y="3013457"/>
                  <a:pt x="936085" y="3013457"/>
                </a:cubicBezTo>
                <a:cubicBezTo>
                  <a:pt x="898810" y="3105858"/>
                  <a:pt x="862059" y="3197209"/>
                  <a:pt x="824784" y="3290660"/>
                </a:cubicBezTo>
                <a:cubicBezTo>
                  <a:pt x="794859" y="3281735"/>
                  <a:pt x="766508" y="3273859"/>
                  <a:pt x="737633" y="3265459"/>
                </a:cubicBezTo>
                <a:cubicBezTo>
                  <a:pt x="701408" y="3254959"/>
                  <a:pt x="662557" y="3294860"/>
                  <a:pt x="660457" y="3297485"/>
                </a:cubicBezTo>
                <a:cubicBezTo>
                  <a:pt x="558606" y="3253384"/>
                  <a:pt x="457805" y="3209809"/>
                  <a:pt x="352279" y="3164658"/>
                </a:cubicBezTo>
                <a:cubicBezTo>
                  <a:pt x="365404" y="3128958"/>
                  <a:pt x="481430" y="2849655"/>
                  <a:pt x="525006" y="2749904"/>
                </a:cubicBezTo>
                <a:cubicBezTo>
                  <a:pt x="529206" y="2739404"/>
                  <a:pt x="533931" y="2728378"/>
                  <a:pt x="536556" y="2717353"/>
                </a:cubicBezTo>
                <a:cubicBezTo>
                  <a:pt x="543906" y="2689003"/>
                  <a:pt x="538656" y="2676928"/>
                  <a:pt x="514506" y="2660653"/>
                </a:cubicBezTo>
                <a:cubicBezTo>
                  <a:pt x="483530" y="2639653"/>
                  <a:pt x="483005" y="2637027"/>
                  <a:pt x="498230" y="2602902"/>
                </a:cubicBezTo>
                <a:cubicBezTo>
                  <a:pt x="527631" y="2535176"/>
                  <a:pt x="589581" y="2392900"/>
                  <a:pt x="592206" y="2387650"/>
                </a:cubicBezTo>
                <a:cubicBezTo>
                  <a:pt x="726608" y="2441725"/>
                  <a:pt x="859959" y="2495801"/>
                  <a:pt x="998561" y="2551976"/>
                </a:cubicBezTo>
                <a:cubicBezTo>
                  <a:pt x="998561" y="2537276"/>
                  <a:pt x="1001711" y="2008595"/>
                  <a:pt x="1003286" y="1752393"/>
                </a:cubicBezTo>
                <a:cubicBezTo>
                  <a:pt x="1003286" y="1738217"/>
                  <a:pt x="1190188" y="1605391"/>
                  <a:pt x="1190188" y="1599091"/>
                </a:cubicBezTo>
                <a:cubicBezTo>
                  <a:pt x="1191763" y="1514040"/>
                  <a:pt x="1202263" y="174750"/>
                  <a:pt x="1202263" y="167400"/>
                </a:cubicBezTo>
                <a:close/>
                <a:moveTo>
                  <a:pt x="1169095" y="0"/>
                </a:moveTo>
                <a:lnTo>
                  <a:pt x="1766794" y="0"/>
                </a:lnTo>
                <a:cubicBezTo>
                  <a:pt x="1800181" y="0"/>
                  <a:pt x="1827246" y="27065"/>
                  <a:pt x="1827246" y="60452"/>
                </a:cubicBezTo>
                <a:lnTo>
                  <a:pt x="1827245" y="60452"/>
                </a:lnTo>
                <a:cubicBezTo>
                  <a:pt x="1827245" y="93839"/>
                  <a:pt x="1800180" y="120904"/>
                  <a:pt x="1766793" y="120904"/>
                </a:cubicBezTo>
                <a:lnTo>
                  <a:pt x="1169095" y="120903"/>
                </a:lnTo>
                <a:cubicBezTo>
                  <a:pt x="1144055" y="120903"/>
                  <a:pt x="1122571" y="105679"/>
                  <a:pt x="1113394" y="83982"/>
                </a:cubicBezTo>
                <a:lnTo>
                  <a:pt x="1108643" y="60452"/>
                </a:lnTo>
                <a:lnTo>
                  <a:pt x="1113394" y="36921"/>
                </a:lnTo>
                <a:cubicBezTo>
                  <a:pt x="1122571" y="15224"/>
                  <a:pt x="1144055" y="0"/>
                  <a:pt x="1169095" y="0"/>
                </a:cubicBezTo>
                <a:close/>
              </a:path>
            </a:pathLst>
          </a:custGeom>
          <a:solidFill>
            <a:srgbClr val="91C6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4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Model Support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A5F439D2-5A99-4892-8A8A-D50CE9538E74}"/>
              </a:ext>
            </a:extLst>
          </p:cNvPr>
          <p:cNvGrpSpPr/>
          <p:nvPr/>
        </p:nvGrpSpPr>
        <p:grpSpPr>
          <a:xfrm>
            <a:off x="430070" y="2042652"/>
            <a:ext cx="5023039" cy="3852543"/>
            <a:chOff x="5550252" y="1926159"/>
            <a:chExt cx="3708834" cy="2844581"/>
          </a:xfrm>
        </p:grpSpPr>
        <p:grpSp>
          <p:nvGrpSpPr>
            <p:cNvPr id="4" name="Group 3">
              <a:extLst>
                <a:ext uri="{FF2B5EF4-FFF2-40B4-BE49-F238E27FC236}">
                  <a16:creationId xmlns="" xmlns:a16="http://schemas.microsoft.com/office/drawing/2014/main" id="{59D9EA09-75D5-4D6D-96EE-2C1AA1245F84}"/>
                </a:ext>
              </a:extLst>
            </p:cNvPr>
            <p:cNvGrpSpPr/>
            <p:nvPr/>
          </p:nvGrpSpPr>
          <p:grpSpPr>
            <a:xfrm rot="11700000">
              <a:off x="7577837" y="1926159"/>
              <a:ext cx="757646" cy="2121409"/>
              <a:chOff x="9854152" y="1744739"/>
              <a:chExt cx="757646" cy="2121409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="" xmlns:a16="http://schemas.microsoft.com/office/drawing/2014/main" id="{15648FF1-E01C-4CE2-8D7D-2CD868273045}"/>
                  </a:ext>
                </a:extLst>
              </p:cNvPr>
              <p:cNvSpPr/>
              <p:nvPr/>
            </p:nvSpPr>
            <p:spPr>
              <a:xfrm>
                <a:off x="9854152" y="1744739"/>
                <a:ext cx="757646" cy="2121409"/>
              </a:xfrm>
              <a:custGeom>
                <a:avLst/>
                <a:gdLst>
                  <a:gd name="connsiteX0" fmla="*/ 398295 w 480600"/>
                  <a:gd name="connsiteY0" fmla="*/ 1046026 h 1345680"/>
                  <a:gd name="connsiteX1" fmla="*/ 348313 w 480600"/>
                  <a:gd name="connsiteY1" fmla="*/ 1015268 h 1345680"/>
                  <a:gd name="connsiteX2" fmla="*/ 329088 w 480600"/>
                  <a:gd name="connsiteY2" fmla="*/ 334738 h 1345680"/>
                  <a:gd name="connsiteX3" fmla="*/ 379071 w 480600"/>
                  <a:gd name="connsiteY3" fmla="*/ 303980 h 1345680"/>
                  <a:gd name="connsiteX4" fmla="*/ 440588 w 480600"/>
                  <a:gd name="connsiteY4" fmla="*/ 167489 h 1345680"/>
                  <a:gd name="connsiteX5" fmla="*/ 430976 w 480600"/>
                  <a:gd name="connsiteY5" fmla="*/ 109817 h 1345680"/>
                  <a:gd name="connsiteX6" fmla="*/ 334856 w 480600"/>
                  <a:gd name="connsiteY6" fmla="*/ 29076 h 1345680"/>
                  <a:gd name="connsiteX7" fmla="*/ 309864 w 480600"/>
                  <a:gd name="connsiteY7" fmla="*/ 54068 h 1345680"/>
                  <a:gd name="connsiteX8" fmla="*/ 309864 w 480600"/>
                  <a:gd name="connsiteY8" fmla="*/ 173256 h 1345680"/>
                  <a:gd name="connsiteX9" fmla="*/ 271416 w 480600"/>
                  <a:gd name="connsiteY9" fmla="*/ 211704 h 1345680"/>
                  <a:gd name="connsiteX10" fmla="*/ 219512 w 480600"/>
                  <a:gd name="connsiteY10" fmla="*/ 211704 h 1345680"/>
                  <a:gd name="connsiteX11" fmla="*/ 181064 w 480600"/>
                  <a:gd name="connsiteY11" fmla="*/ 173256 h 1345680"/>
                  <a:gd name="connsiteX12" fmla="*/ 181064 w 480600"/>
                  <a:gd name="connsiteY12" fmla="*/ 55990 h 1345680"/>
                  <a:gd name="connsiteX13" fmla="*/ 156072 w 480600"/>
                  <a:gd name="connsiteY13" fmla="*/ 30999 h 1345680"/>
                  <a:gd name="connsiteX14" fmla="*/ 59952 w 480600"/>
                  <a:gd name="connsiteY14" fmla="*/ 111740 h 1345680"/>
                  <a:gd name="connsiteX15" fmla="*/ 50340 w 480600"/>
                  <a:gd name="connsiteY15" fmla="*/ 169412 h 1345680"/>
                  <a:gd name="connsiteX16" fmla="*/ 111857 w 480600"/>
                  <a:gd name="connsiteY16" fmla="*/ 305902 h 1345680"/>
                  <a:gd name="connsiteX17" fmla="*/ 161840 w 480600"/>
                  <a:gd name="connsiteY17" fmla="*/ 336660 h 1345680"/>
                  <a:gd name="connsiteX18" fmla="*/ 142616 w 480600"/>
                  <a:gd name="connsiteY18" fmla="*/ 1017190 h 1345680"/>
                  <a:gd name="connsiteX19" fmla="*/ 92633 w 480600"/>
                  <a:gd name="connsiteY19" fmla="*/ 1047949 h 1345680"/>
                  <a:gd name="connsiteX20" fmla="*/ 31116 w 480600"/>
                  <a:gd name="connsiteY20" fmla="*/ 1184439 h 1345680"/>
                  <a:gd name="connsiteX21" fmla="*/ 40728 w 480600"/>
                  <a:gd name="connsiteY21" fmla="*/ 1242111 h 1345680"/>
                  <a:gd name="connsiteX22" fmla="*/ 136848 w 480600"/>
                  <a:gd name="connsiteY22" fmla="*/ 1322852 h 1345680"/>
                  <a:gd name="connsiteX23" fmla="*/ 161840 w 480600"/>
                  <a:gd name="connsiteY23" fmla="*/ 1297861 h 1345680"/>
                  <a:gd name="connsiteX24" fmla="*/ 161840 w 480600"/>
                  <a:gd name="connsiteY24" fmla="*/ 1178672 h 1345680"/>
                  <a:gd name="connsiteX25" fmla="*/ 200288 w 480600"/>
                  <a:gd name="connsiteY25" fmla="*/ 1140224 h 1345680"/>
                  <a:gd name="connsiteX26" fmla="*/ 290640 w 480600"/>
                  <a:gd name="connsiteY26" fmla="*/ 1140224 h 1345680"/>
                  <a:gd name="connsiteX27" fmla="*/ 329088 w 480600"/>
                  <a:gd name="connsiteY27" fmla="*/ 1178672 h 1345680"/>
                  <a:gd name="connsiteX28" fmla="*/ 329088 w 480600"/>
                  <a:gd name="connsiteY28" fmla="*/ 1297861 h 1345680"/>
                  <a:gd name="connsiteX29" fmla="*/ 354080 w 480600"/>
                  <a:gd name="connsiteY29" fmla="*/ 1322852 h 1345680"/>
                  <a:gd name="connsiteX30" fmla="*/ 450200 w 480600"/>
                  <a:gd name="connsiteY30" fmla="*/ 1242111 h 1345680"/>
                  <a:gd name="connsiteX31" fmla="*/ 459812 w 480600"/>
                  <a:gd name="connsiteY31" fmla="*/ 1184439 h 1345680"/>
                  <a:gd name="connsiteX32" fmla="*/ 398295 w 480600"/>
                  <a:gd name="connsiteY32" fmla="*/ 1046026 h 1345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80600" h="1345680">
                    <a:moveTo>
                      <a:pt x="398295" y="1046026"/>
                    </a:moveTo>
                    <a:lnTo>
                      <a:pt x="348313" y="1015268"/>
                    </a:lnTo>
                    <a:lnTo>
                      <a:pt x="329088" y="334738"/>
                    </a:lnTo>
                    <a:lnTo>
                      <a:pt x="379071" y="303980"/>
                    </a:lnTo>
                    <a:cubicBezTo>
                      <a:pt x="425209" y="275144"/>
                      <a:pt x="450200" y="221316"/>
                      <a:pt x="440588" y="167489"/>
                    </a:cubicBezTo>
                    <a:lnTo>
                      <a:pt x="430976" y="109817"/>
                    </a:lnTo>
                    <a:cubicBezTo>
                      <a:pt x="423286" y="63680"/>
                      <a:pt x="382916" y="29076"/>
                      <a:pt x="334856" y="29076"/>
                    </a:cubicBezTo>
                    <a:cubicBezTo>
                      <a:pt x="321399" y="29076"/>
                      <a:pt x="309864" y="40611"/>
                      <a:pt x="309864" y="54068"/>
                    </a:cubicBezTo>
                    <a:lnTo>
                      <a:pt x="309864" y="173256"/>
                    </a:lnTo>
                    <a:cubicBezTo>
                      <a:pt x="309864" y="194403"/>
                      <a:pt x="292563" y="211704"/>
                      <a:pt x="271416" y="211704"/>
                    </a:cubicBezTo>
                    <a:lnTo>
                      <a:pt x="219512" y="211704"/>
                    </a:lnTo>
                    <a:cubicBezTo>
                      <a:pt x="198365" y="211704"/>
                      <a:pt x="181064" y="194403"/>
                      <a:pt x="181064" y="173256"/>
                    </a:cubicBezTo>
                    <a:lnTo>
                      <a:pt x="181064" y="55990"/>
                    </a:lnTo>
                    <a:cubicBezTo>
                      <a:pt x="181064" y="42533"/>
                      <a:pt x="169529" y="30999"/>
                      <a:pt x="156072" y="30999"/>
                    </a:cubicBezTo>
                    <a:cubicBezTo>
                      <a:pt x="108012" y="30999"/>
                      <a:pt x="67642" y="65602"/>
                      <a:pt x="59952" y="111740"/>
                    </a:cubicBezTo>
                    <a:lnTo>
                      <a:pt x="50340" y="169412"/>
                    </a:lnTo>
                    <a:cubicBezTo>
                      <a:pt x="40728" y="223239"/>
                      <a:pt x="65720" y="277066"/>
                      <a:pt x="111857" y="305902"/>
                    </a:cubicBezTo>
                    <a:lnTo>
                      <a:pt x="161840" y="336660"/>
                    </a:lnTo>
                    <a:lnTo>
                      <a:pt x="142616" y="1017190"/>
                    </a:lnTo>
                    <a:lnTo>
                      <a:pt x="92633" y="1047949"/>
                    </a:lnTo>
                    <a:cubicBezTo>
                      <a:pt x="46496" y="1076785"/>
                      <a:pt x="21504" y="1130612"/>
                      <a:pt x="31116" y="1184439"/>
                    </a:cubicBezTo>
                    <a:lnTo>
                      <a:pt x="40728" y="1242111"/>
                    </a:lnTo>
                    <a:cubicBezTo>
                      <a:pt x="48418" y="1288249"/>
                      <a:pt x="88788" y="1322852"/>
                      <a:pt x="136848" y="1322852"/>
                    </a:cubicBezTo>
                    <a:cubicBezTo>
                      <a:pt x="150305" y="1322852"/>
                      <a:pt x="161840" y="1311317"/>
                      <a:pt x="161840" y="1297861"/>
                    </a:cubicBezTo>
                    <a:lnTo>
                      <a:pt x="161840" y="1178672"/>
                    </a:lnTo>
                    <a:cubicBezTo>
                      <a:pt x="161840" y="1157525"/>
                      <a:pt x="179141" y="1140224"/>
                      <a:pt x="200288" y="1140224"/>
                    </a:cubicBezTo>
                    <a:lnTo>
                      <a:pt x="290640" y="1140224"/>
                    </a:lnTo>
                    <a:cubicBezTo>
                      <a:pt x="311787" y="1140224"/>
                      <a:pt x="329088" y="1157525"/>
                      <a:pt x="329088" y="1178672"/>
                    </a:cubicBezTo>
                    <a:lnTo>
                      <a:pt x="329088" y="1297861"/>
                    </a:lnTo>
                    <a:cubicBezTo>
                      <a:pt x="329088" y="1311317"/>
                      <a:pt x="340623" y="1322852"/>
                      <a:pt x="354080" y="1322852"/>
                    </a:cubicBezTo>
                    <a:cubicBezTo>
                      <a:pt x="402140" y="1322852"/>
                      <a:pt x="442510" y="1288249"/>
                      <a:pt x="450200" y="1242111"/>
                    </a:cubicBezTo>
                    <a:lnTo>
                      <a:pt x="459812" y="1184439"/>
                    </a:lnTo>
                    <a:cubicBezTo>
                      <a:pt x="469424" y="1128689"/>
                      <a:pt x="446355" y="1074862"/>
                      <a:pt x="398295" y="1046026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9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="" xmlns:a16="http://schemas.microsoft.com/office/drawing/2014/main" id="{60AAE0FF-D8D8-4E41-9444-A827F6FADDEA}"/>
                  </a:ext>
                </a:extLst>
              </p:cNvPr>
              <p:cNvSpPr/>
              <p:nvPr/>
            </p:nvSpPr>
            <p:spPr>
              <a:xfrm>
                <a:off x="9898391" y="1790004"/>
                <a:ext cx="343852" cy="2036553"/>
              </a:xfrm>
              <a:custGeom>
                <a:avLst/>
                <a:gdLst>
                  <a:gd name="connsiteX0" fmla="*/ 200205 w 343852"/>
                  <a:gd name="connsiteY0" fmla="*/ 0 h 2036553"/>
                  <a:gd name="connsiteX1" fmla="*/ 239604 w 343852"/>
                  <a:gd name="connsiteY1" fmla="*/ 39397 h 2036553"/>
                  <a:gd name="connsiteX2" fmla="*/ 239604 w 343852"/>
                  <a:gd name="connsiteY2" fmla="*/ 224262 h 2036553"/>
                  <a:gd name="connsiteX3" fmla="*/ 300216 w 343852"/>
                  <a:gd name="connsiteY3" fmla="*/ 284874 h 2036553"/>
                  <a:gd name="connsiteX4" fmla="*/ 343852 w 343852"/>
                  <a:gd name="connsiteY4" fmla="*/ 284874 h 2036553"/>
                  <a:gd name="connsiteX5" fmla="*/ 343852 w 343852"/>
                  <a:gd name="connsiteY5" fmla="*/ 1748647 h 2036553"/>
                  <a:gd name="connsiteX6" fmla="*/ 269910 w 343852"/>
                  <a:gd name="connsiteY6" fmla="*/ 1748647 h 2036553"/>
                  <a:gd name="connsiteX7" fmla="*/ 209298 w 343852"/>
                  <a:gd name="connsiteY7" fmla="*/ 1809259 h 2036553"/>
                  <a:gd name="connsiteX8" fmla="*/ 209298 w 343852"/>
                  <a:gd name="connsiteY8" fmla="*/ 1997156 h 2036553"/>
                  <a:gd name="connsiteX9" fmla="*/ 169899 w 343852"/>
                  <a:gd name="connsiteY9" fmla="*/ 2036553 h 2036553"/>
                  <a:gd name="connsiteX10" fmla="*/ 18370 w 343852"/>
                  <a:gd name="connsiteY10" fmla="*/ 1909268 h 2036553"/>
                  <a:gd name="connsiteX11" fmla="*/ 3217 w 343852"/>
                  <a:gd name="connsiteY11" fmla="*/ 1818350 h 2036553"/>
                  <a:gd name="connsiteX12" fmla="*/ 100196 w 343852"/>
                  <a:gd name="connsiteY12" fmla="*/ 1603180 h 2036553"/>
                  <a:gd name="connsiteX13" fmla="*/ 178992 w 343852"/>
                  <a:gd name="connsiteY13" fmla="*/ 1554689 h 2036553"/>
                  <a:gd name="connsiteX14" fmla="*/ 209298 w 343852"/>
                  <a:gd name="connsiteY14" fmla="*/ 481862 h 2036553"/>
                  <a:gd name="connsiteX15" fmla="*/ 130502 w 343852"/>
                  <a:gd name="connsiteY15" fmla="*/ 433373 h 2036553"/>
                  <a:gd name="connsiteX16" fmla="*/ 33523 w 343852"/>
                  <a:gd name="connsiteY16" fmla="*/ 218202 h 2036553"/>
                  <a:gd name="connsiteX17" fmla="*/ 48676 w 343852"/>
                  <a:gd name="connsiteY17" fmla="*/ 127285 h 2036553"/>
                  <a:gd name="connsiteX18" fmla="*/ 200205 w 343852"/>
                  <a:gd name="connsiteY18" fmla="*/ 0 h 2036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43852" h="2036553">
                    <a:moveTo>
                      <a:pt x="200205" y="0"/>
                    </a:moveTo>
                    <a:cubicBezTo>
                      <a:pt x="221419" y="0"/>
                      <a:pt x="239604" y="18183"/>
                      <a:pt x="239604" y="39397"/>
                    </a:cubicBezTo>
                    <a:lnTo>
                      <a:pt x="239604" y="224262"/>
                    </a:lnTo>
                    <a:cubicBezTo>
                      <a:pt x="239604" y="257599"/>
                      <a:pt x="266878" y="284874"/>
                      <a:pt x="300216" y="284874"/>
                    </a:cubicBezTo>
                    <a:lnTo>
                      <a:pt x="343852" y="284874"/>
                    </a:lnTo>
                    <a:lnTo>
                      <a:pt x="343852" y="1748647"/>
                    </a:lnTo>
                    <a:lnTo>
                      <a:pt x="269910" y="1748647"/>
                    </a:lnTo>
                    <a:cubicBezTo>
                      <a:pt x="236572" y="1748647"/>
                      <a:pt x="209298" y="1775922"/>
                      <a:pt x="209298" y="1809259"/>
                    </a:cubicBezTo>
                    <a:lnTo>
                      <a:pt x="209298" y="1997156"/>
                    </a:lnTo>
                    <a:cubicBezTo>
                      <a:pt x="209298" y="2018368"/>
                      <a:pt x="191114" y="2036553"/>
                      <a:pt x="169899" y="2036553"/>
                    </a:cubicBezTo>
                    <a:cubicBezTo>
                      <a:pt x="94135" y="2036553"/>
                      <a:pt x="30493" y="1982003"/>
                      <a:pt x="18370" y="1909268"/>
                    </a:cubicBezTo>
                    <a:lnTo>
                      <a:pt x="3217" y="1818350"/>
                    </a:lnTo>
                    <a:cubicBezTo>
                      <a:pt x="-11936" y="1733494"/>
                      <a:pt x="27463" y="1648638"/>
                      <a:pt x="100196" y="1603180"/>
                    </a:cubicBezTo>
                    <a:lnTo>
                      <a:pt x="178992" y="1554689"/>
                    </a:lnTo>
                    <a:lnTo>
                      <a:pt x="209298" y="481862"/>
                    </a:lnTo>
                    <a:lnTo>
                      <a:pt x="130502" y="433373"/>
                    </a:lnTo>
                    <a:cubicBezTo>
                      <a:pt x="57769" y="387914"/>
                      <a:pt x="18370" y="303058"/>
                      <a:pt x="33523" y="218202"/>
                    </a:cubicBezTo>
                    <a:lnTo>
                      <a:pt x="48676" y="127285"/>
                    </a:lnTo>
                    <a:cubicBezTo>
                      <a:pt x="60799" y="54550"/>
                      <a:pt x="124440" y="0"/>
                      <a:pt x="2002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209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  <p:grpSp>
          <p:nvGrpSpPr>
            <p:cNvPr id="5" name="Graphic 20">
              <a:extLst>
                <a:ext uri="{FF2B5EF4-FFF2-40B4-BE49-F238E27FC236}">
                  <a16:creationId xmlns="" xmlns:a16="http://schemas.microsoft.com/office/drawing/2014/main" id="{34837FD5-BD6A-4D4B-86F4-D2286796791A}"/>
                </a:ext>
              </a:extLst>
            </p:cNvPr>
            <p:cNvGrpSpPr/>
            <p:nvPr/>
          </p:nvGrpSpPr>
          <p:grpSpPr>
            <a:xfrm>
              <a:off x="5550252" y="2224723"/>
              <a:ext cx="3708834" cy="2546017"/>
              <a:chOff x="1847758" y="1028034"/>
              <a:chExt cx="8491173" cy="582896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="" xmlns:a16="http://schemas.microsoft.com/office/drawing/2014/main" id="{32A46820-3CDE-4790-9804-642EC8A43E84}"/>
                  </a:ext>
                </a:extLst>
              </p:cNvPr>
              <p:cNvSpPr/>
              <p:nvPr/>
            </p:nvSpPr>
            <p:spPr>
              <a:xfrm>
                <a:off x="5617962" y="2071387"/>
                <a:ext cx="2529427" cy="2124453"/>
              </a:xfrm>
              <a:custGeom>
                <a:avLst/>
                <a:gdLst>
                  <a:gd name="connsiteX0" fmla="*/ 2512202 w 2529426"/>
                  <a:gd name="connsiteY0" fmla="*/ 339204 h 2124453"/>
                  <a:gd name="connsiteX1" fmla="*/ 2297101 w 2529426"/>
                  <a:gd name="connsiteY1" fmla="*/ 179206 h 2124453"/>
                  <a:gd name="connsiteX2" fmla="*/ 1726155 w 2529426"/>
                  <a:gd name="connsiteY2" fmla="*/ 4603 h 2124453"/>
                  <a:gd name="connsiteX3" fmla="*/ 1546904 w 2529426"/>
                  <a:gd name="connsiteY3" fmla="*/ 33150 h 2124453"/>
                  <a:gd name="connsiteX4" fmla="*/ 1131972 w 2529426"/>
                  <a:gd name="connsiteY4" fmla="*/ 180534 h 2124453"/>
                  <a:gd name="connsiteX5" fmla="*/ 904921 w 2529426"/>
                  <a:gd name="connsiteY5" fmla="*/ 297379 h 2124453"/>
                  <a:gd name="connsiteX6" fmla="*/ 201196 w 2529426"/>
                  <a:gd name="connsiteY6" fmla="*/ 865006 h 2124453"/>
                  <a:gd name="connsiteX7" fmla="*/ 700 w 2529426"/>
                  <a:gd name="connsiteY7" fmla="*/ 997120 h 2124453"/>
                  <a:gd name="connsiteX8" fmla="*/ 128168 w 2529426"/>
                  <a:gd name="connsiteY8" fmla="*/ 1426658 h 2124453"/>
                  <a:gd name="connsiteX9" fmla="*/ 144765 w 2529426"/>
                  <a:gd name="connsiteY9" fmla="*/ 1456534 h 2124453"/>
                  <a:gd name="connsiteX10" fmla="*/ 145429 w 2529426"/>
                  <a:gd name="connsiteY10" fmla="*/ 1461180 h 2124453"/>
                  <a:gd name="connsiteX11" fmla="*/ 252315 w 2529426"/>
                  <a:gd name="connsiteY11" fmla="*/ 2130384 h 2124453"/>
                  <a:gd name="connsiteX12" fmla="*/ 790068 w 2529426"/>
                  <a:gd name="connsiteY12" fmla="*/ 2098516 h 2124453"/>
                  <a:gd name="connsiteX13" fmla="*/ 1690968 w 2529426"/>
                  <a:gd name="connsiteY13" fmla="*/ 1959763 h 2124453"/>
                  <a:gd name="connsiteX14" fmla="*/ 2028889 w 2529426"/>
                  <a:gd name="connsiteY14" fmla="*/ 1784496 h 2124453"/>
                  <a:gd name="connsiteX15" fmla="*/ 2072706 w 2529426"/>
                  <a:gd name="connsiteY15" fmla="*/ 1590639 h 2124453"/>
                  <a:gd name="connsiteX16" fmla="*/ 2097934 w 2529426"/>
                  <a:gd name="connsiteY16" fmla="*/ 1560764 h 2124453"/>
                  <a:gd name="connsiteX17" fmla="*/ 2297101 w 2529426"/>
                  <a:gd name="connsiteY17" fmla="*/ 1415372 h 2124453"/>
                  <a:gd name="connsiteX18" fmla="*/ 2267890 w 2529426"/>
                  <a:gd name="connsiteY18" fmla="*/ 1212221 h 2124453"/>
                  <a:gd name="connsiteX19" fmla="*/ 2290463 w 2529426"/>
                  <a:gd name="connsiteY19" fmla="*/ 1175707 h 2124453"/>
                  <a:gd name="connsiteX20" fmla="*/ 2401996 w 2529426"/>
                  <a:gd name="connsiteY20" fmla="*/ 1137201 h 2124453"/>
                  <a:gd name="connsiteX21" fmla="*/ 2443821 w 2529426"/>
                  <a:gd name="connsiteY21" fmla="*/ 997120 h 2124453"/>
                  <a:gd name="connsiteX22" fmla="*/ 2443821 w 2529426"/>
                  <a:gd name="connsiteY22" fmla="*/ 997120 h 2124453"/>
                  <a:gd name="connsiteX23" fmla="*/ 2443821 w 2529426"/>
                  <a:gd name="connsiteY23" fmla="*/ 997120 h 2124453"/>
                  <a:gd name="connsiteX24" fmla="*/ 2317018 w 2529426"/>
                  <a:gd name="connsiteY24" fmla="*/ 707664 h 2124453"/>
                  <a:gd name="connsiteX25" fmla="*/ 2326313 w 2529426"/>
                  <a:gd name="connsiteY25" fmla="*/ 683100 h 2124453"/>
                  <a:gd name="connsiteX26" fmla="*/ 2506227 w 2529426"/>
                  <a:gd name="connsiteY26" fmla="*/ 525757 h 2124453"/>
                  <a:gd name="connsiteX27" fmla="*/ 2512202 w 2529426"/>
                  <a:gd name="connsiteY27" fmla="*/ 339204 h 21244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529426" h="2124453">
                    <a:moveTo>
                      <a:pt x="2512202" y="339204"/>
                    </a:moveTo>
                    <a:cubicBezTo>
                      <a:pt x="2437847" y="238956"/>
                      <a:pt x="2413946" y="227670"/>
                      <a:pt x="2297101" y="179206"/>
                    </a:cubicBezTo>
                    <a:cubicBezTo>
                      <a:pt x="2190879" y="123439"/>
                      <a:pt x="1849638" y="38461"/>
                      <a:pt x="1726155" y="4603"/>
                    </a:cubicBezTo>
                    <a:cubicBezTo>
                      <a:pt x="1663749" y="-7348"/>
                      <a:pt x="1626571" y="4603"/>
                      <a:pt x="1546904" y="33150"/>
                    </a:cubicBezTo>
                    <a:cubicBezTo>
                      <a:pt x="1408150" y="82278"/>
                      <a:pt x="1270061" y="130742"/>
                      <a:pt x="1131972" y="180534"/>
                    </a:cubicBezTo>
                    <a:cubicBezTo>
                      <a:pt x="1050977" y="209745"/>
                      <a:pt x="967327" y="231653"/>
                      <a:pt x="904921" y="297379"/>
                    </a:cubicBezTo>
                    <a:cubicBezTo>
                      <a:pt x="883676" y="319951"/>
                      <a:pt x="412313" y="695714"/>
                      <a:pt x="201196" y="865006"/>
                    </a:cubicBezTo>
                    <a:cubicBezTo>
                      <a:pt x="138790" y="915462"/>
                      <a:pt x="79704" y="971892"/>
                      <a:pt x="700" y="997120"/>
                    </a:cubicBezTo>
                    <a:cubicBezTo>
                      <a:pt x="-9258" y="1010398"/>
                      <a:pt x="89662" y="1294544"/>
                      <a:pt x="128168" y="1426658"/>
                    </a:cubicBezTo>
                    <a:cubicBezTo>
                      <a:pt x="131487" y="1437944"/>
                      <a:pt x="134143" y="1449895"/>
                      <a:pt x="144765" y="1456534"/>
                    </a:cubicBezTo>
                    <a:cubicBezTo>
                      <a:pt x="144101" y="1457861"/>
                      <a:pt x="144101" y="1459853"/>
                      <a:pt x="145429" y="1461180"/>
                    </a:cubicBezTo>
                    <a:cubicBezTo>
                      <a:pt x="151404" y="1481097"/>
                      <a:pt x="252315" y="2097189"/>
                      <a:pt x="252315" y="2130384"/>
                    </a:cubicBezTo>
                    <a:cubicBezTo>
                      <a:pt x="445508" y="2092542"/>
                      <a:pt x="594219" y="2079927"/>
                      <a:pt x="790068" y="2098516"/>
                    </a:cubicBezTo>
                    <a:cubicBezTo>
                      <a:pt x="1089482" y="2116442"/>
                      <a:pt x="1105416" y="2146981"/>
                      <a:pt x="1690968" y="1959763"/>
                    </a:cubicBezTo>
                    <a:cubicBezTo>
                      <a:pt x="1760013" y="1927897"/>
                      <a:pt x="1920011" y="1845574"/>
                      <a:pt x="2028889" y="1784496"/>
                    </a:cubicBezTo>
                    <a:cubicBezTo>
                      <a:pt x="2105901" y="1717443"/>
                      <a:pt x="2074698" y="1614540"/>
                      <a:pt x="2072706" y="1590639"/>
                    </a:cubicBezTo>
                    <a:cubicBezTo>
                      <a:pt x="2071378" y="1574042"/>
                      <a:pt x="2076026" y="1561428"/>
                      <a:pt x="2097934" y="1560764"/>
                    </a:cubicBezTo>
                    <a:cubicBezTo>
                      <a:pt x="2186231" y="1558109"/>
                      <a:pt x="2285151" y="1492383"/>
                      <a:pt x="2297101" y="1415372"/>
                    </a:cubicBezTo>
                    <a:cubicBezTo>
                      <a:pt x="2307060" y="1343672"/>
                      <a:pt x="2301749" y="1275955"/>
                      <a:pt x="2267890" y="1212221"/>
                    </a:cubicBezTo>
                    <a:cubicBezTo>
                      <a:pt x="2253285" y="1184338"/>
                      <a:pt x="2264571" y="1177699"/>
                      <a:pt x="2290463" y="1175707"/>
                    </a:cubicBezTo>
                    <a:cubicBezTo>
                      <a:pt x="2330296" y="1172388"/>
                      <a:pt x="2370793" y="1176371"/>
                      <a:pt x="2401996" y="1137201"/>
                    </a:cubicBezTo>
                    <a:cubicBezTo>
                      <a:pt x="2409299" y="1128571"/>
                      <a:pt x="2444485" y="1056871"/>
                      <a:pt x="2443821" y="997120"/>
                    </a:cubicBezTo>
                    <a:lnTo>
                      <a:pt x="2443821" y="997120"/>
                    </a:lnTo>
                    <a:cubicBezTo>
                      <a:pt x="2443821" y="997120"/>
                      <a:pt x="2443821" y="997120"/>
                      <a:pt x="2443821" y="997120"/>
                    </a:cubicBezTo>
                    <a:cubicBezTo>
                      <a:pt x="2460419" y="781356"/>
                      <a:pt x="2342246" y="742850"/>
                      <a:pt x="2317018" y="707664"/>
                    </a:cubicBezTo>
                    <a:cubicBezTo>
                      <a:pt x="2307724" y="694386"/>
                      <a:pt x="2303077" y="684427"/>
                      <a:pt x="2326313" y="683100"/>
                    </a:cubicBezTo>
                    <a:cubicBezTo>
                      <a:pt x="2341582" y="682436"/>
                      <a:pt x="2497597" y="577541"/>
                      <a:pt x="2506227" y="525757"/>
                    </a:cubicBezTo>
                    <a:cubicBezTo>
                      <a:pt x="2527472" y="484596"/>
                      <a:pt x="2546061" y="401610"/>
                      <a:pt x="2512202" y="339204"/>
                    </a:cubicBezTo>
                    <a:close/>
                  </a:path>
                </a:pathLst>
              </a:custGeom>
              <a:solidFill>
                <a:schemeClr val="accent4">
                  <a:lumMod val="40000"/>
                  <a:lumOff val="60000"/>
                </a:schemeClr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="" xmlns:a16="http://schemas.microsoft.com/office/drawing/2014/main" id="{A038BFED-CB00-4559-94CE-BCE35B6F2E9B}"/>
                  </a:ext>
                </a:extLst>
              </p:cNvPr>
              <p:cNvSpPr/>
              <p:nvPr/>
            </p:nvSpPr>
            <p:spPr>
              <a:xfrm>
                <a:off x="1847758" y="1028034"/>
                <a:ext cx="8491173" cy="5828968"/>
              </a:xfrm>
              <a:custGeom>
                <a:avLst/>
                <a:gdLst>
                  <a:gd name="connsiteX0" fmla="*/ 8475904 w 8491173"/>
                  <a:gd name="connsiteY0" fmla="*/ 5304164 h 5828968"/>
                  <a:gd name="connsiteX1" fmla="*/ 7098329 w 8491173"/>
                  <a:gd name="connsiteY1" fmla="*/ 4621684 h 5828968"/>
                  <a:gd name="connsiteX2" fmla="*/ 7035259 w 8491173"/>
                  <a:gd name="connsiteY2" fmla="*/ 4607078 h 5828968"/>
                  <a:gd name="connsiteX3" fmla="*/ 3059212 w 8491173"/>
                  <a:gd name="connsiteY3" fmla="*/ 4621684 h 5828968"/>
                  <a:gd name="connsiteX4" fmla="*/ 3010084 w 8491173"/>
                  <a:gd name="connsiteY4" fmla="*/ 4636953 h 5828968"/>
                  <a:gd name="connsiteX5" fmla="*/ 2868012 w 8491173"/>
                  <a:gd name="connsiteY5" fmla="*/ 4729234 h 5828968"/>
                  <a:gd name="connsiteX6" fmla="*/ 1595331 w 8491173"/>
                  <a:gd name="connsiteY6" fmla="*/ 1161481 h 5828968"/>
                  <a:gd name="connsiteX7" fmla="*/ 1564792 w 8491173"/>
                  <a:gd name="connsiteY7" fmla="*/ 1124303 h 5828968"/>
                  <a:gd name="connsiteX8" fmla="*/ 148712 w 8491173"/>
                  <a:gd name="connsiteY8" fmla="*/ 28218 h 5828968"/>
                  <a:gd name="connsiteX9" fmla="*/ 47800 w 8491173"/>
                  <a:gd name="connsiteY9" fmla="*/ 25562 h 5828968"/>
                  <a:gd name="connsiteX10" fmla="*/ 9958 w 8491173"/>
                  <a:gd name="connsiteY10" fmla="*/ 91951 h 5828968"/>
                  <a:gd name="connsiteX11" fmla="*/ 0 w 8491173"/>
                  <a:gd name="connsiteY11" fmla="*/ 319666 h 5828968"/>
                  <a:gd name="connsiteX12" fmla="*/ 2056072 w 8491173"/>
                  <a:gd name="connsiteY12" fmla="*/ 5558435 h 5828968"/>
                  <a:gd name="connsiteX13" fmla="*/ 2156984 w 8491173"/>
                  <a:gd name="connsiteY13" fmla="*/ 5713785 h 5828968"/>
                  <a:gd name="connsiteX14" fmla="*/ 2217398 w 8491173"/>
                  <a:gd name="connsiteY14" fmla="*/ 5829303 h 5828968"/>
                  <a:gd name="connsiteX15" fmla="*/ 7799398 w 8491173"/>
                  <a:gd name="connsiteY15" fmla="*/ 5772872 h 5828968"/>
                  <a:gd name="connsiteX16" fmla="*/ 7916907 w 8491173"/>
                  <a:gd name="connsiteY16" fmla="*/ 5756275 h 5828968"/>
                  <a:gd name="connsiteX17" fmla="*/ 8403540 w 8491173"/>
                  <a:gd name="connsiteY17" fmla="*/ 5569721 h 5828968"/>
                  <a:gd name="connsiteX18" fmla="*/ 8446029 w 8491173"/>
                  <a:gd name="connsiteY18" fmla="*/ 5523248 h 5828968"/>
                  <a:gd name="connsiteX19" fmla="*/ 8497148 w 8491173"/>
                  <a:gd name="connsiteY19" fmla="*/ 5324745 h 5828968"/>
                  <a:gd name="connsiteX20" fmla="*/ 8475904 w 8491173"/>
                  <a:gd name="connsiteY20" fmla="*/ 5304164 h 5828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491173" h="5828968">
                    <a:moveTo>
                      <a:pt x="8475904" y="5304164"/>
                    </a:moveTo>
                    <a:cubicBezTo>
                      <a:pt x="8016491" y="5077113"/>
                      <a:pt x="7557078" y="4849399"/>
                      <a:pt x="7098329" y="4621684"/>
                    </a:cubicBezTo>
                    <a:cubicBezTo>
                      <a:pt x="7077748" y="4611725"/>
                      <a:pt x="7057831" y="4607078"/>
                      <a:pt x="7035259" y="4607078"/>
                    </a:cubicBezTo>
                    <a:cubicBezTo>
                      <a:pt x="6658169" y="4609070"/>
                      <a:pt x="4007250" y="4618364"/>
                      <a:pt x="3059212" y="4621684"/>
                    </a:cubicBezTo>
                    <a:cubicBezTo>
                      <a:pt x="3040624" y="4621684"/>
                      <a:pt x="3025354" y="4626331"/>
                      <a:pt x="3010084" y="4636953"/>
                    </a:cubicBezTo>
                    <a:cubicBezTo>
                      <a:pt x="2963612" y="4668156"/>
                      <a:pt x="2917140" y="4697368"/>
                      <a:pt x="2868012" y="4729234"/>
                    </a:cubicBezTo>
                    <a:cubicBezTo>
                      <a:pt x="2836809" y="4642264"/>
                      <a:pt x="1727446" y="1533924"/>
                      <a:pt x="1595331" y="1161481"/>
                    </a:cubicBezTo>
                    <a:cubicBezTo>
                      <a:pt x="1589356" y="1144220"/>
                      <a:pt x="1578070" y="1134261"/>
                      <a:pt x="1564792" y="1124303"/>
                    </a:cubicBezTo>
                    <a:cubicBezTo>
                      <a:pt x="1092766" y="759162"/>
                      <a:pt x="620739" y="394022"/>
                      <a:pt x="148712" y="28218"/>
                    </a:cubicBezTo>
                    <a:cubicBezTo>
                      <a:pt x="99584" y="-9624"/>
                      <a:pt x="100248" y="-8296"/>
                      <a:pt x="47800" y="25562"/>
                    </a:cubicBezTo>
                    <a:cubicBezTo>
                      <a:pt x="21908" y="42159"/>
                      <a:pt x="9958" y="60084"/>
                      <a:pt x="9958" y="91951"/>
                    </a:cubicBezTo>
                    <a:cubicBezTo>
                      <a:pt x="9958" y="116515"/>
                      <a:pt x="0" y="291119"/>
                      <a:pt x="0" y="319666"/>
                    </a:cubicBezTo>
                    <a:cubicBezTo>
                      <a:pt x="7967" y="351533"/>
                      <a:pt x="1971094" y="5495365"/>
                      <a:pt x="2056072" y="5558435"/>
                    </a:cubicBezTo>
                    <a:cubicBezTo>
                      <a:pt x="2107856" y="5597604"/>
                      <a:pt x="2137067" y="5652044"/>
                      <a:pt x="2156984" y="5713785"/>
                    </a:cubicBezTo>
                    <a:cubicBezTo>
                      <a:pt x="2169598" y="5752955"/>
                      <a:pt x="2212751" y="5829303"/>
                      <a:pt x="2217398" y="5829303"/>
                    </a:cubicBezTo>
                    <a:cubicBezTo>
                      <a:pt x="2231340" y="5822664"/>
                      <a:pt x="7483386" y="5768888"/>
                      <a:pt x="7799398" y="5772872"/>
                    </a:cubicBezTo>
                    <a:cubicBezTo>
                      <a:pt x="7839232" y="5773536"/>
                      <a:pt x="7879065" y="5770880"/>
                      <a:pt x="7916907" y="5756275"/>
                    </a:cubicBezTo>
                    <a:cubicBezTo>
                      <a:pt x="8079560" y="5694532"/>
                      <a:pt x="8240886" y="5631463"/>
                      <a:pt x="8403540" y="5569721"/>
                    </a:cubicBezTo>
                    <a:cubicBezTo>
                      <a:pt x="8426112" y="5561090"/>
                      <a:pt x="8439390" y="5546485"/>
                      <a:pt x="8446029" y="5523248"/>
                    </a:cubicBezTo>
                    <a:cubicBezTo>
                      <a:pt x="8465281" y="5457523"/>
                      <a:pt x="8487190" y="5393126"/>
                      <a:pt x="8497148" y="5324745"/>
                    </a:cubicBezTo>
                    <a:cubicBezTo>
                      <a:pt x="8497148" y="5320762"/>
                      <a:pt x="8482543" y="5307484"/>
                      <a:pt x="8475904" y="5304164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="" xmlns:a16="http://schemas.microsoft.com/office/drawing/2014/main" id="{C7D92C76-A38F-4F39-8986-4A1F61813626}"/>
                  </a:ext>
                </a:extLst>
              </p:cNvPr>
              <p:cNvSpPr/>
              <p:nvPr/>
            </p:nvSpPr>
            <p:spPr>
              <a:xfrm>
                <a:off x="2351652" y="1669023"/>
                <a:ext cx="2190842" cy="4235628"/>
              </a:xfrm>
              <a:custGeom>
                <a:avLst/>
                <a:gdLst>
                  <a:gd name="connsiteX0" fmla="*/ 2103872 w 2190842"/>
                  <a:gd name="connsiteY0" fmla="*/ 3567753 h 4235628"/>
                  <a:gd name="connsiteX1" fmla="*/ 2191506 w 2190842"/>
                  <a:gd name="connsiteY1" fmla="*/ 3800115 h 4235628"/>
                  <a:gd name="connsiteX2" fmla="*/ 2182876 w 2190842"/>
                  <a:gd name="connsiteY2" fmla="*/ 3832646 h 4235628"/>
                  <a:gd name="connsiteX3" fmla="*/ 1561473 w 2190842"/>
                  <a:gd name="connsiteY3" fmla="*/ 4239612 h 4235628"/>
                  <a:gd name="connsiteX4" fmla="*/ 1552842 w 2190842"/>
                  <a:gd name="connsiteY4" fmla="*/ 4240940 h 4235628"/>
                  <a:gd name="connsiteX5" fmla="*/ 0 w 2190842"/>
                  <a:gd name="connsiteY5" fmla="*/ 0 h 4235628"/>
                  <a:gd name="connsiteX6" fmla="*/ 92945 w 2190842"/>
                  <a:gd name="connsiteY6" fmla="*/ 67717 h 4235628"/>
                  <a:gd name="connsiteX7" fmla="*/ 1023721 w 2190842"/>
                  <a:gd name="connsiteY7" fmla="*/ 754845 h 4235628"/>
                  <a:gd name="connsiteX8" fmla="*/ 1049613 w 2190842"/>
                  <a:gd name="connsiteY8" fmla="*/ 788039 h 4235628"/>
                  <a:gd name="connsiteX9" fmla="*/ 1353675 w 2190842"/>
                  <a:gd name="connsiteY9" fmla="*/ 1590684 h 4235628"/>
                  <a:gd name="connsiteX10" fmla="*/ 2103872 w 2190842"/>
                  <a:gd name="connsiteY10" fmla="*/ 3567753 h 4235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90842" h="4235628">
                    <a:moveTo>
                      <a:pt x="2103872" y="3567753"/>
                    </a:moveTo>
                    <a:cubicBezTo>
                      <a:pt x="2133084" y="3645429"/>
                      <a:pt x="2161631" y="3723104"/>
                      <a:pt x="2191506" y="3800115"/>
                    </a:cubicBezTo>
                    <a:cubicBezTo>
                      <a:pt x="2196817" y="3814057"/>
                      <a:pt x="2197481" y="3823352"/>
                      <a:pt x="2182876" y="3832646"/>
                    </a:cubicBezTo>
                    <a:cubicBezTo>
                      <a:pt x="1975741" y="3968080"/>
                      <a:pt x="1768607" y="4103514"/>
                      <a:pt x="1561473" y="4239612"/>
                    </a:cubicBezTo>
                    <a:cubicBezTo>
                      <a:pt x="1560145" y="4240940"/>
                      <a:pt x="1557490" y="4240276"/>
                      <a:pt x="1552842" y="4240940"/>
                    </a:cubicBezTo>
                    <a:cubicBezTo>
                      <a:pt x="1036999" y="2830834"/>
                      <a:pt x="519827" y="1420064"/>
                      <a:pt x="0" y="0"/>
                    </a:cubicBezTo>
                    <a:cubicBezTo>
                      <a:pt x="35850" y="25892"/>
                      <a:pt x="64397" y="47136"/>
                      <a:pt x="92945" y="67717"/>
                    </a:cubicBezTo>
                    <a:cubicBezTo>
                      <a:pt x="402982" y="296760"/>
                      <a:pt x="713683" y="525802"/>
                      <a:pt x="1023721" y="754845"/>
                    </a:cubicBezTo>
                    <a:cubicBezTo>
                      <a:pt x="1035671" y="763475"/>
                      <a:pt x="1044301" y="774098"/>
                      <a:pt x="1049613" y="788039"/>
                    </a:cubicBezTo>
                    <a:cubicBezTo>
                      <a:pt x="1150524" y="1055588"/>
                      <a:pt x="1252100" y="1323136"/>
                      <a:pt x="1353675" y="1590684"/>
                    </a:cubicBezTo>
                    <a:cubicBezTo>
                      <a:pt x="1354339" y="1592676"/>
                      <a:pt x="2068686" y="3474145"/>
                      <a:pt x="2103872" y="3567753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="" xmlns:a16="http://schemas.microsoft.com/office/drawing/2014/main" id="{7C808824-A414-432E-8E3D-38136CA4F826}"/>
                  </a:ext>
                </a:extLst>
              </p:cNvPr>
              <p:cNvSpPr/>
              <p:nvPr/>
            </p:nvSpPr>
            <p:spPr>
              <a:xfrm>
                <a:off x="3330818" y="3031120"/>
                <a:ext cx="2536066" cy="2038147"/>
              </a:xfrm>
              <a:custGeom>
                <a:avLst/>
                <a:gdLst>
                  <a:gd name="connsiteX0" fmla="*/ 2453153 w 2536065"/>
                  <a:gd name="connsiteY0" fmla="*/ 533978 h 2038147"/>
                  <a:gd name="connsiteX1" fmla="*/ 2287844 w 2536065"/>
                  <a:gd name="connsiteY1" fmla="*/ 36723 h 2038147"/>
                  <a:gd name="connsiteX2" fmla="*/ 2223447 w 2536065"/>
                  <a:gd name="connsiteY2" fmla="*/ 3529 h 2038147"/>
                  <a:gd name="connsiteX3" fmla="*/ 19327 w 2536065"/>
                  <a:gd name="connsiteY3" fmla="*/ 348752 h 2038147"/>
                  <a:gd name="connsiteX4" fmla="*/ 2065 w 2536065"/>
                  <a:gd name="connsiteY4" fmla="*/ 385930 h 2038147"/>
                  <a:gd name="connsiteX5" fmla="*/ 608862 w 2536065"/>
                  <a:gd name="connsiteY5" fmla="*/ 2014456 h 2038147"/>
                  <a:gd name="connsiteX6" fmla="*/ 658654 w 2536065"/>
                  <a:gd name="connsiteY6" fmla="*/ 2038356 h 2038147"/>
                  <a:gd name="connsiteX7" fmla="*/ 2535476 w 2536065"/>
                  <a:gd name="connsiteY7" fmla="*/ 1308740 h 2038147"/>
                  <a:gd name="connsiteX8" fmla="*/ 2453153 w 2536065"/>
                  <a:gd name="connsiteY8" fmla="*/ 533978 h 2038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36065" h="2038147">
                    <a:moveTo>
                      <a:pt x="2453153" y="533978"/>
                    </a:moveTo>
                    <a:cubicBezTo>
                      <a:pt x="2449834" y="520037"/>
                      <a:pt x="2339628" y="188091"/>
                      <a:pt x="2287844" y="36723"/>
                    </a:cubicBezTo>
                    <a:cubicBezTo>
                      <a:pt x="2280541" y="-1119"/>
                      <a:pt x="2255314" y="-4438"/>
                      <a:pt x="2223447" y="3529"/>
                    </a:cubicBezTo>
                    <a:cubicBezTo>
                      <a:pt x="2209505" y="6848"/>
                      <a:pt x="64471" y="340122"/>
                      <a:pt x="19327" y="348752"/>
                    </a:cubicBezTo>
                    <a:cubicBezTo>
                      <a:pt x="1401" y="355391"/>
                      <a:pt x="-3246" y="368005"/>
                      <a:pt x="2065" y="385930"/>
                    </a:cubicBezTo>
                    <a:cubicBezTo>
                      <a:pt x="4057" y="392569"/>
                      <a:pt x="486042" y="1684502"/>
                      <a:pt x="608862" y="2014456"/>
                    </a:cubicBezTo>
                    <a:cubicBezTo>
                      <a:pt x="620148" y="2044995"/>
                      <a:pt x="628115" y="2049643"/>
                      <a:pt x="658654" y="2038356"/>
                    </a:cubicBezTo>
                    <a:cubicBezTo>
                      <a:pt x="764213" y="1998523"/>
                      <a:pt x="2472406" y="1408323"/>
                      <a:pt x="2535476" y="1308740"/>
                    </a:cubicBezTo>
                    <a:cubicBezTo>
                      <a:pt x="2568006" y="1255628"/>
                      <a:pt x="2479045" y="634226"/>
                      <a:pt x="2453153" y="5339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="" xmlns:a16="http://schemas.microsoft.com/office/drawing/2014/main" id="{A123E2FB-142F-4F85-B30A-F4560F4E6133}"/>
                  </a:ext>
                </a:extLst>
              </p:cNvPr>
              <p:cNvSpPr/>
              <p:nvPr/>
            </p:nvSpPr>
            <p:spPr>
              <a:xfrm>
                <a:off x="5617962" y="2070723"/>
                <a:ext cx="2529427" cy="1453923"/>
              </a:xfrm>
              <a:custGeom>
                <a:avLst/>
                <a:gdLst>
                  <a:gd name="connsiteX0" fmla="*/ 700 w 2529426"/>
                  <a:gd name="connsiteY0" fmla="*/ 997120 h 1453922"/>
                  <a:gd name="connsiteX1" fmla="*/ 201196 w 2529426"/>
                  <a:gd name="connsiteY1" fmla="*/ 865006 h 1453922"/>
                  <a:gd name="connsiteX2" fmla="*/ 904921 w 2529426"/>
                  <a:gd name="connsiteY2" fmla="*/ 297379 h 1453922"/>
                  <a:gd name="connsiteX3" fmla="*/ 1131972 w 2529426"/>
                  <a:gd name="connsiteY3" fmla="*/ 180534 h 1453922"/>
                  <a:gd name="connsiteX4" fmla="*/ 1546904 w 2529426"/>
                  <a:gd name="connsiteY4" fmla="*/ 33150 h 1453922"/>
                  <a:gd name="connsiteX5" fmla="*/ 1726155 w 2529426"/>
                  <a:gd name="connsiteY5" fmla="*/ 4603 h 1453922"/>
                  <a:gd name="connsiteX6" fmla="*/ 2297101 w 2529426"/>
                  <a:gd name="connsiteY6" fmla="*/ 179206 h 1453922"/>
                  <a:gd name="connsiteX7" fmla="*/ 2512202 w 2529426"/>
                  <a:gd name="connsiteY7" fmla="*/ 339204 h 1453922"/>
                  <a:gd name="connsiteX8" fmla="*/ 2505564 w 2529426"/>
                  <a:gd name="connsiteY8" fmla="*/ 524430 h 1453922"/>
                  <a:gd name="connsiteX9" fmla="*/ 2325649 w 2529426"/>
                  <a:gd name="connsiteY9" fmla="*/ 681772 h 1453922"/>
                  <a:gd name="connsiteX10" fmla="*/ 2316354 w 2529426"/>
                  <a:gd name="connsiteY10" fmla="*/ 706336 h 1453922"/>
                  <a:gd name="connsiteX11" fmla="*/ 2443158 w 2529426"/>
                  <a:gd name="connsiteY11" fmla="*/ 995793 h 1453922"/>
                  <a:gd name="connsiteX12" fmla="*/ 149412 w 2529426"/>
                  <a:gd name="connsiteY12" fmla="*/ 1457861 h 1453922"/>
                  <a:gd name="connsiteX13" fmla="*/ 128168 w 2529426"/>
                  <a:gd name="connsiteY13" fmla="*/ 1425994 h 1453922"/>
                  <a:gd name="connsiteX14" fmla="*/ 700 w 2529426"/>
                  <a:gd name="connsiteY14" fmla="*/ 997120 h 1453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29426" h="1453922">
                    <a:moveTo>
                      <a:pt x="700" y="997120"/>
                    </a:moveTo>
                    <a:cubicBezTo>
                      <a:pt x="79704" y="971229"/>
                      <a:pt x="138790" y="915462"/>
                      <a:pt x="201196" y="865006"/>
                    </a:cubicBezTo>
                    <a:cubicBezTo>
                      <a:pt x="412313" y="695714"/>
                      <a:pt x="883676" y="319951"/>
                      <a:pt x="904921" y="297379"/>
                    </a:cubicBezTo>
                    <a:cubicBezTo>
                      <a:pt x="967327" y="231653"/>
                      <a:pt x="1050977" y="209081"/>
                      <a:pt x="1131972" y="180534"/>
                    </a:cubicBezTo>
                    <a:cubicBezTo>
                      <a:pt x="1270061" y="130742"/>
                      <a:pt x="1408815" y="82278"/>
                      <a:pt x="1546904" y="33150"/>
                    </a:cubicBezTo>
                    <a:cubicBezTo>
                      <a:pt x="1626571" y="4603"/>
                      <a:pt x="1664413" y="-7348"/>
                      <a:pt x="1726155" y="4603"/>
                    </a:cubicBezTo>
                    <a:cubicBezTo>
                      <a:pt x="1849638" y="38461"/>
                      <a:pt x="2190879" y="124103"/>
                      <a:pt x="2297101" y="179206"/>
                    </a:cubicBezTo>
                    <a:cubicBezTo>
                      <a:pt x="2413946" y="227670"/>
                      <a:pt x="2437847" y="238956"/>
                      <a:pt x="2512202" y="339204"/>
                    </a:cubicBezTo>
                    <a:cubicBezTo>
                      <a:pt x="2546061" y="401610"/>
                      <a:pt x="2527472" y="484596"/>
                      <a:pt x="2505564" y="524430"/>
                    </a:cubicBezTo>
                    <a:cubicBezTo>
                      <a:pt x="2496933" y="575549"/>
                      <a:pt x="2340918" y="680444"/>
                      <a:pt x="2325649" y="681772"/>
                    </a:cubicBezTo>
                    <a:cubicBezTo>
                      <a:pt x="2302412" y="683100"/>
                      <a:pt x="2307060" y="693058"/>
                      <a:pt x="2316354" y="706336"/>
                    </a:cubicBezTo>
                    <a:cubicBezTo>
                      <a:pt x="2340918" y="741522"/>
                      <a:pt x="2459755" y="780028"/>
                      <a:pt x="2443158" y="995793"/>
                    </a:cubicBezTo>
                    <a:cubicBezTo>
                      <a:pt x="2438510" y="1040937"/>
                      <a:pt x="170657" y="1467156"/>
                      <a:pt x="149412" y="1457861"/>
                    </a:cubicBezTo>
                    <a:cubicBezTo>
                      <a:pt x="134806" y="1451886"/>
                      <a:pt x="132151" y="1438608"/>
                      <a:pt x="128168" y="1425994"/>
                    </a:cubicBezTo>
                    <a:cubicBezTo>
                      <a:pt x="89662" y="1295208"/>
                      <a:pt x="-9258" y="1010398"/>
                      <a:pt x="700" y="99712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="" xmlns:a16="http://schemas.microsoft.com/office/drawing/2014/main" id="{041FF911-C607-4BE2-AFBC-9647C764A330}"/>
                  </a:ext>
                </a:extLst>
              </p:cNvPr>
              <p:cNvSpPr/>
              <p:nvPr/>
            </p:nvSpPr>
            <p:spPr>
              <a:xfrm>
                <a:off x="3330154" y="3030456"/>
                <a:ext cx="2429843" cy="942726"/>
              </a:xfrm>
              <a:custGeom>
                <a:avLst/>
                <a:gdLst>
                  <a:gd name="connsiteX0" fmla="*/ 2434564 w 2429843"/>
                  <a:gd name="connsiteY0" fmla="*/ 494809 h 942726"/>
                  <a:gd name="connsiteX1" fmla="*/ 221813 w 2429843"/>
                  <a:gd name="connsiteY1" fmla="*/ 948246 h 942726"/>
                  <a:gd name="connsiteX2" fmla="*/ 8040 w 2429843"/>
                  <a:gd name="connsiteY2" fmla="*/ 405183 h 942726"/>
                  <a:gd name="connsiteX3" fmla="*/ 2065 w 2429843"/>
                  <a:gd name="connsiteY3" fmla="*/ 385930 h 942726"/>
                  <a:gd name="connsiteX4" fmla="*/ 19327 w 2429843"/>
                  <a:gd name="connsiteY4" fmla="*/ 348752 h 942726"/>
                  <a:gd name="connsiteX5" fmla="*/ 2223447 w 2429843"/>
                  <a:gd name="connsiteY5" fmla="*/ 3529 h 942726"/>
                  <a:gd name="connsiteX6" fmla="*/ 2287844 w 2429843"/>
                  <a:gd name="connsiteY6" fmla="*/ 36723 h 942726"/>
                  <a:gd name="connsiteX7" fmla="*/ 2434564 w 2429843"/>
                  <a:gd name="connsiteY7" fmla="*/ 494809 h 94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9843" h="942726">
                    <a:moveTo>
                      <a:pt x="2434564" y="494809"/>
                    </a:moveTo>
                    <a:cubicBezTo>
                      <a:pt x="2434564" y="496800"/>
                      <a:pt x="231772" y="936296"/>
                      <a:pt x="221813" y="948246"/>
                    </a:cubicBezTo>
                    <a:cubicBezTo>
                      <a:pt x="208536" y="945591"/>
                      <a:pt x="71774" y="578459"/>
                      <a:pt x="8040" y="405183"/>
                    </a:cubicBezTo>
                    <a:cubicBezTo>
                      <a:pt x="6049" y="399208"/>
                      <a:pt x="4057" y="392569"/>
                      <a:pt x="2065" y="385930"/>
                    </a:cubicBezTo>
                    <a:cubicBezTo>
                      <a:pt x="-3246" y="368005"/>
                      <a:pt x="1402" y="355391"/>
                      <a:pt x="19327" y="348752"/>
                    </a:cubicBezTo>
                    <a:cubicBezTo>
                      <a:pt x="64471" y="339458"/>
                      <a:pt x="2209505" y="6848"/>
                      <a:pt x="2223447" y="3529"/>
                    </a:cubicBezTo>
                    <a:cubicBezTo>
                      <a:pt x="2255313" y="-4438"/>
                      <a:pt x="2280542" y="-1119"/>
                      <a:pt x="2287844" y="36723"/>
                    </a:cubicBezTo>
                    <a:cubicBezTo>
                      <a:pt x="2339628" y="189418"/>
                      <a:pt x="2389419" y="341450"/>
                      <a:pt x="2434564" y="494809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="" xmlns:a16="http://schemas.microsoft.com/office/drawing/2014/main" id="{EFAFE2C2-9A57-437B-BED9-9DD185D86D10}"/>
                  </a:ext>
                </a:extLst>
              </p:cNvPr>
              <p:cNvSpPr/>
              <p:nvPr/>
            </p:nvSpPr>
            <p:spPr>
              <a:xfrm>
                <a:off x="4545782" y="5762579"/>
                <a:ext cx="5258021" cy="650614"/>
              </a:xfrm>
              <a:custGeom>
                <a:avLst/>
                <a:gdLst>
                  <a:gd name="connsiteX0" fmla="*/ 4246281 w 5258021"/>
                  <a:gd name="connsiteY0" fmla="*/ 0 h 650613"/>
                  <a:gd name="connsiteX1" fmla="*/ 5261372 w 5258021"/>
                  <a:gd name="connsiteY1" fmla="*/ 590864 h 650613"/>
                  <a:gd name="connsiteX2" fmla="*/ 31 w 5258021"/>
                  <a:gd name="connsiteY2" fmla="*/ 651942 h 650613"/>
                  <a:gd name="connsiteX3" fmla="*/ 446166 w 5258021"/>
                  <a:gd name="connsiteY3" fmla="*/ 16597 h 650613"/>
                  <a:gd name="connsiteX4" fmla="*/ 454797 w 5258021"/>
                  <a:gd name="connsiteY4" fmla="*/ 7303 h 650613"/>
                  <a:gd name="connsiteX5" fmla="*/ 4246281 w 5258021"/>
                  <a:gd name="connsiteY5" fmla="*/ 0 h 650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58021" h="650613">
                    <a:moveTo>
                      <a:pt x="4246281" y="0"/>
                    </a:moveTo>
                    <a:cubicBezTo>
                      <a:pt x="4266198" y="0"/>
                      <a:pt x="4975235" y="405638"/>
                      <a:pt x="5261372" y="590864"/>
                    </a:cubicBezTo>
                    <a:cubicBezTo>
                      <a:pt x="5154485" y="604805"/>
                      <a:pt x="4014" y="660572"/>
                      <a:pt x="31" y="651942"/>
                    </a:cubicBezTo>
                    <a:cubicBezTo>
                      <a:pt x="-3953" y="643311"/>
                      <a:pt x="379113" y="110870"/>
                      <a:pt x="446166" y="16597"/>
                    </a:cubicBezTo>
                    <a:cubicBezTo>
                      <a:pt x="448822" y="13278"/>
                      <a:pt x="452141" y="10622"/>
                      <a:pt x="454797" y="7303"/>
                    </a:cubicBezTo>
                    <a:cubicBezTo>
                      <a:pt x="466083" y="11950"/>
                      <a:pt x="4071014" y="1992"/>
                      <a:pt x="4246281" y="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66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ADE26E42-B4A8-492A-BACD-FE77D94BA562}"/>
              </a:ext>
            </a:extLst>
          </p:cNvPr>
          <p:cNvSpPr/>
          <p:nvPr/>
        </p:nvSpPr>
        <p:spPr>
          <a:xfrm>
            <a:off x="6383114" y="1560396"/>
            <a:ext cx="5184000" cy="9417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1" name="Isosceles Triangle 26">
            <a:extLst>
              <a:ext uri="{FF2B5EF4-FFF2-40B4-BE49-F238E27FC236}">
                <a16:creationId xmlns="" xmlns:a16="http://schemas.microsoft.com/office/drawing/2014/main" id="{18015A8A-0650-4977-8083-E1D1E16B0DAA}"/>
              </a:ext>
            </a:extLst>
          </p:cNvPr>
          <p:cNvSpPr/>
          <p:nvPr/>
        </p:nvSpPr>
        <p:spPr>
          <a:xfrm rot="16200000">
            <a:off x="4602596" y="1800253"/>
            <a:ext cx="2036677" cy="1527661"/>
          </a:xfrm>
          <a:custGeom>
            <a:avLst/>
            <a:gdLst>
              <a:gd name="connsiteX0" fmla="*/ 0 w 1008000"/>
              <a:gd name="connsiteY0" fmla="*/ 1096600 h 1096600"/>
              <a:gd name="connsiteX1" fmla="*/ 131856 w 1008000"/>
              <a:gd name="connsiteY1" fmla="*/ 0 h 1096600"/>
              <a:gd name="connsiteX2" fmla="*/ 1008000 w 1008000"/>
              <a:gd name="connsiteY2" fmla="*/ 1096600 h 1096600"/>
              <a:gd name="connsiteX3" fmla="*/ 0 w 1008000"/>
              <a:gd name="connsiteY3" fmla="*/ 1096600 h 1096600"/>
              <a:gd name="connsiteX0" fmla="*/ 1197213 w 2205213"/>
              <a:gd name="connsiteY0" fmla="*/ 1064702 h 1064702"/>
              <a:gd name="connsiteX1" fmla="*/ 0 w 2205213"/>
              <a:gd name="connsiteY1" fmla="*/ 0 h 1064702"/>
              <a:gd name="connsiteX2" fmla="*/ 2205213 w 2205213"/>
              <a:gd name="connsiteY2" fmla="*/ 1064702 h 1064702"/>
              <a:gd name="connsiteX3" fmla="*/ 1197213 w 2205213"/>
              <a:gd name="connsiteY3" fmla="*/ 1064702 h 1064702"/>
              <a:gd name="connsiteX0" fmla="*/ 1180481 w 2188481"/>
              <a:gd name="connsiteY0" fmla="*/ 1064702 h 1064702"/>
              <a:gd name="connsiteX1" fmla="*/ 0 w 2188481"/>
              <a:gd name="connsiteY1" fmla="*/ 0 h 1064702"/>
              <a:gd name="connsiteX2" fmla="*/ 2188481 w 2188481"/>
              <a:gd name="connsiteY2" fmla="*/ 1064702 h 1064702"/>
              <a:gd name="connsiteX3" fmla="*/ 1180481 w 2188481"/>
              <a:gd name="connsiteY3" fmla="*/ 1064702 h 1064702"/>
              <a:gd name="connsiteX0" fmla="*/ 1172115 w 2180115"/>
              <a:gd name="connsiteY0" fmla="*/ 1067431 h 1067431"/>
              <a:gd name="connsiteX1" fmla="*/ 0 w 2180115"/>
              <a:gd name="connsiteY1" fmla="*/ 0 h 1067431"/>
              <a:gd name="connsiteX2" fmla="*/ 2180115 w 2180115"/>
              <a:gd name="connsiteY2" fmla="*/ 1067431 h 1067431"/>
              <a:gd name="connsiteX3" fmla="*/ 1172115 w 2180115"/>
              <a:gd name="connsiteY3" fmla="*/ 1067431 h 1067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0115" h="1067431">
                <a:moveTo>
                  <a:pt x="1172115" y="1067431"/>
                </a:moveTo>
                <a:lnTo>
                  <a:pt x="0" y="0"/>
                </a:lnTo>
                <a:lnTo>
                  <a:pt x="2180115" y="1067431"/>
                </a:lnTo>
                <a:lnTo>
                  <a:pt x="1172115" y="1067431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="" xmlns:a16="http://schemas.microsoft.com/office/drawing/2014/main" id="{C1604851-D5C7-44BC-A4BD-046DBC340EB6}"/>
              </a:ext>
            </a:extLst>
          </p:cNvPr>
          <p:cNvSpPr/>
          <p:nvPr/>
        </p:nvSpPr>
        <p:spPr>
          <a:xfrm>
            <a:off x="6382895" y="2648381"/>
            <a:ext cx="5184000" cy="9417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3" name="Isosceles Triangle 48">
            <a:extLst>
              <a:ext uri="{FF2B5EF4-FFF2-40B4-BE49-F238E27FC236}">
                <a16:creationId xmlns="" xmlns:a16="http://schemas.microsoft.com/office/drawing/2014/main" id="{2F42D406-783C-4D10-AB9F-6BA6619754D9}"/>
              </a:ext>
            </a:extLst>
          </p:cNvPr>
          <p:cNvSpPr/>
          <p:nvPr/>
        </p:nvSpPr>
        <p:spPr>
          <a:xfrm rot="16200000">
            <a:off x="5113294" y="2380885"/>
            <a:ext cx="1003975" cy="1538968"/>
          </a:xfrm>
          <a:custGeom>
            <a:avLst/>
            <a:gdLst>
              <a:gd name="connsiteX0" fmla="*/ 0 w 1008000"/>
              <a:gd name="connsiteY0" fmla="*/ 1096600 h 1096600"/>
              <a:gd name="connsiteX1" fmla="*/ 131856 w 1008000"/>
              <a:gd name="connsiteY1" fmla="*/ 0 h 1096600"/>
              <a:gd name="connsiteX2" fmla="*/ 1008000 w 1008000"/>
              <a:gd name="connsiteY2" fmla="*/ 1096600 h 1096600"/>
              <a:gd name="connsiteX3" fmla="*/ 0 w 1008000"/>
              <a:gd name="connsiteY3" fmla="*/ 1096600 h 1096600"/>
              <a:gd name="connsiteX0" fmla="*/ 112693 w 1120693"/>
              <a:gd name="connsiteY0" fmla="*/ 1075334 h 1075334"/>
              <a:gd name="connsiteX1" fmla="*/ 0 w 1120693"/>
              <a:gd name="connsiteY1" fmla="*/ 0 h 1075334"/>
              <a:gd name="connsiteX2" fmla="*/ 1120693 w 1120693"/>
              <a:gd name="connsiteY2" fmla="*/ 1075334 h 1075334"/>
              <a:gd name="connsiteX3" fmla="*/ 112693 w 1120693"/>
              <a:gd name="connsiteY3" fmla="*/ 1075334 h 1075334"/>
              <a:gd name="connsiteX0" fmla="*/ 83413 w 1091413"/>
              <a:gd name="connsiteY0" fmla="*/ 1072603 h 1072603"/>
              <a:gd name="connsiteX1" fmla="*/ 0 w 1091413"/>
              <a:gd name="connsiteY1" fmla="*/ 0 h 1072603"/>
              <a:gd name="connsiteX2" fmla="*/ 1091413 w 1091413"/>
              <a:gd name="connsiteY2" fmla="*/ 1072603 h 1072603"/>
              <a:gd name="connsiteX3" fmla="*/ 83413 w 1091413"/>
              <a:gd name="connsiteY3" fmla="*/ 1072603 h 1072603"/>
              <a:gd name="connsiteX0" fmla="*/ 79231 w 1087231"/>
              <a:gd name="connsiteY0" fmla="*/ 1069873 h 1069873"/>
              <a:gd name="connsiteX1" fmla="*/ 0 w 1087231"/>
              <a:gd name="connsiteY1" fmla="*/ 0 h 1069873"/>
              <a:gd name="connsiteX2" fmla="*/ 1087231 w 1087231"/>
              <a:gd name="connsiteY2" fmla="*/ 1069873 h 1069873"/>
              <a:gd name="connsiteX3" fmla="*/ 79231 w 1087231"/>
              <a:gd name="connsiteY3" fmla="*/ 1069873 h 1069873"/>
              <a:gd name="connsiteX0" fmla="*/ 62499 w 1070499"/>
              <a:gd name="connsiteY0" fmla="*/ 1075334 h 1075334"/>
              <a:gd name="connsiteX1" fmla="*/ 0 w 1070499"/>
              <a:gd name="connsiteY1" fmla="*/ 0 h 1075334"/>
              <a:gd name="connsiteX2" fmla="*/ 1070499 w 1070499"/>
              <a:gd name="connsiteY2" fmla="*/ 1075334 h 1075334"/>
              <a:gd name="connsiteX3" fmla="*/ 62499 w 1070499"/>
              <a:gd name="connsiteY3" fmla="*/ 1075334 h 1075334"/>
              <a:gd name="connsiteX0" fmla="*/ 66683 w 1074683"/>
              <a:gd name="connsiteY0" fmla="*/ 1075332 h 1075332"/>
              <a:gd name="connsiteX1" fmla="*/ 0 w 1074683"/>
              <a:gd name="connsiteY1" fmla="*/ 0 h 1075332"/>
              <a:gd name="connsiteX2" fmla="*/ 1074683 w 1074683"/>
              <a:gd name="connsiteY2" fmla="*/ 1075332 h 1075332"/>
              <a:gd name="connsiteX3" fmla="*/ 66683 w 1074683"/>
              <a:gd name="connsiteY3" fmla="*/ 1075332 h 1075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4683" h="1075332">
                <a:moveTo>
                  <a:pt x="66683" y="1075332"/>
                </a:moveTo>
                <a:lnTo>
                  <a:pt x="0" y="0"/>
                </a:lnTo>
                <a:lnTo>
                  <a:pt x="1074683" y="1075332"/>
                </a:lnTo>
                <a:lnTo>
                  <a:pt x="66683" y="1075332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80000"/>
                </a:schemeClr>
              </a:gs>
              <a:gs pos="100000">
                <a:schemeClr val="accent2">
                  <a:lumMod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90D6F750-940D-4B7B-9DA7-91B125C27E58}"/>
              </a:ext>
            </a:extLst>
          </p:cNvPr>
          <p:cNvSpPr/>
          <p:nvPr/>
        </p:nvSpPr>
        <p:spPr>
          <a:xfrm>
            <a:off x="6382895" y="3751014"/>
            <a:ext cx="5184000" cy="9417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5" name="Isosceles Triangle 49">
            <a:extLst>
              <a:ext uri="{FF2B5EF4-FFF2-40B4-BE49-F238E27FC236}">
                <a16:creationId xmlns="" xmlns:a16="http://schemas.microsoft.com/office/drawing/2014/main" id="{7E8E8FA3-EB80-42F8-B677-AC6B323A40DF}"/>
              </a:ext>
            </a:extLst>
          </p:cNvPr>
          <p:cNvSpPr/>
          <p:nvPr/>
        </p:nvSpPr>
        <p:spPr>
          <a:xfrm rot="16200000">
            <a:off x="5116112" y="3424147"/>
            <a:ext cx="998749" cy="1538555"/>
          </a:xfrm>
          <a:custGeom>
            <a:avLst/>
            <a:gdLst>
              <a:gd name="connsiteX0" fmla="*/ 0 w 1008000"/>
              <a:gd name="connsiteY0" fmla="*/ 1096600 h 1096600"/>
              <a:gd name="connsiteX1" fmla="*/ 131856 w 1008000"/>
              <a:gd name="connsiteY1" fmla="*/ 0 h 1096600"/>
              <a:gd name="connsiteX2" fmla="*/ 1008000 w 1008000"/>
              <a:gd name="connsiteY2" fmla="*/ 1096600 h 1096600"/>
              <a:gd name="connsiteX3" fmla="*/ 0 w 1008000"/>
              <a:gd name="connsiteY3" fmla="*/ 1096600 h 1096600"/>
              <a:gd name="connsiteX0" fmla="*/ 0 w 1035624"/>
              <a:gd name="connsiteY0" fmla="*/ 1085967 h 1085967"/>
              <a:gd name="connsiteX1" fmla="*/ 1035624 w 1035624"/>
              <a:gd name="connsiteY1" fmla="*/ 0 h 1085967"/>
              <a:gd name="connsiteX2" fmla="*/ 1008000 w 1035624"/>
              <a:gd name="connsiteY2" fmla="*/ 1085967 h 1085967"/>
              <a:gd name="connsiteX3" fmla="*/ 0 w 1035624"/>
              <a:gd name="connsiteY3" fmla="*/ 1085967 h 1085967"/>
              <a:gd name="connsiteX0" fmla="*/ 0 w 1060722"/>
              <a:gd name="connsiteY0" fmla="*/ 1075043 h 1075043"/>
              <a:gd name="connsiteX1" fmla="*/ 1060722 w 1060722"/>
              <a:gd name="connsiteY1" fmla="*/ 0 h 1075043"/>
              <a:gd name="connsiteX2" fmla="*/ 1008000 w 1060722"/>
              <a:gd name="connsiteY2" fmla="*/ 1075043 h 1075043"/>
              <a:gd name="connsiteX3" fmla="*/ 0 w 1060722"/>
              <a:gd name="connsiteY3" fmla="*/ 1075043 h 1075043"/>
              <a:gd name="connsiteX0" fmla="*/ 0 w 1069087"/>
              <a:gd name="connsiteY0" fmla="*/ 1075043 h 1075043"/>
              <a:gd name="connsiteX1" fmla="*/ 1069087 w 1069087"/>
              <a:gd name="connsiteY1" fmla="*/ 0 h 1075043"/>
              <a:gd name="connsiteX2" fmla="*/ 1008000 w 1069087"/>
              <a:gd name="connsiteY2" fmla="*/ 1075043 h 1075043"/>
              <a:gd name="connsiteX3" fmla="*/ 0 w 1069087"/>
              <a:gd name="connsiteY3" fmla="*/ 1075043 h 1075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9087" h="1075043">
                <a:moveTo>
                  <a:pt x="0" y="1075043"/>
                </a:moveTo>
                <a:lnTo>
                  <a:pt x="1069087" y="0"/>
                </a:lnTo>
                <a:lnTo>
                  <a:pt x="1008000" y="1075043"/>
                </a:lnTo>
                <a:lnTo>
                  <a:pt x="0" y="1075043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80000"/>
                </a:schemeClr>
              </a:gs>
              <a:gs pos="100000">
                <a:schemeClr val="accent3">
                  <a:lumMod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 dirty="0">
              <a:ea typeface="+mj-ea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="" xmlns:a16="http://schemas.microsoft.com/office/drawing/2014/main" id="{A739F30F-CD1C-4793-9892-1EA670E64939}"/>
              </a:ext>
            </a:extLst>
          </p:cNvPr>
          <p:cNvSpPr/>
          <p:nvPr/>
        </p:nvSpPr>
        <p:spPr>
          <a:xfrm>
            <a:off x="6382895" y="4854933"/>
            <a:ext cx="5184000" cy="9417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7" name="Isosceles Triangle 50">
            <a:extLst>
              <a:ext uri="{FF2B5EF4-FFF2-40B4-BE49-F238E27FC236}">
                <a16:creationId xmlns="" xmlns:a16="http://schemas.microsoft.com/office/drawing/2014/main" id="{C99D1EF7-02E4-4E79-85F4-088EFFE8490B}"/>
              </a:ext>
            </a:extLst>
          </p:cNvPr>
          <p:cNvSpPr/>
          <p:nvPr/>
        </p:nvSpPr>
        <p:spPr>
          <a:xfrm rot="16200000">
            <a:off x="4609970" y="4021920"/>
            <a:ext cx="2025426" cy="1524165"/>
          </a:xfrm>
          <a:custGeom>
            <a:avLst/>
            <a:gdLst>
              <a:gd name="connsiteX0" fmla="*/ 0 w 1008000"/>
              <a:gd name="connsiteY0" fmla="*/ 1096600 h 1096600"/>
              <a:gd name="connsiteX1" fmla="*/ 131856 w 1008000"/>
              <a:gd name="connsiteY1" fmla="*/ 0 h 1096600"/>
              <a:gd name="connsiteX2" fmla="*/ 1008000 w 1008000"/>
              <a:gd name="connsiteY2" fmla="*/ 1096600 h 1096600"/>
              <a:gd name="connsiteX3" fmla="*/ 0 w 1008000"/>
              <a:gd name="connsiteY3" fmla="*/ 1096600 h 1096600"/>
              <a:gd name="connsiteX0" fmla="*/ 0 w 2109512"/>
              <a:gd name="connsiteY0" fmla="*/ 1054069 h 1054069"/>
              <a:gd name="connsiteX1" fmla="*/ 2109512 w 2109512"/>
              <a:gd name="connsiteY1" fmla="*/ 0 h 1054069"/>
              <a:gd name="connsiteX2" fmla="*/ 1008000 w 2109512"/>
              <a:gd name="connsiteY2" fmla="*/ 1054069 h 1054069"/>
              <a:gd name="connsiteX3" fmla="*/ 0 w 2109512"/>
              <a:gd name="connsiteY3" fmla="*/ 1054069 h 1054069"/>
              <a:gd name="connsiteX0" fmla="*/ 0 w 2172255"/>
              <a:gd name="connsiteY0" fmla="*/ 1064989 h 1064989"/>
              <a:gd name="connsiteX1" fmla="*/ 2172255 w 2172255"/>
              <a:gd name="connsiteY1" fmla="*/ 0 h 1064989"/>
              <a:gd name="connsiteX2" fmla="*/ 1008000 w 2172255"/>
              <a:gd name="connsiteY2" fmla="*/ 1064989 h 1064989"/>
              <a:gd name="connsiteX3" fmla="*/ 0 w 2172255"/>
              <a:gd name="connsiteY3" fmla="*/ 1064989 h 1064989"/>
              <a:gd name="connsiteX0" fmla="*/ 0 w 2168072"/>
              <a:gd name="connsiteY0" fmla="*/ 1064989 h 1064989"/>
              <a:gd name="connsiteX1" fmla="*/ 2168072 w 2168072"/>
              <a:gd name="connsiteY1" fmla="*/ 0 h 1064989"/>
              <a:gd name="connsiteX2" fmla="*/ 1008000 w 2168072"/>
              <a:gd name="connsiteY2" fmla="*/ 1064989 h 1064989"/>
              <a:gd name="connsiteX3" fmla="*/ 0 w 2168072"/>
              <a:gd name="connsiteY3" fmla="*/ 1064989 h 1064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8072" h="1064989">
                <a:moveTo>
                  <a:pt x="0" y="1064989"/>
                </a:moveTo>
                <a:lnTo>
                  <a:pt x="2168072" y="0"/>
                </a:lnTo>
                <a:lnTo>
                  <a:pt x="1008000" y="1064989"/>
                </a:lnTo>
                <a:lnTo>
                  <a:pt x="0" y="1064989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80000"/>
                </a:schemeClr>
              </a:gs>
              <a:gs pos="100000">
                <a:schemeClr val="accent4">
                  <a:lumMod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 dirty="0">
              <a:ea typeface="+mj-ea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7F4D8C35-5EF4-4A82-8FB0-07DFED310622}"/>
              </a:ext>
            </a:extLst>
          </p:cNvPr>
          <p:cNvGrpSpPr/>
          <p:nvPr/>
        </p:nvGrpSpPr>
        <p:grpSpPr>
          <a:xfrm>
            <a:off x="7615075" y="1677291"/>
            <a:ext cx="3670314" cy="678692"/>
            <a:chOff x="803640" y="3362835"/>
            <a:chExt cx="2059657" cy="678692"/>
          </a:xfrm>
        </p:grpSpPr>
        <p:sp>
          <p:nvSpPr>
            <p:cNvPr id="39" name="TextBox 38">
              <a:extLst>
                <a:ext uri="{FF2B5EF4-FFF2-40B4-BE49-F238E27FC236}">
                  <a16:creationId xmlns="" xmlns:a16="http://schemas.microsoft.com/office/drawing/2014/main" id="{B10B61A1-85B8-4E8C-95B0-1854BC4276EB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If anything goes wrong  with the environment, you know where to look.     </a:t>
              </a:r>
              <a:endParaRPr lang="ko-KR" altLang="en-US" sz="1200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0C234771-F5EB-4B4C-8595-6FA852390485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One environment configuration</a:t>
              </a:r>
              <a:endParaRPr lang="ko-KR" altLang="en-US" sz="12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="" xmlns:a16="http://schemas.microsoft.com/office/drawing/2014/main" id="{2AC9E26B-5452-4AD8-B8BB-8774C48D229B}"/>
              </a:ext>
            </a:extLst>
          </p:cNvPr>
          <p:cNvGrpSpPr/>
          <p:nvPr/>
        </p:nvGrpSpPr>
        <p:grpSpPr>
          <a:xfrm>
            <a:off x="7615075" y="2718690"/>
            <a:ext cx="3670314" cy="863358"/>
            <a:chOff x="803640" y="3362835"/>
            <a:chExt cx="2059657" cy="863358"/>
          </a:xfrm>
        </p:grpSpPr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9613453A-942C-4880-AB6A-56BE2EDD6ADE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Effectively people can use the same </a:t>
              </a:r>
              <a:r>
                <a:rPr lang="en-US" altLang="ko-KR" sz="1200" dirty="0" err="1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runscript</a:t>
              </a:r>
              <a:r>
                <a:rPr lang="en-US" altLang="ko-KR" sz="1200" dirty="0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 for a variety of models, so no need to work through a new one each time. Plus ESM-Tools support.     </a:t>
              </a:r>
              <a:endParaRPr lang="ko-KR" altLang="en-US" sz="1200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5164F959-812F-455A-8EB3-3B58DF8D3722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One </a:t>
              </a:r>
              <a:r>
                <a:rPr lang="en-US" altLang="ko-KR" sz="1200" b="1" dirty="0" err="1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runscript</a:t>
              </a:r>
              <a:endParaRPr lang="ko-KR" altLang="en-US" sz="12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="" xmlns:a16="http://schemas.microsoft.com/office/drawing/2014/main" id="{8A260F84-7A83-4520-BE45-A30339FD7F0A}"/>
              </a:ext>
            </a:extLst>
          </p:cNvPr>
          <p:cNvGrpSpPr/>
          <p:nvPr/>
        </p:nvGrpSpPr>
        <p:grpSpPr>
          <a:xfrm>
            <a:off x="7615075" y="3883414"/>
            <a:ext cx="3670314" cy="668376"/>
            <a:chOff x="803640" y="3362835"/>
            <a:chExt cx="2059657" cy="668376"/>
          </a:xfrm>
        </p:grpSpPr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595C2DD0-4583-4A19-8052-CC60477DF4DE}"/>
                </a:ext>
              </a:extLst>
            </p:cNvPr>
            <p:cNvSpPr txBox="1"/>
            <p:nvPr/>
          </p:nvSpPr>
          <p:spPr>
            <a:xfrm>
              <a:off x="803640" y="3569546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ea typeface="+mj-ea"/>
                  <a:cs typeface="Arial" pitchFamily="34" charset="0"/>
                </a:rPr>
                <a:t>You can </a:t>
              </a:r>
              <a:r>
                <a:rPr lang="en-US" altLang="ko-KR" sz="1200" dirty="0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know about problems before your users do, and also where it might come from. </a:t>
              </a:r>
              <a:endParaRPr lang="ko-KR" altLang="en-US" sz="1200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="" xmlns:a16="http://schemas.microsoft.com/office/drawing/2014/main" id="{552747ED-2F21-4C67-B926-5305A5420517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Automatic testing</a:t>
              </a:r>
              <a:endParaRPr lang="ko-KR" altLang="en-US" sz="12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3A0AE2E7-3873-4D4B-96C2-06CAF81534AF}"/>
              </a:ext>
            </a:extLst>
          </p:cNvPr>
          <p:cNvGrpSpPr/>
          <p:nvPr/>
        </p:nvGrpSpPr>
        <p:grpSpPr>
          <a:xfrm>
            <a:off x="7615075" y="4986475"/>
            <a:ext cx="3670314" cy="678692"/>
            <a:chOff x="803640" y="3362835"/>
            <a:chExt cx="2059657" cy="678692"/>
          </a:xfrm>
        </p:grpSpPr>
        <p:sp>
          <p:nvSpPr>
            <p:cNvPr id="48" name="TextBox 47">
              <a:extLst>
                <a:ext uri="{FF2B5EF4-FFF2-40B4-BE49-F238E27FC236}">
                  <a16:creationId xmlns="" xmlns:a16="http://schemas.microsoft.com/office/drawing/2014/main" id="{DCBCC136-7281-42D9-AFE2-B1A0D98F1317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Once a problem is fixed, the solution can be picked up by all users directly.     </a:t>
              </a:r>
              <a:endParaRPr lang="ko-KR" altLang="en-US" sz="1200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="" xmlns:a16="http://schemas.microsoft.com/office/drawing/2014/main" id="{E7239B2E-31B6-4602-B2FE-AFB919E67EA9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Deploy solutions</a:t>
              </a:r>
              <a:endParaRPr lang="ko-KR" altLang="en-US" sz="12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</p:grpSp>
      <p:sp>
        <p:nvSpPr>
          <p:cNvPr id="54" name="Block Arc 20">
            <a:extLst>
              <a:ext uri="{FF2B5EF4-FFF2-40B4-BE49-F238E27FC236}">
                <a16:creationId xmlns="" xmlns:a16="http://schemas.microsoft.com/office/drawing/2014/main" id="{442BD419-0F67-4BAB-976B-E90CC1C4AECE}"/>
              </a:ext>
            </a:extLst>
          </p:cNvPr>
          <p:cNvSpPr>
            <a:spLocks noChangeAspect="1"/>
          </p:cNvSpPr>
          <p:nvPr/>
        </p:nvSpPr>
        <p:spPr>
          <a:xfrm rot="10800000">
            <a:off x="473365" y="327816"/>
            <a:ext cx="1303479" cy="1413369"/>
          </a:xfrm>
          <a:custGeom>
            <a:avLst/>
            <a:gdLst/>
            <a:ahLst/>
            <a:cxnLst/>
            <a:rect l="l" t="t" r="r" b="b"/>
            <a:pathLst>
              <a:path w="2958558" h="3207983">
                <a:moveTo>
                  <a:pt x="376920" y="2960896"/>
                </a:moveTo>
                <a:cubicBezTo>
                  <a:pt x="266613" y="2960896"/>
                  <a:pt x="177192" y="2871475"/>
                  <a:pt x="177192" y="2761168"/>
                </a:cubicBezTo>
                <a:cubicBezTo>
                  <a:pt x="177192" y="2650861"/>
                  <a:pt x="266613" y="2561440"/>
                  <a:pt x="376920" y="2561440"/>
                </a:cubicBezTo>
                <a:cubicBezTo>
                  <a:pt x="487227" y="2561440"/>
                  <a:pt x="576648" y="2650861"/>
                  <a:pt x="576648" y="2761168"/>
                </a:cubicBezTo>
                <a:cubicBezTo>
                  <a:pt x="576648" y="2871475"/>
                  <a:pt x="487227" y="2960896"/>
                  <a:pt x="376920" y="2960896"/>
                </a:cubicBezTo>
                <a:close/>
                <a:moveTo>
                  <a:pt x="376921" y="3072323"/>
                </a:moveTo>
                <a:cubicBezTo>
                  <a:pt x="539434" y="3072323"/>
                  <a:pt x="671176" y="2940581"/>
                  <a:pt x="671176" y="2778068"/>
                </a:cubicBezTo>
                <a:cubicBezTo>
                  <a:pt x="671176" y="2615555"/>
                  <a:pt x="539434" y="2483813"/>
                  <a:pt x="376921" y="2483813"/>
                </a:cubicBezTo>
                <a:cubicBezTo>
                  <a:pt x="214408" y="2483813"/>
                  <a:pt x="82666" y="2615555"/>
                  <a:pt x="82666" y="2778068"/>
                </a:cubicBezTo>
                <a:cubicBezTo>
                  <a:pt x="82666" y="2940581"/>
                  <a:pt x="214408" y="3072323"/>
                  <a:pt x="376921" y="3072323"/>
                </a:cubicBezTo>
                <a:close/>
                <a:moveTo>
                  <a:pt x="2379939" y="3207575"/>
                </a:moveTo>
                <a:cubicBezTo>
                  <a:pt x="2342159" y="3210380"/>
                  <a:pt x="2303308" y="3198772"/>
                  <a:pt x="2272342" y="3172087"/>
                </a:cubicBezTo>
                <a:cubicBezTo>
                  <a:pt x="2210411" y="3118717"/>
                  <a:pt x="2203469" y="3025247"/>
                  <a:pt x="2256839" y="2963315"/>
                </a:cubicBezTo>
                <a:cubicBezTo>
                  <a:pt x="2292137" y="2922355"/>
                  <a:pt x="2344975" y="2905450"/>
                  <a:pt x="2394194" y="2916618"/>
                </a:cubicBezTo>
                <a:lnTo>
                  <a:pt x="2482323" y="2842744"/>
                </a:lnTo>
                <a:lnTo>
                  <a:pt x="2486558" y="2847797"/>
                </a:lnTo>
                <a:cubicBezTo>
                  <a:pt x="2638916" y="2767056"/>
                  <a:pt x="2628462" y="2744879"/>
                  <a:pt x="2689889" y="2690172"/>
                </a:cubicBezTo>
                <a:cubicBezTo>
                  <a:pt x="2722819" y="2655246"/>
                  <a:pt x="2732363" y="2657367"/>
                  <a:pt x="2726376" y="2568558"/>
                </a:cubicBezTo>
                <a:lnTo>
                  <a:pt x="2730335" y="2568172"/>
                </a:lnTo>
                <a:lnTo>
                  <a:pt x="2726098" y="2568172"/>
                </a:lnTo>
                <a:lnTo>
                  <a:pt x="2726098" y="2140027"/>
                </a:lnTo>
                <a:lnTo>
                  <a:pt x="2686068" y="2140105"/>
                </a:lnTo>
                <a:cubicBezTo>
                  <a:pt x="2685662" y="1932305"/>
                  <a:pt x="2574529" y="1740506"/>
                  <a:pt x="2394530" y="1636956"/>
                </a:cubicBezTo>
                <a:cubicBezTo>
                  <a:pt x="2214320" y="1533284"/>
                  <a:pt x="1992511" y="1533845"/>
                  <a:pt x="1812826" y="1638426"/>
                </a:cubicBezTo>
                <a:cubicBezTo>
                  <a:pt x="1633353" y="1742884"/>
                  <a:pt x="1523189" y="1935240"/>
                  <a:pt x="1523830" y="2143038"/>
                </a:cubicBezTo>
                <a:lnTo>
                  <a:pt x="1483625" y="2143162"/>
                </a:lnTo>
                <a:lnTo>
                  <a:pt x="1483625" y="2568172"/>
                </a:lnTo>
                <a:lnTo>
                  <a:pt x="1479388" y="2568172"/>
                </a:lnTo>
                <a:lnTo>
                  <a:pt x="1483347" y="2568558"/>
                </a:lnTo>
                <a:cubicBezTo>
                  <a:pt x="1477359" y="2657367"/>
                  <a:pt x="1486903" y="2655246"/>
                  <a:pt x="1519833" y="2690172"/>
                </a:cubicBezTo>
                <a:cubicBezTo>
                  <a:pt x="1581261" y="2744879"/>
                  <a:pt x="1570806" y="2767057"/>
                  <a:pt x="1723166" y="2847797"/>
                </a:cubicBezTo>
                <a:lnTo>
                  <a:pt x="1727402" y="2842744"/>
                </a:lnTo>
                <a:lnTo>
                  <a:pt x="1815530" y="2916618"/>
                </a:lnTo>
                <a:cubicBezTo>
                  <a:pt x="1864749" y="2905450"/>
                  <a:pt x="1917587" y="2922356"/>
                  <a:pt x="1952884" y="2963315"/>
                </a:cubicBezTo>
                <a:cubicBezTo>
                  <a:pt x="2006254" y="3025247"/>
                  <a:pt x="1999313" y="3118717"/>
                  <a:pt x="1937381" y="3172087"/>
                </a:cubicBezTo>
                <a:cubicBezTo>
                  <a:pt x="1906416" y="3198772"/>
                  <a:pt x="1867565" y="3210380"/>
                  <a:pt x="1829785" y="3207575"/>
                </a:cubicBezTo>
                <a:cubicBezTo>
                  <a:pt x="1792004" y="3204769"/>
                  <a:pt x="1755294" y="3187551"/>
                  <a:pt x="1728609" y="3156586"/>
                </a:cubicBezTo>
                <a:cubicBezTo>
                  <a:pt x="1704170" y="3128225"/>
                  <a:pt x="1692377" y="3093251"/>
                  <a:pt x="1694258" y="3058558"/>
                </a:cubicBezTo>
                <a:lnTo>
                  <a:pt x="1607474" y="2985811"/>
                </a:lnTo>
                <a:lnTo>
                  <a:pt x="1609754" y="2983092"/>
                </a:lnTo>
                <a:cubicBezTo>
                  <a:pt x="1505378" y="2914609"/>
                  <a:pt x="1454899" y="2874388"/>
                  <a:pt x="1372959" y="2808609"/>
                </a:cubicBezTo>
                <a:cubicBezTo>
                  <a:pt x="1301402" y="2768123"/>
                  <a:pt x="1295976" y="2652344"/>
                  <a:pt x="1300245" y="2568172"/>
                </a:cubicBezTo>
                <a:lnTo>
                  <a:pt x="1296941" y="2568172"/>
                </a:lnTo>
                <a:lnTo>
                  <a:pt x="1296941" y="2143739"/>
                </a:lnTo>
                <a:lnTo>
                  <a:pt x="1251342" y="2143880"/>
                </a:lnTo>
                <a:cubicBezTo>
                  <a:pt x="1250400" y="1838694"/>
                  <a:pt x="1412261" y="1556194"/>
                  <a:pt x="1675942" y="1402813"/>
                </a:cubicBezTo>
                <a:cubicBezTo>
                  <a:pt x="1778114" y="1343381"/>
                  <a:pt x="1889554" y="1306836"/>
                  <a:pt x="2003205" y="1293823"/>
                </a:cubicBezTo>
                <a:lnTo>
                  <a:pt x="2003205" y="878785"/>
                </a:lnTo>
                <a:lnTo>
                  <a:pt x="1998176" y="878621"/>
                </a:lnTo>
                <a:cubicBezTo>
                  <a:pt x="2009560" y="630102"/>
                  <a:pt x="1847671" y="398939"/>
                  <a:pt x="1584243" y="287563"/>
                </a:cubicBezTo>
                <a:cubicBezTo>
                  <a:pt x="1373323" y="198386"/>
                  <a:pt x="1125012" y="198092"/>
                  <a:pt x="913796" y="286769"/>
                </a:cubicBezTo>
                <a:cubicBezTo>
                  <a:pt x="650203" y="397436"/>
                  <a:pt x="487575" y="627955"/>
                  <a:pt x="497878" y="876315"/>
                </a:cubicBezTo>
                <a:lnTo>
                  <a:pt x="492947" y="876461"/>
                </a:lnTo>
                <a:lnTo>
                  <a:pt x="492947" y="2424958"/>
                </a:lnTo>
                <a:cubicBezTo>
                  <a:pt x="646520" y="2471832"/>
                  <a:pt x="757382" y="2615059"/>
                  <a:pt x="757382" y="2784179"/>
                </a:cubicBezTo>
                <a:cubicBezTo>
                  <a:pt x="757382" y="2993324"/>
                  <a:pt x="587836" y="3162870"/>
                  <a:pt x="378691" y="3162870"/>
                </a:cubicBezTo>
                <a:cubicBezTo>
                  <a:pt x="169546" y="3162870"/>
                  <a:pt x="0" y="2993324"/>
                  <a:pt x="0" y="2784179"/>
                </a:cubicBezTo>
                <a:cubicBezTo>
                  <a:pt x="0" y="2610447"/>
                  <a:pt x="116991" y="2464039"/>
                  <a:pt x="276947" y="2421074"/>
                </a:cubicBezTo>
                <a:lnTo>
                  <a:pt x="276947" y="783746"/>
                </a:lnTo>
                <a:lnTo>
                  <a:pt x="281758" y="783746"/>
                </a:lnTo>
                <a:cubicBezTo>
                  <a:pt x="307533" y="493124"/>
                  <a:pt x="502412" y="231983"/>
                  <a:pt x="801266" y="95774"/>
                </a:cubicBezTo>
                <a:cubicBezTo>
                  <a:pt x="1082323" y="-32324"/>
                  <a:pt x="1416727" y="-31901"/>
                  <a:pt x="1697364" y="96907"/>
                </a:cubicBezTo>
                <a:cubicBezTo>
                  <a:pt x="1994951" y="233494"/>
                  <a:pt x="2188714" y="494056"/>
                  <a:pt x="2214549" y="783746"/>
                </a:cubicBezTo>
                <a:lnTo>
                  <a:pt x="2219205" y="783746"/>
                </a:lnTo>
                <a:lnTo>
                  <a:pt x="2219205" y="1295162"/>
                </a:lnTo>
                <a:cubicBezTo>
                  <a:pt x="2327099" y="1309357"/>
                  <a:pt x="2432799" y="1344641"/>
                  <a:pt x="2530224" y="1400656"/>
                </a:cubicBezTo>
                <a:cubicBezTo>
                  <a:pt x="2794677" y="1552703"/>
                  <a:pt x="2957961" y="1834385"/>
                  <a:pt x="2958558" y="2139573"/>
                </a:cubicBezTo>
                <a:lnTo>
                  <a:pt x="2912782" y="2139663"/>
                </a:lnTo>
                <a:lnTo>
                  <a:pt x="2912782" y="2568172"/>
                </a:lnTo>
                <a:lnTo>
                  <a:pt x="2909478" y="2568172"/>
                </a:lnTo>
                <a:cubicBezTo>
                  <a:pt x="2913747" y="2652344"/>
                  <a:pt x="2908320" y="2768123"/>
                  <a:pt x="2836763" y="2808609"/>
                </a:cubicBezTo>
                <a:cubicBezTo>
                  <a:pt x="2754824" y="2874388"/>
                  <a:pt x="2704345" y="2914609"/>
                  <a:pt x="2599970" y="2983091"/>
                </a:cubicBezTo>
                <a:lnTo>
                  <a:pt x="2602250" y="2985811"/>
                </a:lnTo>
                <a:lnTo>
                  <a:pt x="2515466" y="3058559"/>
                </a:lnTo>
                <a:cubicBezTo>
                  <a:pt x="2517346" y="3093252"/>
                  <a:pt x="2505554" y="3128225"/>
                  <a:pt x="2481114" y="3156586"/>
                </a:cubicBezTo>
                <a:cubicBezTo>
                  <a:pt x="2454429" y="3187551"/>
                  <a:pt x="2417719" y="3204769"/>
                  <a:pt x="2379939" y="3207575"/>
                </a:cubicBezTo>
                <a:close/>
              </a:path>
            </a:pathLst>
          </a:custGeom>
          <a:solidFill>
            <a:srgbClr val="F1A6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55" name="Rectangle 7">
            <a:extLst>
              <a:ext uri="{FF2B5EF4-FFF2-40B4-BE49-F238E27FC236}">
                <a16:creationId xmlns="" xmlns:a16="http://schemas.microsoft.com/office/drawing/2014/main" id="{84693C49-05C6-4CD0-A900-4B843CF3016D}"/>
              </a:ext>
            </a:extLst>
          </p:cNvPr>
          <p:cNvSpPr/>
          <p:nvPr/>
        </p:nvSpPr>
        <p:spPr>
          <a:xfrm rot="18900000">
            <a:off x="6777266" y="1778053"/>
            <a:ext cx="225664" cy="502732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6" name="Frame 17">
            <a:extLst>
              <a:ext uri="{FF2B5EF4-FFF2-40B4-BE49-F238E27FC236}">
                <a16:creationId xmlns="" xmlns:a16="http://schemas.microsoft.com/office/drawing/2014/main" id="{1278BF84-DDF3-43F8-88E4-A0F28E4079EF}"/>
              </a:ext>
            </a:extLst>
          </p:cNvPr>
          <p:cNvSpPr/>
          <p:nvPr/>
        </p:nvSpPr>
        <p:spPr>
          <a:xfrm>
            <a:off x="6617248" y="5071748"/>
            <a:ext cx="508153" cy="50815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57" name="Parallelogram 15">
            <a:extLst>
              <a:ext uri="{FF2B5EF4-FFF2-40B4-BE49-F238E27FC236}">
                <a16:creationId xmlns="" xmlns:a16="http://schemas.microsoft.com/office/drawing/2014/main" id="{7A9FBE9D-EE5A-4F1B-8EDD-3D011F43183E}"/>
              </a:ext>
            </a:extLst>
          </p:cNvPr>
          <p:cNvSpPr/>
          <p:nvPr/>
        </p:nvSpPr>
        <p:spPr>
          <a:xfrm flipH="1">
            <a:off x="6639077" y="3956996"/>
            <a:ext cx="464493" cy="464493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8" name="Right Triangle 17">
            <a:extLst>
              <a:ext uri="{FF2B5EF4-FFF2-40B4-BE49-F238E27FC236}">
                <a16:creationId xmlns="" xmlns:a16="http://schemas.microsoft.com/office/drawing/2014/main" id="{6ADCC979-BA1C-4251-B6F5-CE5AA2B72FD0}"/>
              </a:ext>
            </a:extLst>
          </p:cNvPr>
          <p:cNvSpPr/>
          <p:nvPr/>
        </p:nvSpPr>
        <p:spPr>
          <a:xfrm>
            <a:off x="6678428" y="2810903"/>
            <a:ext cx="385790" cy="546392"/>
          </a:xfrm>
          <a:custGeom>
            <a:avLst/>
            <a:gdLst/>
            <a:ahLst/>
            <a:cxn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1103701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41" y="0"/>
            <a:ext cx="5070451" cy="6858000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  <a:alpha val="13000"/>
              </a:schemeClr>
            </a:outerShdw>
          </a:effectLst>
        </p:spPr>
      </p:pic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sz="4000" dirty="0" smtClean="0"/>
              <a:t>ESM-Tools distribution</a:t>
            </a:r>
            <a:endParaRPr lang="en-US" sz="4000" dirty="0"/>
          </a:p>
        </p:txBody>
      </p:sp>
      <p:sp>
        <p:nvSpPr>
          <p:cNvPr id="296" name="Oval 295">
            <a:extLst>
              <a:ext uri="{FF2B5EF4-FFF2-40B4-BE49-F238E27FC236}">
                <a16:creationId xmlns="" xmlns:a16="http://schemas.microsoft.com/office/drawing/2014/main" id="{7AA830F1-3C9B-4E1A-9F9D-80C6AB9B1F75}"/>
              </a:ext>
            </a:extLst>
          </p:cNvPr>
          <p:cNvSpPr/>
          <p:nvPr/>
        </p:nvSpPr>
        <p:spPr>
          <a:xfrm>
            <a:off x="8817822" y="5767677"/>
            <a:ext cx="278284" cy="255432"/>
          </a:xfrm>
          <a:prstGeom prst="ellipse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97" name="Elbow Connector 5">
            <a:extLst>
              <a:ext uri="{FF2B5EF4-FFF2-40B4-BE49-F238E27FC236}">
                <a16:creationId xmlns="" xmlns:a16="http://schemas.microsoft.com/office/drawing/2014/main" id="{9B86E1D1-E6A7-4744-BEFF-FD0587DA47F6}"/>
              </a:ext>
            </a:extLst>
          </p:cNvPr>
          <p:cNvCxnSpPr>
            <a:cxnSpLocks/>
            <a:stCxn id="300" idx="0"/>
            <a:endCxn id="296" idx="0"/>
          </p:cNvCxnSpPr>
          <p:nvPr/>
        </p:nvCxnSpPr>
        <p:spPr>
          <a:xfrm rot="16200000" flipH="1">
            <a:off x="6369377" y="3180091"/>
            <a:ext cx="149283" cy="5025889"/>
          </a:xfrm>
          <a:prstGeom prst="bentConnector3">
            <a:avLst>
              <a:gd name="adj1" fmla="val -153132"/>
            </a:avLst>
          </a:prstGeom>
          <a:ln w="19050">
            <a:solidFill>
              <a:schemeClr val="accent4">
                <a:alpha val="69000"/>
              </a:schemeClr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8" name="Chart 7">
            <a:extLst>
              <a:ext uri="{FF2B5EF4-FFF2-40B4-BE49-F238E27FC236}">
                <a16:creationId xmlns="" xmlns:a16="http://schemas.microsoft.com/office/drawing/2014/main" id="{C85BBCE2-084D-49A4-B042-F9B74D86FA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1191320"/>
              </p:ext>
            </p:extLst>
          </p:nvPr>
        </p:nvGraphicFramePr>
        <p:xfrm>
          <a:off x="630250" y="2481380"/>
          <a:ext cx="924253" cy="995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99" name="그룹 9">
            <a:extLst>
              <a:ext uri="{FF2B5EF4-FFF2-40B4-BE49-F238E27FC236}">
                <a16:creationId xmlns="" xmlns:a16="http://schemas.microsoft.com/office/drawing/2014/main" id="{E79A6504-0F4E-41BC-B1EA-01CB2486D13E}"/>
              </a:ext>
            </a:extLst>
          </p:cNvPr>
          <p:cNvGrpSpPr/>
          <p:nvPr/>
        </p:nvGrpSpPr>
        <p:grpSpPr>
          <a:xfrm>
            <a:off x="2846215" y="5618394"/>
            <a:ext cx="2169719" cy="495706"/>
            <a:chOff x="1461150" y="2929298"/>
            <a:chExt cx="1368000" cy="495706"/>
          </a:xfrm>
        </p:grpSpPr>
        <p:sp>
          <p:nvSpPr>
            <p:cNvPr id="300" name="TextBox 299">
              <a:extLst>
                <a:ext uri="{FF2B5EF4-FFF2-40B4-BE49-F238E27FC236}">
                  <a16:creationId xmlns="" xmlns:a16="http://schemas.microsoft.com/office/drawing/2014/main" id="{13ECEF28-3797-45E0-9A78-85E284954E6D}"/>
                </a:ext>
              </a:extLst>
            </p:cNvPr>
            <p:cNvSpPr txBox="1"/>
            <p:nvPr/>
          </p:nvSpPr>
          <p:spPr>
            <a:xfrm>
              <a:off x="1461150" y="2929298"/>
              <a:ext cx="136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Oberpfaffenhofen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01" name="TextBox 300">
              <a:extLst>
                <a:ext uri="{FF2B5EF4-FFF2-40B4-BE49-F238E27FC236}">
                  <a16:creationId xmlns="" xmlns:a16="http://schemas.microsoft.com/office/drawing/2014/main" id="{8A0DF71B-CA36-41DA-B9DD-0834A267F98D}"/>
                </a:ext>
              </a:extLst>
            </p:cNvPr>
            <p:cNvSpPr txBox="1"/>
            <p:nvPr/>
          </p:nvSpPr>
          <p:spPr>
            <a:xfrm>
              <a:off x="1461150" y="3148005"/>
              <a:ext cx="136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DLR : MESSY / EMACS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02" name="Oval 301">
            <a:extLst>
              <a:ext uri="{FF2B5EF4-FFF2-40B4-BE49-F238E27FC236}">
                <a16:creationId xmlns="" xmlns:a16="http://schemas.microsoft.com/office/drawing/2014/main" id="{837B5133-FBE9-46AD-A609-1B998A2B2D75}"/>
              </a:ext>
            </a:extLst>
          </p:cNvPr>
          <p:cNvSpPr/>
          <p:nvPr/>
        </p:nvSpPr>
        <p:spPr>
          <a:xfrm>
            <a:off x="6766035" y="1163177"/>
            <a:ext cx="335360" cy="3353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03" name="Elbow Connector 97">
            <a:extLst>
              <a:ext uri="{FF2B5EF4-FFF2-40B4-BE49-F238E27FC236}">
                <a16:creationId xmlns="" xmlns:a16="http://schemas.microsoft.com/office/drawing/2014/main" id="{0B2603FE-5983-4D6C-B00F-62E0EAA74D31}"/>
              </a:ext>
            </a:extLst>
          </p:cNvPr>
          <p:cNvCxnSpPr>
            <a:cxnSpLocks/>
            <a:stCxn id="306" idx="2"/>
          </p:cNvCxnSpPr>
          <p:nvPr/>
        </p:nvCxnSpPr>
        <p:spPr>
          <a:xfrm rot="5400000" flipH="1" flipV="1">
            <a:off x="4937547" y="71963"/>
            <a:ext cx="542364" cy="3114616"/>
          </a:xfrm>
          <a:prstGeom prst="bentConnector4">
            <a:avLst>
              <a:gd name="adj1" fmla="val -42149"/>
              <a:gd name="adj2" fmla="val 73159"/>
            </a:avLst>
          </a:prstGeom>
          <a:ln w="19050">
            <a:solidFill>
              <a:schemeClr val="accent1">
                <a:alpha val="69000"/>
              </a:schemeClr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4" name="그룹 10">
            <a:extLst>
              <a:ext uri="{FF2B5EF4-FFF2-40B4-BE49-F238E27FC236}">
                <a16:creationId xmlns="" xmlns:a16="http://schemas.microsoft.com/office/drawing/2014/main" id="{85B796EA-B038-4BBD-8D22-78D6B1BB225D}"/>
              </a:ext>
            </a:extLst>
          </p:cNvPr>
          <p:cNvGrpSpPr/>
          <p:nvPr/>
        </p:nvGrpSpPr>
        <p:grpSpPr>
          <a:xfrm>
            <a:off x="2208820" y="1220081"/>
            <a:ext cx="2885201" cy="680372"/>
            <a:chOff x="1461150" y="3733768"/>
            <a:chExt cx="1368000" cy="680372"/>
          </a:xfrm>
        </p:grpSpPr>
        <p:sp>
          <p:nvSpPr>
            <p:cNvPr id="305" name="TextBox 304">
              <a:extLst>
                <a:ext uri="{FF2B5EF4-FFF2-40B4-BE49-F238E27FC236}">
                  <a16:creationId xmlns="" xmlns:a16="http://schemas.microsoft.com/office/drawing/2014/main" id="{6012AA35-F8D4-4DD7-AE22-FE9A5DF89B3A}"/>
                </a:ext>
              </a:extLst>
            </p:cNvPr>
            <p:cNvSpPr txBox="1"/>
            <p:nvPr/>
          </p:nvSpPr>
          <p:spPr>
            <a:xfrm>
              <a:off x="1461150" y="3733768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Bremerhaven</a:t>
              </a:r>
            </a:p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06" name="TextBox 305">
              <a:extLst>
                <a:ext uri="{FF2B5EF4-FFF2-40B4-BE49-F238E27FC236}">
                  <a16:creationId xmlns="" xmlns:a16="http://schemas.microsoft.com/office/drawing/2014/main" id="{C6CE0829-25C8-41BD-AD30-D79149041AEA}"/>
                </a:ext>
              </a:extLst>
            </p:cNvPr>
            <p:cNvSpPr txBox="1"/>
            <p:nvPr/>
          </p:nvSpPr>
          <p:spPr>
            <a:xfrm>
              <a:off x="1461150" y="3952475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AWI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ESM-Tools, FESOM,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REcoM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       AWICM, PISM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07" name="Oval 306">
            <a:extLst>
              <a:ext uri="{FF2B5EF4-FFF2-40B4-BE49-F238E27FC236}">
                <a16:creationId xmlns="" xmlns:a16="http://schemas.microsoft.com/office/drawing/2014/main" id="{AA0E8AAF-6D67-41A1-9B25-31EADB06F0D8}"/>
              </a:ext>
            </a:extLst>
          </p:cNvPr>
          <p:cNvSpPr/>
          <p:nvPr/>
        </p:nvSpPr>
        <p:spPr>
          <a:xfrm>
            <a:off x="9055540" y="2026826"/>
            <a:ext cx="367400" cy="367400"/>
          </a:xfrm>
          <a:prstGeom prst="ellipse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08" name="Elbow Connector 117">
            <a:extLst>
              <a:ext uri="{FF2B5EF4-FFF2-40B4-BE49-F238E27FC236}">
                <a16:creationId xmlns="" xmlns:a16="http://schemas.microsoft.com/office/drawing/2014/main" id="{3C4CC02B-99A1-4E6B-BEA7-19263EC15FED}"/>
              </a:ext>
            </a:extLst>
          </p:cNvPr>
          <p:cNvCxnSpPr>
            <a:cxnSpLocks/>
            <a:stCxn id="312" idx="0"/>
            <a:endCxn id="307" idx="0"/>
          </p:cNvCxnSpPr>
          <p:nvPr/>
        </p:nvCxnSpPr>
        <p:spPr>
          <a:xfrm rot="16200000" flipV="1">
            <a:off x="10151976" y="1114090"/>
            <a:ext cx="285954" cy="2111426"/>
          </a:xfrm>
          <a:prstGeom prst="bentConnector3">
            <a:avLst>
              <a:gd name="adj1" fmla="val 179943"/>
            </a:avLst>
          </a:prstGeom>
          <a:ln w="19050">
            <a:solidFill>
              <a:schemeClr val="accent3">
                <a:alpha val="69000"/>
              </a:schemeClr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Oval 308">
            <a:extLst>
              <a:ext uri="{FF2B5EF4-FFF2-40B4-BE49-F238E27FC236}">
                <a16:creationId xmlns="" xmlns:a16="http://schemas.microsoft.com/office/drawing/2014/main" id="{F1283252-EBDB-4A5A-A9B9-6A9AC70A9280}"/>
              </a:ext>
            </a:extLst>
          </p:cNvPr>
          <p:cNvSpPr/>
          <p:nvPr/>
        </p:nvSpPr>
        <p:spPr>
          <a:xfrm>
            <a:off x="7474878" y="336396"/>
            <a:ext cx="311579" cy="311579"/>
          </a:xfrm>
          <a:prstGeom prst="ellipse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10" name="Elbow Connector 119">
            <a:extLst>
              <a:ext uri="{FF2B5EF4-FFF2-40B4-BE49-F238E27FC236}">
                <a16:creationId xmlns="" xmlns:a16="http://schemas.microsoft.com/office/drawing/2014/main" id="{3AFB5C3F-6AB3-40AC-9B13-C81246E4DDFE}"/>
              </a:ext>
            </a:extLst>
          </p:cNvPr>
          <p:cNvCxnSpPr>
            <a:cxnSpLocks/>
            <a:stCxn id="316" idx="2"/>
            <a:endCxn id="309" idx="6"/>
          </p:cNvCxnSpPr>
          <p:nvPr/>
        </p:nvCxnSpPr>
        <p:spPr>
          <a:xfrm rot="5400000" flipH="1">
            <a:off x="9217679" y="-939035"/>
            <a:ext cx="340185" cy="3202629"/>
          </a:xfrm>
          <a:prstGeom prst="bentConnector4">
            <a:avLst>
              <a:gd name="adj1" fmla="val -67199"/>
              <a:gd name="adj2" fmla="val 68780"/>
            </a:avLst>
          </a:prstGeom>
          <a:ln w="19050">
            <a:solidFill>
              <a:schemeClr val="accent2">
                <a:alpha val="69000"/>
              </a:schemeClr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1" name="그룹 11">
            <a:extLst>
              <a:ext uri="{FF2B5EF4-FFF2-40B4-BE49-F238E27FC236}">
                <a16:creationId xmlns="" xmlns:a16="http://schemas.microsoft.com/office/drawing/2014/main" id="{6060DAD2-3C8D-47A6-93D8-0148F8B88302}"/>
              </a:ext>
            </a:extLst>
          </p:cNvPr>
          <p:cNvGrpSpPr/>
          <p:nvPr/>
        </p:nvGrpSpPr>
        <p:grpSpPr>
          <a:xfrm>
            <a:off x="10509331" y="2312780"/>
            <a:ext cx="1682669" cy="680372"/>
            <a:chOff x="9384114" y="2697830"/>
            <a:chExt cx="1368000" cy="680372"/>
          </a:xfrm>
        </p:grpSpPr>
        <p:sp>
          <p:nvSpPr>
            <p:cNvPr id="312" name="TextBox 311">
              <a:extLst>
                <a:ext uri="{FF2B5EF4-FFF2-40B4-BE49-F238E27FC236}">
                  <a16:creationId xmlns="" xmlns:a16="http://schemas.microsoft.com/office/drawing/2014/main" id="{527C5718-E5DE-49DD-8755-3BF4A03EB546}"/>
                </a:ext>
              </a:extLst>
            </p:cNvPr>
            <p:cNvSpPr txBox="1"/>
            <p:nvPr/>
          </p:nvSpPr>
          <p:spPr>
            <a:xfrm>
              <a:off x="9384114" y="2697830"/>
              <a:ext cx="136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Potsdam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13" name="TextBox 312">
              <a:extLst>
                <a:ext uri="{FF2B5EF4-FFF2-40B4-BE49-F238E27FC236}">
                  <a16:creationId xmlns="" xmlns:a16="http://schemas.microsoft.com/office/drawing/2014/main" id="{A9565C74-BECE-4448-BEDB-0D5D299A014C}"/>
                </a:ext>
              </a:extLst>
            </p:cNvPr>
            <p:cNvSpPr txBox="1"/>
            <p:nvPr/>
          </p:nvSpPr>
          <p:spPr>
            <a:xfrm>
              <a:off x="9384114" y="2916537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AWI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Echam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/ ICON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GFZ: VILMA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14" name="그룹 12">
            <a:extLst>
              <a:ext uri="{FF2B5EF4-FFF2-40B4-BE49-F238E27FC236}">
                <a16:creationId xmlns="" xmlns:a16="http://schemas.microsoft.com/office/drawing/2014/main" id="{E26D3C22-DD02-440A-B87E-BCDB540162BF}"/>
              </a:ext>
            </a:extLst>
          </p:cNvPr>
          <p:cNvGrpSpPr/>
          <p:nvPr/>
        </p:nvGrpSpPr>
        <p:grpSpPr>
          <a:xfrm>
            <a:off x="9786171" y="151999"/>
            <a:ext cx="2405829" cy="680372"/>
            <a:chOff x="9443945" y="3672034"/>
            <a:chExt cx="1311711" cy="680372"/>
          </a:xfrm>
        </p:grpSpPr>
        <p:sp>
          <p:nvSpPr>
            <p:cNvPr id="315" name="TextBox 314">
              <a:extLst>
                <a:ext uri="{FF2B5EF4-FFF2-40B4-BE49-F238E27FC236}">
                  <a16:creationId xmlns="" xmlns:a16="http://schemas.microsoft.com/office/drawing/2014/main" id="{D623D773-94CA-44AE-93FA-A816FBF91A90}"/>
                </a:ext>
              </a:extLst>
            </p:cNvPr>
            <p:cNvSpPr txBox="1"/>
            <p:nvPr/>
          </p:nvSpPr>
          <p:spPr>
            <a:xfrm>
              <a:off x="9443945" y="3672034"/>
              <a:ext cx="13117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Kiel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16" name="TextBox 315">
              <a:extLst>
                <a:ext uri="{FF2B5EF4-FFF2-40B4-BE49-F238E27FC236}">
                  <a16:creationId xmlns="" xmlns:a16="http://schemas.microsoft.com/office/drawing/2014/main" id="{2D62F311-56C7-443F-B73E-E655481114EC}"/>
                </a:ext>
              </a:extLst>
            </p:cNvPr>
            <p:cNvSpPr txBox="1"/>
            <p:nvPr/>
          </p:nvSpPr>
          <p:spPr>
            <a:xfrm>
              <a:off x="9443945" y="3890741"/>
              <a:ext cx="13117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GEOMAR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NEMO / FOCI-OIFS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CAU: Metos3D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aphicFrame>
        <p:nvGraphicFramePr>
          <p:cNvPr id="317" name="Chart 7">
            <a:extLst>
              <a:ext uri="{FF2B5EF4-FFF2-40B4-BE49-F238E27FC236}">
                <a16:creationId xmlns="" xmlns:a16="http://schemas.microsoft.com/office/drawing/2014/main" id="{1EDAB720-DCA0-482B-A4C8-65BE21AB9B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1815713"/>
              </p:ext>
            </p:extLst>
          </p:nvPr>
        </p:nvGraphicFramePr>
        <p:xfrm>
          <a:off x="10659043" y="3627910"/>
          <a:ext cx="924253" cy="995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1" name="Rounded Rectangle 5">
            <a:extLst>
              <a:ext uri="{FF2B5EF4-FFF2-40B4-BE49-F238E27FC236}">
                <a16:creationId xmlns="" xmlns:a16="http://schemas.microsoft.com/office/drawing/2014/main" id="{34B099F5-4C73-41F4-879A-2DBD20FF3FA3}"/>
              </a:ext>
            </a:extLst>
          </p:cNvPr>
          <p:cNvSpPr/>
          <p:nvPr/>
        </p:nvSpPr>
        <p:spPr>
          <a:xfrm flipH="1">
            <a:off x="3630868" y="5417109"/>
            <a:ext cx="336779" cy="277822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cxnSp>
        <p:nvCxnSpPr>
          <p:cNvPr id="68" name="Elbow Connector 5">
            <a:extLst>
              <a:ext uri="{FF2B5EF4-FFF2-40B4-BE49-F238E27FC236}">
                <a16:creationId xmlns="" xmlns:a16="http://schemas.microsoft.com/office/drawing/2014/main" id="{9B86E1D1-E6A7-4744-BEFF-FD0587DA47F6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2391990" y="3257566"/>
            <a:ext cx="3505164" cy="349461"/>
          </a:xfrm>
          <a:prstGeom prst="bentConnector2">
            <a:avLst/>
          </a:prstGeom>
          <a:ln w="19050">
            <a:solidFill>
              <a:srgbClr val="0070C0">
                <a:alpha val="69000"/>
              </a:srgbClr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그룹 9">
            <a:extLst>
              <a:ext uri="{FF2B5EF4-FFF2-40B4-BE49-F238E27FC236}">
                <a16:creationId xmlns="" xmlns:a16="http://schemas.microsoft.com/office/drawing/2014/main" id="{E79A6504-0F4E-41BC-B1EA-01CB2486D13E}"/>
              </a:ext>
            </a:extLst>
          </p:cNvPr>
          <p:cNvGrpSpPr/>
          <p:nvPr/>
        </p:nvGrpSpPr>
        <p:grpSpPr>
          <a:xfrm>
            <a:off x="463808" y="3217023"/>
            <a:ext cx="2169719" cy="1234370"/>
            <a:chOff x="1461150" y="2929298"/>
            <a:chExt cx="1368000" cy="1234370"/>
          </a:xfrm>
        </p:grpSpPr>
        <p:sp>
          <p:nvSpPr>
            <p:cNvPr id="70" name="TextBox 69">
              <a:extLst>
                <a:ext uri="{FF2B5EF4-FFF2-40B4-BE49-F238E27FC236}">
                  <a16:creationId xmlns="" xmlns:a16="http://schemas.microsoft.com/office/drawing/2014/main" id="{13ECEF28-3797-45E0-9A78-85E284954E6D}"/>
                </a:ext>
              </a:extLst>
            </p:cNvPr>
            <p:cNvSpPr txBox="1"/>
            <p:nvPr/>
          </p:nvSpPr>
          <p:spPr>
            <a:xfrm>
              <a:off x="1461150" y="2929298"/>
              <a:ext cx="136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Supported machines: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="" xmlns:a16="http://schemas.microsoft.com/office/drawing/2014/main" id="{8A0DF71B-CA36-41DA-B9DD-0834A267F98D}"/>
                </a:ext>
              </a:extLst>
            </p:cNvPr>
            <p:cNvSpPr txBox="1"/>
            <p:nvPr/>
          </p:nvSpPr>
          <p:spPr>
            <a:xfrm>
              <a:off x="1461150" y="3148005"/>
              <a:ext cx="1368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AWI: ollie</a:t>
              </a:r>
            </a:p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JSC: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juwels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jureca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HLRN: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blogin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glogin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DKRZ: mistral</a:t>
              </a:r>
            </a:p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72" name="Rounded Rectangle 5">
            <a:extLst>
              <a:ext uri="{FF2B5EF4-FFF2-40B4-BE49-F238E27FC236}">
                <a16:creationId xmlns="" xmlns:a16="http://schemas.microsoft.com/office/drawing/2014/main" id="{34B099F5-4C73-41F4-879A-2DBD20FF3FA3}"/>
              </a:ext>
            </a:extLst>
          </p:cNvPr>
          <p:cNvSpPr/>
          <p:nvPr/>
        </p:nvSpPr>
        <p:spPr>
          <a:xfrm flipH="1">
            <a:off x="644006" y="2342157"/>
            <a:ext cx="336779" cy="277822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0" name="Diamond 19"/>
          <p:cNvSpPr/>
          <p:nvPr/>
        </p:nvSpPr>
        <p:spPr>
          <a:xfrm>
            <a:off x="5789746" y="3033157"/>
            <a:ext cx="214816" cy="22440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Diamond 75"/>
          <p:cNvSpPr/>
          <p:nvPr/>
        </p:nvSpPr>
        <p:spPr>
          <a:xfrm>
            <a:off x="6886579" y="1201013"/>
            <a:ext cx="214816" cy="22440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Elbow Connector 5">
            <a:extLst>
              <a:ext uri="{FF2B5EF4-FFF2-40B4-BE49-F238E27FC236}">
                <a16:creationId xmlns="" xmlns:a16="http://schemas.microsoft.com/office/drawing/2014/main" id="{9B86E1D1-E6A7-4744-BEFF-FD0587DA47F6}"/>
              </a:ext>
            </a:extLst>
          </p:cNvPr>
          <p:cNvCxnSpPr>
            <a:cxnSpLocks/>
            <a:endCxn id="76" idx="2"/>
          </p:cNvCxnSpPr>
          <p:nvPr/>
        </p:nvCxnSpPr>
        <p:spPr>
          <a:xfrm flipV="1">
            <a:off x="2378579" y="1425422"/>
            <a:ext cx="4615408" cy="2185336"/>
          </a:xfrm>
          <a:prstGeom prst="bentConnector2">
            <a:avLst/>
          </a:prstGeom>
          <a:ln w="19050">
            <a:solidFill>
              <a:srgbClr val="0070C0">
                <a:alpha val="69000"/>
              </a:srgbClr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Diamond 79"/>
          <p:cNvSpPr/>
          <p:nvPr/>
        </p:nvSpPr>
        <p:spPr>
          <a:xfrm>
            <a:off x="7635714" y="2819122"/>
            <a:ext cx="214816" cy="22440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Elbow Connector 5">
            <a:extLst>
              <a:ext uri="{FF2B5EF4-FFF2-40B4-BE49-F238E27FC236}">
                <a16:creationId xmlns="" xmlns:a16="http://schemas.microsoft.com/office/drawing/2014/main" id="{9B86E1D1-E6A7-4744-BEFF-FD0587DA47F6}"/>
              </a:ext>
            </a:extLst>
          </p:cNvPr>
          <p:cNvCxnSpPr>
            <a:cxnSpLocks/>
            <a:endCxn id="80" idx="2"/>
          </p:cNvCxnSpPr>
          <p:nvPr/>
        </p:nvCxnSpPr>
        <p:spPr>
          <a:xfrm flipV="1">
            <a:off x="2391990" y="3043531"/>
            <a:ext cx="5351132" cy="563496"/>
          </a:xfrm>
          <a:prstGeom prst="bentConnector2">
            <a:avLst/>
          </a:prstGeom>
          <a:ln w="19050">
            <a:solidFill>
              <a:srgbClr val="0070C0">
                <a:alpha val="69000"/>
              </a:srgbClr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Diamond 83"/>
          <p:cNvSpPr/>
          <p:nvPr/>
        </p:nvSpPr>
        <p:spPr>
          <a:xfrm>
            <a:off x="9387656" y="2098321"/>
            <a:ext cx="214816" cy="22440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Elbow Connector 5">
            <a:extLst>
              <a:ext uri="{FF2B5EF4-FFF2-40B4-BE49-F238E27FC236}">
                <a16:creationId xmlns="" xmlns:a16="http://schemas.microsoft.com/office/drawing/2014/main" id="{9B86E1D1-E6A7-4744-BEFF-FD0587DA47F6}"/>
              </a:ext>
            </a:extLst>
          </p:cNvPr>
          <p:cNvCxnSpPr>
            <a:cxnSpLocks/>
            <a:endCxn id="84" idx="2"/>
          </p:cNvCxnSpPr>
          <p:nvPr/>
        </p:nvCxnSpPr>
        <p:spPr>
          <a:xfrm flipV="1">
            <a:off x="2391990" y="2322730"/>
            <a:ext cx="7103074" cy="1284297"/>
          </a:xfrm>
          <a:prstGeom prst="bentConnector2">
            <a:avLst/>
          </a:prstGeom>
          <a:ln w="19050">
            <a:solidFill>
              <a:srgbClr val="0070C0">
                <a:alpha val="69000"/>
              </a:srgbClr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Diamond 87"/>
          <p:cNvSpPr/>
          <p:nvPr/>
        </p:nvSpPr>
        <p:spPr>
          <a:xfrm>
            <a:off x="7595098" y="1253753"/>
            <a:ext cx="214816" cy="22440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Elbow Connector 5">
            <a:extLst>
              <a:ext uri="{FF2B5EF4-FFF2-40B4-BE49-F238E27FC236}">
                <a16:creationId xmlns="" xmlns:a16="http://schemas.microsoft.com/office/drawing/2014/main" id="{9B86E1D1-E6A7-4744-BEFF-FD0587DA47F6}"/>
              </a:ext>
            </a:extLst>
          </p:cNvPr>
          <p:cNvCxnSpPr>
            <a:cxnSpLocks/>
            <a:endCxn id="88" idx="2"/>
          </p:cNvCxnSpPr>
          <p:nvPr/>
        </p:nvCxnSpPr>
        <p:spPr>
          <a:xfrm flipV="1">
            <a:off x="2391990" y="1478162"/>
            <a:ext cx="5310516" cy="2128865"/>
          </a:xfrm>
          <a:prstGeom prst="bentConnector2">
            <a:avLst/>
          </a:prstGeom>
          <a:ln w="19050">
            <a:solidFill>
              <a:srgbClr val="0070C0">
                <a:alpha val="69000"/>
              </a:srgbClr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5">
            <a:extLst>
              <a:ext uri="{FF2B5EF4-FFF2-40B4-BE49-F238E27FC236}">
                <a16:creationId xmlns="" xmlns:a16="http://schemas.microsoft.com/office/drawing/2014/main" id="{9B86E1D1-E6A7-4744-BEFF-FD0587DA47F6}"/>
              </a:ext>
            </a:extLst>
          </p:cNvPr>
          <p:cNvCxnSpPr>
            <a:cxnSpLocks/>
            <a:stCxn id="125" idx="3"/>
            <a:endCxn id="120" idx="4"/>
          </p:cNvCxnSpPr>
          <p:nvPr/>
        </p:nvCxnSpPr>
        <p:spPr>
          <a:xfrm flipV="1">
            <a:off x="3423572" y="3432296"/>
            <a:ext cx="2473582" cy="1451372"/>
          </a:xfrm>
          <a:prstGeom prst="bentConnector2">
            <a:avLst/>
          </a:prstGeom>
          <a:ln w="19050">
            <a:solidFill>
              <a:schemeClr val="accent4">
                <a:alpha val="69000"/>
              </a:schemeClr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="" xmlns:a16="http://schemas.microsoft.com/office/drawing/2014/main" id="{7AA830F1-3C9B-4E1A-9F9D-80C6AB9B1F75}"/>
              </a:ext>
            </a:extLst>
          </p:cNvPr>
          <p:cNvSpPr/>
          <p:nvPr/>
        </p:nvSpPr>
        <p:spPr>
          <a:xfrm>
            <a:off x="5758012" y="3176864"/>
            <a:ext cx="278284" cy="255432"/>
          </a:xfrm>
          <a:prstGeom prst="ellipse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24" name="그룹 9">
            <a:extLst>
              <a:ext uri="{FF2B5EF4-FFF2-40B4-BE49-F238E27FC236}">
                <a16:creationId xmlns="" xmlns:a16="http://schemas.microsoft.com/office/drawing/2014/main" id="{E79A6504-0F4E-41BC-B1EA-01CB2486D13E}"/>
              </a:ext>
            </a:extLst>
          </p:cNvPr>
          <p:cNvGrpSpPr/>
          <p:nvPr/>
        </p:nvGrpSpPr>
        <p:grpSpPr>
          <a:xfrm>
            <a:off x="1253853" y="4745168"/>
            <a:ext cx="2169719" cy="495706"/>
            <a:chOff x="1461150" y="2929298"/>
            <a:chExt cx="1368000" cy="495706"/>
          </a:xfrm>
        </p:grpSpPr>
        <p:sp>
          <p:nvSpPr>
            <p:cNvPr id="125" name="TextBox 124">
              <a:extLst>
                <a:ext uri="{FF2B5EF4-FFF2-40B4-BE49-F238E27FC236}">
                  <a16:creationId xmlns="" xmlns:a16="http://schemas.microsoft.com/office/drawing/2014/main" id="{13ECEF28-3797-45E0-9A78-85E284954E6D}"/>
                </a:ext>
              </a:extLst>
            </p:cNvPr>
            <p:cNvSpPr txBox="1"/>
            <p:nvPr/>
          </p:nvSpPr>
          <p:spPr>
            <a:xfrm>
              <a:off x="1461150" y="2929298"/>
              <a:ext cx="136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Bonn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="" xmlns:a16="http://schemas.microsoft.com/office/drawing/2014/main" id="{8A0DF71B-CA36-41DA-B9DD-0834A267F98D}"/>
                </a:ext>
              </a:extLst>
            </p:cNvPr>
            <p:cNvSpPr txBox="1"/>
            <p:nvPr/>
          </p:nvSpPr>
          <p:spPr>
            <a:xfrm>
              <a:off x="1461150" y="3148005"/>
              <a:ext cx="136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Uni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Bonn : MESSY / EMACS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5805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Timeline 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2F13A143-FABB-4419-8242-942D0B28963F}"/>
              </a:ext>
            </a:extLst>
          </p:cNvPr>
          <p:cNvGrpSpPr/>
          <p:nvPr/>
        </p:nvGrpSpPr>
        <p:grpSpPr>
          <a:xfrm>
            <a:off x="1297545" y="2488476"/>
            <a:ext cx="419949" cy="419949"/>
            <a:chOff x="2037500" y="3040187"/>
            <a:chExt cx="419949" cy="419949"/>
          </a:xfrm>
          <a:solidFill>
            <a:schemeClr val="accent5"/>
          </a:solidFill>
        </p:grpSpPr>
        <p:sp>
          <p:nvSpPr>
            <p:cNvPr id="3" name="Circle: Hollow 2">
              <a:extLst>
                <a:ext uri="{FF2B5EF4-FFF2-40B4-BE49-F238E27FC236}">
                  <a16:creationId xmlns="" xmlns:a16="http://schemas.microsoft.com/office/drawing/2014/main" id="{EEB31F12-24DE-47BD-96A4-4772956DE499}"/>
                </a:ext>
              </a:extLst>
            </p:cNvPr>
            <p:cNvSpPr/>
            <p:nvPr/>
          </p:nvSpPr>
          <p:spPr>
            <a:xfrm>
              <a:off x="2037500" y="3040187"/>
              <a:ext cx="419949" cy="419949"/>
            </a:xfrm>
            <a:prstGeom prst="donut">
              <a:avLst>
                <a:gd name="adj" fmla="val 11391"/>
              </a:avLst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="" xmlns:a16="http://schemas.microsoft.com/office/drawing/2014/main" id="{68E69175-0207-4400-9307-16A395CEF473}"/>
                </a:ext>
              </a:extLst>
            </p:cNvPr>
            <p:cNvSpPr/>
            <p:nvPr/>
          </p:nvSpPr>
          <p:spPr>
            <a:xfrm>
              <a:off x="2133174" y="3135861"/>
              <a:ext cx="228600" cy="2286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75BF166-7072-4AA4-8069-95FD145B99C4}"/>
              </a:ext>
            </a:extLst>
          </p:cNvPr>
          <p:cNvSpPr/>
          <p:nvPr/>
        </p:nvSpPr>
        <p:spPr>
          <a:xfrm>
            <a:off x="1518285" y="2488476"/>
            <a:ext cx="9189720" cy="47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C6FBDA3-ED66-49D2-BEF6-9F5587F30E48}"/>
              </a:ext>
            </a:extLst>
          </p:cNvPr>
          <p:cNvSpPr/>
          <p:nvPr/>
        </p:nvSpPr>
        <p:spPr>
          <a:xfrm>
            <a:off x="1518285" y="2860800"/>
            <a:ext cx="9189720" cy="47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EB5B7656-A25F-4708-B7CC-F3B88884B984}"/>
              </a:ext>
            </a:extLst>
          </p:cNvPr>
          <p:cNvGrpSpPr/>
          <p:nvPr/>
        </p:nvGrpSpPr>
        <p:grpSpPr>
          <a:xfrm>
            <a:off x="10508796" y="2486418"/>
            <a:ext cx="419949" cy="419949"/>
            <a:chOff x="2037500" y="3040187"/>
            <a:chExt cx="419949" cy="419949"/>
          </a:xfrm>
          <a:solidFill>
            <a:schemeClr val="accent5"/>
          </a:solidFill>
        </p:grpSpPr>
        <p:sp>
          <p:nvSpPr>
            <p:cNvPr id="10" name="Circle: Hollow 9">
              <a:extLst>
                <a:ext uri="{FF2B5EF4-FFF2-40B4-BE49-F238E27FC236}">
                  <a16:creationId xmlns="" xmlns:a16="http://schemas.microsoft.com/office/drawing/2014/main" id="{6F3EA9AC-33DD-4240-9690-1E53E7BBA878}"/>
                </a:ext>
              </a:extLst>
            </p:cNvPr>
            <p:cNvSpPr/>
            <p:nvPr/>
          </p:nvSpPr>
          <p:spPr>
            <a:xfrm>
              <a:off x="2037500" y="3040187"/>
              <a:ext cx="419949" cy="419949"/>
            </a:xfrm>
            <a:prstGeom prst="donut">
              <a:avLst>
                <a:gd name="adj" fmla="val 11391"/>
              </a:avLst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DA451C7B-2039-4F27-B6CE-30082BCC35D5}"/>
                </a:ext>
              </a:extLst>
            </p:cNvPr>
            <p:cNvSpPr/>
            <p:nvPr/>
          </p:nvSpPr>
          <p:spPr>
            <a:xfrm>
              <a:off x="2133174" y="3135861"/>
              <a:ext cx="228600" cy="2286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Oval 7">
            <a:extLst>
              <a:ext uri="{FF2B5EF4-FFF2-40B4-BE49-F238E27FC236}">
                <a16:creationId xmlns="" xmlns:a16="http://schemas.microsoft.com/office/drawing/2014/main" id="{12070E40-9F06-44F8-A2E8-ACA21E52F4E7}"/>
              </a:ext>
            </a:extLst>
          </p:cNvPr>
          <p:cNvSpPr/>
          <p:nvPr/>
        </p:nvSpPr>
        <p:spPr>
          <a:xfrm>
            <a:off x="5105335" y="2543544"/>
            <a:ext cx="288000" cy="28803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3" name="Oval 8">
            <a:extLst>
              <a:ext uri="{FF2B5EF4-FFF2-40B4-BE49-F238E27FC236}">
                <a16:creationId xmlns="" xmlns:a16="http://schemas.microsoft.com/office/drawing/2014/main" id="{0369B48D-185D-43CE-A13D-9909D1C397DF}"/>
              </a:ext>
            </a:extLst>
          </p:cNvPr>
          <p:cNvSpPr/>
          <p:nvPr/>
        </p:nvSpPr>
        <p:spPr>
          <a:xfrm>
            <a:off x="6377327" y="2554411"/>
            <a:ext cx="288000" cy="28803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4" name="Oval 9">
            <a:extLst>
              <a:ext uri="{FF2B5EF4-FFF2-40B4-BE49-F238E27FC236}">
                <a16:creationId xmlns="" xmlns:a16="http://schemas.microsoft.com/office/drawing/2014/main" id="{C6436BBC-A00D-493C-B710-ADA6F3F520F5}"/>
              </a:ext>
            </a:extLst>
          </p:cNvPr>
          <p:cNvSpPr/>
          <p:nvPr/>
        </p:nvSpPr>
        <p:spPr>
          <a:xfrm>
            <a:off x="7757778" y="2548743"/>
            <a:ext cx="288000" cy="28803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6" name="Oval 12">
            <a:extLst>
              <a:ext uri="{FF2B5EF4-FFF2-40B4-BE49-F238E27FC236}">
                <a16:creationId xmlns="" xmlns:a16="http://schemas.microsoft.com/office/drawing/2014/main" id="{97084A4E-2D1B-4271-8572-653178BF0EF3}"/>
              </a:ext>
            </a:extLst>
          </p:cNvPr>
          <p:cNvSpPr/>
          <p:nvPr/>
        </p:nvSpPr>
        <p:spPr>
          <a:xfrm>
            <a:off x="2604744" y="2548743"/>
            <a:ext cx="288000" cy="28803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7" name="Oval 13">
            <a:extLst>
              <a:ext uri="{FF2B5EF4-FFF2-40B4-BE49-F238E27FC236}">
                <a16:creationId xmlns="" xmlns:a16="http://schemas.microsoft.com/office/drawing/2014/main" id="{A0240128-0CEF-4E48-A50F-6587512F0713}"/>
              </a:ext>
            </a:extLst>
          </p:cNvPr>
          <p:cNvSpPr/>
          <p:nvPr/>
        </p:nvSpPr>
        <p:spPr>
          <a:xfrm>
            <a:off x="3779994" y="2548743"/>
            <a:ext cx="288000" cy="28803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8" name="Oval 113">
            <a:extLst>
              <a:ext uri="{FF2B5EF4-FFF2-40B4-BE49-F238E27FC236}">
                <a16:creationId xmlns="" xmlns:a16="http://schemas.microsoft.com/office/drawing/2014/main" id="{3E890389-F6B7-4E7F-873B-DC5920EE3ACF}"/>
              </a:ext>
            </a:extLst>
          </p:cNvPr>
          <p:cNvSpPr/>
          <p:nvPr/>
        </p:nvSpPr>
        <p:spPr>
          <a:xfrm>
            <a:off x="3580077" y="3265868"/>
            <a:ext cx="684000" cy="68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19" name="Group 5">
            <a:extLst>
              <a:ext uri="{FF2B5EF4-FFF2-40B4-BE49-F238E27FC236}">
                <a16:creationId xmlns="" xmlns:a16="http://schemas.microsoft.com/office/drawing/2014/main" id="{68DB03E9-E73C-4931-B713-AE590DD1FEE9}"/>
              </a:ext>
            </a:extLst>
          </p:cNvPr>
          <p:cNvGrpSpPr/>
          <p:nvPr/>
        </p:nvGrpSpPr>
        <p:grpSpPr>
          <a:xfrm>
            <a:off x="3104721" y="3999854"/>
            <a:ext cx="1574189" cy="1289564"/>
            <a:chOff x="2653011" y="3240394"/>
            <a:chExt cx="1574189" cy="1289564"/>
          </a:xfrm>
        </p:grpSpPr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977C9AC5-BDD4-4F68-B24D-5489F038CA81}"/>
                </a:ext>
              </a:extLst>
            </p:cNvPr>
            <p:cNvSpPr txBox="1"/>
            <p:nvPr/>
          </p:nvSpPr>
          <p:spPr>
            <a:xfrm>
              <a:off x="2676933" y="3240394"/>
              <a:ext cx="1550267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Concept: </a:t>
              </a:r>
            </a:p>
            <a:p>
              <a:pPr algn="ctr"/>
              <a:r>
                <a:rPr lang="en-US" altLang="ko-KR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ESM-Tools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D11778EE-ECBA-44D6-9C55-EDAECFEABB39}"/>
                </a:ext>
              </a:extLst>
            </p:cNvPr>
            <p:cNvSpPr txBox="1"/>
            <p:nvPr/>
          </p:nvSpPr>
          <p:spPr>
            <a:xfrm>
              <a:off x="2653011" y="3698961"/>
              <a:ext cx="155026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Growing beyond the “easy-scripts”, integration of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esm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-interfaces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22" name="Straight Arrow Connector 115">
            <a:extLst>
              <a:ext uri="{FF2B5EF4-FFF2-40B4-BE49-F238E27FC236}">
                <a16:creationId xmlns="" xmlns:a16="http://schemas.microsoft.com/office/drawing/2014/main" id="{952D92D8-6A16-489C-81DB-48A1BD9AD74A}"/>
              </a:ext>
            </a:extLst>
          </p:cNvPr>
          <p:cNvCxnSpPr>
            <a:cxnSpLocks/>
          </p:cNvCxnSpPr>
          <p:nvPr/>
        </p:nvCxnSpPr>
        <p:spPr>
          <a:xfrm flipV="1">
            <a:off x="3922077" y="2916599"/>
            <a:ext cx="0" cy="293898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119">
            <a:extLst>
              <a:ext uri="{FF2B5EF4-FFF2-40B4-BE49-F238E27FC236}">
                <a16:creationId xmlns="" xmlns:a16="http://schemas.microsoft.com/office/drawing/2014/main" id="{EC428F3E-86E5-4C7E-8BB6-C19481FC476A}"/>
              </a:ext>
            </a:extLst>
          </p:cNvPr>
          <p:cNvSpPr/>
          <p:nvPr/>
        </p:nvSpPr>
        <p:spPr>
          <a:xfrm>
            <a:off x="6179327" y="3252098"/>
            <a:ext cx="684000" cy="68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24" name="Group 15">
            <a:extLst>
              <a:ext uri="{FF2B5EF4-FFF2-40B4-BE49-F238E27FC236}">
                <a16:creationId xmlns="" xmlns:a16="http://schemas.microsoft.com/office/drawing/2014/main" id="{2A5BB4C8-E69F-45C8-A663-C258CC19F233}"/>
              </a:ext>
            </a:extLst>
          </p:cNvPr>
          <p:cNvGrpSpPr/>
          <p:nvPr/>
        </p:nvGrpSpPr>
        <p:grpSpPr>
          <a:xfrm>
            <a:off x="5746194" y="3978955"/>
            <a:ext cx="1550267" cy="717139"/>
            <a:chOff x="4898136" y="3349274"/>
            <a:chExt cx="1550267" cy="717139"/>
          </a:xfrm>
        </p:grpSpPr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078EF781-76A1-4B0F-A911-4E1AEBF5122C}"/>
                </a:ext>
              </a:extLst>
            </p:cNvPr>
            <p:cNvSpPr txBox="1"/>
            <p:nvPr/>
          </p:nvSpPr>
          <p:spPr>
            <a:xfrm>
              <a:off x="4898136" y="3349274"/>
              <a:ext cx="1550267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Release 1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789098CB-95E4-43CE-84B8-A26CABB013A6}"/>
                </a:ext>
              </a:extLst>
            </p:cNvPr>
            <p:cNvSpPr txBox="1"/>
            <p:nvPr/>
          </p:nvSpPr>
          <p:spPr>
            <a:xfrm>
              <a:off x="4898136" y="3604748"/>
              <a:ext cx="15502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1</a:t>
              </a:r>
              <a:r>
                <a:rPr lang="en-US" altLang="ko-KR" sz="1200" baseline="30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release of core functionality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27" name="Straight Arrow Connector 121">
            <a:extLst>
              <a:ext uri="{FF2B5EF4-FFF2-40B4-BE49-F238E27FC236}">
                <a16:creationId xmlns="" xmlns:a16="http://schemas.microsoft.com/office/drawing/2014/main" id="{B524CF61-D42C-433C-89AF-6FBD0B552EAF}"/>
              </a:ext>
            </a:extLst>
          </p:cNvPr>
          <p:cNvCxnSpPr>
            <a:cxnSpLocks/>
          </p:cNvCxnSpPr>
          <p:nvPr/>
        </p:nvCxnSpPr>
        <p:spPr>
          <a:xfrm flipV="1">
            <a:off x="6521327" y="2899593"/>
            <a:ext cx="0" cy="352505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125">
            <a:extLst>
              <a:ext uri="{FF2B5EF4-FFF2-40B4-BE49-F238E27FC236}">
                <a16:creationId xmlns="" xmlns:a16="http://schemas.microsoft.com/office/drawing/2014/main" id="{7585456F-2EE4-427D-A3D5-E7B386C6EB30}"/>
              </a:ext>
            </a:extLst>
          </p:cNvPr>
          <p:cNvSpPr/>
          <p:nvPr/>
        </p:nvSpPr>
        <p:spPr>
          <a:xfrm>
            <a:off x="10382753" y="4159383"/>
            <a:ext cx="684000" cy="68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9" name="Group 17">
            <a:extLst>
              <a:ext uri="{FF2B5EF4-FFF2-40B4-BE49-F238E27FC236}">
                <a16:creationId xmlns="" xmlns:a16="http://schemas.microsoft.com/office/drawing/2014/main" id="{7F621EA8-D715-4A52-AE06-08AE772E3D30}"/>
              </a:ext>
            </a:extLst>
          </p:cNvPr>
          <p:cNvGrpSpPr/>
          <p:nvPr/>
        </p:nvGrpSpPr>
        <p:grpSpPr>
          <a:xfrm>
            <a:off x="9949620" y="4886240"/>
            <a:ext cx="1550267" cy="1271137"/>
            <a:chOff x="7119339" y="3350432"/>
            <a:chExt cx="1550267" cy="1271137"/>
          </a:xfrm>
        </p:grpSpPr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A27560A5-EAB1-46B5-B774-8809BFA4015B}"/>
                </a:ext>
              </a:extLst>
            </p:cNvPr>
            <p:cNvSpPr txBox="1"/>
            <p:nvPr/>
          </p:nvSpPr>
          <p:spPr>
            <a:xfrm>
              <a:off x="7119339" y="3350432"/>
              <a:ext cx="1550267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Release 3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79F278A3-5E58-41C4-AE56-2E037BD27C3B}"/>
                </a:ext>
              </a:extLst>
            </p:cNvPr>
            <p:cNvSpPr txBox="1"/>
            <p:nvPr/>
          </p:nvSpPr>
          <p:spPr>
            <a:xfrm>
              <a:off x="7119339" y="3605906"/>
              <a:ext cx="155026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New code base (python), extended GUI, web interface prototype, ICON, YAC, </a:t>
              </a:r>
              <a:r>
                <a:rPr lang="mr-IN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…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32" name="Straight Arrow Connector 127">
            <a:extLst>
              <a:ext uri="{FF2B5EF4-FFF2-40B4-BE49-F238E27FC236}">
                <a16:creationId xmlns="" xmlns:a16="http://schemas.microsoft.com/office/drawing/2014/main" id="{869B45C0-81CA-4CEB-9E38-633FCC891DE2}"/>
              </a:ext>
            </a:extLst>
          </p:cNvPr>
          <p:cNvCxnSpPr>
            <a:stCxn id="28" idx="0"/>
          </p:cNvCxnSpPr>
          <p:nvPr/>
        </p:nvCxnSpPr>
        <p:spPr>
          <a:xfrm flipV="1">
            <a:off x="10724753" y="2914676"/>
            <a:ext cx="0" cy="1244707"/>
          </a:xfrm>
          <a:prstGeom prst="straightConnector1">
            <a:avLst/>
          </a:prstGeom>
          <a:ln w="2540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131">
            <a:extLst>
              <a:ext uri="{FF2B5EF4-FFF2-40B4-BE49-F238E27FC236}">
                <a16:creationId xmlns="" xmlns:a16="http://schemas.microsoft.com/office/drawing/2014/main" id="{B5ED1EAB-01FD-47C7-AA3B-BC5755E35DC6}"/>
              </a:ext>
            </a:extLst>
          </p:cNvPr>
          <p:cNvSpPr/>
          <p:nvPr/>
        </p:nvSpPr>
        <p:spPr>
          <a:xfrm>
            <a:off x="2406744" y="4307312"/>
            <a:ext cx="684000" cy="68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34" name="Group 4">
            <a:extLst>
              <a:ext uri="{FF2B5EF4-FFF2-40B4-BE49-F238E27FC236}">
                <a16:creationId xmlns="" xmlns:a16="http://schemas.microsoft.com/office/drawing/2014/main" id="{DF9EDD2A-3426-4A3E-BB5A-3D266B5A5919}"/>
              </a:ext>
            </a:extLst>
          </p:cNvPr>
          <p:cNvGrpSpPr/>
          <p:nvPr/>
        </p:nvGrpSpPr>
        <p:grpSpPr>
          <a:xfrm>
            <a:off x="1919769" y="5099656"/>
            <a:ext cx="1550267" cy="901805"/>
            <a:chOff x="1570525" y="4862808"/>
            <a:chExt cx="1550267" cy="901805"/>
          </a:xfrm>
        </p:grpSpPr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444999C8-0638-49CF-B338-BEB18702EE2E}"/>
                </a:ext>
              </a:extLst>
            </p:cNvPr>
            <p:cNvSpPr txBox="1"/>
            <p:nvPr/>
          </p:nvSpPr>
          <p:spPr>
            <a:xfrm>
              <a:off x="1570525" y="4862808"/>
              <a:ext cx="1550267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ESM@HGF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="" xmlns:a16="http://schemas.microsoft.com/office/drawing/2014/main" id="{DD9846EC-9F76-4479-BAAE-5C74EE4A5693}"/>
                </a:ext>
              </a:extLst>
            </p:cNvPr>
            <p:cNvSpPr txBox="1"/>
            <p:nvPr/>
          </p:nvSpPr>
          <p:spPr>
            <a:xfrm>
              <a:off x="1570525" y="5118282"/>
              <a:ext cx="15502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Kickoff meeting of the Helmholtz ESM project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37" name="Straight Arrow Connector 133">
            <a:extLst>
              <a:ext uri="{FF2B5EF4-FFF2-40B4-BE49-F238E27FC236}">
                <a16:creationId xmlns="" xmlns:a16="http://schemas.microsoft.com/office/drawing/2014/main" id="{1F3FFDDA-56D9-4F78-996E-F8EB56AD64D9}"/>
              </a:ext>
            </a:extLst>
          </p:cNvPr>
          <p:cNvCxnSpPr>
            <a:cxnSpLocks/>
          </p:cNvCxnSpPr>
          <p:nvPr/>
        </p:nvCxnSpPr>
        <p:spPr>
          <a:xfrm flipV="1">
            <a:off x="2748744" y="2908425"/>
            <a:ext cx="0" cy="1371600"/>
          </a:xfrm>
          <a:prstGeom prst="straightConnector1">
            <a:avLst/>
          </a:prstGeom>
          <a:ln w="25400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150">
            <a:extLst>
              <a:ext uri="{FF2B5EF4-FFF2-40B4-BE49-F238E27FC236}">
                <a16:creationId xmlns="" xmlns:a16="http://schemas.microsoft.com/office/drawing/2014/main" id="{0124CCED-A3FA-4017-835F-69C76A39EF4E}"/>
              </a:ext>
            </a:extLst>
          </p:cNvPr>
          <p:cNvSpPr/>
          <p:nvPr/>
        </p:nvSpPr>
        <p:spPr>
          <a:xfrm>
            <a:off x="4885199" y="4280621"/>
            <a:ext cx="684000" cy="68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39" name="Group 14">
            <a:extLst>
              <a:ext uri="{FF2B5EF4-FFF2-40B4-BE49-F238E27FC236}">
                <a16:creationId xmlns="" xmlns:a16="http://schemas.microsoft.com/office/drawing/2014/main" id="{2A4385A5-1B53-43D8-B873-59F91B8A145F}"/>
              </a:ext>
            </a:extLst>
          </p:cNvPr>
          <p:cNvGrpSpPr/>
          <p:nvPr/>
        </p:nvGrpSpPr>
        <p:grpSpPr>
          <a:xfrm>
            <a:off x="4462239" y="5071381"/>
            <a:ext cx="1550267" cy="1723584"/>
            <a:chOff x="3790962" y="4643889"/>
            <a:chExt cx="1550267" cy="1723584"/>
          </a:xfrm>
        </p:grpSpPr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36FFF08B-405C-4CBB-8233-B43406C1174D}"/>
                </a:ext>
              </a:extLst>
            </p:cNvPr>
            <p:cNvSpPr txBox="1"/>
            <p:nvPr/>
          </p:nvSpPr>
          <p:spPr>
            <a:xfrm>
              <a:off x="3790962" y="4643889"/>
              <a:ext cx="1550267" cy="7386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1</a:t>
              </a:r>
              <a:r>
                <a:rPr lang="en-US" altLang="ko-KR" sz="1400" b="1" baseline="30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st</a:t>
              </a:r>
              <a:r>
                <a:rPr lang="en-US" altLang="ko-KR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ESM@HGF coupling meeting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6119C86A-1B94-4F2E-A507-60F2524EA1BD}"/>
                </a:ext>
              </a:extLst>
            </p:cNvPr>
            <p:cNvSpPr txBox="1"/>
            <p:nvPr/>
          </p:nvSpPr>
          <p:spPr>
            <a:xfrm>
              <a:off x="3790962" y="5351810"/>
              <a:ext cx="155026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prototype and concept widely accepted by the ESM project members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42" name="Straight Arrow Connector 152">
            <a:extLst>
              <a:ext uri="{FF2B5EF4-FFF2-40B4-BE49-F238E27FC236}">
                <a16:creationId xmlns="" xmlns:a16="http://schemas.microsoft.com/office/drawing/2014/main" id="{3BD7EB61-FC9A-46D2-91EA-CF68F7E5CB48}"/>
              </a:ext>
            </a:extLst>
          </p:cNvPr>
          <p:cNvCxnSpPr/>
          <p:nvPr/>
        </p:nvCxnSpPr>
        <p:spPr>
          <a:xfrm flipV="1">
            <a:off x="5242382" y="2921065"/>
            <a:ext cx="10503" cy="1371600"/>
          </a:xfrm>
          <a:prstGeom prst="straightConnector1">
            <a:avLst/>
          </a:prstGeom>
          <a:ln w="254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156">
            <a:extLst>
              <a:ext uri="{FF2B5EF4-FFF2-40B4-BE49-F238E27FC236}">
                <a16:creationId xmlns="" xmlns:a16="http://schemas.microsoft.com/office/drawing/2014/main" id="{21B204EF-0F31-4D48-A1CB-38E1DC38A240}"/>
              </a:ext>
            </a:extLst>
          </p:cNvPr>
          <p:cNvSpPr/>
          <p:nvPr/>
        </p:nvSpPr>
        <p:spPr>
          <a:xfrm>
            <a:off x="7559778" y="4248185"/>
            <a:ext cx="684000" cy="68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44" name="Group 16">
            <a:extLst>
              <a:ext uri="{FF2B5EF4-FFF2-40B4-BE49-F238E27FC236}">
                <a16:creationId xmlns="" xmlns:a16="http://schemas.microsoft.com/office/drawing/2014/main" id="{CB32DB25-DE8B-428F-81E4-F4D42E744759}"/>
              </a:ext>
            </a:extLst>
          </p:cNvPr>
          <p:cNvGrpSpPr/>
          <p:nvPr/>
        </p:nvGrpSpPr>
        <p:grpSpPr>
          <a:xfrm>
            <a:off x="7125499" y="4955565"/>
            <a:ext cx="1550268" cy="924338"/>
            <a:chOff x="6011398" y="4748135"/>
            <a:chExt cx="1550268" cy="924338"/>
          </a:xfrm>
        </p:grpSpPr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8CA9AF05-6744-4C4B-8B06-87B3EBDE4839}"/>
                </a:ext>
              </a:extLst>
            </p:cNvPr>
            <p:cNvSpPr txBox="1"/>
            <p:nvPr/>
          </p:nvSpPr>
          <p:spPr>
            <a:xfrm>
              <a:off x="6011399" y="4748135"/>
              <a:ext cx="1550267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1</a:t>
              </a:r>
              <a:r>
                <a:rPr lang="en-US" altLang="ko-KR" sz="1400" b="1" baseline="30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st</a:t>
              </a:r>
              <a:r>
                <a:rPr lang="en-US" altLang="ko-KR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external partners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="" xmlns:a16="http://schemas.microsoft.com/office/drawing/2014/main" id="{C664B452-3EEA-4E30-B079-F0F1A5EC1326}"/>
                </a:ext>
              </a:extLst>
            </p:cNvPr>
            <p:cNvSpPr txBox="1"/>
            <p:nvPr/>
          </p:nvSpPr>
          <p:spPr>
            <a:xfrm>
              <a:off x="6011398" y="5210808"/>
              <a:ext cx="15502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GEOMAR / NEMO-OIFS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47" name="Straight Arrow Connector 158">
            <a:extLst>
              <a:ext uri="{FF2B5EF4-FFF2-40B4-BE49-F238E27FC236}">
                <a16:creationId xmlns="" xmlns:a16="http://schemas.microsoft.com/office/drawing/2014/main" id="{3013CF37-13D8-4226-AC88-43D47A4D108D}"/>
              </a:ext>
            </a:extLst>
          </p:cNvPr>
          <p:cNvCxnSpPr>
            <a:cxnSpLocks/>
          </p:cNvCxnSpPr>
          <p:nvPr/>
        </p:nvCxnSpPr>
        <p:spPr>
          <a:xfrm flipH="1" flipV="1">
            <a:off x="7900632" y="2909800"/>
            <a:ext cx="2288" cy="1371600"/>
          </a:xfrm>
          <a:prstGeom prst="straightConnector1">
            <a:avLst/>
          </a:prstGeom>
          <a:ln w="25400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E5020811-3675-4699-9BEC-BF3FF46B4D6E}"/>
              </a:ext>
            </a:extLst>
          </p:cNvPr>
          <p:cNvSpPr txBox="1"/>
          <p:nvPr/>
        </p:nvSpPr>
        <p:spPr>
          <a:xfrm>
            <a:off x="10149910" y="2011404"/>
            <a:ext cx="11752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09/2019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C63DBE5-49DB-4424-B2AE-F0EB5268B9D9}"/>
              </a:ext>
            </a:extLst>
          </p:cNvPr>
          <p:cNvSpPr txBox="1"/>
          <p:nvPr/>
        </p:nvSpPr>
        <p:spPr>
          <a:xfrm>
            <a:off x="7350335" y="1996898"/>
            <a:ext cx="111413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10/2018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EFF35ACB-0426-4778-AE2E-D206CDC17397}"/>
              </a:ext>
            </a:extLst>
          </p:cNvPr>
          <p:cNvSpPr txBox="1"/>
          <p:nvPr/>
        </p:nvSpPr>
        <p:spPr>
          <a:xfrm>
            <a:off x="5937369" y="2002566"/>
            <a:ext cx="115753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09/2018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A37C30B9-71E7-429C-87DB-DCB17808D950}"/>
              </a:ext>
            </a:extLst>
          </p:cNvPr>
          <p:cNvSpPr txBox="1"/>
          <p:nvPr/>
        </p:nvSpPr>
        <p:spPr>
          <a:xfrm>
            <a:off x="4696806" y="1991699"/>
            <a:ext cx="1126362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04/2018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2C44BB62-FCF4-42C9-AB39-6764E5A9A687}"/>
              </a:ext>
            </a:extLst>
          </p:cNvPr>
          <p:cNvSpPr txBox="1"/>
          <p:nvPr/>
        </p:nvSpPr>
        <p:spPr>
          <a:xfrm>
            <a:off x="3367619" y="1987233"/>
            <a:ext cx="111275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08/2017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86928A80-3668-45FE-879A-7F828F293C9F}"/>
              </a:ext>
            </a:extLst>
          </p:cNvPr>
          <p:cNvSpPr txBox="1"/>
          <p:nvPr/>
        </p:nvSpPr>
        <p:spPr>
          <a:xfrm>
            <a:off x="2182135" y="1987233"/>
            <a:ext cx="113321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05/2017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58" name="Block Arc 25">
            <a:extLst>
              <a:ext uri="{FF2B5EF4-FFF2-40B4-BE49-F238E27FC236}">
                <a16:creationId xmlns="" xmlns:a16="http://schemas.microsoft.com/office/drawing/2014/main" id="{20E0B708-6837-4DD8-A292-CD1B202226C0}"/>
              </a:ext>
            </a:extLst>
          </p:cNvPr>
          <p:cNvSpPr/>
          <p:nvPr/>
        </p:nvSpPr>
        <p:spPr>
          <a:xfrm>
            <a:off x="4433516" y="3389859"/>
            <a:ext cx="245394" cy="354521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2" name="Oval 113">
            <a:extLst>
              <a:ext uri="{FF2B5EF4-FFF2-40B4-BE49-F238E27FC236}">
                <a16:creationId xmlns="" xmlns:a16="http://schemas.microsoft.com/office/drawing/2014/main" id="{69C733C2-2FA8-4516-A1B5-C4E1702701EE}"/>
              </a:ext>
            </a:extLst>
          </p:cNvPr>
          <p:cNvSpPr/>
          <p:nvPr/>
        </p:nvSpPr>
        <p:spPr>
          <a:xfrm>
            <a:off x="1145574" y="3235606"/>
            <a:ext cx="684000" cy="68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63" name="Group 5">
            <a:extLst>
              <a:ext uri="{FF2B5EF4-FFF2-40B4-BE49-F238E27FC236}">
                <a16:creationId xmlns="" xmlns:a16="http://schemas.microsoft.com/office/drawing/2014/main" id="{F2B4ABED-A1BD-4C16-8B53-0818FC1DD935}"/>
              </a:ext>
            </a:extLst>
          </p:cNvPr>
          <p:cNvGrpSpPr/>
          <p:nvPr/>
        </p:nvGrpSpPr>
        <p:grpSpPr>
          <a:xfrm>
            <a:off x="712442" y="3962463"/>
            <a:ext cx="1550267" cy="1086471"/>
            <a:chOff x="2676933" y="3348115"/>
            <a:chExt cx="1550267" cy="1086471"/>
          </a:xfrm>
        </p:grpSpPr>
        <p:sp>
          <p:nvSpPr>
            <p:cNvPr id="64" name="TextBox 63">
              <a:extLst>
                <a:ext uri="{FF2B5EF4-FFF2-40B4-BE49-F238E27FC236}">
                  <a16:creationId xmlns="" xmlns:a16="http://schemas.microsoft.com/office/drawing/2014/main" id="{D6358BDD-DD7B-40E5-A7E6-B120D037861D}"/>
                </a:ext>
              </a:extLst>
            </p:cNvPr>
            <p:cNvSpPr txBox="1"/>
            <p:nvPr/>
          </p:nvSpPr>
          <p:spPr>
            <a:xfrm>
              <a:off x="2676933" y="3348115"/>
              <a:ext cx="1550267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First steps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3111809C-4391-44F7-98BD-E061958DD2E1}"/>
                </a:ext>
              </a:extLst>
            </p:cNvPr>
            <p:cNvSpPr txBox="1"/>
            <p:nvPr/>
          </p:nvSpPr>
          <p:spPr>
            <a:xfrm>
              <a:off x="2676933" y="3603589"/>
              <a:ext cx="155026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“easy-scripts” 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as self-defense against a chaos of user scripts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66" name="Straight Arrow Connector 115">
            <a:extLst>
              <a:ext uri="{FF2B5EF4-FFF2-40B4-BE49-F238E27FC236}">
                <a16:creationId xmlns="" xmlns:a16="http://schemas.microsoft.com/office/drawing/2014/main" id="{81CFEAB3-B3DC-4E5B-8FB1-E08A7E453F47}"/>
              </a:ext>
            </a:extLst>
          </p:cNvPr>
          <p:cNvCxnSpPr>
            <a:cxnSpLocks/>
          </p:cNvCxnSpPr>
          <p:nvPr/>
        </p:nvCxnSpPr>
        <p:spPr>
          <a:xfrm flipV="1">
            <a:off x="1487574" y="2941709"/>
            <a:ext cx="0" cy="293898"/>
          </a:xfrm>
          <a:prstGeom prst="straightConnector1">
            <a:avLst/>
          </a:prstGeom>
          <a:ln w="2540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="" xmlns:a16="http://schemas.microsoft.com/office/drawing/2014/main" id="{D5423D9B-8F85-492A-B36F-7886CAF47ECF}"/>
              </a:ext>
            </a:extLst>
          </p:cNvPr>
          <p:cNvSpPr txBox="1"/>
          <p:nvPr/>
        </p:nvSpPr>
        <p:spPr>
          <a:xfrm>
            <a:off x="931867" y="1976746"/>
            <a:ext cx="111141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01/2017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67" name="Oval 8">
            <a:extLst>
              <a:ext uri="{FF2B5EF4-FFF2-40B4-BE49-F238E27FC236}">
                <a16:creationId xmlns="" xmlns:a16="http://schemas.microsoft.com/office/drawing/2014/main" id="{0369B48D-185D-43CE-A13D-9909D1C397DF}"/>
              </a:ext>
            </a:extLst>
          </p:cNvPr>
          <p:cNvSpPr/>
          <p:nvPr/>
        </p:nvSpPr>
        <p:spPr>
          <a:xfrm>
            <a:off x="9116177" y="2548743"/>
            <a:ext cx="288000" cy="28803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70" name="Oval 119">
            <a:extLst>
              <a:ext uri="{FF2B5EF4-FFF2-40B4-BE49-F238E27FC236}">
                <a16:creationId xmlns="" xmlns:a16="http://schemas.microsoft.com/office/drawing/2014/main" id="{EC428F3E-86E5-4C7E-8BB6-C19481FC476A}"/>
              </a:ext>
            </a:extLst>
          </p:cNvPr>
          <p:cNvSpPr/>
          <p:nvPr/>
        </p:nvSpPr>
        <p:spPr>
          <a:xfrm>
            <a:off x="8918177" y="3246430"/>
            <a:ext cx="684000" cy="68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71" name="Group 15">
            <a:extLst>
              <a:ext uri="{FF2B5EF4-FFF2-40B4-BE49-F238E27FC236}">
                <a16:creationId xmlns="" xmlns:a16="http://schemas.microsoft.com/office/drawing/2014/main" id="{2A5BB4C8-E69F-45C8-A663-C258CC19F233}"/>
              </a:ext>
            </a:extLst>
          </p:cNvPr>
          <p:cNvGrpSpPr/>
          <p:nvPr/>
        </p:nvGrpSpPr>
        <p:grpSpPr>
          <a:xfrm>
            <a:off x="8333767" y="3973287"/>
            <a:ext cx="1893380" cy="1107433"/>
            <a:chOff x="4746859" y="3349274"/>
            <a:chExt cx="1701544" cy="1107433"/>
          </a:xfrm>
        </p:grpSpPr>
        <p:sp>
          <p:nvSpPr>
            <p:cNvPr id="72" name="TextBox 71">
              <a:extLst>
                <a:ext uri="{FF2B5EF4-FFF2-40B4-BE49-F238E27FC236}">
                  <a16:creationId xmlns="" xmlns:a16="http://schemas.microsoft.com/office/drawing/2014/main" id="{078EF781-76A1-4B0F-A911-4E1AEBF5122C}"/>
                </a:ext>
              </a:extLst>
            </p:cNvPr>
            <p:cNvSpPr txBox="1"/>
            <p:nvPr/>
          </p:nvSpPr>
          <p:spPr>
            <a:xfrm>
              <a:off x="4898136" y="3349274"/>
              <a:ext cx="1550267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Release 2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="" xmlns:a16="http://schemas.microsoft.com/office/drawing/2014/main" id="{789098CB-95E4-43CE-84B8-A26CABB013A6}"/>
                </a:ext>
              </a:extLst>
            </p:cNvPr>
            <p:cNvSpPr txBox="1"/>
            <p:nvPr/>
          </p:nvSpPr>
          <p:spPr>
            <a:xfrm>
              <a:off x="4746859" y="3625710"/>
              <a:ext cx="1680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10 model components / 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6 HPC systems /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30 authors /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1300 commits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74" name="Straight Arrow Connector 121">
            <a:extLst>
              <a:ext uri="{FF2B5EF4-FFF2-40B4-BE49-F238E27FC236}">
                <a16:creationId xmlns="" xmlns:a16="http://schemas.microsoft.com/office/drawing/2014/main" id="{B524CF61-D42C-433C-89AF-6FBD0B552EAF}"/>
              </a:ext>
            </a:extLst>
          </p:cNvPr>
          <p:cNvCxnSpPr>
            <a:cxnSpLocks/>
          </p:cNvCxnSpPr>
          <p:nvPr/>
        </p:nvCxnSpPr>
        <p:spPr>
          <a:xfrm flipV="1">
            <a:off x="9260177" y="2893925"/>
            <a:ext cx="0" cy="352505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="" xmlns:a16="http://schemas.microsoft.com/office/drawing/2014/main" id="{EFF35ACB-0426-4778-AE2E-D206CDC17397}"/>
              </a:ext>
            </a:extLst>
          </p:cNvPr>
          <p:cNvSpPr txBox="1"/>
          <p:nvPr/>
        </p:nvSpPr>
        <p:spPr>
          <a:xfrm>
            <a:off x="8676219" y="1996898"/>
            <a:ext cx="115753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03/2019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798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Development strategy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111D823-0061-4D02-A486-14D3049A8C20}"/>
              </a:ext>
            </a:extLst>
          </p:cNvPr>
          <p:cNvGrpSpPr/>
          <p:nvPr/>
        </p:nvGrpSpPr>
        <p:grpSpPr>
          <a:xfrm>
            <a:off x="4051882" y="1920646"/>
            <a:ext cx="4068312" cy="4173038"/>
            <a:chOff x="2527882" y="1769366"/>
            <a:chExt cx="4068312" cy="4173038"/>
          </a:xfrm>
        </p:grpSpPr>
        <p:sp>
          <p:nvSpPr>
            <p:cNvPr id="8" name="Rectangle 8">
              <a:extLst>
                <a:ext uri="{FF2B5EF4-FFF2-40B4-BE49-F238E27FC236}">
                  <a16:creationId xmlns="" xmlns:a16="http://schemas.microsoft.com/office/drawing/2014/main" id="{6197318D-8121-4894-B822-57F602A99361}"/>
                </a:ext>
              </a:extLst>
            </p:cNvPr>
            <p:cNvSpPr/>
            <p:nvPr/>
          </p:nvSpPr>
          <p:spPr>
            <a:xfrm>
              <a:off x="2527882" y="3860800"/>
              <a:ext cx="2044119" cy="2024231"/>
            </a:xfrm>
            <a:custGeom>
              <a:avLst/>
              <a:gdLst/>
              <a:ahLst/>
              <a:cxnLst/>
              <a:rect l="l" t="t" r="r" b="b"/>
              <a:pathLst>
                <a:path w="2044119" h="2024231">
                  <a:moveTo>
                    <a:pt x="366464" y="0"/>
                  </a:moveTo>
                  <a:lnTo>
                    <a:pt x="556662" y="0"/>
                  </a:lnTo>
                  <a:cubicBezTo>
                    <a:pt x="561251" y="574041"/>
                    <a:pt x="908815" y="1117284"/>
                    <a:pt x="1480062" y="1349474"/>
                  </a:cubicBezTo>
                  <a:cubicBezTo>
                    <a:pt x="1664906" y="1424606"/>
                    <a:pt x="1856123" y="1460241"/>
                    <a:pt x="2044119" y="1459681"/>
                  </a:cubicBezTo>
                  <a:lnTo>
                    <a:pt x="2044119" y="1643731"/>
                  </a:lnTo>
                  <a:cubicBezTo>
                    <a:pt x="1976201" y="1643868"/>
                    <a:pt x="1907852" y="1639074"/>
                    <a:pt x="1839496" y="1629946"/>
                  </a:cubicBezTo>
                  <a:lnTo>
                    <a:pt x="1546504" y="2024231"/>
                  </a:lnTo>
                  <a:lnTo>
                    <a:pt x="955093" y="1783846"/>
                  </a:lnTo>
                  <a:lnTo>
                    <a:pt x="1025507" y="1299093"/>
                  </a:lnTo>
                  <a:cubicBezTo>
                    <a:pt x="905134" y="1209445"/>
                    <a:pt x="799404" y="1105116"/>
                    <a:pt x="713898" y="986746"/>
                  </a:cubicBezTo>
                  <a:lnTo>
                    <a:pt x="719682" y="1004573"/>
                  </a:lnTo>
                  <a:lnTo>
                    <a:pt x="195230" y="1037088"/>
                  </a:lnTo>
                  <a:lnTo>
                    <a:pt x="0" y="435261"/>
                  </a:lnTo>
                  <a:lnTo>
                    <a:pt x="381694" y="20215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9" name="Oval 21">
              <a:extLst>
                <a:ext uri="{FF2B5EF4-FFF2-40B4-BE49-F238E27FC236}">
                  <a16:creationId xmlns="" xmlns:a16="http://schemas.microsoft.com/office/drawing/2014/main" id="{78B0C82D-1DB1-47F0-B784-D8CB8B58D5C0}"/>
                </a:ext>
              </a:extLst>
            </p:cNvPr>
            <p:cNvSpPr/>
            <p:nvPr/>
          </p:nvSpPr>
          <p:spPr>
            <a:xfrm rot="437364">
              <a:off x="4621552" y="3784736"/>
              <a:ext cx="1916761" cy="2157668"/>
            </a:xfrm>
            <a:custGeom>
              <a:avLst/>
              <a:gdLst/>
              <a:ahLst/>
              <a:cxnLst/>
              <a:rect l="l" t="t" r="r" b="b"/>
              <a:pathLst>
                <a:path w="1916761" h="2157668">
                  <a:moveTo>
                    <a:pt x="1708415" y="144041"/>
                  </a:moveTo>
                  <a:lnTo>
                    <a:pt x="1725767" y="154715"/>
                  </a:lnTo>
                  <a:lnTo>
                    <a:pt x="1708415" y="150430"/>
                  </a:lnTo>
                  <a:close/>
                  <a:moveTo>
                    <a:pt x="1300025" y="24192"/>
                  </a:moveTo>
                  <a:lnTo>
                    <a:pt x="1489147" y="0"/>
                  </a:lnTo>
                  <a:cubicBezTo>
                    <a:pt x="1500273" y="82796"/>
                    <a:pt x="1504062" y="167059"/>
                    <a:pt x="1500308" y="252054"/>
                  </a:cubicBezTo>
                  <a:lnTo>
                    <a:pt x="1916761" y="480508"/>
                  </a:lnTo>
                  <a:lnTo>
                    <a:pt x="1751401" y="1090339"/>
                  </a:lnTo>
                  <a:lnTo>
                    <a:pt x="1246060" y="1081941"/>
                  </a:lnTo>
                  <a:cubicBezTo>
                    <a:pt x="1182167" y="1187433"/>
                    <a:pt x="1104758" y="1282578"/>
                    <a:pt x="1018020" y="1367515"/>
                  </a:cubicBezTo>
                  <a:lnTo>
                    <a:pt x="1183977" y="1795543"/>
                  </a:lnTo>
                  <a:lnTo>
                    <a:pt x="660625" y="2157668"/>
                  </a:lnTo>
                  <a:lnTo>
                    <a:pt x="452734" y="1979318"/>
                  </a:lnTo>
                  <a:lnTo>
                    <a:pt x="452343" y="1979754"/>
                  </a:lnTo>
                  <a:lnTo>
                    <a:pt x="407306" y="1940346"/>
                  </a:lnTo>
                  <a:lnTo>
                    <a:pt x="263664" y="1817114"/>
                  </a:lnTo>
                  <a:lnTo>
                    <a:pt x="265236" y="1816026"/>
                  </a:lnTo>
                  <a:lnTo>
                    <a:pt x="248277" y="1801186"/>
                  </a:lnTo>
                  <a:cubicBezTo>
                    <a:pt x="175016" y="1821669"/>
                    <a:pt x="99852" y="1836107"/>
                    <a:pt x="23294" y="1843500"/>
                  </a:cubicBezTo>
                  <a:lnTo>
                    <a:pt x="0" y="1661401"/>
                  </a:lnTo>
                  <a:cubicBezTo>
                    <a:pt x="586249" y="1594555"/>
                    <a:pt x="1099236" y="1182477"/>
                    <a:pt x="1261282" y="584868"/>
                  </a:cubicBezTo>
                  <a:cubicBezTo>
                    <a:pt x="1312404" y="396331"/>
                    <a:pt x="1323933" y="206529"/>
                    <a:pt x="1300025" y="2419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/>
            </a:p>
          </p:txBody>
        </p:sp>
        <p:sp>
          <p:nvSpPr>
            <p:cNvPr id="10" name="Oval 21">
              <a:extLst>
                <a:ext uri="{FF2B5EF4-FFF2-40B4-BE49-F238E27FC236}">
                  <a16:creationId xmlns="" xmlns:a16="http://schemas.microsoft.com/office/drawing/2014/main" id="{A3E335BB-755B-4BF5-83BD-E41AF5524A35}"/>
                </a:ext>
              </a:extLst>
            </p:cNvPr>
            <p:cNvSpPr/>
            <p:nvPr/>
          </p:nvSpPr>
          <p:spPr>
            <a:xfrm rot="437364">
              <a:off x="2587685" y="1769366"/>
              <a:ext cx="1903947" cy="2166804"/>
            </a:xfrm>
            <a:custGeom>
              <a:avLst/>
              <a:gdLst/>
              <a:ahLst/>
              <a:cxnLst/>
              <a:rect l="l" t="t" r="r" b="b"/>
              <a:pathLst>
                <a:path w="1903947" h="2166804">
                  <a:moveTo>
                    <a:pt x="1248722" y="0"/>
                  </a:moveTo>
                  <a:lnTo>
                    <a:pt x="1627097" y="360618"/>
                  </a:lnTo>
                  <a:lnTo>
                    <a:pt x="1623294" y="362966"/>
                  </a:lnTo>
                  <a:cubicBezTo>
                    <a:pt x="1706758" y="337014"/>
                    <a:pt x="1792834" y="318893"/>
                    <a:pt x="1880669" y="309126"/>
                  </a:cubicBezTo>
                  <a:lnTo>
                    <a:pt x="1903947" y="491102"/>
                  </a:lnTo>
                  <a:cubicBezTo>
                    <a:pt x="1322097" y="562522"/>
                    <a:pt x="814151" y="973268"/>
                    <a:pt x="653054" y="1567381"/>
                  </a:cubicBezTo>
                  <a:cubicBezTo>
                    <a:pt x="600572" y="1760932"/>
                    <a:pt x="589817" y="1955818"/>
                    <a:pt x="615630" y="2142672"/>
                  </a:cubicBezTo>
                  <a:lnTo>
                    <a:pt x="426969" y="2166804"/>
                  </a:lnTo>
                  <a:cubicBezTo>
                    <a:pt x="416234" y="2094458"/>
                    <a:pt x="410995" y="2020927"/>
                    <a:pt x="410980" y="1946726"/>
                  </a:cubicBezTo>
                  <a:lnTo>
                    <a:pt x="0" y="1721274"/>
                  </a:lnTo>
                  <a:lnTo>
                    <a:pt x="165358" y="1111442"/>
                  </a:lnTo>
                  <a:lnTo>
                    <a:pt x="636319" y="1119271"/>
                  </a:lnTo>
                  <a:cubicBezTo>
                    <a:pt x="700213" y="1007851"/>
                    <a:pt x="777366" y="906262"/>
                    <a:pt x="864645" y="815331"/>
                  </a:cubicBezTo>
                  <a:lnTo>
                    <a:pt x="706904" y="3345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/>
            </a:p>
          </p:txBody>
        </p:sp>
        <p:sp>
          <p:nvSpPr>
            <p:cNvPr id="11" name="Rectangle 15">
              <a:extLst>
                <a:ext uri="{FF2B5EF4-FFF2-40B4-BE49-F238E27FC236}">
                  <a16:creationId xmlns="" xmlns:a16="http://schemas.microsoft.com/office/drawing/2014/main" id="{D9A027EF-60F6-44BA-86FC-8633EDA07393}"/>
                </a:ext>
              </a:extLst>
            </p:cNvPr>
            <p:cNvSpPr/>
            <p:nvPr/>
          </p:nvSpPr>
          <p:spPr>
            <a:xfrm>
              <a:off x="4555381" y="1792645"/>
              <a:ext cx="2040813" cy="2068155"/>
            </a:xfrm>
            <a:custGeom>
              <a:avLst/>
              <a:gdLst/>
              <a:ahLst/>
              <a:cxnLst/>
              <a:rect l="l" t="t" r="r" b="b"/>
              <a:pathLst>
                <a:path w="2040813" h="2068155">
                  <a:moveTo>
                    <a:pt x="520053" y="0"/>
                  </a:moveTo>
                  <a:lnTo>
                    <a:pt x="1111462" y="240384"/>
                  </a:lnTo>
                  <a:lnTo>
                    <a:pt x="1036786" y="754460"/>
                  </a:lnTo>
                  <a:lnTo>
                    <a:pt x="1021317" y="748171"/>
                  </a:lnTo>
                  <a:cubicBezTo>
                    <a:pt x="1142506" y="837417"/>
                    <a:pt x="1249045" y="941474"/>
                    <a:pt x="1335290" y="1059739"/>
                  </a:cubicBezTo>
                  <a:lnTo>
                    <a:pt x="1814020" y="1005063"/>
                  </a:lnTo>
                  <a:lnTo>
                    <a:pt x="2040813" y="1596059"/>
                  </a:lnTo>
                  <a:lnTo>
                    <a:pt x="1672411" y="1848385"/>
                  </a:lnTo>
                  <a:cubicBezTo>
                    <a:pt x="1682906" y="1920885"/>
                    <a:pt x="1688379" y="1994315"/>
                    <a:pt x="1687912" y="2068155"/>
                  </a:cubicBezTo>
                  <a:lnTo>
                    <a:pt x="1497249" y="2068155"/>
                  </a:lnTo>
                  <a:cubicBezTo>
                    <a:pt x="1499106" y="1488724"/>
                    <a:pt x="1150503" y="938186"/>
                    <a:pt x="574393" y="704018"/>
                  </a:cubicBezTo>
                  <a:cubicBezTo>
                    <a:pt x="467666" y="660637"/>
                    <a:pt x="358815" y="630425"/>
                    <a:pt x="249685" y="612618"/>
                  </a:cubicBezTo>
                  <a:cubicBezTo>
                    <a:pt x="213308" y="606683"/>
                    <a:pt x="176901" y="602126"/>
                    <a:pt x="140531" y="598919"/>
                  </a:cubicBezTo>
                  <a:cubicBezTo>
                    <a:pt x="93574" y="594779"/>
                    <a:pt x="46680" y="592889"/>
                    <a:pt x="0" y="593905"/>
                  </a:cubicBezTo>
                  <a:lnTo>
                    <a:pt x="0" y="409496"/>
                  </a:lnTo>
                  <a:cubicBezTo>
                    <a:pt x="74584" y="408781"/>
                    <a:pt x="149703" y="413983"/>
                    <a:pt x="224810" y="424420"/>
                  </a:cubicBezTo>
                  <a:lnTo>
                    <a:pt x="209339" y="4181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54838BDB-78C9-4794-A97C-0705044498F5}"/>
              </a:ext>
            </a:extLst>
          </p:cNvPr>
          <p:cNvSpPr/>
          <p:nvPr/>
        </p:nvSpPr>
        <p:spPr>
          <a:xfrm>
            <a:off x="4971456" y="2892582"/>
            <a:ext cx="2229169" cy="2229169"/>
          </a:xfrm>
          <a:prstGeom prst="ellipse">
            <a:avLst/>
          </a:prstGeom>
          <a:solidFill>
            <a:schemeClr val="accent6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449999F5-41A2-4363-9382-34B5571ED4EC}"/>
              </a:ext>
            </a:extLst>
          </p:cNvPr>
          <p:cNvGrpSpPr/>
          <p:nvPr/>
        </p:nvGrpSpPr>
        <p:grpSpPr>
          <a:xfrm>
            <a:off x="914400" y="5198583"/>
            <a:ext cx="3089650" cy="863358"/>
            <a:chOff x="803640" y="3362835"/>
            <a:chExt cx="2059657" cy="863358"/>
          </a:xfrm>
        </p:grpSpPr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25E5BCA4-E702-4251-A909-9EFAFF3BE3DB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Reporting problems using the issue tracking system of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gitlab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helps us to provide quick solutions.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910988EA-F759-4CA9-B778-11CCEEA0BA48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accent4"/>
                  </a:solidFill>
                  <a:cs typeface="Arial" pitchFamily="34" charset="0"/>
                </a:rPr>
                <a:t>Model Users</a:t>
              </a:r>
              <a:endParaRPr lang="ko-KR" altLang="en-US" sz="1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4A2A7C9F-1649-48F0-9BC0-6B34BFB3519B}"/>
              </a:ext>
            </a:extLst>
          </p:cNvPr>
          <p:cNvGrpSpPr/>
          <p:nvPr/>
        </p:nvGrpSpPr>
        <p:grpSpPr>
          <a:xfrm>
            <a:off x="8202140" y="5198583"/>
            <a:ext cx="3089650" cy="863358"/>
            <a:chOff x="803640" y="3362835"/>
            <a:chExt cx="2059657" cy="863358"/>
          </a:xfrm>
        </p:grpSpPr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D201B335-A283-4D4C-B76B-15ED17390119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Contribute changes in the machine settings and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bugfixes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back to the Tools to deploy them.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DC50B21A-2BC2-4B51-AAAF-32439C010BA7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accent3"/>
                  </a:solidFill>
                  <a:cs typeface="Arial" pitchFamily="34" charset="0"/>
                </a:rPr>
                <a:t>System Admins and Supporters</a:t>
              </a:r>
              <a:endParaRPr lang="ko-KR" altLang="en-US" sz="12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3F08F97F-CC96-4532-91C4-C70B06DDE118}"/>
              </a:ext>
            </a:extLst>
          </p:cNvPr>
          <p:cNvGrpSpPr/>
          <p:nvPr/>
        </p:nvGrpSpPr>
        <p:grpSpPr>
          <a:xfrm>
            <a:off x="8202140" y="1731714"/>
            <a:ext cx="3089650" cy="1232690"/>
            <a:chOff x="803640" y="3362835"/>
            <a:chExt cx="2059657" cy="1232690"/>
          </a:xfrm>
        </p:grpSpPr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83C59261-F70E-4D0F-A631-1D681F3A0761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All component models are available in VCS repositories, most of them in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modular_esm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Frequent communication ensures that the versions are up-to-date. Regular tagging.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9D3E9BD1-0965-488E-AC1B-98A36E1ABE8A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accent2"/>
                  </a:solidFill>
                  <a:cs typeface="Arial" pitchFamily="34" charset="0"/>
                </a:rPr>
                <a:t>Model Developers</a:t>
              </a:r>
              <a:endParaRPr lang="ko-KR" altLang="en-US" sz="12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BEA89DBA-4F67-47F5-9ACC-8107986C6C7F}"/>
              </a:ext>
            </a:extLst>
          </p:cNvPr>
          <p:cNvGrpSpPr/>
          <p:nvPr/>
        </p:nvGrpSpPr>
        <p:grpSpPr>
          <a:xfrm>
            <a:off x="914400" y="1689913"/>
            <a:ext cx="3190188" cy="1089825"/>
            <a:chOff x="803640" y="3321034"/>
            <a:chExt cx="2126679" cy="1089825"/>
          </a:xfrm>
        </p:grpSpPr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9DFFEBF-DCA0-4CDB-9289-3F10BBBFDF47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Nadine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Wieters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, Dirk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Barbi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, Luisa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Cristini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(Paul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Gierz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)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New colleague (position is open for applications) starting in summer ‘19.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8D80E282-6051-48C1-9D22-C32924B3CBE0}"/>
                </a:ext>
              </a:extLst>
            </p:cNvPr>
            <p:cNvSpPr txBox="1"/>
            <p:nvPr/>
          </p:nvSpPr>
          <p:spPr>
            <a:xfrm>
              <a:off x="870662" y="3321034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accent1"/>
                  </a:solidFill>
                  <a:cs typeface="Arial" pitchFamily="34" charset="0"/>
                </a:rPr>
                <a:t>ESM-Tools TEAM@AWI</a:t>
              </a:r>
              <a:endParaRPr lang="ko-KR" altLang="en-US" sz="1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sp>
        <p:nvSpPr>
          <p:cNvPr id="26" name="Donut 2">
            <a:extLst>
              <a:ext uri="{FF2B5EF4-FFF2-40B4-BE49-F238E27FC236}">
                <a16:creationId xmlns="" xmlns:a16="http://schemas.microsoft.com/office/drawing/2014/main" id="{02043B42-7927-4089-BD3F-E8EA7E5B3827}"/>
              </a:ext>
            </a:extLst>
          </p:cNvPr>
          <p:cNvSpPr/>
          <p:nvPr/>
        </p:nvSpPr>
        <p:spPr>
          <a:xfrm>
            <a:off x="4733980" y="2655106"/>
            <a:ext cx="2704121" cy="2704121"/>
          </a:xfrm>
          <a:prstGeom prst="donut">
            <a:avLst>
              <a:gd name="adj" fmla="val 386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/>
              </a:solidFill>
            </a:endParaRPr>
          </a:p>
        </p:txBody>
      </p:sp>
      <p:sp>
        <p:nvSpPr>
          <p:cNvPr id="27" name="Rounded Rectangle 5">
            <a:extLst>
              <a:ext uri="{FF2B5EF4-FFF2-40B4-BE49-F238E27FC236}">
                <a16:creationId xmlns="" xmlns:a16="http://schemas.microsoft.com/office/drawing/2014/main" id="{623682D8-78B9-49F5-B8FC-F7D515E2C56D}"/>
              </a:ext>
            </a:extLst>
          </p:cNvPr>
          <p:cNvSpPr/>
          <p:nvPr/>
        </p:nvSpPr>
        <p:spPr>
          <a:xfrm flipH="1">
            <a:off x="2273090" y="4434214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8" name="Teardrop 1">
            <a:extLst>
              <a:ext uri="{FF2B5EF4-FFF2-40B4-BE49-F238E27FC236}">
                <a16:creationId xmlns="" xmlns:a16="http://schemas.microsoft.com/office/drawing/2014/main" id="{378C8268-5CEE-4334-A6AB-938539C083F9}"/>
              </a:ext>
            </a:extLst>
          </p:cNvPr>
          <p:cNvSpPr/>
          <p:nvPr/>
        </p:nvSpPr>
        <p:spPr>
          <a:xfrm rot="18805991">
            <a:off x="2278292" y="2890530"/>
            <a:ext cx="376862" cy="372930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Rectangle 36">
            <a:extLst>
              <a:ext uri="{FF2B5EF4-FFF2-40B4-BE49-F238E27FC236}">
                <a16:creationId xmlns="" xmlns:a16="http://schemas.microsoft.com/office/drawing/2014/main" id="{A23D1EC5-16E0-4897-8EC7-D7477FB50A68}"/>
              </a:ext>
            </a:extLst>
          </p:cNvPr>
          <p:cNvSpPr/>
          <p:nvPr/>
        </p:nvSpPr>
        <p:spPr>
          <a:xfrm>
            <a:off x="9553150" y="2909298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Chord 15">
            <a:extLst>
              <a:ext uri="{FF2B5EF4-FFF2-40B4-BE49-F238E27FC236}">
                <a16:creationId xmlns="" xmlns:a16="http://schemas.microsoft.com/office/drawing/2014/main" id="{B7747C17-4661-48AB-9F07-833A32786940}"/>
              </a:ext>
            </a:extLst>
          </p:cNvPr>
          <p:cNvSpPr/>
          <p:nvPr/>
        </p:nvSpPr>
        <p:spPr>
          <a:xfrm>
            <a:off x="9647402" y="4395152"/>
            <a:ext cx="199125" cy="434146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459" y="2868398"/>
            <a:ext cx="1551162" cy="155116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DC50B21A-2BC2-4B51-AAAF-32439C010BA7}"/>
              </a:ext>
            </a:extLst>
          </p:cNvPr>
          <p:cNvSpPr txBox="1"/>
          <p:nvPr/>
        </p:nvSpPr>
        <p:spPr>
          <a:xfrm>
            <a:off x="5028357" y="4426672"/>
            <a:ext cx="20642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 err="1" smtClean="0">
                <a:solidFill>
                  <a:schemeClr val="bg1"/>
                </a:solidFill>
                <a:cs typeface="Arial" pitchFamily="34" charset="0"/>
              </a:rPr>
              <a:t>gitlab.dkrz.de</a:t>
            </a:r>
            <a:r>
              <a:rPr lang="en-US" altLang="ko-KR" sz="1050" b="1" dirty="0" smtClean="0">
                <a:solidFill>
                  <a:schemeClr val="bg1"/>
                </a:solidFill>
                <a:cs typeface="Arial" pitchFamily="34" charset="0"/>
              </a:rPr>
              <a:t>/</a:t>
            </a:r>
            <a:r>
              <a:rPr lang="en-US" altLang="ko-KR" sz="1050" b="1" dirty="0" err="1" smtClean="0">
                <a:solidFill>
                  <a:schemeClr val="bg1"/>
                </a:solidFill>
                <a:cs typeface="Arial" pitchFamily="34" charset="0"/>
              </a:rPr>
              <a:t>esm</a:t>
            </a:r>
            <a:r>
              <a:rPr lang="en-US" altLang="ko-KR" sz="1050" b="1" dirty="0" smtClean="0">
                <a:solidFill>
                  <a:schemeClr val="bg1"/>
                </a:solidFill>
                <a:cs typeface="Arial" pitchFamily="34" charset="0"/>
              </a:rPr>
              <a:t>-tools</a:t>
            </a:r>
            <a:endParaRPr lang="ko-KR" altLang="en-US" sz="105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DC50B21A-2BC2-4B51-AAAF-32439C010BA7}"/>
              </a:ext>
            </a:extLst>
          </p:cNvPr>
          <p:cNvSpPr txBox="1"/>
          <p:nvPr/>
        </p:nvSpPr>
        <p:spPr>
          <a:xfrm>
            <a:off x="4971456" y="4227066"/>
            <a:ext cx="22151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 err="1" smtClean="0">
                <a:solidFill>
                  <a:schemeClr val="bg1"/>
                </a:solidFill>
                <a:cs typeface="Arial" pitchFamily="34" charset="0"/>
              </a:rPr>
              <a:t>gitlab.dkrz.de</a:t>
            </a:r>
            <a:r>
              <a:rPr lang="en-US" altLang="ko-KR" sz="1050" b="1" dirty="0" smtClean="0">
                <a:solidFill>
                  <a:schemeClr val="bg1"/>
                </a:solidFill>
                <a:cs typeface="Arial" pitchFamily="34" charset="0"/>
              </a:rPr>
              <a:t>/</a:t>
            </a:r>
            <a:r>
              <a:rPr lang="en-US" altLang="ko-KR" sz="1050" b="1" dirty="0" err="1" smtClean="0">
                <a:solidFill>
                  <a:schemeClr val="bg1"/>
                </a:solidFill>
                <a:cs typeface="Arial" pitchFamily="34" charset="0"/>
              </a:rPr>
              <a:t>modular_esm</a:t>
            </a:r>
            <a:endParaRPr lang="ko-KR" altLang="en-US" sz="105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57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aphic 5">
            <a:extLst>
              <a:ext uri="{FF2B5EF4-FFF2-40B4-BE49-F238E27FC236}">
                <a16:creationId xmlns="" xmlns:a16="http://schemas.microsoft.com/office/drawing/2014/main" id="{0A8099AB-8B1E-4A7E-9A07-6C283367281B}"/>
              </a:ext>
            </a:extLst>
          </p:cNvPr>
          <p:cNvGrpSpPr/>
          <p:nvPr/>
        </p:nvGrpSpPr>
        <p:grpSpPr>
          <a:xfrm>
            <a:off x="145830" y="3923398"/>
            <a:ext cx="3722786" cy="2934602"/>
            <a:chOff x="145829" y="2676849"/>
            <a:chExt cx="4821825" cy="3800954"/>
          </a:xfrm>
          <a:solidFill>
            <a:schemeClr val="accent1"/>
          </a:solidFill>
        </p:grpSpPr>
        <p:sp>
          <p:nvSpPr>
            <p:cNvPr id="35" name="Freeform: Shape 7">
              <a:extLst>
                <a:ext uri="{FF2B5EF4-FFF2-40B4-BE49-F238E27FC236}">
                  <a16:creationId xmlns="" xmlns:a16="http://schemas.microsoft.com/office/drawing/2014/main" id="{FC3782A6-B50E-4436-A5B8-C489043D0EED}"/>
                </a:ext>
              </a:extLst>
            </p:cNvPr>
            <p:cNvSpPr/>
            <p:nvPr/>
          </p:nvSpPr>
          <p:spPr>
            <a:xfrm>
              <a:off x="1925043" y="2677575"/>
              <a:ext cx="3040010" cy="3797187"/>
            </a:xfrm>
            <a:custGeom>
              <a:avLst/>
              <a:gdLst>
                <a:gd name="connsiteX0" fmla="*/ 3042611 w 3040009"/>
                <a:gd name="connsiteY0" fmla="*/ 3354209 h 3797186"/>
                <a:gd name="connsiteX1" fmla="*/ 3039597 w 3040009"/>
                <a:gd name="connsiteY1" fmla="*/ 3376058 h 3797186"/>
                <a:gd name="connsiteX2" fmla="*/ 3011721 w 3040009"/>
                <a:gd name="connsiteY2" fmla="*/ 3475131 h 3797186"/>
                <a:gd name="connsiteX3" fmla="*/ 2894189 w 3040009"/>
                <a:gd name="connsiteY3" fmla="*/ 3611499 h 3797186"/>
                <a:gd name="connsiteX4" fmla="*/ 2862923 w 3040009"/>
                <a:gd name="connsiteY4" fmla="*/ 3627320 h 3797186"/>
                <a:gd name="connsiteX5" fmla="*/ 2683988 w 3040009"/>
                <a:gd name="connsiteY5" fmla="*/ 3696257 h 3797186"/>
                <a:gd name="connsiteX6" fmla="*/ 2650837 w 3040009"/>
                <a:gd name="connsiteY6" fmla="*/ 3741838 h 3797186"/>
                <a:gd name="connsiteX7" fmla="*/ 2645940 w 3040009"/>
                <a:gd name="connsiteY7" fmla="*/ 3800604 h 3797186"/>
                <a:gd name="connsiteX8" fmla="*/ 2509950 w 3040009"/>
                <a:gd name="connsiteY8" fmla="*/ 3800604 h 3797186"/>
                <a:gd name="connsiteX9" fmla="*/ 2412006 w 3040009"/>
                <a:gd name="connsiteY9" fmla="*/ 3799098 h 3797186"/>
                <a:gd name="connsiteX10" fmla="*/ 2369439 w 3040009"/>
                <a:gd name="connsiteY10" fmla="*/ 3765194 h 3797186"/>
                <a:gd name="connsiteX11" fmla="*/ 2347966 w 3040009"/>
                <a:gd name="connsiteY11" fmla="*/ 3703038 h 3797186"/>
                <a:gd name="connsiteX12" fmla="*/ 2276392 w 3040009"/>
                <a:gd name="connsiteY12" fmla="*/ 3681189 h 3797186"/>
                <a:gd name="connsiteX13" fmla="*/ 2271118 w 3040009"/>
                <a:gd name="connsiteY13" fmla="*/ 3703038 h 3797186"/>
                <a:gd name="connsiteX14" fmla="*/ 2286564 w 3040009"/>
                <a:gd name="connsiteY14" fmla="*/ 3772728 h 3797186"/>
                <a:gd name="connsiteX15" fmla="*/ 2289577 w 3040009"/>
                <a:gd name="connsiteY15" fmla="*/ 3796837 h 3797186"/>
                <a:gd name="connsiteX16" fmla="*/ 2253037 w 3040009"/>
                <a:gd name="connsiteY16" fmla="*/ 3799851 h 3797186"/>
                <a:gd name="connsiteX17" fmla="*/ 2044342 w 3040009"/>
                <a:gd name="connsiteY17" fmla="*/ 3798344 h 3797186"/>
                <a:gd name="connsiteX18" fmla="*/ 1993110 w 3040009"/>
                <a:gd name="connsiteY18" fmla="*/ 3743722 h 3797186"/>
                <a:gd name="connsiteX19" fmla="*/ 1993110 w 3040009"/>
                <a:gd name="connsiteY19" fmla="*/ 3678552 h 3797186"/>
                <a:gd name="connsiteX20" fmla="*/ 1977289 w 3040009"/>
                <a:gd name="connsiteY20" fmla="*/ 3677045 h 3797186"/>
                <a:gd name="connsiteX21" fmla="*/ 1687979 w 3040009"/>
                <a:gd name="connsiteY21" fmla="*/ 3691360 h 3797186"/>
                <a:gd name="connsiteX22" fmla="*/ 1644658 w 3040009"/>
                <a:gd name="connsiteY22" fmla="*/ 3682319 h 3797186"/>
                <a:gd name="connsiteX23" fmla="*/ 1534660 w 3040009"/>
                <a:gd name="connsiteY23" fmla="*/ 3621293 h 3797186"/>
                <a:gd name="connsiteX24" fmla="*/ 1517332 w 3040009"/>
                <a:gd name="connsiteY24" fmla="*/ 3601704 h 3797186"/>
                <a:gd name="connsiteX25" fmla="*/ 1478531 w 3040009"/>
                <a:gd name="connsiteY25" fmla="*/ 3459310 h 3797186"/>
                <a:gd name="connsiteX26" fmla="*/ 1478531 w 3040009"/>
                <a:gd name="connsiteY26" fmla="*/ 3411091 h 3797186"/>
                <a:gd name="connsiteX27" fmla="*/ 1390382 w 3040009"/>
                <a:gd name="connsiteY27" fmla="*/ 3411091 h 3797186"/>
                <a:gd name="connsiteX28" fmla="*/ 1040423 w 3040009"/>
                <a:gd name="connsiteY28" fmla="*/ 3409585 h 3797186"/>
                <a:gd name="connsiteX29" fmla="*/ 964329 w 3040009"/>
                <a:gd name="connsiteY29" fmla="*/ 3385099 h 3797186"/>
                <a:gd name="connsiteX30" fmla="*/ 941726 w 3040009"/>
                <a:gd name="connsiteY30" fmla="*/ 3370784 h 3797186"/>
                <a:gd name="connsiteX31" fmla="*/ 937206 w 3040009"/>
                <a:gd name="connsiteY31" fmla="*/ 3374174 h 3797186"/>
                <a:gd name="connsiteX32" fmla="*/ 940973 w 3040009"/>
                <a:gd name="connsiteY32" fmla="*/ 3396777 h 3797186"/>
                <a:gd name="connsiteX33" fmla="*/ 969603 w 3040009"/>
                <a:gd name="connsiteY33" fmla="*/ 3468351 h 3797186"/>
                <a:gd name="connsiteX34" fmla="*/ 1041177 w 3040009"/>
                <a:gd name="connsiteY34" fmla="*/ 3666121 h 3797186"/>
                <a:gd name="connsiteX35" fmla="*/ 1049841 w 3040009"/>
                <a:gd name="connsiteY35" fmla="*/ 3794954 h 3797186"/>
                <a:gd name="connsiteX36" fmla="*/ 1034396 w 3040009"/>
                <a:gd name="connsiteY36" fmla="*/ 3797591 h 3797186"/>
                <a:gd name="connsiteX37" fmla="*/ 578583 w 3040009"/>
                <a:gd name="connsiteY37" fmla="*/ 3799474 h 3797186"/>
                <a:gd name="connsiteX38" fmla="*/ 488174 w 3040009"/>
                <a:gd name="connsiteY38" fmla="*/ 3741462 h 3797186"/>
                <a:gd name="connsiteX39" fmla="*/ 392114 w 3040009"/>
                <a:gd name="connsiteY39" fmla="*/ 3533144 h 3797186"/>
                <a:gd name="connsiteX40" fmla="*/ 342765 w 3040009"/>
                <a:gd name="connsiteY40" fmla="*/ 3387359 h 3797186"/>
                <a:gd name="connsiteX41" fmla="*/ 309615 w 3040009"/>
                <a:gd name="connsiteY41" fmla="*/ 3295443 h 3797186"/>
                <a:gd name="connsiteX42" fmla="*/ 276465 w 3040009"/>
                <a:gd name="connsiteY42" fmla="*/ 3247978 h 3797186"/>
                <a:gd name="connsiteX43" fmla="*/ 219206 w 3040009"/>
                <a:gd name="connsiteY43" fmla="*/ 3120652 h 3797186"/>
                <a:gd name="connsiteX44" fmla="*/ 242938 w 3040009"/>
                <a:gd name="connsiteY44" fmla="*/ 2962059 h 3797186"/>
                <a:gd name="connsiteX45" fmla="*/ 339375 w 3040009"/>
                <a:gd name="connsiteY45" fmla="*/ 2883328 h 3797186"/>
                <a:gd name="connsiteX46" fmla="*/ 527351 w 3040009"/>
                <a:gd name="connsiteY46" fmla="*/ 2838123 h 3797186"/>
                <a:gd name="connsiteX47" fmla="*/ 850940 w 3040009"/>
                <a:gd name="connsiteY47" fmla="*/ 2777850 h 3797186"/>
                <a:gd name="connsiteX48" fmla="*/ 976760 w 3040009"/>
                <a:gd name="connsiteY48" fmla="*/ 2770316 h 3797186"/>
                <a:gd name="connsiteX49" fmla="*/ 1023848 w 3040009"/>
                <a:gd name="connsiteY49" fmla="*/ 2769563 h 3797186"/>
                <a:gd name="connsiteX50" fmla="*/ 1088641 w 3040009"/>
                <a:gd name="connsiteY50" fmla="*/ 2744324 h 3797186"/>
                <a:gd name="connsiteX51" fmla="*/ 1267953 w 3040009"/>
                <a:gd name="connsiteY51" fmla="*/ 2604943 h 3797186"/>
                <a:gd name="connsiteX52" fmla="*/ 1298466 w 3040009"/>
                <a:gd name="connsiteY52" fmla="*/ 2591758 h 3797186"/>
                <a:gd name="connsiteX53" fmla="*/ 1369663 w 3040009"/>
                <a:gd name="connsiteY53" fmla="*/ 2545046 h 3797186"/>
                <a:gd name="connsiteX54" fmla="*/ 1308637 w 3040009"/>
                <a:gd name="connsiteY54" fmla="*/ 2509259 h 3797186"/>
                <a:gd name="connsiteX55" fmla="*/ 1280007 w 3040009"/>
                <a:gd name="connsiteY55" fmla="*/ 2502855 h 3797186"/>
                <a:gd name="connsiteX56" fmla="*/ 1221995 w 3040009"/>
                <a:gd name="connsiteY56" fmla="*/ 2498712 h 3797186"/>
                <a:gd name="connsiteX57" fmla="*/ 1199769 w 3040009"/>
                <a:gd name="connsiteY57" fmla="*/ 2469329 h 3797186"/>
                <a:gd name="connsiteX58" fmla="*/ 1205797 w 3040009"/>
                <a:gd name="connsiteY58" fmla="*/ 2439946 h 3797186"/>
                <a:gd name="connsiteX59" fmla="*/ 1185831 w 3040009"/>
                <a:gd name="connsiteY59" fmla="*/ 2406042 h 3797186"/>
                <a:gd name="connsiteX60" fmla="*/ 1167749 w 3040009"/>
                <a:gd name="connsiteY60" fmla="*/ 2401145 h 3797186"/>
                <a:gd name="connsiteX61" fmla="*/ 1035149 w 3040009"/>
                <a:gd name="connsiteY61" fmla="*/ 2335975 h 3797186"/>
                <a:gd name="connsiteX62" fmla="*/ 996349 w 3040009"/>
                <a:gd name="connsiteY62" fmla="*/ 2309606 h 3797186"/>
                <a:gd name="connsiteX63" fmla="*/ 980904 w 3040009"/>
                <a:gd name="connsiteY63" fmla="*/ 2310359 h 3797186"/>
                <a:gd name="connsiteX64" fmla="*/ 985047 w 3040009"/>
                <a:gd name="connsiteY64" fmla="*/ 2325427 h 3797186"/>
                <a:gd name="connsiteX65" fmla="*/ 1005013 w 3040009"/>
                <a:gd name="connsiteY65" fmla="*/ 2348030 h 3797186"/>
                <a:gd name="connsiteX66" fmla="*/ 1001622 w 3040009"/>
                <a:gd name="connsiteY66" fmla="*/ 2384947 h 3797186"/>
                <a:gd name="connsiteX67" fmla="*/ 956418 w 3040009"/>
                <a:gd name="connsiteY67" fmla="*/ 2400015 h 3797186"/>
                <a:gd name="connsiteX68" fmla="*/ 734162 w 3040009"/>
                <a:gd name="connsiteY68" fmla="*/ 2405289 h 3797186"/>
                <a:gd name="connsiteX69" fmla="*/ 95647 w 3040009"/>
                <a:gd name="connsiteY69" fmla="*/ 2406042 h 3797186"/>
                <a:gd name="connsiteX70" fmla="*/ 30477 w 3040009"/>
                <a:gd name="connsiteY70" fmla="*/ 2378543 h 3797186"/>
                <a:gd name="connsiteX71" fmla="*/ 717 w 3040009"/>
                <a:gd name="connsiteY71" fmla="*/ 2327688 h 3797186"/>
                <a:gd name="connsiteX72" fmla="*/ 21436 w 3040009"/>
                <a:gd name="connsiteY72" fmla="*/ 2262141 h 3797186"/>
                <a:gd name="connsiteX73" fmla="*/ 79825 w 3040009"/>
                <a:gd name="connsiteY73" fmla="*/ 2211662 h 3797186"/>
                <a:gd name="connsiteX74" fmla="*/ 116366 w 3040009"/>
                <a:gd name="connsiteY74" fmla="*/ 2208649 h 3797186"/>
                <a:gd name="connsiteX75" fmla="*/ 170988 w 3040009"/>
                <a:gd name="connsiteY75" fmla="*/ 2203752 h 3797186"/>
                <a:gd name="connsiteX76" fmla="*/ 223726 w 3040009"/>
                <a:gd name="connsiteY76" fmla="*/ 2199985 h 3797186"/>
                <a:gd name="connsiteX77" fmla="*/ 289650 w 3040009"/>
                <a:gd name="connsiteY77" fmla="*/ 2231628 h 3797186"/>
                <a:gd name="connsiteX78" fmla="*/ 341259 w 3040009"/>
                <a:gd name="connsiteY78" fmla="*/ 2220327 h 3797186"/>
                <a:gd name="connsiteX79" fmla="*/ 375915 w 3040009"/>
                <a:gd name="connsiteY79" fmla="*/ 2211286 h 3797186"/>
                <a:gd name="connsiteX80" fmla="*/ 440709 w 3040009"/>
                <a:gd name="connsiteY80" fmla="*/ 2221457 h 3797186"/>
                <a:gd name="connsiteX81" fmla="*/ 628684 w 3040009"/>
                <a:gd name="connsiteY81" fmla="*/ 2234642 h 3797186"/>
                <a:gd name="connsiteX82" fmla="*/ 664471 w 3040009"/>
                <a:gd name="connsiteY82" fmla="*/ 2232758 h 3797186"/>
                <a:gd name="connsiteX83" fmla="*/ 694984 w 3040009"/>
                <a:gd name="connsiteY83" fmla="*/ 2202622 h 3797186"/>
                <a:gd name="connsiteX84" fmla="*/ 719094 w 3040009"/>
                <a:gd name="connsiteY84" fmla="*/ 2156664 h 3797186"/>
                <a:gd name="connsiteX85" fmla="*/ 749984 w 3040009"/>
                <a:gd name="connsiteY85" fmla="*/ 2108069 h 3797186"/>
                <a:gd name="connsiteX86" fmla="*/ 782757 w 3040009"/>
                <a:gd name="connsiteY86" fmla="*/ 2085466 h 3797186"/>
                <a:gd name="connsiteX87" fmla="*/ 875426 w 3040009"/>
                <a:gd name="connsiteY87" fmla="*/ 2070398 h 3797186"/>
                <a:gd name="connsiteX88" fmla="*/ 939089 w 3040009"/>
                <a:gd name="connsiteY88" fmla="*/ 2063241 h 3797186"/>
                <a:gd name="connsiteX89" fmla="*/ 1004636 w 3040009"/>
                <a:gd name="connsiteY89" fmla="*/ 2072282 h 3797186"/>
                <a:gd name="connsiteX90" fmla="*/ 1053608 w 3040009"/>
                <a:gd name="connsiteY90" fmla="*/ 2091117 h 3797186"/>
                <a:gd name="connsiteX91" fmla="*/ 1154188 w 3040009"/>
                <a:gd name="connsiteY91" fmla="*/ 2152897 h 3797186"/>
                <a:gd name="connsiteX92" fmla="*/ 1344047 w 3040009"/>
                <a:gd name="connsiteY92" fmla="*/ 2173239 h 3797186"/>
                <a:gd name="connsiteX93" fmla="*/ 1375314 w 3040009"/>
                <a:gd name="connsiteY93" fmla="*/ 2167588 h 3797186"/>
                <a:gd name="connsiteX94" fmla="*/ 1488326 w 3040009"/>
                <a:gd name="connsiteY94" fmla="*/ 2168718 h 3797186"/>
                <a:gd name="connsiteX95" fmla="*/ 1507914 w 3040009"/>
                <a:gd name="connsiteY95" fmla="*/ 2168718 h 3797186"/>
                <a:gd name="connsiteX96" fmla="*/ 1517332 w 3040009"/>
                <a:gd name="connsiteY96" fmla="*/ 2042522 h 3797186"/>
                <a:gd name="connsiteX97" fmla="*/ 1564043 w 3040009"/>
                <a:gd name="connsiteY97" fmla="*/ 1667700 h 3797186"/>
                <a:gd name="connsiteX98" fmla="*/ 1622056 w 3040009"/>
                <a:gd name="connsiteY98" fmla="*/ 1491402 h 3797186"/>
                <a:gd name="connsiteX99" fmla="*/ 1629967 w 3040009"/>
                <a:gd name="connsiteY99" fmla="*/ 1476711 h 3797186"/>
                <a:gd name="connsiteX100" fmla="*/ 1672158 w 3040009"/>
                <a:gd name="connsiteY100" fmla="*/ 1343357 h 3797186"/>
                <a:gd name="connsiteX101" fmla="*/ 1686849 w 3040009"/>
                <a:gd name="connsiteY101" fmla="*/ 1144834 h 3797186"/>
                <a:gd name="connsiteX102" fmla="*/ 1747122 w 3040009"/>
                <a:gd name="connsiteY102" fmla="*/ 998296 h 3797186"/>
                <a:gd name="connsiteX103" fmla="*/ 1747875 w 3040009"/>
                <a:gd name="connsiteY103" fmla="*/ 952337 h 3797186"/>
                <a:gd name="connsiteX104" fmla="*/ 1741471 w 3040009"/>
                <a:gd name="connsiteY104" fmla="*/ 928228 h 3797186"/>
                <a:gd name="connsiteX105" fmla="*/ 1732054 w 3040009"/>
                <a:gd name="connsiteY105" fmla="*/ 907886 h 3797186"/>
                <a:gd name="connsiteX106" fmla="*/ 1676301 w 3040009"/>
                <a:gd name="connsiteY106" fmla="*/ 881894 h 3797186"/>
                <a:gd name="connsiteX107" fmla="*/ 1578358 w 3040009"/>
                <a:gd name="connsiteY107" fmla="*/ 900729 h 3797186"/>
                <a:gd name="connsiteX108" fmla="*/ 1506030 w 3040009"/>
                <a:gd name="connsiteY108" fmla="*/ 878127 h 3797186"/>
                <a:gd name="connsiteX109" fmla="*/ 1490586 w 3040009"/>
                <a:gd name="connsiteY109" fmla="*/ 843470 h 3797186"/>
                <a:gd name="connsiteX110" fmla="*/ 1492469 w 3040009"/>
                <a:gd name="connsiteY110" fmla="*/ 811826 h 3797186"/>
                <a:gd name="connsiteX111" fmla="*/ 1469490 w 3040009"/>
                <a:gd name="connsiteY111" fmla="*/ 750047 h 3797186"/>
                <a:gd name="connsiteX112" fmla="*/ 1464970 w 3040009"/>
                <a:gd name="connsiteY112" fmla="*/ 725938 h 3797186"/>
                <a:gd name="connsiteX113" fmla="*/ 1472880 w 3040009"/>
                <a:gd name="connsiteY113" fmla="*/ 710493 h 3797186"/>
                <a:gd name="connsiteX114" fmla="*/ 1461579 w 3040009"/>
                <a:gd name="connsiteY114" fmla="*/ 702582 h 3797186"/>
                <a:gd name="connsiteX115" fmla="*/ 1448772 w 3040009"/>
                <a:gd name="connsiteY115" fmla="*/ 666042 h 3797186"/>
                <a:gd name="connsiteX116" fmla="*/ 1454422 w 3040009"/>
                <a:gd name="connsiteY116" fmla="*/ 635152 h 3797186"/>
                <a:gd name="connsiteX117" fmla="*/ 1435587 w 3040009"/>
                <a:gd name="connsiteY117" fmla="*/ 613680 h 3797186"/>
                <a:gd name="connsiteX118" fmla="*/ 1393396 w 3040009"/>
                <a:gd name="connsiteY118" fmla="*/ 606522 h 3797186"/>
                <a:gd name="connsiteX119" fmla="*/ 1373807 w 3040009"/>
                <a:gd name="connsiteY119" fmla="*/ 571865 h 3797186"/>
                <a:gd name="connsiteX120" fmla="*/ 1392266 w 3040009"/>
                <a:gd name="connsiteY120" fmla="*/ 522894 h 3797186"/>
                <a:gd name="connsiteX121" fmla="*/ 1452162 w 3040009"/>
                <a:gd name="connsiteY121" fmla="*/ 403478 h 3797186"/>
                <a:gd name="connsiteX122" fmla="*/ 1454422 w 3040009"/>
                <a:gd name="connsiteY122" fmla="*/ 384643 h 3797186"/>
                <a:gd name="connsiteX123" fmla="*/ 1444628 w 3040009"/>
                <a:gd name="connsiteY123" fmla="*/ 285193 h 3797186"/>
                <a:gd name="connsiteX124" fmla="*/ 1613015 w 3040009"/>
                <a:gd name="connsiteY124" fmla="*/ 56156 h 3797186"/>
                <a:gd name="connsiteX125" fmla="*/ 1985576 w 3040009"/>
                <a:gd name="connsiteY125" fmla="*/ 23759 h 3797186"/>
                <a:gd name="connsiteX126" fmla="*/ 2207456 w 3040009"/>
                <a:gd name="connsiteY126" fmla="*/ 321356 h 3797186"/>
                <a:gd name="connsiteX127" fmla="*/ 2168278 w 3040009"/>
                <a:gd name="connsiteY127" fmla="*/ 533441 h 3797186"/>
                <a:gd name="connsiteX128" fmla="*/ 2143039 w 3040009"/>
                <a:gd name="connsiteY128" fmla="*/ 641556 h 3797186"/>
                <a:gd name="connsiteX129" fmla="*/ 2225537 w 3040009"/>
                <a:gd name="connsiteY129" fmla="*/ 848744 h 3797186"/>
                <a:gd name="connsiteX130" fmla="*/ 2255674 w 3040009"/>
                <a:gd name="connsiteY130" fmla="*/ 910523 h 3797186"/>
                <a:gd name="connsiteX131" fmla="*/ 2294851 w 3040009"/>
                <a:gd name="connsiteY131" fmla="*/ 972303 h 3797186"/>
                <a:gd name="connsiteX132" fmla="*/ 2500155 w 3040009"/>
                <a:gd name="connsiteY132" fmla="*/ 1162539 h 3797186"/>
                <a:gd name="connsiteX133" fmla="*/ 2547620 w 3040009"/>
                <a:gd name="connsiteY133" fmla="*/ 1236373 h 3797186"/>
                <a:gd name="connsiteX134" fmla="*/ 2570222 w 3040009"/>
                <a:gd name="connsiteY134" fmla="*/ 1268770 h 3797186"/>
                <a:gd name="connsiteX135" fmla="*/ 2707720 w 3040009"/>
                <a:gd name="connsiteY135" fmla="*/ 1590476 h 3797186"/>
                <a:gd name="connsiteX136" fmla="*/ 2721281 w 3040009"/>
                <a:gd name="connsiteY136" fmla="*/ 1736261 h 3797186"/>
                <a:gd name="connsiteX137" fmla="*/ 2724671 w 3040009"/>
                <a:gd name="connsiteY137" fmla="*/ 1776191 h 3797186"/>
                <a:gd name="connsiteX138" fmla="*/ 2750664 w 3040009"/>
                <a:gd name="connsiteY138" fmla="*/ 1759993 h 3797186"/>
                <a:gd name="connsiteX139" fmla="*/ 2862545 w 3040009"/>
                <a:gd name="connsiteY139" fmla="*/ 1710268 h 3797186"/>
                <a:gd name="connsiteX140" fmla="*/ 2923195 w 3040009"/>
                <a:gd name="connsiteY140" fmla="*/ 1747185 h 3797186"/>
                <a:gd name="connsiteX141" fmla="*/ 2920182 w 3040009"/>
                <a:gd name="connsiteY141" fmla="*/ 1854923 h 3797186"/>
                <a:gd name="connsiteX142" fmla="*/ 2898332 w 3040009"/>
                <a:gd name="connsiteY142" fmla="*/ 1950229 h 3797186"/>
                <a:gd name="connsiteX143" fmla="*/ 2926585 w 3040009"/>
                <a:gd name="connsiteY143" fmla="*/ 1988276 h 3797186"/>
                <a:gd name="connsiteX144" fmla="*/ 2970283 w 3040009"/>
                <a:gd name="connsiteY144" fmla="*/ 2035365 h 3797186"/>
                <a:gd name="connsiteX145" fmla="*/ 2958229 w 3040009"/>
                <a:gd name="connsiteY145" fmla="*/ 2179266 h 3797186"/>
                <a:gd name="connsiteX146" fmla="*/ 2944667 w 3040009"/>
                <a:gd name="connsiteY146" fmla="*/ 2313750 h 3797186"/>
                <a:gd name="connsiteX147" fmla="*/ 2975180 w 3040009"/>
                <a:gd name="connsiteY147" fmla="*/ 2618504 h 3797186"/>
                <a:gd name="connsiteX148" fmla="*/ 3010214 w 3040009"/>
                <a:gd name="connsiteY148" fmla="*/ 2872026 h 3797186"/>
                <a:gd name="connsiteX149" fmla="*/ 3028673 w 3040009"/>
                <a:gd name="connsiteY149" fmla="*/ 3060379 h 3797186"/>
                <a:gd name="connsiteX150" fmla="*/ 3043364 w 3040009"/>
                <a:gd name="connsiteY150" fmla="*/ 3148528 h 3797186"/>
                <a:gd name="connsiteX151" fmla="*/ 3042611 w 3040009"/>
                <a:gd name="connsiteY151" fmla="*/ 3354209 h 3797186"/>
                <a:gd name="connsiteX152" fmla="*/ 2691522 w 3040009"/>
                <a:gd name="connsiteY152" fmla="*/ 3596430 h 3797186"/>
                <a:gd name="connsiteX153" fmla="*/ 2694912 w 3040009"/>
                <a:gd name="connsiteY153" fmla="*/ 3602458 h 3797186"/>
                <a:gd name="connsiteX154" fmla="*/ 2722035 w 3040009"/>
                <a:gd name="connsiteY154" fmla="*/ 3600197 h 3797186"/>
                <a:gd name="connsiteX155" fmla="*/ 2799636 w 3040009"/>
                <a:gd name="connsiteY155" fmla="*/ 3572321 h 3797186"/>
                <a:gd name="connsiteX156" fmla="*/ 2869703 w 3040009"/>
                <a:gd name="connsiteY156" fmla="*/ 3527117 h 3797186"/>
                <a:gd name="connsiteX157" fmla="*/ 2966516 w 3040009"/>
                <a:gd name="connsiteY157" fmla="*/ 3286402 h 3797186"/>
                <a:gd name="connsiteX158" fmla="*/ 2919051 w 3040009"/>
                <a:gd name="connsiteY158" fmla="*/ 2781994 h 3797186"/>
                <a:gd name="connsiteX159" fmla="*/ 2864052 w 3040009"/>
                <a:gd name="connsiteY159" fmla="*/ 2373269 h 3797186"/>
                <a:gd name="connsiteX160" fmla="*/ 2858025 w 3040009"/>
                <a:gd name="connsiteY160" fmla="*/ 2170225 h 3797186"/>
                <a:gd name="connsiteX161" fmla="*/ 2855388 w 3040009"/>
                <a:gd name="connsiteY161" fmla="*/ 2146869 h 3797186"/>
                <a:gd name="connsiteX162" fmla="*/ 2849361 w 3040009"/>
                <a:gd name="connsiteY162" fmla="*/ 2146116 h 3797186"/>
                <a:gd name="connsiteX163" fmla="*/ 2835046 w 3040009"/>
                <a:gd name="connsiteY163" fmla="*/ 2196971 h 3797186"/>
                <a:gd name="connsiteX164" fmla="*/ 2759705 w 3040009"/>
                <a:gd name="connsiteY164" fmla="*/ 2662955 h 3797186"/>
                <a:gd name="connsiteX165" fmla="*/ 2696795 w 3040009"/>
                <a:gd name="connsiteY165" fmla="*/ 2748091 h 3797186"/>
                <a:gd name="connsiteX166" fmla="*/ 2676454 w 3040009"/>
                <a:gd name="connsiteY166" fmla="*/ 2747714 h 3797186"/>
                <a:gd name="connsiteX167" fmla="*/ 2613167 w 3040009"/>
                <a:gd name="connsiteY167" fmla="*/ 2671619 h 3797186"/>
                <a:gd name="connsiteX168" fmla="*/ 2593955 w 3040009"/>
                <a:gd name="connsiteY168" fmla="*/ 2663332 h 3797186"/>
                <a:gd name="connsiteX169" fmla="*/ 2547243 w 3040009"/>
                <a:gd name="connsiteY169" fmla="*/ 2759015 h 3797186"/>
                <a:gd name="connsiteX170" fmla="*/ 2578133 w 3040009"/>
                <a:gd name="connsiteY170" fmla="*/ 2900279 h 3797186"/>
                <a:gd name="connsiteX171" fmla="*/ 2600359 w 3040009"/>
                <a:gd name="connsiteY171" fmla="*/ 3119145 h 3797186"/>
                <a:gd name="connsiteX172" fmla="*/ 2622208 w 3040009"/>
                <a:gd name="connsiteY172" fmla="*/ 3143631 h 3797186"/>
                <a:gd name="connsiteX173" fmla="*/ 2707343 w 3040009"/>
                <a:gd name="connsiteY173" fmla="*/ 3158699 h 3797186"/>
                <a:gd name="connsiteX174" fmla="*/ 2815457 w 3040009"/>
                <a:gd name="connsiteY174" fmla="*/ 3267567 h 3797186"/>
                <a:gd name="connsiteX175" fmla="*/ 2826382 w 3040009"/>
                <a:gd name="connsiteY175" fmla="*/ 3351195 h 3797186"/>
                <a:gd name="connsiteX176" fmla="*/ 2812821 w 3040009"/>
                <a:gd name="connsiteY176" fmla="*/ 3422016 h 3797186"/>
                <a:gd name="connsiteX177" fmla="*/ 2716008 w 3040009"/>
                <a:gd name="connsiteY177" fmla="*/ 3566294 h 3797186"/>
                <a:gd name="connsiteX178" fmla="*/ 2691522 w 3040009"/>
                <a:gd name="connsiteY178" fmla="*/ 3596430 h 3797186"/>
                <a:gd name="connsiteX179" fmla="*/ 795188 w 3040009"/>
                <a:gd name="connsiteY179" fmla="*/ 2192451 h 3797186"/>
                <a:gd name="connsiteX180" fmla="*/ 787654 w 3040009"/>
                <a:gd name="connsiteY180" fmla="*/ 2189437 h 3797186"/>
                <a:gd name="connsiteX181" fmla="*/ 756011 w 3040009"/>
                <a:gd name="connsiteY181" fmla="*/ 2238785 h 3797186"/>
                <a:gd name="connsiteX182" fmla="*/ 761661 w 3040009"/>
                <a:gd name="connsiteY182" fmla="*/ 2251217 h 3797186"/>
                <a:gd name="connsiteX183" fmla="*/ 795565 w 3040009"/>
                <a:gd name="connsiteY183" fmla="*/ 2241799 h 3797186"/>
                <a:gd name="connsiteX184" fmla="*/ 795188 w 3040009"/>
                <a:gd name="connsiteY184" fmla="*/ 2192451 h 3797186"/>
                <a:gd name="connsiteX185" fmla="*/ 854331 w 3040009"/>
                <a:gd name="connsiteY185" fmla="*/ 2241422 h 3797186"/>
                <a:gd name="connsiteX186" fmla="*/ 884467 w 3040009"/>
                <a:gd name="connsiteY186" fmla="*/ 2284743 h 3797186"/>
                <a:gd name="connsiteX187" fmla="*/ 899159 w 3040009"/>
                <a:gd name="connsiteY187" fmla="*/ 2288510 h 3797186"/>
                <a:gd name="connsiteX188" fmla="*/ 907069 w 3040009"/>
                <a:gd name="connsiteY188" fmla="*/ 2274949 h 3797186"/>
                <a:gd name="connsiteX189" fmla="*/ 854331 w 3040009"/>
                <a:gd name="connsiteY189" fmla="*/ 2241422 h 3797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3040009" h="3797186">
                  <a:moveTo>
                    <a:pt x="3042611" y="3354209"/>
                  </a:moveTo>
                  <a:cubicBezTo>
                    <a:pt x="3041480" y="3361366"/>
                    <a:pt x="3039974" y="3368900"/>
                    <a:pt x="3039597" y="3376058"/>
                  </a:cubicBezTo>
                  <a:cubicBezTo>
                    <a:pt x="3037337" y="3411091"/>
                    <a:pt x="3024529" y="3442735"/>
                    <a:pt x="3011721" y="3475131"/>
                  </a:cubicBezTo>
                  <a:cubicBezTo>
                    <a:pt x="2988365" y="3535027"/>
                    <a:pt x="2937886" y="3570061"/>
                    <a:pt x="2894189" y="3611499"/>
                  </a:cubicBezTo>
                  <a:cubicBezTo>
                    <a:pt x="2885901" y="3619409"/>
                    <a:pt x="2873847" y="3623176"/>
                    <a:pt x="2862923" y="3627320"/>
                  </a:cubicBezTo>
                  <a:cubicBezTo>
                    <a:pt x="2803403" y="3650676"/>
                    <a:pt x="2743507" y="3673655"/>
                    <a:pt x="2683988" y="3696257"/>
                  </a:cubicBezTo>
                  <a:cubicBezTo>
                    <a:pt x="2662892" y="3704168"/>
                    <a:pt x="2652344" y="3719236"/>
                    <a:pt x="2650837" y="3741838"/>
                  </a:cubicBezTo>
                  <a:cubicBezTo>
                    <a:pt x="2649707" y="3759920"/>
                    <a:pt x="2647824" y="3777625"/>
                    <a:pt x="2645940" y="3800604"/>
                  </a:cubicBezTo>
                  <a:cubicBezTo>
                    <a:pt x="2599982" y="3800604"/>
                    <a:pt x="2555154" y="3800604"/>
                    <a:pt x="2509950" y="3800604"/>
                  </a:cubicBezTo>
                  <a:cubicBezTo>
                    <a:pt x="2477176" y="3800604"/>
                    <a:pt x="2444780" y="3800228"/>
                    <a:pt x="2412006" y="3799098"/>
                  </a:cubicBezTo>
                  <a:cubicBezTo>
                    <a:pt x="2389781" y="3798344"/>
                    <a:pt x="2376219" y="3785536"/>
                    <a:pt x="2369439" y="3765194"/>
                  </a:cubicBezTo>
                  <a:cubicBezTo>
                    <a:pt x="2362281" y="3744475"/>
                    <a:pt x="2355877" y="3723380"/>
                    <a:pt x="2347966" y="3703038"/>
                  </a:cubicBezTo>
                  <a:cubicBezTo>
                    <a:pt x="2340809" y="3684203"/>
                    <a:pt x="2291837" y="3668758"/>
                    <a:pt x="2276392" y="3681189"/>
                  </a:cubicBezTo>
                  <a:cubicBezTo>
                    <a:pt x="2271872" y="3684956"/>
                    <a:pt x="2269989" y="3695880"/>
                    <a:pt x="2271118" y="3703038"/>
                  </a:cubicBezTo>
                  <a:cubicBezTo>
                    <a:pt x="2275263" y="3726394"/>
                    <a:pt x="2281666" y="3749373"/>
                    <a:pt x="2286564" y="3772728"/>
                  </a:cubicBezTo>
                  <a:cubicBezTo>
                    <a:pt x="2288070" y="3779886"/>
                    <a:pt x="2288447" y="3787420"/>
                    <a:pt x="2289577" y="3796837"/>
                  </a:cubicBezTo>
                  <a:cubicBezTo>
                    <a:pt x="2276392" y="3797968"/>
                    <a:pt x="2264715" y="3799851"/>
                    <a:pt x="2253037" y="3799851"/>
                  </a:cubicBezTo>
                  <a:cubicBezTo>
                    <a:pt x="2183346" y="3799851"/>
                    <a:pt x="2113656" y="3800604"/>
                    <a:pt x="2044342" y="3798344"/>
                  </a:cubicBezTo>
                  <a:cubicBezTo>
                    <a:pt x="2004788" y="3796837"/>
                    <a:pt x="1994617" y="3784029"/>
                    <a:pt x="1993110" y="3743722"/>
                  </a:cubicBezTo>
                  <a:cubicBezTo>
                    <a:pt x="1992357" y="3722627"/>
                    <a:pt x="1993110" y="3701154"/>
                    <a:pt x="1993110" y="3678552"/>
                  </a:cubicBezTo>
                  <a:cubicBezTo>
                    <a:pt x="1987083" y="3678175"/>
                    <a:pt x="1982186" y="3677045"/>
                    <a:pt x="1977289" y="3677045"/>
                  </a:cubicBezTo>
                  <a:cubicBezTo>
                    <a:pt x="1880852" y="3681942"/>
                    <a:pt x="1784416" y="3687593"/>
                    <a:pt x="1687979" y="3691360"/>
                  </a:cubicBezTo>
                  <a:cubicBezTo>
                    <a:pt x="1673664" y="3692113"/>
                    <a:pt x="1657466" y="3688723"/>
                    <a:pt x="1644658" y="3682319"/>
                  </a:cubicBezTo>
                  <a:cubicBezTo>
                    <a:pt x="1607364" y="3663484"/>
                    <a:pt x="1570824" y="3642388"/>
                    <a:pt x="1534660" y="3621293"/>
                  </a:cubicBezTo>
                  <a:cubicBezTo>
                    <a:pt x="1527503" y="3617149"/>
                    <a:pt x="1522229" y="3608862"/>
                    <a:pt x="1517332" y="3601704"/>
                  </a:cubicBezTo>
                  <a:cubicBezTo>
                    <a:pt x="1487195" y="3558760"/>
                    <a:pt x="1475517" y="3510918"/>
                    <a:pt x="1478531" y="3459310"/>
                  </a:cubicBezTo>
                  <a:cubicBezTo>
                    <a:pt x="1479285" y="3444995"/>
                    <a:pt x="1478531" y="3430680"/>
                    <a:pt x="1478531" y="3411091"/>
                  </a:cubicBezTo>
                  <a:cubicBezTo>
                    <a:pt x="1449148" y="3411091"/>
                    <a:pt x="1419765" y="3411091"/>
                    <a:pt x="1390382" y="3411091"/>
                  </a:cubicBezTo>
                  <a:cubicBezTo>
                    <a:pt x="1273604" y="3410338"/>
                    <a:pt x="1156825" y="3408831"/>
                    <a:pt x="1040423" y="3409585"/>
                  </a:cubicBezTo>
                  <a:cubicBezTo>
                    <a:pt x="1011417" y="3409585"/>
                    <a:pt x="985801" y="3406194"/>
                    <a:pt x="964329" y="3385099"/>
                  </a:cubicBezTo>
                  <a:cubicBezTo>
                    <a:pt x="957925" y="3379072"/>
                    <a:pt x="949260" y="3375304"/>
                    <a:pt x="941726" y="3370784"/>
                  </a:cubicBezTo>
                  <a:cubicBezTo>
                    <a:pt x="940220" y="3371914"/>
                    <a:pt x="938713" y="3373044"/>
                    <a:pt x="937206" y="3374174"/>
                  </a:cubicBezTo>
                  <a:cubicBezTo>
                    <a:pt x="938336" y="3381709"/>
                    <a:pt x="938336" y="3389996"/>
                    <a:pt x="940973" y="3396777"/>
                  </a:cubicBezTo>
                  <a:cubicBezTo>
                    <a:pt x="950014" y="3420886"/>
                    <a:pt x="960562" y="3444241"/>
                    <a:pt x="969603" y="3468351"/>
                  </a:cubicBezTo>
                  <a:cubicBezTo>
                    <a:pt x="994088" y="3533897"/>
                    <a:pt x="1022718" y="3598691"/>
                    <a:pt x="1041177" y="3666121"/>
                  </a:cubicBezTo>
                  <a:cubicBezTo>
                    <a:pt x="1052101" y="3706805"/>
                    <a:pt x="1047581" y="3751633"/>
                    <a:pt x="1049841" y="3794954"/>
                  </a:cubicBezTo>
                  <a:cubicBezTo>
                    <a:pt x="1041553" y="3796461"/>
                    <a:pt x="1037786" y="3797591"/>
                    <a:pt x="1034396" y="3797591"/>
                  </a:cubicBezTo>
                  <a:cubicBezTo>
                    <a:pt x="882584" y="3797968"/>
                    <a:pt x="730395" y="3797214"/>
                    <a:pt x="578583" y="3799474"/>
                  </a:cubicBezTo>
                  <a:cubicBezTo>
                    <a:pt x="532625" y="3800228"/>
                    <a:pt x="506255" y="3783276"/>
                    <a:pt x="488174" y="3741462"/>
                  </a:cubicBezTo>
                  <a:cubicBezTo>
                    <a:pt x="458037" y="3671018"/>
                    <a:pt x="421873" y="3603588"/>
                    <a:pt x="392114" y="3533144"/>
                  </a:cubicBezTo>
                  <a:cubicBezTo>
                    <a:pt x="372148" y="3486056"/>
                    <a:pt x="359340" y="3435954"/>
                    <a:pt x="342765" y="3387359"/>
                  </a:cubicBezTo>
                  <a:cubicBezTo>
                    <a:pt x="332218" y="3356469"/>
                    <a:pt x="322800" y="3325203"/>
                    <a:pt x="309615" y="3295443"/>
                  </a:cubicBezTo>
                  <a:cubicBezTo>
                    <a:pt x="302081" y="3278115"/>
                    <a:pt x="289650" y="3261540"/>
                    <a:pt x="276465" y="3247978"/>
                  </a:cubicBezTo>
                  <a:cubicBezTo>
                    <a:pt x="241055" y="3212568"/>
                    <a:pt x="223350" y="3170377"/>
                    <a:pt x="219206" y="3120652"/>
                  </a:cubicBezTo>
                  <a:cubicBezTo>
                    <a:pt x="214309" y="3065276"/>
                    <a:pt x="213179" y="3012538"/>
                    <a:pt x="242938" y="2962059"/>
                  </a:cubicBezTo>
                  <a:cubicBezTo>
                    <a:pt x="265918" y="2922882"/>
                    <a:pt x="297184" y="2895382"/>
                    <a:pt x="339375" y="2883328"/>
                  </a:cubicBezTo>
                  <a:cubicBezTo>
                    <a:pt x="401531" y="2865623"/>
                    <a:pt x="464441" y="2850554"/>
                    <a:pt x="527351" y="2838123"/>
                  </a:cubicBezTo>
                  <a:cubicBezTo>
                    <a:pt x="635089" y="2816274"/>
                    <a:pt x="742826" y="2795932"/>
                    <a:pt x="850940" y="2777850"/>
                  </a:cubicBezTo>
                  <a:cubicBezTo>
                    <a:pt x="892001" y="2771069"/>
                    <a:pt x="934569" y="2772200"/>
                    <a:pt x="976760" y="2770316"/>
                  </a:cubicBezTo>
                  <a:cubicBezTo>
                    <a:pt x="992581" y="2769563"/>
                    <a:pt x="1008027" y="2769563"/>
                    <a:pt x="1023848" y="2769563"/>
                  </a:cubicBezTo>
                  <a:cubicBezTo>
                    <a:pt x="1048711" y="2769939"/>
                    <a:pt x="1068676" y="2760145"/>
                    <a:pt x="1088641" y="2744324"/>
                  </a:cubicBezTo>
                  <a:cubicBezTo>
                    <a:pt x="1147407" y="2696859"/>
                    <a:pt x="1207680" y="2650901"/>
                    <a:pt x="1267953" y="2604943"/>
                  </a:cubicBezTo>
                  <a:cubicBezTo>
                    <a:pt x="1276617" y="2598539"/>
                    <a:pt x="1287918" y="2595525"/>
                    <a:pt x="1298466" y="2591758"/>
                  </a:cubicBezTo>
                  <a:cubicBezTo>
                    <a:pt x="1324082" y="2583094"/>
                    <a:pt x="1348191" y="2571416"/>
                    <a:pt x="1369663" y="2545046"/>
                  </a:cubicBezTo>
                  <a:cubicBezTo>
                    <a:pt x="1341034" y="2542786"/>
                    <a:pt x="1322952" y="2529602"/>
                    <a:pt x="1308637" y="2509259"/>
                  </a:cubicBezTo>
                  <a:cubicBezTo>
                    <a:pt x="1304493" y="2503232"/>
                    <a:pt x="1290179" y="2503986"/>
                    <a:pt x="1280007" y="2502855"/>
                  </a:cubicBezTo>
                  <a:cubicBezTo>
                    <a:pt x="1260796" y="2500972"/>
                    <a:pt x="1241207" y="2500595"/>
                    <a:pt x="1221995" y="2498712"/>
                  </a:cubicBezTo>
                  <a:cubicBezTo>
                    <a:pt x="1200146" y="2496452"/>
                    <a:pt x="1196002" y="2490424"/>
                    <a:pt x="1199769" y="2469329"/>
                  </a:cubicBezTo>
                  <a:cubicBezTo>
                    <a:pt x="1201653" y="2459534"/>
                    <a:pt x="1203913" y="2449740"/>
                    <a:pt x="1205797" y="2439946"/>
                  </a:cubicBezTo>
                  <a:cubicBezTo>
                    <a:pt x="1208810" y="2422994"/>
                    <a:pt x="1201653" y="2412070"/>
                    <a:pt x="1185831" y="2406042"/>
                  </a:cubicBezTo>
                  <a:cubicBezTo>
                    <a:pt x="1179804" y="2403782"/>
                    <a:pt x="1173777" y="2401899"/>
                    <a:pt x="1167749" y="2401145"/>
                  </a:cubicBezTo>
                  <a:cubicBezTo>
                    <a:pt x="1115388" y="2395495"/>
                    <a:pt x="1072820" y="2371762"/>
                    <a:pt x="1035149" y="2335975"/>
                  </a:cubicBezTo>
                  <a:cubicBezTo>
                    <a:pt x="1024225" y="2325427"/>
                    <a:pt x="1009910" y="2317517"/>
                    <a:pt x="996349" y="2309606"/>
                  </a:cubicBezTo>
                  <a:cubicBezTo>
                    <a:pt x="992581" y="2307346"/>
                    <a:pt x="986177" y="2309983"/>
                    <a:pt x="980904" y="2310359"/>
                  </a:cubicBezTo>
                  <a:cubicBezTo>
                    <a:pt x="982034" y="2315256"/>
                    <a:pt x="982410" y="2321284"/>
                    <a:pt x="985047" y="2325427"/>
                  </a:cubicBezTo>
                  <a:cubicBezTo>
                    <a:pt x="991075" y="2333338"/>
                    <a:pt x="998609" y="2340119"/>
                    <a:pt x="1005013" y="2348030"/>
                  </a:cubicBezTo>
                  <a:cubicBezTo>
                    <a:pt x="1016691" y="2362345"/>
                    <a:pt x="1017067" y="2375529"/>
                    <a:pt x="1001622" y="2384947"/>
                  </a:cubicBezTo>
                  <a:cubicBezTo>
                    <a:pt x="988438" y="2393234"/>
                    <a:pt x="971863" y="2399638"/>
                    <a:pt x="956418" y="2400015"/>
                  </a:cubicBezTo>
                  <a:cubicBezTo>
                    <a:pt x="882584" y="2403029"/>
                    <a:pt x="808373" y="2404912"/>
                    <a:pt x="734162" y="2405289"/>
                  </a:cubicBezTo>
                  <a:cubicBezTo>
                    <a:pt x="521324" y="2406042"/>
                    <a:pt x="308485" y="2404912"/>
                    <a:pt x="95647" y="2406042"/>
                  </a:cubicBezTo>
                  <a:cubicBezTo>
                    <a:pt x="68147" y="2406042"/>
                    <a:pt x="48182" y="2398885"/>
                    <a:pt x="30477" y="2378543"/>
                  </a:cubicBezTo>
                  <a:cubicBezTo>
                    <a:pt x="17292" y="2363098"/>
                    <a:pt x="3354" y="2349160"/>
                    <a:pt x="717" y="2327688"/>
                  </a:cubicBezTo>
                  <a:cubicBezTo>
                    <a:pt x="-1920" y="2302449"/>
                    <a:pt x="2224" y="2279846"/>
                    <a:pt x="21436" y="2262141"/>
                  </a:cubicBezTo>
                  <a:cubicBezTo>
                    <a:pt x="40271" y="2244812"/>
                    <a:pt x="59860" y="2227861"/>
                    <a:pt x="79825" y="2211662"/>
                  </a:cubicBezTo>
                  <a:cubicBezTo>
                    <a:pt x="90750" y="2202622"/>
                    <a:pt x="103557" y="2199985"/>
                    <a:pt x="116366" y="2208649"/>
                  </a:cubicBezTo>
                  <a:cubicBezTo>
                    <a:pt x="135954" y="2221834"/>
                    <a:pt x="154790" y="2219573"/>
                    <a:pt x="170988" y="2203752"/>
                  </a:cubicBezTo>
                  <a:cubicBezTo>
                    <a:pt x="187940" y="2187554"/>
                    <a:pt x="204138" y="2189060"/>
                    <a:pt x="223726" y="2199985"/>
                  </a:cubicBezTo>
                  <a:cubicBezTo>
                    <a:pt x="244822" y="2212039"/>
                    <a:pt x="267424" y="2222210"/>
                    <a:pt x="289650" y="2231628"/>
                  </a:cubicBezTo>
                  <a:cubicBezTo>
                    <a:pt x="308485" y="2239539"/>
                    <a:pt x="326944" y="2236148"/>
                    <a:pt x="341259" y="2220327"/>
                  </a:cubicBezTo>
                  <a:cubicBezTo>
                    <a:pt x="351053" y="2209402"/>
                    <a:pt x="360470" y="2206765"/>
                    <a:pt x="375915" y="2211286"/>
                  </a:cubicBezTo>
                  <a:cubicBezTo>
                    <a:pt x="396634" y="2217690"/>
                    <a:pt x="418860" y="2219573"/>
                    <a:pt x="440709" y="2221457"/>
                  </a:cubicBezTo>
                  <a:cubicBezTo>
                    <a:pt x="503242" y="2226354"/>
                    <a:pt x="565775" y="2230875"/>
                    <a:pt x="628684" y="2234642"/>
                  </a:cubicBezTo>
                  <a:cubicBezTo>
                    <a:pt x="640362" y="2235395"/>
                    <a:pt x="652417" y="2233888"/>
                    <a:pt x="664471" y="2232758"/>
                  </a:cubicBezTo>
                  <a:cubicBezTo>
                    <a:pt x="682177" y="2230498"/>
                    <a:pt x="690464" y="2220327"/>
                    <a:pt x="694984" y="2202622"/>
                  </a:cubicBezTo>
                  <a:cubicBezTo>
                    <a:pt x="699128" y="2186423"/>
                    <a:pt x="710053" y="2171732"/>
                    <a:pt x="719094" y="2156664"/>
                  </a:cubicBezTo>
                  <a:cubicBezTo>
                    <a:pt x="728888" y="2140089"/>
                    <a:pt x="737929" y="2122760"/>
                    <a:pt x="749984" y="2108069"/>
                  </a:cubicBezTo>
                  <a:cubicBezTo>
                    <a:pt x="758271" y="2098274"/>
                    <a:pt x="770325" y="2088103"/>
                    <a:pt x="782757" y="2085466"/>
                  </a:cubicBezTo>
                  <a:cubicBezTo>
                    <a:pt x="813270" y="2078309"/>
                    <a:pt x="844536" y="2074542"/>
                    <a:pt x="875426" y="2070398"/>
                  </a:cubicBezTo>
                  <a:cubicBezTo>
                    <a:pt x="896522" y="2067384"/>
                    <a:pt x="917617" y="2065501"/>
                    <a:pt x="939089" y="2063241"/>
                  </a:cubicBezTo>
                  <a:cubicBezTo>
                    <a:pt x="961692" y="2060980"/>
                    <a:pt x="983541" y="2060604"/>
                    <a:pt x="1004636" y="2072282"/>
                  </a:cubicBezTo>
                  <a:cubicBezTo>
                    <a:pt x="1019704" y="2080569"/>
                    <a:pt x="1038540" y="2082453"/>
                    <a:pt x="1053608" y="2091117"/>
                  </a:cubicBezTo>
                  <a:cubicBezTo>
                    <a:pt x="1087888" y="2110329"/>
                    <a:pt x="1123298" y="2128787"/>
                    <a:pt x="1154188" y="2152897"/>
                  </a:cubicBezTo>
                  <a:cubicBezTo>
                    <a:pt x="1214461" y="2199231"/>
                    <a:pt x="1276994" y="2199231"/>
                    <a:pt x="1344047" y="2173239"/>
                  </a:cubicBezTo>
                  <a:cubicBezTo>
                    <a:pt x="1353842" y="2169471"/>
                    <a:pt x="1364766" y="2167965"/>
                    <a:pt x="1375314" y="2167588"/>
                  </a:cubicBezTo>
                  <a:cubicBezTo>
                    <a:pt x="1412985" y="2167211"/>
                    <a:pt x="1450655" y="2168341"/>
                    <a:pt x="1488326" y="2168718"/>
                  </a:cubicBezTo>
                  <a:cubicBezTo>
                    <a:pt x="1494353" y="2168718"/>
                    <a:pt x="1500757" y="2168718"/>
                    <a:pt x="1507914" y="2168718"/>
                  </a:cubicBezTo>
                  <a:cubicBezTo>
                    <a:pt x="1510928" y="2125774"/>
                    <a:pt x="1512435" y="2083960"/>
                    <a:pt x="1517332" y="2042522"/>
                  </a:cubicBezTo>
                  <a:cubicBezTo>
                    <a:pt x="1531647" y="1917456"/>
                    <a:pt x="1543324" y="1791636"/>
                    <a:pt x="1564043" y="1667700"/>
                  </a:cubicBezTo>
                  <a:cubicBezTo>
                    <a:pt x="1574214" y="1607428"/>
                    <a:pt x="1602090" y="1550168"/>
                    <a:pt x="1622056" y="1491402"/>
                  </a:cubicBezTo>
                  <a:cubicBezTo>
                    <a:pt x="1623939" y="1486129"/>
                    <a:pt x="1626576" y="1480855"/>
                    <a:pt x="1629967" y="1476711"/>
                  </a:cubicBezTo>
                  <a:cubicBezTo>
                    <a:pt x="1663870" y="1438287"/>
                    <a:pt x="1669897" y="1391952"/>
                    <a:pt x="1672158" y="1343357"/>
                  </a:cubicBezTo>
                  <a:cubicBezTo>
                    <a:pt x="1675548" y="1277057"/>
                    <a:pt x="1678938" y="1210380"/>
                    <a:pt x="1686849" y="1144834"/>
                  </a:cubicBezTo>
                  <a:cubicBezTo>
                    <a:pt x="1693253" y="1091342"/>
                    <a:pt x="1715479" y="1041993"/>
                    <a:pt x="1747122" y="998296"/>
                  </a:cubicBezTo>
                  <a:cubicBezTo>
                    <a:pt x="1758800" y="982097"/>
                    <a:pt x="1759176" y="968536"/>
                    <a:pt x="1747875" y="952337"/>
                  </a:cubicBezTo>
                  <a:cubicBezTo>
                    <a:pt x="1743355" y="945933"/>
                    <a:pt x="1744108" y="936139"/>
                    <a:pt x="1741471" y="928228"/>
                  </a:cubicBezTo>
                  <a:cubicBezTo>
                    <a:pt x="1739211" y="921071"/>
                    <a:pt x="1735444" y="914290"/>
                    <a:pt x="1732054" y="907886"/>
                  </a:cubicBezTo>
                  <a:cubicBezTo>
                    <a:pt x="1713972" y="875490"/>
                    <a:pt x="1711712" y="874736"/>
                    <a:pt x="1676301" y="881894"/>
                  </a:cubicBezTo>
                  <a:cubicBezTo>
                    <a:pt x="1643528" y="888298"/>
                    <a:pt x="1611131" y="895078"/>
                    <a:pt x="1578358" y="900729"/>
                  </a:cubicBezTo>
                  <a:cubicBezTo>
                    <a:pt x="1550858" y="905626"/>
                    <a:pt x="1525243" y="898469"/>
                    <a:pt x="1506030" y="878127"/>
                  </a:cubicBezTo>
                  <a:cubicBezTo>
                    <a:pt x="1497743" y="869462"/>
                    <a:pt x="1493223" y="855901"/>
                    <a:pt x="1490586" y="843470"/>
                  </a:cubicBezTo>
                  <a:cubicBezTo>
                    <a:pt x="1488326" y="833299"/>
                    <a:pt x="1489832" y="821997"/>
                    <a:pt x="1492469" y="811826"/>
                  </a:cubicBezTo>
                  <a:cubicBezTo>
                    <a:pt x="1499250" y="785457"/>
                    <a:pt x="1492846" y="764738"/>
                    <a:pt x="1469490" y="750047"/>
                  </a:cubicBezTo>
                  <a:cubicBezTo>
                    <a:pt x="1459696" y="743643"/>
                    <a:pt x="1458566" y="735732"/>
                    <a:pt x="1464970" y="725938"/>
                  </a:cubicBezTo>
                  <a:cubicBezTo>
                    <a:pt x="1467983" y="721417"/>
                    <a:pt x="1469867" y="716143"/>
                    <a:pt x="1472880" y="710493"/>
                  </a:cubicBezTo>
                  <a:cubicBezTo>
                    <a:pt x="1468737" y="707479"/>
                    <a:pt x="1465346" y="704466"/>
                    <a:pt x="1461579" y="702582"/>
                  </a:cubicBezTo>
                  <a:cubicBezTo>
                    <a:pt x="1444628" y="694671"/>
                    <a:pt x="1440861" y="683370"/>
                    <a:pt x="1448772" y="666042"/>
                  </a:cubicBezTo>
                  <a:cubicBezTo>
                    <a:pt x="1452915" y="656624"/>
                    <a:pt x="1452915" y="645323"/>
                    <a:pt x="1454422" y="635152"/>
                  </a:cubicBezTo>
                  <a:cubicBezTo>
                    <a:pt x="1456682" y="620460"/>
                    <a:pt x="1449148" y="615186"/>
                    <a:pt x="1435587" y="613680"/>
                  </a:cubicBezTo>
                  <a:cubicBezTo>
                    <a:pt x="1421272" y="612173"/>
                    <a:pt x="1406957" y="610289"/>
                    <a:pt x="1393396" y="606522"/>
                  </a:cubicBezTo>
                  <a:cubicBezTo>
                    <a:pt x="1376444" y="601625"/>
                    <a:pt x="1368533" y="589570"/>
                    <a:pt x="1373807" y="571865"/>
                  </a:cubicBezTo>
                  <a:cubicBezTo>
                    <a:pt x="1379081" y="555290"/>
                    <a:pt x="1384732" y="538339"/>
                    <a:pt x="1392266" y="522894"/>
                  </a:cubicBezTo>
                  <a:cubicBezTo>
                    <a:pt x="1411478" y="482963"/>
                    <a:pt x="1432573" y="443409"/>
                    <a:pt x="1452162" y="403478"/>
                  </a:cubicBezTo>
                  <a:cubicBezTo>
                    <a:pt x="1454799" y="398204"/>
                    <a:pt x="1456682" y="389163"/>
                    <a:pt x="1454422" y="384643"/>
                  </a:cubicBezTo>
                  <a:cubicBezTo>
                    <a:pt x="1436340" y="352623"/>
                    <a:pt x="1439354" y="318720"/>
                    <a:pt x="1444628" y="285193"/>
                  </a:cubicBezTo>
                  <a:cubicBezTo>
                    <a:pt x="1461203" y="180092"/>
                    <a:pt x="1519969" y="103621"/>
                    <a:pt x="1613015" y="56156"/>
                  </a:cubicBezTo>
                  <a:cubicBezTo>
                    <a:pt x="1732054" y="-4870"/>
                    <a:pt x="1857873" y="-16925"/>
                    <a:pt x="1985576" y="23759"/>
                  </a:cubicBezTo>
                  <a:cubicBezTo>
                    <a:pt x="2116669" y="65197"/>
                    <a:pt x="2199545" y="180092"/>
                    <a:pt x="2207456" y="321356"/>
                  </a:cubicBezTo>
                  <a:cubicBezTo>
                    <a:pt x="2211599" y="395191"/>
                    <a:pt x="2201428" y="466011"/>
                    <a:pt x="2168278" y="533441"/>
                  </a:cubicBezTo>
                  <a:cubicBezTo>
                    <a:pt x="2151703" y="566968"/>
                    <a:pt x="2135128" y="603132"/>
                    <a:pt x="2143039" y="641556"/>
                  </a:cubicBezTo>
                  <a:cubicBezTo>
                    <a:pt x="2158484" y="715013"/>
                    <a:pt x="2173929" y="788847"/>
                    <a:pt x="2225537" y="848744"/>
                  </a:cubicBezTo>
                  <a:cubicBezTo>
                    <a:pt x="2240229" y="865695"/>
                    <a:pt x="2249646" y="888674"/>
                    <a:pt x="2255674" y="910523"/>
                  </a:cubicBezTo>
                  <a:cubicBezTo>
                    <a:pt x="2262831" y="936139"/>
                    <a:pt x="2273756" y="956481"/>
                    <a:pt x="2294851" y="972303"/>
                  </a:cubicBezTo>
                  <a:cubicBezTo>
                    <a:pt x="2369439" y="1029185"/>
                    <a:pt x="2442143" y="1088328"/>
                    <a:pt x="2500155" y="1162539"/>
                  </a:cubicBezTo>
                  <a:cubicBezTo>
                    <a:pt x="2518237" y="1185518"/>
                    <a:pt x="2531799" y="1211511"/>
                    <a:pt x="2547620" y="1236373"/>
                  </a:cubicBezTo>
                  <a:cubicBezTo>
                    <a:pt x="2554778" y="1247297"/>
                    <a:pt x="2561558" y="1258975"/>
                    <a:pt x="2570222" y="1268770"/>
                  </a:cubicBezTo>
                  <a:cubicBezTo>
                    <a:pt x="2652344" y="1360686"/>
                    <a:pt x="2694158" y="1469553"/>
                    <a:pt x="2707720" y="1590476"/>
                  </a:cubicBezTo>
                  <a:cubicBezTo>
                    <a:pt x="2712994" y="1639071"/>
                    <a:pt x="2716761" y="1687666"/>
                    <a:pt x="2721281" y="1736261"/>
                  </a:cubicBezTo>
                  <a:cubicBezTo>
                    <a:pt x="2722411" y="1747939"/>
                    <a:pt x="2723165" y="1759616"/>
                    <a:pt x="2724671" y="1776191"/>
                  </a:cubicBezTo>
                  <a:cubicBezTo>
                    <a:pt x="2735596" y="1769411"/>
                    <a:pt x="2744260" y="1766020"/>
                    <a:pt x="2750664" y="1759993"/>
                  </a:cubicBezTo>
                  <a:cubicBezTo>
                    <a:pt x="2782684" y="1730987"/>
                    <a:pt x="2821108" y="1717425"/>
                    <a:pt x="2862545" y="1710268"/>
                  </a:cubicBezTo>
                  <a:cubicBezTo>
                    <a:pt x="2893812" y="1704618"/>
                    <a:pt x="2913401" y="1716672"/>
                    <a:pt x="2923195" y="1747185"/>
                  </a:cubicBezTo>
                  <a:cubicBezTo>
                    <a:pt x="2934873" y="1783349"/>
                    <a:pt x="2929223" y="1819136"/>
                    <a:pt x="2920182" y="1854923"/>
                  </a:cubicBezTo>
                  <a:cubicBezTo>
                    <a:pt x="2912271" y="1886566"/>
                    <a:pt x="2903983" y="1918209"/>
                    <a:pt x="2898332" y="1950229"/>
                  </a:cubicBezTo>
                  <a:cubicBezTo>
                    <a:pt x="2893436" y="1979612"/>
                    <a:pt x="2897579" y="1983756"/>
                    <a:pt x="2926585" y="1988276"/>
                  </a:cubicBezTo>
                  <a:cubicBezTo>
                    <a:pt x="2961242" y="1993927"/>
                    <a:pt x="2968023" y="1999954"/>
                    <a:pt x="2970283" y="2035365"/>
                  </a:cubicBezTo>
                  <a:cubicBezTo>
                    <a:pt x="2973297" y="2083960"/>
                    <a:pt x="2968777" y="2131048"/>
                    <a:pt x="2958229" y="2179266"/>
                  </a:cubicBezTo>
                  <a:cubicBezTo>
                    <a:pt x="2948811" y="2222964"/>
                    <a:pt x="2946927" y="2268545"/>
                    <a:pt x="2944667" y="2313750"/>
                  </a:cubicBezTo>
                  <a:cubicBezTo>
                    <a:pt x="2939017" y="2416967"/>
                    <a:pt x="2960112" y="2517170"/>
                    <a:pt x="2975180" y="2618504"/>
                  </a:cubicBezTo>
                  <a:cubicBezTo>
                    <a:pt x="2987612" y="2702886"/>
                    <a:pt x="2993262" y="2788398"/>
                    <a:pt x="3010214" y="2872026"/>
                  </a:cubicBezTo>
                  <a:cubicBezTo>
                    <a:pt x="3022645" y="2934936"/>
                    <a:pt x="3022268" y="2997846"/>
                    <a:pt x="3028673" y="3060379"/>
                  </a:cubicBezTo>
                  <a:cubicBezTo>
                    <a:pt x="3031686" y="3090139"/>
                    <a:pt x="3038467" y="3119145"/>
                    <a:pt x="3043364" y="3148528"/>
                  </a:cubicBezTo>
                  <a:cubicBezTo>
                    <a:pt x="3042611" y="3216335"/>
                    <a:pt x="3042611" y="3285272"/>
                    <a:pt x="3042611" y="3354209"/>
                  </a:cubicBezTo>
                  <a:close/>
                  <a:moveTo>
                    <a:pt x="2691522" y="3596430"/>
                  </a:moveTo>
                  <a:cubicBezTo>
                    <a:pt x="2692652" y="3598314"/>
                    <a:pt x="2693782" y="3600574"/>
                    <a:pt x="2694912" y="3602458"/>
                  </a:cubicBezTo>
                  <a:cubicBezTo>
                    <a:pt x="2703953" y="3601704"/>
                    <a:pt x="2713747" y="3603211"/>
                    <a:pt x="2722035" y="3600197"/>
                  </a:cubicBezTo>
                  <a:cubicBezTo>
                    <a:pt x="2748027" y="3591533"/>
                    <a:pt x="2773267" y="3579855"/>
                    <a:pt x="2799636" y="3572321"/>
                  </a:cubicBezTo>
                  <a:cubicBezTo>
                    <a:pt x="2827889" y="3564034"/>
                    <a:pt x="2850491" y="3548212"/>
                    <a:pt x="2869703" y="3527117"/>
                  </a:cubicBezTo>
                  <a:cubicBezTo>
                    <a:pt x="2932236" y="3458933"/>
                    <a:pt x="2962372" y="3377941"/>
                    <a:pt x="2966516" y="3286402"/>
                  </a:cubicBezTo>
                  <a:cubicBezTo>
                    <a:pt x="2974051" y="3116131"/>
                    <a:pt x="2959359" y="2947744"/>
                    <a:pt x="2919051" y="2781994"/>
                  </a:cubicBezTo>
                  <a:cubicBezTo>
                    <a:pt x="2886655" y="2647510"/>
                    <a:pt x="2870457" y="2511143"/>
                    <a:pt x="2864052" y="2373269"/>
                  </a:cubicBezTo>
                  <a:cubicBezTo>
                    <a:pt x="2861039" y="2305462"/>
                    <a:pt x="2860285" y="2237655"/>
                    <a:pt x="2858025" y="2170225"/>
                  </a:cubicBezTo>
                  <a:cubicBezTo>
                    <a:pt x="2857649" y="2162314"/>
                    <a:pt x="2856142" y="2154403"/>
                    <a:pt x="2855388" y="2146869"/>
                  </a:cubicBezTo>
                  <a:cubicBezTo>
                    <a:pt x="2853505" y="2146493"/>
                    <a:pt x="2851621" y="2146116"/>
                    <a:pt x="2849361" y="2146116"/>
                  </a:cubicBezTo>
                  <a:cubicBezTo>
                    <a:pt x="2844464" y="2163068"/>
                    <a:pt x="2838060" y="2179643"/>
                    <a:pt x="2835046" y="2196971"/>
                  </a:cubicBezTo>
                  <a:cubicBezTo>
                    <a:pt x="2809054" y="2352173"/>
                    <a:pt x="2782308" y="2507376"/>
                    <a:pt x="2759705" y="2662955"/>
                  </a:cubicBezTo>
                  <a:cubicBezTo>
                    <a:pt x="2753301" y="2705900"/>
                    <a:pt x="2733336" y="2731515"/>
                    <a:pt x="2696795" y="2748091"/>
                  </a:cubicBezTo>
                  <a:cubicBezTo>
                    <a:pt x="2691145" y="2750728"/>
                    <a:pt x="2680974" y="2751104"/>
                    <a:pt x="2676454" y="2747714"/>
                  </a:cubicBezTo>
                  <a:cubicBezTo>
                    <a:pt x="2649707" y="2727372"/>
                    <a:pt x="2621078" y="2708160"/>
                    <a:pt x="2613167" y="2671619"/>
                  </a:cubicBezTo>
                  <a:cubicBezTo>
                    <a:pt x="2610907" y="2660695"/>
                    <a:pt x="2604880" y="2657305"/>
                    <a:pt x="2593955" y="2663332"/>
                  </a:cubicBezTo>
                  <a:cubicBezTo>
                    <a:pt x="2562688" y="2681414"/>
                    <a:pt x="2540463" y="2723228"/>
                    <a:pt x="2547243" y="2759015"/>
                  </a:cubicBezTo>
                  <a:cubicBezTo>
                    <a:pt x="2556284" y="2806480"/>
                    <a:pt x="2571353" y="2852815"/>
                    <a:pt x="2578133" y="2900279"/>
                  </a:cubicBezTo>
                  <a:cubicBezTo>
                    <a:pt x="2588304" y="2972984"/>
                    <a:pt x="2594332" y="3046064"/>
                    <a:pt x="2600359" y="3119145"/>
                  </a:cubicBezTo>
                  <a:cubicBezTo>
                    <a:pt x="2601866" y="3134967"/>
                    <a:pt x="2605256" y="3141747"/>
                    <a:pt x="2622208" y="3143631"/>
                  </a:cubicBezTo>
                  <a:cubicBezTo>
                    <a:pt x="2650837" y="3147021"/>
                    <a:pt x="2679467" y="3151542"/>
                    <a:pt x="2707343" y="3158699"/>
                  </a:cubicBezTo>
                  <a:cubicBezTo>
                    <a:pt x="2764602" y="3173390"/>
                    <a:pt x="2801143" y="3211061"/>
                    <a:pt x="2815457" y="3267567"/>
                  </a:cubicBezTo>
                  <a:cubicBezTo>
                    <a:pt x="2822238" y="3294690"/>
                    <a:pt x="2826382" y="3323319"/>
                    <a:pt x="2826382" y="3351195"/>
                  </a:cubicBezTo>
                  <a:cubicBezTo>
                    <a:pt x="2826382" y="3374928"/>
                    <a:pt x="2821862" y="3400167"/>
                    <a:pt x="2812821" y="3422016"/>
                  </a:cubicBezTo>
                  <a:cubicBezTo>
                    <a:pt x="2790218" y="3476261"/>
                    <a:pt x="2758198" y="3524856"/>
                    <a:pt x="2716008" y="3566294"/>
                  </a:cubicBezTo>
                  <a:cubicBezTo>
                    <a:pt x="2706590" y="3575712"/>
                    <a:pt x="2699432" y="3586636"/>
                    <a:pt x="2691522" y="3596430"/>
                  </a:cubicBezTo>
                  <a:close/>
                  <a:moveTo>
                    <a:pt x="795188" y="2192451"/>
                  </a:moveTo>
                  <a:cubicBezTo>
                    <a:pt x="792551" y="2191321"/>
                    <a:pt x="789914" y="2190567"/>
                    <a:pt x="787654" y="2189437"/>
                  </a:cubicBezTo>
                  <a:cubicBezTo>
                    <a:pt x="777106" y="2205635"/>
                    <a:pt x="765805" y="2221834"/>
                    <a:pt x="756011" y="2238785"/>
                  </a:cubicBezTo>
                  <a:cubicBezTo>
                    <a:pt x="754504" y="2241045"/>
                    <a:pt x="758648" y="2249710"/>
                    <a:pt x="761661" y="2251217"/>
                  </a:cubicBezTo>
                  <a:cubicBezTo>
                    <a:pt x="775223" y="2257621"/>
                    <a:pt x="788407" y="2256114"/>
                    <a:pt x="795565" y="2241799"/>
                  </a:cubicBezTo>
                  <a:cubicBezTo>
                    <a:pt x="803852" y="2225601"/>
                    <a:pt x="803099" y="2208649"/>
                    <a:pt x="795188" y="2192451"/>
                  </a:cubicBezTo>
                  <a:close/>
                  <a:moveTo>
                    <a:pt x="854331" y="2241422"/>
                  </a:moveTo>
                  <a:cubicBezTo>
                    <a:pt x="865255" y="2257621"/>
                    <a:pt x="873919" y="2271559"/>
                    <a:pt x="884467" y="2284743"/>
                  </a:cubicBezTo>
                  <a:cubicBezTo>
                    <a:pt x="887104" y="2288134"/>
                    <a:pt x="895392" y="2290017"/>
                    <a:pt x="899159" y="2288510"/>
                  </a:cubicBezTo>
                  <a:cubicBezTo>
                    <a:pt x="902926" y="2286627"/>
                    <a:pt x="906316" y="2279846"/>
                    <a:pt x="907069" y="2274949"/>
                  </a:cubicBezTo>
                  <a:cubicBezTo>
                    <a:pt x="909330" y="2250463"/>
                    <a:pt x="886727" y="2234265"/>
                    <a:pt x="854331" y="2241422"/>
                  </a:cubicBezTo>
                  <a:close/>
                </a:path>
              </a:pathLst>
            </a:custGeom>
            <a:grpFill/>
            <a:ln w="3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8">
              <a:extLst>
                <a:ext uri="{FF2B5EF4-FFF2-40B4-BE49-F238E27FC236}">
                  <a16:creationId xmlns="" xmlns:a16="http://schemas.microsoft.com/office/drawing/2014/main" id="{1A6B0133-500B-4858-B5E7-E9F2B1FC1FF1}"/>
                </a:ext>
              </a:extLst>
            </p:cNvPr>
            <p:cNvSpPr/>
            <p:nvPr/>
          </p:nvSpPr>
          <p:spPr>
            <a:xfrm>
              <a:off x="145452" y="5109987"/>
              <a:ext cx="2934533" cy="1363672"/>
            </a:xfrm>
            <a:custGeom>
              <a:avLst/>
              <a:gdLst>
                <a:gd name="connsiteX0" fmla="*/ 377 w 2934532"/>
                <a:gd name="connsiteY0" fmla="*/ 59143 h 1363672"/>
                <a:gd name="connsiteX1" fmla="*/ 43698 w 2934532"/>
                <a:gd name="connsiteY1" fmla="*/ 6781 h 1363672"/>
                <a:gd name="connsiteX2" fmla="*/ 66677 w 2934532"/>
                <a:gd name="connsiteY2" fmla="*/ 1884 h 1363672"/>
                <a:gd name="connsiteX3" fmla="*/ 629851 w 2934532"/>
                <a:gd name="connsiteY3" fmla="*/ 1130 h 1363672"/>
                <a:gd name="connsiteX4" fmla="*/ 2844500 w 2934532"/>
                <a:gd name="connsiteY4" fmla="*/ 0 h 1363672"/>
                <a:gd name="connsiteX5" fmla="*/ 2885561 w 2934532"/>
                <a:gd name="connsiteY5" fmla="*/ 16952 h 1363672"/>
                <a:gd name="connsiteX6" fmla="*/ 2907033 w 2934532"/>
                <a:gd name="connsiteY6" fmla="*/ 38047 h 1363672"/>
                <a:gd name="connsiteX7" fmla="*/ 2932649 w 2934532"/>
                <a:gd name="connsiteY7" fmla="*/ 134107 h 1363672"/>
                <a:gd name="connsiteX8" fmla="*/ 2905903 w 2934532"/>
                <a:gd name="connsiteY8" fmla="*/ 168010 h 1363672"/>
                <a:gd name="connsiteX9" fmla="*/ 2844877 w 2934532"/>
                <a:gd name="connsiteY9" fmla="*/ 201160 h 1363672"/>
                <a:gd name="connsiteX10" fmla="*/ 2811727 w 2934532"/>
                <a:gd name="connsiteY10" fmla="*/ 205681 h 1363672"/>
                <a:gd name="connsiteX11" fmla="*/ 2171328 w 2934532"/>
                <a:gd name="connsiteY11" fmla="*/ 210201 h 1363672"/>
                <a:gd name="connsiteX12" fmla="*/ 1773904 w 2934532"/>
                <a:gd name="connsiteY12" fmla="*/ 213592 h 1363672"/>
                <a:gd name="connsiteX13" fmla="*/ 1749795 w 2934532"/>
                <a:gd name="connsiteY13" fmla="*/ 214722 h 1363672"/>
                <a:gd name="connsiteX14" fmla="*/ 1739624 w 2934532"/>
                <a:gd name="connsiteY14" fmla="*/ 1364802 h 1363672"/>
                <a:gd name="connsiteX15" fmla="*/ 1588942 w 2934532"/>
                <a:gd name="connsiteY15" fmla="*/ 1364802 h 1363672"/>
                <a:gd name="connsiteX16" fmla="*/ 1581408 w 2934532"/>
                <a:gd name="connsiteY16" fmla="*/ 215099 h 1363672"/>
                <a:gd name="connsiteX17" fmla="*/ 1555039 w 2934532"/>
                <a:gd name="connsiteY17" fmla="*/ 213215 h 1363672"/>
                <a:gd name="connsiteX18" fmla="*/ 419273 w 2934532"/>
                <a:gd name="connsiteY18" fmla="*/ 211708 h 1363672"/>
                <a:gd name="connsiteX19" fmla="*/ 378965 w 2934532"/>
                <a:gd name="connsiteY19" fmla="*/ 248249 h 1363672"/>
                <a:gd name="connsiteX20" fmla="*/ 374068 w 2934532"/>
                <a:gd name="connsiteY20" fmla="*/ 391396 h 1363672"/>
                <a:gd name="connsiteX21" fmla="*/ 369548 w 2934532"/>
                <a:gd name="connsiteY21" fmla="*/ 1340693 h 1363672"/>
                <a:gd name="connsiteX22" fmla="*/ 369548 w 2934532"/>
                <a:gd name="connsiteY22" fmla="*/ 1364802 h 1363672"/>
                <a:gd name="connsiteX23" fmla="*/ 218112 w 2934532"/>
                <a:gd name="connsiteY23" fmla="*/ 1364802 h 1363672"/>
                <a:gd name="connsiteX24" fmla="*/ 209071 w 2934532"/>
                <a:gd name="connsiteY24" fmla="*/ 211331 h 1363672"/>
                <a:gd name="connsiteX25" fmla="*/ 0 w 2934532"/>
                <a:gd name="connsiteY25" fmla="*/ 176675 h 1363672"/>
                <a:gd name="connsiteX26" fmla="*/ 377 w 2934532"/>
                <a:gd name="connsiteY26" fmla="*/ 59143 h 1363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34532" h="1363672">
                  <a:moveTo>
                    <a:pt x="377" y="59143"/>
                  </a:moveTo>
                  <a:cubicBezTo>
                    <a:pt x="7157" y="35410"/>
                    <a:pt x="25616" y="21095"/>
                    <a:pt x="43698" y="6781"/>
                  </a:cubicBezTo>
                  <a:cubicBezTo>
                    <a:pt x="49348" y="2260"/>
                    <a:pt x="58766" y="1884"/>
                    <a:pt x="66677" y="1884"/>
                  </a:cubicBezTo>
                  <a:cubicBezTo>
                    <a:pt x="254276" y="1507"/>
                    <a:pt x="442252" y="1507"/>
                    <a:pt x="629851" y="1130"/>
                  </a:cubicBezTo>
                  <a:cubicBezTo>
                    <a:pt x="1368193" y="753"/>
                    <a:pt x="2106535" y="753"/>
                    <a:pt x="2844500" y="0"/>
                  </a:cubicBezTo>
                  <a:cubicBezTo>
                    <a:pt x="2861452" y="0"/>
                    <a:pt x="2874637" y="3390"/>
                    <a:pt x="2885561" y="16952"/>
                  </a:cubicBezTo>
                  <a:cubicBezTo>
                    <a:pt x="2891965" y="24862"/>
                    <a:pt x="2899122" y="31643"/>
                    <a:pt x="2907033" y="38047"/>
                  </a:cubicBezTo>
                  <a:cubicBezTo>
                    <a:pt x="2938300" y="64040"/>
                    <a:pt x="2940937" y="98697"/>
                    <a:pt x="2932649" y="134107"/>
                  </a:cubicBezTo>
                  <a:cubicBezTo>
                    <a:pt x="2929635" y="146915"/>
                    <a:pt x="2917204" y="159723"/>
                    <a:pt x="2905903" y="168010"/>
                  </a:cubicBezTo>
                  <a:cubicBezTo>
                    <a:pt x="2887068" y="181195"/>
                    <a:pt x="2865972" y="191743"/>
                    <a:pt x="2844877" y="201160"/>
                  </a:cubicBezTo>
                  <a:cubicBezTo>
                    <a:pt x="2835083" y="205304"/>
                    <a:pt x="2823028" y="205681"/>
                    <a:pt x="2811727" y="205681"/>
                  </a:cubicBezTo>
                  <a:cubicBezTo>
                    <a:pt x="2598135" y="207188"/>
                    <a:pt x="2384920" y="208694"/>
                    <a:pt x="2171328" y="210201"/>
                  </a:cubicBezTo>
                  <a:cubicBezTo>
                    <a:pt x="2038728" y="210955"/>
                    <a:pt x="1906504" y="212462"/>
                    <a:pt x="1773904" y="213592"/>
                  </a:cubicBezTo>
                  <a:cubicBezTo>
                    <a:pt x="1767124" y="213592"/>
                    <a:pt x="1760343" y="214345"/>
                    <a:pt x="1749795" y="214722"/>
                  </a:cubicBezTo>
                  <a:cubicBezTo>
                    <a:pt x="1740001" y="598208"/>
                    <a:pt x="1742638" y="980940"/>
                    <a:pt x="1739624" y="1364802"/>
                  </a:cubicBezTo>
                  <a:cubicBezTo>
                    <a:pt x="1689146" y="1364802"/>
                    <a:pt x="1640174" y="1364802"/>
                    <a:pt x="1588942" y="1364802"/>
                  </a:cubicBezTo>
                  <a:cubicBezTo>
                    <a:pt x="1586305" y="982070"/>
                    <a:pt x="1584045" y="599338"/>
                    <a:pt x="1581408" y="215099"/>
                  </a:cubicBezTo>
                  <a:cubicBezTo>
                    <a:pt x="1569730" y="214345"/>
                    <a:pt x="1562573" y="213215"/>
                    <a:pt x="1555039" y="213215"/>
                  </a:cubicBezTo>
                  <a:cubicBezTo>
                    <a:pt x="1176450" y="212838"/>
                    <a:pt x="797861" y="212085"/>
                    <a:pt x="419273" y="211708"/>
                  </a:cubicBezTo>
                  <a:cubicBezTo>
                    <a:pt x="382732" y="211708"/>
                    <a:pt x="381226" y="212462"/>
                    <a:pt x="378965" y="248249"/>
                  </a:cubicBezTo>
                  <a:cubicBezTo>
                    <a:pt x="375952" y="295713"/>
                    <a:pt x="374445" y="343555"/>
                    <a:pt x="374068" y="391396"/>
                  </a:cubicBezTo>
                  <a:cubicBezTo>
                    <a:pt x="372185" y="707829"/>
                    <a:pt x="371055" y="1024261"/>
                    <a:pt x="369548" y="1340693"/>
                  </a:cubicBezTo>
                  <a:cubicBezTo>
                    <a:pt x="369548" y="1348227"/>
                    <a:pt x="369548" y="1355761"/>
                    <a:pt x="369548" y="1364802"/>
                  </a:cubicBezTo>
                  <a:cubicBezTo>
                    <a:pt x="319446" y="1364802"/>
                    <a:pt x="270474" y="1364802"/>
                    <a:pt x="218112" y="1364802"/>
                  </a:cubicBezTo>
                  <a:cubicBezTo>
                    <a:pt x="215099" y="980563"/>
                    <a:pt x="212085" y="596324"/>
                    <a:pt x="209071" y="211331"/>
                  </a:cubicBezTo>
                  <a:cubicBezTo>
                    <a:pt x="137121" y="205304"/>
                    <a:pt x="64040" y="216982"/>
                    <a:pt x="0" y="176675"/>
                  </a:cubicBezTo>
                  <a:cubicBezTo>
                    <a:pt x="377" y="137121"/>
                    <a:pt x="377" y="98320"/>
                    <a:pt x="377" y="59143"/>
                  </a:cubicBezTo>
                  <a:close/>
                </a:path>
              </a:pathLst>
            </a:custGeom>
            <a:grpFill/>
            <a:ln w="3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9">
              <a:extLst>
                <a:ext uri="{FF2B5EF4-FFF2-40B4-BE49-F238E27FC236}">
                  <a16:creationId xmlns="" xmlns:a16="http://schemas.microsoft.com/office/drawing/2014/main" id="{B2E620B2-1172-4D1A-8C6D-E3BBA10C2E7B}"/>
                </a:ext>
              </a:extLst>
            </p:cNvPr>
            <p:cNvSpPr/>
            <p:nvPr/>
          </p:nvSpPr>
          <p:spPr>
            <a:xfrm>
              <a:off x="259594" y="4647016"/>
              <a:ext cx="1344837" cy="433211"/>
            </a:xfrm>
            <a:custGeom>
              <a:avLst/>
              <a:gdLst>
                <a:gd name="connsiteX0" fmla="*/ 1344837 w 1344837"/>
                <a:gd name="connsiteY0" fmla="*/ 436224 h 433210"/>
                <a:gd name="connsiteX1" fmla="*/ 0 w 1344837"/>
                <a:gd name="connsiteY1" fmla="*/ 436224 h 433210"/>
                <a:gd name="connsiteX2" fmla="*/ 0 w 1344837"/>
                <a:gd name="connsiteY2" fmla="*/ 51609 h 433210"/>
                <a:gd name="connsiteX3" fmla="*/ 51609 w 1344837"/>
                <a:gd name="connsiteY3" fmla="*/ 0 h 433210"/>
                <a:gd name="connsiteX4" fmla="*/ 1293605 w 1344837"/>
                <a:gd name="connsiteY4" fmla="*/ 0 h 433210"/>
                <a:gd name="connsiteX5" fmla="*/ 1345214 w 1344837"/>
                <a:gd name="connsiteY5" fmla="*/ 51609 h 433210"/>
                <a:gd name="connsiteX6" fmla="*/ 1345214 w 1344837"/>
                <a:gd name="connsiteY6" fmla="*/ 436224 h 43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4837" h="433210">
                  <a:moveTo>
                    <a:pt x="1344837" y="436224"/>
                  </a:moveTo>
                  <a:lnTo>
                    <a:pt x="0" y="436224"/>
                  </a:lnTo>
                  <a:lnTo>
                    <a:pt x="0" y="51609"/>
                  </a:lnTo>
                  <a:cubicBezTo>
                    <a:pt x="0" y="23356"/>
                    <a:pt x="23356" y="0"/>
                    <a:pt x="51609" y="0"/>
                  </a:cubicBezTo>
                  <a:lnTo>
                    <a:pt x="1293605" y="0"/>
                  </a:lnTo>
                  <a:cubicBezTo>
                    <a:pt x="1321858" y="0"/>
                    <a:pt x="1345214" y="23356"/>
                    <a:pt x="1345214" y="51609"/>
                  </a:cubicBezTo>
                  <a:lnTo>
                    <a:pt x="1345214" y="436224"/>
                  </a:lnTo>
                  <a:close/>
                </a:path>
              </a:pathLst>
            </a:custGeom>
            <a:grpFill/>
            <a:ln w="3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10">
              <a:extLst>
                <a:ext uri="{FF2B5EF4-FFF2-40B4-BE49-F238E27FC236}">
                  <a16:creationId xmlns="" xmlns:a16="http://schemas.microsoft.com/office/drawing/2014/main" id="{361950C4-297B-4149-8B73-812FFF192F7A}"/>
                </a:ext>
              </a:extLst>
            </p:cNvPr>
            <p:cNvSpPr/>
            <p:nvPr/>
          </p:nvSpPr>
          <p:spPr>
            <a:xfrm>
              <a:off x="606539" y="2697368"/>
              <a:ext cx="749643" cy="1936264"/>
            </a:xfrm>
            <a:custGeom>
              <a:avLst/>
              <a:gdLst>
                <a:gd name="connsiteX0" fmla="*/ 0 w 749643"/>
                <a:gd name="connsiteY0" fmla="*/ 1936841 h 1936263"/>
                <a:gd name="connsiteX1" fmla="*/ 752280 w 749643"/>
                <a:gd name="connsiteY1" fmla="*/ 1936841 h 1936263"/>
                <a:gd name="connsiteX2" fmla="*/ 752280 w 749643"/>
                <a:gd name="connsiteY2" fmla="*/ 1930437 h 1936263"/>
                <a:gd name="connsiteX3" fmla="*/ 640399 w 749643"/>
                <a:gd name="connsiteY3" fmla="*/ 1827220 h 1936263"/>
                <a:gd name="connsiteX4" fmla="*/ 391397 w 749643"/>
                <a:gd name="connsiteY4" fmla="*/ 1808008 h 1936263"/>
                <a:gd name="connsiteX5" fmla="*/ 430197 w 749643"/>
                <a:gd name="connsiteY5" fmla="*/ 1635854 h 1936263"/>
                <a:gd name="connsiteX6" fmla="*/ 448279 w 749643"/>
                <a:gd name="connsiteY6" fmla="*/ 1632087 h 1936263"/>
                <a:gd name="connsiteX7" fmla="*/ 468621 w 749643"/>
                <a:gd name="connsiteY7" fmla="*/ 1644894 h 1936263"/>
                <a:gd name="connsiteX8" fmla="*/ 583516 w 749643"/>
                <a:gd name="connsiteY8" fmla="*/ 1653559 h 1936263"/>
                <a:gd name="connsiteX9" fmla="*/ 533038 w 749643"/>
                <a:gd name="connsiteY9" fmla="*/ 23556 h 1936263"/>
                <a:gd name="connsiteX10" fmla="*/ 350336 w 749643"/>
                <a:gd name="connsiteY10" fmla="*/ 23179 h 1936263"/>
                <a:gd name="connsiteX11" fmla="*/ 237701 w 749643"/>
                <a:gd name="connsiteY11" fmla="*/ 180642 h 1936263"/>
                <a:gd name="connsiteX12" fmla="*/ 217736 w 749643"/>
                <a:gd name="connsiteY12" fmla="*/ 240538 h 1936263"/>
                <a:gd name="connsiteX13" fmla="*/ 266707 w 749643"/>
                <a:gd name="connsiteY13" fmla="*/ 1076070 h 1936263"/>
                <a:gd name="connsiteX14" fmla="*/ 337528 w 749643"/>
                <a:gd name="connsiteY14" fmla="*/ 1252368 h 1936263"/>
                <a:gd name="connsiteX15" fmla="*/ 392150 w 749643"/>
                <a:gd name="connsiteY15" fmla="*/ 1331099 h 1936263"/>
                <a:gd name="connsiteX16" fmla="*/ 382356 w 749643"/>
                <a:gd name="connsiteY16" fmla="*/ 1382331 h 1936263"/>
                <a:gd name="connsiteX17" fmla="*/ 346945 w 749643"/>
                <a:gd name="connsiteY17" fmla="*/ 1398906 h 1936263"/>
                <a:gd name="connsiteX18" fmla="*/ 289310 w 749643"/>
                <a:gd name="connsiteY18" fmla="*/ 1484418 h 1936263"/>
                <a:gd name="connsiteX19" fmla="*/ 275748 w 749643"/>
                <a:gd name="connsiteY19" fmla="*/ 1568800 h 1936263"/>
                <a:gd name="connsiteX20" fmla="*/ 196640 w 749643"/>
                <a:gd name="connsiteY20" fmla="*/ 1738694 h 1936263"/>
                <a:gd name="connsiteX21" fmla="*/ 129963 w 749643"/>
                <a:gd name="connsiteY21" fmla="*/ 1818556 h 1936263"/>
                <a:gd name="connsiteX22" fmla="*/ 0 w 749643"/>
                <a:gd name="connsiteY22" fmla="*/ 1936841 h 193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9643" h="1936263">
                  <a:moveTo>
                    <a:pt x="0" y="1936841"/>
                  </a:moveTo>
                  <a:lnTo>
                    <a:pt x="752280" y="1936841"/>
                  </a:lnTo>
                  <a:cubicBezTo>
                    <a:pt x="751903" y="1934957"/>
                    <a:pt x="751903" y="1933074"/>
                    <a:pt x="752280" y="1930437"/>
                  </a:cubicBezTo>
                  <a:cubicBezTo>
                    <a:pt x="756424" y="1910095"/>
                    <a:pt x="691631" y="1842665"/>
                    <a:pt x="640399" y="1827220"/>
                  </a:cubicBezTo>
                  <a:cubicBezTo>
                    <a:pt x="577489" y="1808384"/>
                    <a:pt x="410985" y="1808008"/>
                    <a:pt x="391397" y="1808008"/>
                  </a:cubicBezTo>
                  <a:cubicBezTo>
                    <a:pt x="400061" y="1748112"/>
                    <a:pt x="411739" y="1691229"/>
                    <a:pt x="430197" y="1635854"/>
                  </a:cubicBezTo>
                  <a:cubicBezTo>
                    <a:pt x="433588" y="1625683"/>
                    <a:pt x="439615" y="1623799"/>
                    <a:pt x="448279" y="1632087"/>
                  </a:cubicBezTo>
                  <a:cubicBezTo>
                    <a:pt x="453930" y="1637360"/>
                    <a:pt x="461464" y="1644141"/>
                    <a:pt x="468621" y="1644894"/>
                  </a:cubicBezTo>
                  <a:cubicBezTo>
                    <a:pt x="506292" y="1648662"/>
                    <a:pt x="544339" y="1650922"/>
                    <a:pt x="583516" y="1653559"/>
                  </a:cubicBezTo>
                  <a:cubicBezTo>
                    <a:pt x="583516" y="1643388"/>
                    <a:pt x="536805" y="137697"/>
                    <a:pt x="533038" y="23556"/>
                  </a:cubicBezTo>
                  <a:cubicBezTo>
                    <a:pt x="532284" y="1707"/>
                    <a:pt x="380095" y="-15998"/>
                    <a:pt x="350336" y="23179"/>
                  </a:cubicBezTo>
                  <a:cubicBezTo>
                    <a:pt x="311535" y="74788"/>
                    <a:pt x="273488" y="126773"/>
                    <a:pt x="237701" y="180642"/>
                  </a:cubicBezTo>
                  <a:cubicBezTo>
                    <a:pt x="226400" y="197594"/>
                    <a:pt x="219619" y="219819"/>
                    <a:pt x="217736" y="240538"/>
                  </a:cubicBezTo>
                  <a:cubicBezTo>
                    <a:pt x="213592" y="284612"/>
                    <a:pt x="250509" y="841759"/>
                    <a:pt x="266707" y="1076070"/>
                  </a:cubicBezTo>
                  <a:cubicBezTo>
                    <a:pt x="271604" y="1143877"/>
                    <a:pt x="295337" y="1201136"/>
                    <a:pt x="337528" y="1252368"/>
                  </a:cubicBezTo>
                  <a:cubicBezTo>
                    <a:pt x="343555" y="1259525"/>
                    <a:pt x="380472" y="1311887"/>
                    <a:pt x="392150" y="1331099"/>
                  </a:cubicBezTo>
                  <a:cubicBezTo>
                    <a:pt x="404205" y="1350311"/>
                    <a:pt x="400814" y="1368770"/>
                    <a:pt x="382356" y="1382331"/>
                  </a:cubicBezTo>
                  <a:cubicBezTo>
                    <a:pt x="371808" y="1389865"/>
                    <a:pt x="359377" y="1394762"/>
                    <a:pt x="346945" y="1398906"/>
                  </a:cubicBezTo>
                  <a:cubicBezTo>
                    <a:pt x="300987" y="1413598"/>
                    <a:pt x="284412" y="1436577"/>
                    <a:pt x="289310" y="1484418"/>
                  </a:cubicBezTo>
                  <a:cubicBezTo>
                    <a:pt x="292700" y="1514178"/>
                    <a:pt x="288179" y="1542431"/>
                    <a:pt x="275748" y="1568800"/>
                  </a:cubicBezTo>
                  <a:cubicBezTo>
                    <a:pt x="258796" y="1604587"/>
                    <a:pt x="205304" y="1717222"/>
                    <a:pt x="196640" y="1738694"/>
                  </a:cubicBezTo>
                  <a:cubicBezTo>
                    <a:pt x="183079" y="1772221"/>
                    <a:pt x="173284" y="1801604"/>
                    <a:pt x="129963" y="1818556"/>
                  </a:cubicBezTo>
                  <a:cubicBezTo>
                    <a:pt x="34657" y="1855849"/>
                    <a:pt x="1507" y="1933074"/>
                    <a:pt x="0" y="1936841"/>
                  </a:cubicBezTo>
                  <a:close/>
                </a:path>
              </a:pathLst>
            </a:custGeom>
            <a:grpFill/>
            <a:ln w="3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How can I get the ESM-Tools?</a:t>
            </a:r>
            <a:endParaRPr lang="en-US" dirty="0"/>
          </a:p>
        </p:txBody>
      </p:sp>
      <p:sp>
        <p:nvSpPr>
          <p:cNvPr id="31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 txBox="1">
            <a:spLocks/>
          </p:cNvSpPr>
          <p:nvPr/>
        </p:nvSpPr>
        <p:spPr>
          <a:xfrm>
            <a:off x="323528" y="204425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rgbClr val="397BC3"/>
                </a:solidFill>
              </a:rPr>
              <a:t>https://</a:t>
            </a:r>
            <a:r>
              <a:rPr lang="en-US" dirty="0" err="1" smtClean="0">
                <a:solidFill>
                  <a:srgbClr val="397BC3"/>
                </a:solidFill>
              </a:rPr>
              <a:t>gitlab.dkrz.de</a:t>
            </a:r>
            <a:r>
              <a:rPr lang="en-US" dirty="0" smtClean="0">
                <a:solidFill>
                  <a:srgbClr val="397BC3"/>
                </a:solidFill>
              </a:rPr>
              <a:t>/</a:t>
            </a:r>
            <a:r>
              <a:rPr lang="en-US" dirty="0" err="1" smtClean="0">
                <a:solidFill>
                  <a:srgbClr val="397BC3"/>
                </a:solidFill>
              </a:rPr>
              <a:t>esm</a:t>
            </a:r>
            <a:r>
              <a:rPr lang="en-US" dirty="0" smtClean="0">
                <a:solidFill>
                  <a:srgbClr val="397BC3"/>
                </a:solidFill>
              </a:rPr>
              <a:t>-tools</a:t>
            </a:r>
            <a:endParaRPr lang="en-US" dirty="0">
              <a:solidFill>
                <a:srgbClr val="397BC3"/>
              </a:solidFill>
            </a:endParaRPr>
          </a:p>
        </p:txBody>
      </p:sp>
      <p:sp>
        <p:nvSpPr>
          <p:cNvPr id="33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 txBox="1">
            <a:spLocks/>
          </p:cNvSpPr>
          <p:nvPr/>
        </p:nvSpPr>
        <p:spPr>
          <a:xfrm>
            <a:off x="323528" y="299174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rgbClr val="397BC3"/>
                </a:solidFill>
              </a:rPr>
              <a:t>(https://</a:t>
            </a:r>
            <a:r>
              <a:rPr lang="en-US" dirty="0" err="1" smtClean="0">
                <a:solidFill>
                  <a:srgbClr val="397BC3"/>
                </a:solidFill>
              </a:rPr>
              <a:t>gitlab.awi.de</a:t>
            </a:r>
            <a:r>
              <a:rPr lang="en-US" dirty="0" smtClean="0">
                <a:solidFill>
                  <a:srgbClr val="397BC3"/>
                </a:solidFill>
              </a:rPr>
              <a:t>/</a:t>
            </a:r>
            <a:r>
              <a:rPr lang="en-US" dirty="0" err="1" smtClean="0">
                <a:solidFill>
                  <a:srgbClr val="397BC3"/>
                </a:solidFill>
              </a:rPr>
              <a:t>esm</a:t>
            </a:r>
            <a:r>
              <a:rPr lang="en-US" dirty="0" smtClean="0">
                <a:solidFill>
                  <a:srgbClr val="397BC3"/>
                </a:solidFill>
              </a:rPr>
              <a:t>-tools)</a:t>
            </a:r>
            <a:endParaRPr lang="en-US" dirty="0">
              <a:solidFill>
                <a:srgbClr val="397BC3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="" xmlns:a16="http://schemas.microsoft.com/office/drawing/2014/main" id="{90D6F750-940D-4B7B-9DA7-91B125C27E58}"/>
              </a:ext>
            </a:extLst>
          </p:cNvPr>
          <p:cNvSpPr/>
          <p:nvPr/>
        </p:nvSpPr>
        <p:spPr>
          <a:xfrm>
            <a:off x="6712725" y="5331059"/>
            <a:ext cx="5184000" cy="12671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8A260F84-7A83-4520-BE45-A30339FD7F0A}"/>
              </a:ext>
            </a:extLst>
          </p:cNvPr>
          <p:cNvGrpSpPr/>
          <p:nvPr/>
        </p:nvGrpSpPr>
        <p:grpSpPr>
          <a:xfrm>
            <a:off x="7944905" y="5402667"/>
            <a:ext cx="3670314" cy="1098500"/>
            <a:chOff x="803640" y="3302043"/>
            <a:chExt cx="2059657" cy="1098500"/>
          </a:xfrm>
        </p:grpSpPr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595C2DD0-4583-4A19-8052-CC60477DF4DE}"/>
                </a:ext>
              </a:extLst>
            </p:cNvPr>
            <p:cNvSpPr txBox="1"/>
            <p:nvPr/>
          </p:nvSpPr>
          <p:spPr>
            <a:xfrm>
              <a:off x="803640" y="3569546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err="1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info@esm-tools.net</a:t>
              </a:r>
              <a:endParaRPr lang="en-US" altLang="ko-KR" sz="1200" dirty="0" smtClean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  <a:p>
              <a:pPr algn="r"/>
              <a:r>
                <a:rPr lang="en-US" altLang="ko-KR" sz="1200" dirty="0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0471/4831-1561 / </a:t>
              </a:r>
            </a:p>
            <a:p>
              <a:pPr algn="r"/>
              <a:r>
                <a:rPr lang="en-US" altLang="ko-KR" sz="1200" dirty="0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www.esm-tools.net</a:t>
              </a:r>
            </a:p>
            <a:p>
              <a:pPr algn="r"/>
              <a:r>
                <a:rPr lang="de-DE" altLang="ko-KR" sz="1200" dirty="0" err="1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twitter.com</a:t>
              </a:r>
              <a:r>
                <a:rPr lang="de-DE" altLang="ko-KR" sz="1200" dirty="0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/</a:t>
              </a:r>
              <a:r>
                <a:rPr lang="de-DE" altLang="ko-KR" sz="1200" dirty="0" err="1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ToolsESM</a:t>
              </a:r>
              <a:endParaRPr lang="ko-KR" altLang="en-US" sz="1200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="" xmlns:a16="http://schemas.microsoft.com/office/drawing/2014/main" id="{552747ED-2F21-4C67-B926-5305A5420517}"/>
                </a:ext>
              </a:extLst>
            </p:cNvPr>
            <p:cNvSpPr txBox="1"/>
            <p:nvPr/>
          </p:nvSpPr>
          <p:spPr>
            <a:xfrm>
              <a:off x="803640" y="3302043"/>
              <a:ext cx="20596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Contact us:</a:t>
              </a:r>
              <a:endParaRPr lang="ko-KR" altLang="en-US" sz="14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</p:grpSp>
      <p:sp>
        <p:nvSpPr>
          <p:cNvPr id="46" name="Rounded Rectangle 7">
            <a:extLst>
              <a:ext uri="{FF2B5EF4-FFF2-40B4-BE49-F238E27FC236}">
                <a16:creationId xmlns="" xmlns:a16="http://schemas.microsoft.com/office/drawing/2014/main" id="{890A206E-8EB0-46CB-87E5-BB62DA827BE4}"/>
              </a:ext>
            </a:extLst>
          </p:cNvPr>
          <p:cNvSpPr/>
          <p:nvPr/>
        </p:nvSpPr>
        <p:spPr>
          <a:xfrm>
            <a:off x="6938514" y="5544226"/>
            <a:ext cx="490985" cy="849687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1327439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1E43A3B8-10D0-417B-B552-0C299F5AF5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31685" y="3548156"/>
            <a:ext cx="11573197" cy="724247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Get the Tools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65200" y="2032000"/>
            <a:ext cx="1993900" cy="3559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aphic 14">
            <a:extLst>
              <a:ext uri="{FF2B5EF4-FFF2-40B4-BE49-F238E27FC236}">
                <a16:creationId xmlns="" xmlns:a16="http://schemas.microsoft.com/office/drawing/2014/main" id="{95B3D5F1-3B33-45E2-A2E4-9D53408EFF4E}"/>
              </a:ext>
            </a:extLst>
          </p:cNvPr>
          <p:cNvGrpSpPr/>
          <p:nvPr/>
        </p:nvGrpSpPr>
        <p:grpSpPr>
          <a:xfrm>
            <a:off x="234483" y="1682078"/>
            <a:ext cx="6204417" cy="4630582"/>
            <a:chOff x="2444748" y="555045"/>
            <a:chExt cx="7282048" cy="5727454"/>
          </a:xfrm>
        </p:grpSpPr>
        <p:sp>
          <p:nvSpPr>
            <p:cNvPr id="32" name="Freeform: Shape 61">
              <a:extLst>
                <a:ext uri="{FF2B5EF4-FFF2-40B4-BE49-F238E27FC236}">
                  <a16:creationId xmlns="" xmlns:a16="http://schemas.microsoft.com/office/drawing/2014/main" id="{C2C87B46-CE8C-41B3-BA27-6BB8D740CE1E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62">
              <a:extLst>
                <a:ext uri="{FF2B5EF4-FFF2-40B4-BE49-F238E27FC236}">
                  <a16:creationId xmlns="" xmlns:a16="http://schemas.microsoft.com/office/drawing/2014/main" id="{2F432F06-9ACD-4D2B-A4A4-DE4F403FC754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63">
              <a:extLst>
                <a:ext uri="{FF2B5EF4-FFF2-40B4-BE49-F238E27FC236}">
                  <a16:creationId xmlns="" xmlns:a16="http://schemas.microsoft.com/office/drawing/2014/main" id="{C16B2169-812F-4F11-A7D4-189CC7DDEBB3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64">
              <a:extLst>
                <a:ext uri="{FF2B5EF4-FFF2-40B4-BE49-F238E27FC236}">
                  <a16:creationId xmlns="" xmlns:a16="http://schemas.microsoft.com/office/drawing/2014/main" id="{79A1A857-1D7C-40D3-B070-2793E6E248F3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65">
              <a:extLst>
                <a:ext uri="{FF2B5EF4-FFF2-40B4-BE49-F238E27FC236}">
                  <a16:creationId xmlns="" xmlns:a16="http://schemas.microsoft.com/office/drawing/2014/main" id="{1478594F-99D4-427B-9D50-E7F0F10709D7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66">
              <a:extLst>
                <a:ext uri="{FF2B5EF4-FFF2-40B4-BE49-F238E27FC236}">
                  <a16:creationId xmlns="" xmlns:a16="http://schemas.microsoft.com/office/drawing/2014/main" id="{7546C63C-D1F7-484F-A6A8-13093116C8B5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67">
              <a:extLst>
                <a:ext uri="{FF2B5EF4-FFF2-40B4-BE49-F238E27FC236}">
                  <a16:creationId xmlns="" xmlns:a16="http://schemas.microsoft.com/office/drawing/2014/main" id="{A62F44C8-AEC4-4E14-B577-F88DFE66237A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68">
              <a:extLst>
                <a:ext uri="{FF2B5EF4-FFF2-40B4-BE49-F238E27FC236}">
                  <a16:creationId xmlns="" xmlns:a16="http://schemas.microsoft.com/office/drawing/2014/main" id="{B3529E6D-4F13-43E4-94C6-07C4AECC42BE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6" name="Rectangle 5"/>
          <p:cNvSpPr/>
          <p:nvPr/>
        </p:nvSpPr>
        <p:spPr>
          <a:xfrm>
            <a:off x="323529" y="1308416"/>
            <a:ext cx="4400871" cy="3986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5015492" y="1075653"/>
            <a:ext cx="4400871" cy="3986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12700" y="5660840"/>
            <a:ext cx="2385116" cy="6518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23529" y="5660841"/>
            <a:ext cx="2385116" cy="1942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962150" y="5677608"/>
            <a:ext cx="654050" cy="49236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2051196" y="5693916"/>
            <a:ext cx="654050" cy="3738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1844808" y="5885065"/>
            <a:ext cx="654050" cy="3738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833" y="12228"/>
            <a:ext cx="7213286" cy="1648236"/>
          </a:xfrm>
          <a:prstGeom prst="rect">
            <a:avLst/>
          </a:prstGeom>
        </p:spPr>
      </p:pic>
      <p:sp>
        <p:nvSpPr>
          <p:cNvPr id="52" name="Freeform: Shape 189">
            <a:extLst>
              <a:ext uri="{FF2B5EF4-FFF2-40B4-BE49-F238E27FC236}">
                <a16:creationId xmlns="" xmlns:a16="http://schemas.microsoft.com/office/drawing/2014/main" id="{C9BA76CC-4EC3-4DD4-90F0-902B763E4089}"/>
              </a:ext>
            </a:extLst>
          </p:cNvPr>
          <p:cNvSpPr/>
          <p:nvPr/>
        </p:nvSpPr>
        <p:spPr>
          <a:xfrm>
            <a:off x="1813360" y="2508095"/>
            <a:ext cx="2935168" cy="2160710"/>
          </a:xfrm>
          <a:custGeom>
            <a:avLst/>
            <a:gdLst>
              <a:gd name="connsiteX0" fmla="*/ 1869041 w 3738080"/>
              <a:gd name="connsiteY0" fmla="*/ 1997576 h 2751770"/>
              <a:gd name="connsiteX1" fmla="*/ 2246138 w 3738080"/>
              <a:gd name="connsiteY1" fmla="*/ 2374673 h 2751770"/>
              <a:gd name="connsiteX2" fmla="*/ 1869041 w 3738080"/>
              <a:gd name="connsiteY2" fmla="*/ 2751770 h 2751770"/>
              <a:gd name="connsiteX3" fmla="*/ 1491944 w 3738080"/>
              <a:gd name="connsiteY3" fmla="*/ 2374673 h 2751770"/>
              <a:gd name="connsiteX4" fmla="*/ 1869041 w 3738080"/>
              <a:gd name="connsiteY4" fmla="*/ 1997576 h 2751770"/>
              <a:gd name="connsiteX5" fmla="*/ 2788485 w 3738080"/>
              <a:gd name="connsiteY5" fmla="*/ 1841061 h 2751770"/>
              <a:gd name="connsiteX6" fmla="*/ 2632248 w 3738080"/>
              <a:gd name="connsiteY6" fmla="*/ 1992174 h 2751770"/>
              <a:gd name="connsiteX7" fmla="*/ 2624294 w 3738080"/>
              <a:gd name="connsiteY7" fmla="*/ 1992174 h 2751770"/>
              <a:gd name="connsiteX8" fmla="*/ 1858846 w 3738080"/>
              <a:gd name="connsiteY8" fmla="*/ 1306247 h 2751770"/>
              <a:gd name="connsiteX9" fmla="*/ 2645621 w 3738080"/>
              <a:gd name="connsiteY9" fmla="*/ 1504218 h 2751770"/>
              <a:gd name="connsiteX10" fmla="*/ 2795575 w 3738080"/>
              <a:gd name="connsiteY10" fmla="*/ 1757331 h 2751770"/>
              <a:gd name="connsiteX11" fmla="*/ 2539052 w 3738080"/>
              <a:gd name="connsiteY11" fmla="*/ 1841672 h 2751770"/>
              <a:gd name="connsiteX12" fmla="*/ 1353947 w 3738080"/>
              <a:gd name="connsiteY12" fmla="*/ 1778974 h 2751770"/>
              <a:gd name="connsiteX13" fmla="*/ 982333 w 3738080"/>
              <a:gd name="connsiteY13" fmla="*/ 1780833 h 2751770"/>
              <a:gd name="connsiteX14" fmla="*/ 966756 w 3738080"/>
              <a:gd name="connsiteY14" fmla="*/ 1667407 h 2751770"/>
              <a:gd name="connsiteX15" fmla="*/ 1217540 w 3738080"/>
              <a:gd name="connsiteY15" fmla="*/ 1445700 h 2751770"/>
              <a:gd name="connsiteX16" fmla="*/ 1858846 w 3738080"/>
              <a:gd name="connsiteY16" fmla="*/ 1306247 h 2751770"/>
              <a:gd name="connsiteX17" fmla="*/ 1828129 w 3738080"/>
              <a:gd name="connsiteY17" fmla="*/ 650059 h 2751770"/>
              <a:gd name="connsiteX18" fmla="*/ 3108200 w 3738080"/>
              <a:gd name="connsiteY18" fmla="*/ 1008980 h 2751770"/>
              <a:gd name="connsiteX19" fmla="*/ 3258155 w 3738080"/>
              <a:gd name="connsiteY19" fmla="*/ 1319033 h 2751770"/>
              <a:gd name="connsiteX20" fmla="*/ 2937692 w 3738080"/>
              <a:gd name="connsiteY20" fmla="*/ 1304637 h 2751770"/>
              <a:gd name="connsiteX21" fmla="*/ 763561 w 3738080"/>
              <a:gd name="connsiteY21" fmla="*/ 1325535 h 2751770"/>
              <a:gd name="connsiteX22" fmla="*/ 464412 w 3738080"/>
              <a:gd name="connsiteY22" fmla="*/ 1278813 h 2751770"/>
              <a:gd name="connsiteX23" fmla="*/ 450482 w 3738080"/>
              <a:gd name="connsiteY23" fmla="*/ 1202928 h 2751770"/>
              <a:gd name="connsiteX24" fmla="*/ 622892 w 3738080"/>
              <a:gd name="connsiteY24" fmla="*/ 1008979 h 2751770"/>
              <a:gd name="connsiteX25" fmla="*/ 1828129 w 3738080"/>
              <a:gd name="connsiteY25" fmla="*/ 650059 h 2751770"/>
              <a:gd name="connsiteX26" fmla="*/ 1764313 w 3738080"/>
              <a:gd name="connsiteY26" fmla="*/ 591 h 2751770"/>
              <a:gd name="connsiteX27" fmla="*/ 3559697 w 3738080"/>
              <a:gd name="connsiteY27" fmla="*/ 547180 h 2751770"/>
              <a:gd name="connsiteX28" fmla="*/ 3709650 w 3738080"/>
              <a:gd name="connsiteY28" fmla="*/ 882310 h 2751770"/>
              <a:gd name="connsiteX29" fmla="*/ 3367875 w 3738080"/>
              <a:gd name="connsiteY29" fmla="*/ 834477 h 2751770"/>
              <a:gd name="connsiteX30" fmla="*/ 318417 w 3738080"/>
              <a:gd name="connsiteY30" fmla="*/ 884635 h 2751770"/>
              <a:gd name="connsiteX31" fmla="*/ 19267 w 3738080"/>
              <a:gd name="connsiteY31" fmla="*/ 846272 h 2751770"/>
              <a:gd name="connsiteX32" fmla="*/ 275 w 3738080"/>
              <a:gd name="connsiteY32" fmla="*/ 760137 h 2751770"/>
              <a:gd name="connsiteX33" fmla="*/ 173484 w 3738080"/>
              <a:gd name="connsiteY33" fmla="*/ 547180 h 2751770"/>
              <a:gd name="connsiteX34" fmla="*/ 1764313 w 3738080"/>
              <a:gd name="connsiteY34" fmla="*/ 591 h 2751770"/>
              <a:gd name="connsiteX0" fmla="*/ 1869041 w 3738080"/>
              <a:gd name="connsiteY0" fmla="*/ 1997576 h 2751770"/>
              <a:gd name="connsiteX1" fmla="*/ 2246138 w 3738080"/>
              <a:gd name="connsiteY1" fmla="*/ 2374673 h 2751770"/>
              <a:gd name="connsiteX2" fmla="*/ 1869041 w 3738080"/>
              <a:gd name="connsiteY2" fmla="*/ 2751770 h 2751770"/>
              <a:gd name="connsiteX3" fmla="*/ 1491944 w 3738080"/>
              <a:gd name="connsiteY3" fmla="*/ 2374673 h 2751770"/>
              <a:gd name="connsiteX4" fmla="*/ 1869041 w 3738080"/>
              <a:gd name="connsiteY4" fmla="*/ 1997576 h 2751770"/>
              <a:gd name="connsiteX5" fmla="*/ 2624294 w 3738080"/>
              <a:gd name="connsiteY5" fmla="*/ 1992174 h 2751770"/>
              <a:gd name="connsiteX6" fmla="*/ 2632248 w 3738080"/>
              <a:gd name="connsiteY6" fmla="*/ 1992174 h 2751770"/>
              <a:gd name="connsiteX7" fmla="*/ 2624294 w 3738080"/>
              <a:gd name="connsiteY7" fmla="*/ 1992174 h 2751770"/>
              <a:gd name="connsiteX8" fmla="*/ 1858846 w 3738080"/>
              <a:gd name="connsiteY8" fmla="*/ 1306247 h 2751770"/>
              <a:gd name="connsiteX9" fmla="*/ 2645621 w 3738080"/>
              <a:gd name="connsiteY9" fmla="*/ 1504218 h 2751770"/>
              <a:gd name="connsiteX10" fmla="*/ 2795575 w 3738080"/>
              <a:gd name="connsiteY10" fmla="*/ 1757331 h 2751770"/>
              <a:gd name="connsiteX11" fmla="*/ 2539052 w 3738080"/>
              <a:gd name="connsiteY11" fmla="*/ 1841672 h 2751770"/>
              <a:gd name="connsiteX12" fmla="*/ 1353947 w 3738080"/>
              <a:gd name="connsiteY12" fmla="*/ 1778974 h 2751770"/>
              <a:gd name="connsiteX13" fmla="*/ 982333 w 3738080"/>
              <a:gd name="connsiteY13" fmla="*/ 1780833 h 2751770"/>
              <a:gd name="connsiteX14" fmla="*/ 966756 w 3738080"/>
              <a:gd name="connsiteY14" fmla="*/ 1667407 h 2751770"/>
              <a:gd name="connsiteX15" fmla="*/ 1217540 w 3738080"/>
              <a:gd name="connsiteY15" fmla="*/ 1445700 h 2751770"/>
              <a:gd name="connsiteX16" fmla="*/ 1858846 w 3738080"/>
              <a:gd name="connsiteY16" fmla="*/ 1306247 h 2751770"/>
              <a:gd name="connsiteX17" fmla="*/ 1828129 w 3738080"/>
              <a:gd name="connsiteY17" fmla="*/ 650059 h 2751770"/>
              <a:gd name="connsiteX18" fmla="*/ 3108200 w 3738080"/>
              <a:gd name="connsiteY18" fmla="*/ 1008980 h 2751770"/>
              <a:gd name="connsiteX19" fmla="*/ 3258155 w 3738080"/>
              <a:gd name="connsiteY19" fmla="*/ 1319033 h 2751770"/>
              <a:gd name="connsiteX20" fmla="*/ 2937692 w 3738080"/>
              <a:gd name="connsiteY20" fmla="*/ 1304637 h 2751770"/>
              <a:gd name="connsiteX21" fmla="*/ 763561 w 3738080"/>
              <a:gd name="connsiteY21" fmla="*/ 1325535 h 2751770"/>
              <a:gd name="connsiteX22" fmla="*/ 464412 w 3738080"/>
              <a:gd name="connsiteY22" fmla="*/ 1278813 h 2751770"/>
              <a:gd name="connsiteX23" fmla="*/ 450482 w 3738080"/>
              <a:gd name="connsiteY23" fmla="*/ 1202928 h 2751770"/>
              <a:gd name="connsiteX24" fmla="*/ 622892 w 3738080"/>
              <a:gd name="connsiteY24" fmla="*/ 1008979 h 2751770"/>
              <a:gd name="connsiteX25" fmla="*/ 1828129 w 3738080"/>
              <a:gd name="connsiteY25" fmla="*/ 650059 h 2751770"/>
              <a:gd name="connsiteX26" fmla="*/ 1764313 w 3738080"/>
              <a:gd name="connsiteY26" fmla="*/ 591 h 2751770"/>
              <a:gd name="connsiteX27" fmla="*/ 3559697 w 3738080"/>
              <a:gd name="connsiteY27" fmla="*/ 547180 h 2751770"/>
              <a:gd name="connsiteX28" fmla="*/ 3709650 w 3738080"/>
              <a:gd name="connsiteY28" fmla="*/ 882310 h 2751770"/>
              <a:gd name="connsiteX29" fmla="*/ 3367875 w 3738080"/>
              <a:gd name="connsiteY29" fmla="*/ 834477 h 2751770"/>
              <a:gd name="connsiteX30" fmla="*/ 318417 w 3738080"/>
              <a:gd name="connsiteY30" fmla="*/ 884635 h 2751770"/>
              <a:gd name="connsiteX31" fmla="*/ 19267 w 3738080"/>
              <a:gd name="connsiteY31" fmla="*/ 846272 h 2751770"/>
              <a:gd name="connsiteX32" fmla="*/ 275 w 3738080"/>
              <a:gd name="connsiteY32" fmla="*/ 760137 h 2751770"/>
              <a:gd name="connsiteX33" fmla="*/ 173484 w 3738080"/>
              <a:gd name="connsiteY33" fmla="*/ 547180 h 2751770"/>
              <a:gd name="connsiteX34" fmla="*/ 1764313 w 3738080"/>
              <a:gd name="connsiteY34" fmla="*/ 591 h 2751770"/>
              <a:gd name="connsiteX0" fmla="*/ 1869041 w 3738080"/>
              <a:gd name="connsiteY0" fmla="*/ 1997576 h 2751770"/>
              <a:gd name="connsiteX1" fmla="*/ 2246138 w 3738080"/>
              <a:gd name="connsiteY1" fmla="*/ 2374673 h 2751770"/>
              <a:gd name="connsiteX2" fmla="*/ 1869041 w 3738080"/>
              <a:gd name="connsiteY2" fmla="*/ 2751770 h 2751770"/>
              <a:gd name="connsiteX3" fmla="*/ 1491944 w 3738080"/>
              <a:gd name="connsiteY3" fmla="*/ 2374673 h 2751770"/>
              <a:gd name="connsiteX4" fmla="*/ 1869041 w 3738080"/>
              <a:gd name="connsiteY4" fmla="*/ 1997576 h 2751770"/>
              <a:gd name="connsiteX5" fmla="*/ 1858846 w 3738080"/>
              <a:gd name="connsiteY5" fmla="*/ 1306247 h 2751770"/>
              <a:gd name="connsiteX6" fmla="*/ 2645621 w 3738080"/>
              <a:gd name="connsiteY6" fmla="*/ 1504218 h 2751770"/>
              <a:gd name="connsiteX7" fmla="*/ 2795575 w 3738080"/>
              <a:gd name="connsiteY7" fmla="*/ 1757331 h 2751770"/>
              <a:gd name="connsiteX8" fmla="*/ 2539052 w 3738080"/>
              <a:gd name="connsiteY8" fmla="*/ 1841672 h 2751770"/>
              <a:gd name="connsiteX9" fmla="*/ 1353947 w 3738080"/>
              <a:gd name="connsiteY9" fmla="*/ 1778974 h 2751770"/>
              <a:gd name="connsiteX10" fmla="*/ 982333 w 3738080"/>
              <a:gd name="connsiteY10" fmla="*/ 1780833 h 2751770"/>
              <a:gd name="connsiteX11" fmla="*/ 966756 w 3738080"/>
              <a:gd name="connsiteY11" fmla="*/ 1667407 h 2751770"/>
              <a:gd name="connsiteX12" fmla="*/ 1217540 w 3738080"/>
              <a:gd name="connsiteY12" fmla="*/ 1445700 h 2751770"/>
              <a:gd name="connsiteX13" fmla="*/ 1858846 w 3738080"/>
              <a:gd name="connsiteY13" fmla="*/ 1306247 h 2751770"/>
              <a:gd name="connsiteX14" fmla="*/ 1828129 w 3738080"/>
              <a:gd name="connsiteY14" fmla="*/ 650059 h 2751770"/>
              <a:gd name="connsiteX15" fmla="*/ 3108200 w 3738080"/>
              <a:gd name="connsiteY15" fmla="*/ 1008980 h 2751770"/>
              <a:gd name="connsiteX16" fmla="*/ 3258155 w 3738080"/>
              <a:gd name="connsiteY16" fmla="*/ 1319033 h 2751770"/>
              <a:gd name="connsiteX17" fmla="*/ 2937692 w 3738080"/>
              <a:gd name="connsiteY17" fmla="*/ 1304637 h 2751770"/>
              <a:gd name="connsiteX18" fmla="*/ 763561 w 3738080"/>
              <a:gd name="connsiteY18" fmla="*/ 1325535 h 2751770"/>
              <a:gd name="connsiteX19" fmla="*/ 464412 w 3738080"/>
              <a:gd name="connsiteY19" fmla="*/ 1278813 h 2751770"/>
              <a:gd name="connsiteX20" fmla="*/ 450482 w 3738080"/>
              <a:gd name="connsiteY20" fmla="*/ 1202928 h 2751770"/>
              <a:gd name="connsiteX21" fmla="*/ 622892 w 3738080"/>
              <a:gd name="connsiteY21" fmla="*/ 1008979 h 2751770"/>
              <a:gd name="connsiteX22" fmla="*/ 1828129 w 3738080"/>
              <a:gd name="connsiteY22" fmla="*/ 650059 h 2751770"/>
              <a:gd name="connsiteX23" fmla="*/ 1764313 w 3738080"/>
              <a:gd name="connsiteY23" fmla="*/ 591 h 2751770"/>
              <a:gd name="connsiteX24" fmla="*/ 3559697 w 3738080"/>
              <a:gd name="connsiteY24" fmla="*/ 547180 h 2751770"/>
              <a:gd name="connsiteX25" fmla="*/ 3709650 w 3738080"/>
              <a:gd name="connsiteY25" fmla="*/ 882310 h 2751770"/>
              <a:gd name="connsiteX26" fmla="*/ 3367875 w 3738080"/>
              <a:gd name="connsiteY26" fmla="*/ 834477 h 2751770"/>
              <a:gd name="connsiteX27" fmla="*/ 318417 w 3738080"/>
              <a:gd name="connsiteY27" fmla="*/ 884635 h 2751770"/>
              <a:gd name="connsiteX28" fmla="*/ 19267 w 3738080"/>
              <a:gd name="connsiteY28" fmla="*/ 846272 h 2751770"/>
              <a:gd name="connsiteX29" fmla="*/ 275 w 3738080"/>
              <a:gd name="connsiteY29" fmla="*/ 760137 h 2751770"/>
              <a:gd name="connsiteX30" fmla="*/ 173484 w 3738080"/>
              <a:gd name="connsiteY30" fmla="*/ 547180 h 2751770"/>
              <a:gd name="connsiteX31" fmla="*/ 1764313 w 3738080"/>
              <a:gd name="connsiteY31" fmla="*/ 591 h 2751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738080" h="2751770">
                <a:moveTo>
                  <a:pt x="1869041" y="1997576"/>
                </a:moveTo>
                <a:cubicBezTo>
                  <a:pt x="2077306" y="1997576"/>
                  <a:pt x="2246138" y="2166408"/>
                  <a:pt x="2246138" y="2374673"/>
                </a:cubicBezTo>
                <a:cubicBezTo>
                  <a:pt x="2246138" y="2582938"/>
                  <a:pt x="2077306" y="2751770"/>
                  <a:pt x="1869041" y="2751770"/>
                </a:cubicBezTo>
                <a:cubicBezTo>
                  <a:pt x="1660776" y="2751770"/>
                  <a:pt x="1491944" y="2582938"/>
                  <a:pt x="1491944" y="2374673"/>
                </a:cubicBezTo>
                <a:cubicBezTo>
                  <a:pt x="1491944" y="2166408"/>
                  <a:pt x="1660776" y="1997576"/>
                  <a:pt x="1869041" y="1997576"/>
                </a:cubicBezTo>
                <a:close/>
                <a:moveTo>
                  <a:pt x="1858846" y="1306247"/>
                </a:moveTo>
                <a:cubicBezTo>
                  <a:pt x="2165924" y="1301758"/>
                  <a:pt x="2404940" y="1399722"/>
                  <a:pt x="2645621" y="1504218"/>
                </a:cubicBezTo>
                <a:cubicBezTo>
                  <a:pt x="2813424" y="1597955"/>
                  <a:pt x="2823993" y="1678797"/>
                  <a:pt x="2795575" y="1757331"/>
                </a:cubicBezTo>
                <a:cubicBezTo>
                  <a:pt x="2761471" y="1842158"/>
                  <a:pt x="2685239" y="1908552"/>
                  <a:pt x="2539052" y="1841672"/>
                </a:cubicBezTo>
                <a:cubicBezTo>
                  <a:pt x="2347207" y="1684231"/>
                  <a:pt x="1733351" y="1556050"/>
                  <a:pt x="1353947" y="1778974"/>
                </a:cubicBezTo>
                <a:cubicBezTo>
                  <a:pt x="1250080" y="1855218"/>
                  <a:pt x="1037749" y="1915097"/>
                  <a:pt x="982333" y="1780833"/>
                </a:cubicBezTo>
                <a:cubicBezTo>
                  <a:pt x="968480" y="1736637"/>
                  <a:pt x="963386" y="1699601"/>
                  <a:pt x="966756" y="1667407"/>
                </a:cubicBezTo>
                <a:cubicBezTo>
                  <a:pt x="976866" y="1570822"/>
                  <a:pt x="1063141" y="1517802"/>
                  <a:pt x="1217540" y="1445700"/>
                </a:cubicBezTo>
                <a:cubicBezTo>
                  <a:pt x="1465851" y="1348519"/>
                  <a:pt x="1674601" y="1308942"/>
                  <a:pt x="1858846" y="1306247"/>
                </a:cubicBezTo>
                <a:close/>
                <a:moveTo>
                  <a:pt x="1828129" y="650059"/>
                </a:moveTo>
                <a:cubicBezTo>
                  <a:pt x="2445754" y="646836"/>
                  <a:pt x="2937662" y="894034"/>
                  <a:pt x="3108200" y="1008980"/>
                </a:cubicBezTo>
                <a:cubicBezTo>
                  <a:pt x="3228810" y="1075858"/>
                  <a:pt x="3343409" y="1171509"/>
                  <a:pt x="3258155" y="1319033"/>
                </a:cubicBezTo>
                <a:cubicBezTo>
                  <a:pt x="3134282" y="1435449"/>
                  <a:pt x="3057301" y="1393031"/>
                  <a:pt x="2937692" y="1304637"/>
                </a:cubicBezTo>
                <a:cubicBezTo>
                  <a:pt x="2647778" y="1191783"/>
                  <a:pt x="2008321" y="619142"/>
                  <a:pt x="763561" y="1325535"/>
                </a:cubicBezTo>
                <a:cubicBezTo>
                  <a:pt x="621636" y="1425852"/>
                  <a:pt x="511304" y="1376178"/>
                  <a:pt x="464412" y="1278813"/>
                </a:cubicBezTo>
                <a:cubicBezTo>
                  <a:pt x="452398" y="1252494"/>
                  <a:pt x="448110" y="1227223"/>
                  <a:pt x="450482" y="1202928"/>
                </a:cubicBezTo>
                <a:cubicBezTo>
                  <a:pt x="457599" y="1130049"/>
                  <a:pt x="524660" y="1065987"/>
                  <a:pt x="622892" y="1008979"/>
                </a:cubicBezTo>
                <a:cubicBezTo>
                  <a:pt x="1041721" y="744082"/>
                  <a:pt x="1457554" y="651995"/>
                  <a:pt x="1828129" y="650059"/>
                </a:cubicBezTo>
                <a:close/>
                <a:moveTo>
                  <a:pt x="1764313" y="591"/>
                </a:moveTo>
                <a:cubicBezTo>
                  <a:pt x="2430887" y="-13278"/>
                  <a:pt x="3056659" y="218017"/>
                  <a:pt x="3559697" y="547180"/>
                </a:cubicBezTo>
                <a:cubicBezTo>
                  <a:pt x="3671781" y="597338"/>
                  <a:pt x="3794905" y="759863"/>
                  <a:pt x="3709650" y="882310"/>
                </a:cubicBezTo>
                <a:cubicBezTo>
                  <a:pt x="3594303" y="984791"/>
                  <a:pt x="3449118" y="907547"/>
                  <a:pt x="3367875" y="834477"/>
                </a:cubicBezTo>
                <a:cubicBezTo>
                  <a:pt x="3193985" y="725799"/>
                  <a:pt x="1920315" y="-235561"/>
                  <a:pt x="318417" y="884635"/>
                </a:cubicBezTo>
                <a:cubicBezTo>
                  <a:pt x="189280" y="993311"/>
                  <a:pt x="70419" y="922739"/>
                  <a:pt x="19267" y="846272"/>
                </a:cubicBezTo>
                <a:cubicBezTo>
                  <a:pt x="4410" y="817516"/>
                  <a:pt x="-1388" y="788500"/>
                  <a:pt x="275" y="760137"/>
                </a:cubicBezTo>
                <a:cubicBezTo>
                  <a:pt x="5260" y="675044"/>
                  <a:pt x="77384" y="595829"/>
                  <a:pt x="173484" y="547180"/>
                </a:cubicBezTo>
                <a:cubicBezTo>
                  <a:pt x="702741" y="170471"/>
                  <a:pt x="1245868" y="11376"/>
                  <a:pt x="1764313" y="591"/>
                </a:cubicBezTo>
                <a:close/>
              </a:path>
            </a:pathLst>
          </a:custGeom>
          <a:solidFill>
            <a:srgbClr val="6EB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1820112" y="5922560"/>
            <a:ext cx="654050" cy="3738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1893662" y="5847230"/>
            <a:ext cx="654050" cy="3738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1993521" y="5714220"/>
            <a:ext cx="654050" cy="4430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15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4400" dirty="0" smtClean="0"/>
              <a:t>Getting the </a:t>
            </a:r>
            <a:r>
              <a:rPr lang="en-US" sz="4400" dirty="0" err="1" smtClean="0"/>
              <a:t>esm</a:t>
            </a:r>
            <a:r>
              <a:rPr lang="en-US" sz="4400" dirty="0" smtClean="0"/>
              <a:t>-tools</a:t>
            </a:r>
            <a:endParaRPr lang="en-US" sz="4400" dirty="0"/>
          </a:p>
        </p:txBody>
      </p:sp>
      <p:sp>
        <p:nvSpPr>
          <p:cNvPr id="3" name="사각형: 둥근 위쪽 모서리 34">
            <a:extLst>
              <a:ext uri="{FF2B5EF4-FFF2-40B4-BE49-F238E27FC236}">
                <a16:creationId xmlns="" xmlns:a16="http://schemas.microsoft.com/office/drawing/2014/main" id="{CE2EF414-5413-4F7D-9E80-3BBD72454401}"/>
              </a:ext>
            </a:extLst>
          </p:cNvPr>
          <p:cNvSpPr/>
          <p:nvPr/>
        </p:nvSpPr>
        <p:spPr>
          <a:xfrm rot="16200000">
            <a:off x="1389836" y="1842315"/>
            <a:ext cx="1072425" cy="2366195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Right Arrow 6">
            <a:extLst>
              <a:ext uri="{FF2B5EF4-FFF2-40B4-BE49-F238E27FC236}">
                <a16:creationId xmlns="" xmlns:a16="http://schemas.microsoft.com/office/drawing/2014/main" id="{E348A373-00FA-4DDB-B228-E46E8592FF4E}"/>
              </a:ext>
            </a:extLst>
          </p:cNvPr>
          <p:cNvSpPr/>
          <p:nvPr/>
        </p:nvSpPr>
        <p:spPr>
          <a:xfrm>
            <a:off x="8771113" y="1955800"/>
            <a:ext cx="2767526" cy="2133600"/>
          </a:xfrm>
          <a:prstGeom prst="rightArrow">
            <a:avLst>
              <a:gd name="adj1" fmla="val 50000"/>
              <a:gd name="adj2" fmla="val 4953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95A0E7B4-2553-4ED3-8AEC-764AA25BAA83}"/>
              </a:ext>
            </a:extLst>
          </p:cNvPr>
          <p:cNvSpPr/>
          <p:nvPr/>
        </p:nvSpPr>
        <p:spPr>
          <a:xfrm>
            <a:off x="6853843" y="2487638"/>
            <a:ext cx="1880200" cy="10720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2DC3898-1925-4108-AD95-8728AFE6A490}"/>
              </a:ext>
            </a:extLst>
          </p:cNvPr>
          <p:cNvSpPr/>
          <p:nvPr/>
        </p:nvSpPr>
        <p:spPr>
          <a:xfrm>
            <a:off x="4969939" y="2487638"/>
            <a:ext cx="1846834" cy="10704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1ABE5C4-59AB-4C4A-9541-1CC458EF0462}"/>
              </a:ext>
            </a:extLst>
          </p:cNvPr>
          <p:cNvSpPr/>
          <p:nvPr/>
        </p:nvSpPr>
        <p:spPr>
          <a:xfrm>
            <a:off x="3132435" y="2489200"/>
            <a:ext cx="1814216" cy="10689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0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4004191" y="1662515"/>
            <a:ext cx="466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b="1" smtClean="0">
                <a:solidFill>
                  <a:schemeClr val="accent3"/>
                </a:solidFill>
                <a:cs typeface="Arial" pitchFamily="34" charset="0"/>
              </a:rPr>
              <a:t>Suggested workflow (1)</a:t>
            </a:r>
            <a:endParaRPr lang="en-US" altLang="ko-KR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680DC09E-F60A-4FFB-BF7E-4A01C9820AB1}"/>
              </a:ext>
            </a:extLst>
          </p:cNvPr>
          <p:cNvSpPr txBox="1"/>
          <p:nvPr/>
        </p:nvSpPr>
        <p:spPr>
          <a:xfrm>
            <a:off x="1328866" y="2613538"/>
            <a:ext cx="1600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download / configure </a:t>
            </a:r>
            <a:r>
              <a:rPr lang="en-US" altLang="ko-KR" sz="1600" b="1" dirty="0" err="1" smtClean="0">
                <a:solidFill>
                  <a:schemeClr val="bg1"/>
                </a:solidFill>
                <a:cs typeface="Arial" pitchFamily="34" charset="0"/>
              </a:rPr>
              <a:t>esm</a:t>
            </a:r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-master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DB815844-F375-42CE-A26C-C335BB14463E}"/>
              </a:ext>
            </a:extLst>
          </p:cNvPr>
          <p:cNvSpPr txBox="1"/>
          <p:nvPr/>
        </p:nvSpPr>
        <p:spPr>
          <a:xfrm>
            <a:off x="3195704" y="2736648"/>
            <a:ext cx="1762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download </a:t>
            </a:r>
            <a:r>
              <a:rPr lang="en-US" altLang="ko-KR" sz="1600" b="1" dirty="0" err="1" smtClean="0">
                <a:solidFill>
                  <a:schemeClr val="bg1"/>
                </a:solidFill>
                <a:cs typeface="Arial" pitchFamily="34" charset="0"/>
              </a:rPr>
              <a:t>esm</a:t>
            </a:r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-environment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B419B7B0-9EDB-48CB-8F9F-C0ABC291A30D}"/>
              </a:ext>
            </a:extLst>
          </p:cNvPr>
          <p:cNvSpPr txBox="1"/>
          <p:nvPr/>
        </p:nvSpPr>
        <p:spPr>
          <a:xfrm>
            <a:off x="6772069" y="2607101"/>
            <a:ext cx="19543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( optional:</a:t>
            </a:r>
          </a:p>
          <a:p>
            <a:pPr algn="ctr"/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download </a:t>
            </a:r>
            <a:r>
              <a:rPr lang="en-US" altLang="ko-KR" sz="1600" b="1" dirty="0" err="1" smtClean="0">
                <a:solidFill>
                  <a:schemeClr val="bg1"/>
                </a:solidFill>
                <a:cs typeface="Arial" pitchFamily="34" charset="0"/>
              </a:rPr>
              <a:t>esm-usermanual</a:t>
            </a:r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 )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="" xmlns:a16="http://schemas.microsoft.com/office/drawing/2014/main" id="{94443577-9383-406A-973E-B692636F99B7}"/>
              </a:ext>
            </a:extLst>
          </p:cNvPr>
          <p:cNvSpPr txBox="1"/>
          <p:nvPr/>
        </p:nvSpPr>
        <p:spPr>
          <a:xfrm>
            <a:off x="8955665" y="2736648"/>
            <a:ext cx="1732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download your model / setup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="" xmlns:a16="http://schemas.microsoft.com/office/drawing/2014/main" id="{DB815844-F375-42CE-A26C-C335BB14463E}"/>
              </a:ext>
            </a:extLst>
          </p:cNvPr>
          <p:cNvSpPr txBox="1"/>
          <p:nvPr/>
        </p:nvSpPr>
        <p:spPr>
          <a:xfrm>
            <a:off x="5009920" y="2736648"/>
            <a:ext cx="1795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download </a:t>
            </a:r>
            <a:r>
              <a:rPr lang="en-US" altLang="ko-KR" sz="1600" b="1" dirty="0" err="1" smtClean="0">
                <a:solidFill>
                  <a:schemeClr val="bg1"/>
                </a:solidFill>
                <a:cs typeface="Arial" pitchFamily="34" charset="0"/>
              </a:rPr>
              <a:t>esm-runscripts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3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4006919" y="4061028"/>
            <a:ext cx="466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Suggested workflow (2)</a:t>
            </a:r>
            <a:endParaRPr lang="en-US" altLang="ko-KR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64" name="사각형: 둥근 위쪽 모서리 34">
            <a:extLst>
              <a:ext uri="{FF2B5EF4-FFF2-40B4-BE49-F238E27FC236}">
                <a16:creationId xmlns="" xmlns:a16="http://schemas.microsoft.com/office/drawing/2014/main" id="{CE2EF414-5413-4F7D-9E80-3BBD72454401}"/>
              </a:ext>
            </a:extLst>
          </p:cNvPr>
          <p:cNvSpPr/>
          <p:nvPr/>
        </p:nvSpPr>
        <p:spPr>
          <a:xfrm rot="16200000">
            <a:off x="3227341" y="4092299"/>
            <a:ext cx="1072425" cy="2366195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5" name="Rectangle 64">
            <a:extLst>
              <a:ext uri="{FF2B5EF4-FFF2-40B4-BE49-F238E27FC236}">
                <a16:creationId xmlns="" xmlns:a16="http://schemas.microsoft.com/office/drawing/2014/main" id="{95A0E7B4-2553-4ED3-8AEC-764AA25BAA83}"/>
              </a:ext>
            </a:extLst>
          </p:cNvPr>
          <p:cNvSpPr/>
          <p:nvPr/>
        </p:nvSpPr>
        <p:spPr>
          <a:xfrm>
            <a:off x="5009920" y="4749727"/>
            <a:ext cx="1969387" cy="10720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6" name="Right Arrow 6">
            <a:extLst>
              <a:ext uri="{FF2B5EF4-FFF2-40B4-BE49-F238E27FC236}">
                <a16:creationId xmlns="" xmlns:a16="http://schemas.microsoft.com/office/drawing/2014/main" id="{E348A373-00FA-4DDB-B228-E46E8592FF4E}"/>
              </a:ext>
            </a:extLst>
          </p:cNvPr>
          <p:cNvSpPr/>
          <p:nvPr/>
        </p:nvSpPr>
        <p:spPr>
          <a:xfrm>
            <a:off x="7042576" y="4218946"/>
            <a:ext cx="2767526" cy="2133600"/>
          </a:xfrm>
          <a:prstGeom prst="rightArrow">
            <a:avLst>
              <a:gd name="adj1" fmla="val 50000"/>
              <a:gd name="adj2" fmla="val 4953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7" name="TextBox 66">
            <a:extLst>
              <a:ext uri="{FF2B5EF4-FFF2-40B4-BE49-F238E27FC236}">
                <a16:creationId xmlns="" xmlns:a16="http://schemas.microsoft.com/office/drawing/2014/main" id="{94443577-9383-406A-973E-B692636F99B7}"/>
              </a:ext>
            </a:extLst>
          </p:cNvPr>
          <p:cNvSpPr txBox="1"/>
          <p:nvPr/>
        </p:nvSpPr>
        <p:spPr>
          <a:xfrm>
            <a:off x="7222947" y="4993357"/>
            <a:ext cx="1732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download your model / setup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="" xmlns:a16="http://schemas.microsoft.com/office/drawing/2014/main" id="{DB815844-F375-42CE-A26C-C335BB14463E}"/>
              </a:ext>
            </a:extLst>
          </p:cNvPr>
          <p:cNvSpPr txBox="1"/>
          <p:nvPr/>
        </p:nvSpPr>
        <p:spPr>
          <a:xfrm>
            <a:off x="5085616" y="5106119"/>
            <a:ext cx="17957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b="1" smtClean="0">
                <a:solidFill>
                  <a:schemeClr val="bg1"/>
                </a:solidFill>
                <a:cs typeface="Arial" pitchFamily="34" charset="0"/>
              </a:rPr>
              <a:t>run installer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="" xmlns:a16="http://schemas.microsoft.com/office/drawing/2014/main" id="{680DC09E-F60A-4FFB-BF7E-4A01C9820AB1}"/>
              </a:ext>
            </a:extLst>
          </p:cNvPr>
          <p:cNvSpPr txBox="1"/>
          <p:nvPr/>
        </p:nvSpPr>
        <p:spPr>
          <a:xfrm>
            <a:off x="3155573" y="4870245"/>
            <a:ext cx="1600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download </a:t>
            </a:r>
            <a:r>
              <a:rPr lang="en-US" altLang="ko-KR" sz="1600" b="1" dirty="0" err="1" smtClean="0">
                <a:solidFill>
                  <a:schemeClr val="bg1"/>
                </a:solidFill>
                <a:cs typeface="Arial" pitchFamily="34" charset="0"/>
              </a:rPr>
              <a:t>esm</a:t>
            </a:r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-tools installer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01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4400" dirty="0" smtClean="0"/>
              <a:t>Download </a:t>
            </a:r>
            <a:r>
              <a:rPr lang="en-US" sz="4400" dirty="0" err="1" smtClean="0"/>
              <a:t>esm</a:t>
            </a:r>
            <a:r>
              <a:rPr lang="en-US" sz="4400" dirty="0" smtClean="0"/>
              <a:t>-master</a:t>
            </a:r>
            <a:endParaRPr lang="en-US" sz="4400" dirty="0"/>
          </a:p>
        </p:txBody>
      </p:sp>
      <p:sp>
        <p:nvSpPr>
          <p:cNvPr id="30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742951" y="2348315"/>
            <a:ext cx="1101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git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 clone https://</a:t>
            </a: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gitlab.dkrz.de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/</a:t>
            </a: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esm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-tools/</a:t>
            </a: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esm-master.git</a:t>
            </a:r>
            <a:endParaRPr lang="en-US" altLang="ko-KR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14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742951" y="2957915"/>
            <a:ext cx="1101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(</a:t>
            </a: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git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 clone https://</a:t>
            </a: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gitlab.awi.de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/</a:t>
            </a: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esm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-tools/</a:t>
            </a: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esm-master.git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)</a:t>
            </a:r>
            <a:endParaRPr lang="en-US" altLang="ko-KR" b="1" dirty="0">
              <a:solidFill>
                <a:schemeClr val="accent3"/>
              </a:solidFill>
              <a:cs typeface="Arial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898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4400" dirty="0" smtClean="0"/>
              <a:t>Configure </a:t>
            </a:r>
            <a:r>
              <a:rPr lang="en-US" sz="4400" dirty="0" err="1" smtClean="0"/>
              <a:t>esm</a:t>
            </a:r>
            <a:r>
              <a:rPr lang="en-US" sz="4400" dirty="0" smtClean="0"/>
              <a:t>-master</a:t>
            </a:r>
            <a:endParaRPr lang="en-US" sz="4400" dirty="0"/>
          </a:p>
        </p:txBody>
      </p:sp>
      <p:sp>
        <p:nvSpPr>
          <p:cNvPr id="30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742951" y="2348315"/>
            <a:ext cx="1101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b="1" i="1" dirty="0" smtClean="0">
                <a:solidFill>
                  <a:schemeClr val="accent3"/>
                </a:solidFill>
                <a:cs typeface="Arial" pitchFamily="34" charset="0"/>
              </a:rPr>
              <a:t>make</a:t>
            </a:r>
            <a:endParaRPr lang="en-US" altLang="ko-KR" b="1" i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5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829191" y="1862682"/>
            <a:ext cx="1101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In the </a:t>
            </a:r>
            <a:r>
              <a:rPr lang="en-US" altLang="ko-KR" b="1" dirty="0" err="1" smtClean="0">
                <a:solidFill>
                  <a:srgbClr val="E99733"/>
                </a:solidFill>
                <a:cs typeface="Arial" pitchFamily="34" charset="0"/>
              </a:rPr>
              <a:t>esm</a:t>
            </a: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-master folder, type</a:t>
            </a:r>
            <a:endParaRPr lang="en-US" altLang="ko-KR" b="1" dirty="0">
              <a:solidFill>
                <a:srgbClr val="E99733"/>
              </a:solidFill>
              <a:cs typeface="Arial" pitchFamily="34" charset="0"/>
            </a:endParaRPr>
          </a:p>
        </p:txBody>
      </p:sp>
      <p:sp>
        <p:nvSpPr>
          <p:cNvPr id="6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829191" y="2864947"/>
            <a:ext cx="11019396" cy="1169775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and answer the questions that pop up. The configuration is written to a file called  </a:t>
            </a:r>
            <a:endParaRPr lang="en-US" altLang="ko-KR" b="1" dirty="0">
              <a:solidFill>
                <a:srgbClr val="E99733"/>
              </a:solidFill>
              <a:cs typeface="Arial" pitchFamily="34" charset="0"/>
            </a:endParaRPr>
          </a:p>
        </p:txBody>
      </p:sp>
      <p:sp>
        <p:nvSpPr>
          <p:cNvPr id="7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742951" y="4121178"/>
            <a:ext cx="1101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b="1" i="1" dirty="0" err="1" smtClean="0">
                <a:solidFill>
                  <a:schemeClr val="accent3"/>
                </a:solidFill>
                <a:cs typeface="Arial" pitchFamily="34" charset="0"/>
              </a:rPr>
              <a:t>esm-master.conf</a:t>
            </a:r>
            <a:endParaRPr lang="en-US" altLang="ko-KR" b="1" i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8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829191" y="4606811"/>
            <a:ext cx="11019396" cy="1169775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which can be edited by hand. If it is messed up, remove it, or run </a:t>
            </a:r>
            <a:endParaRPr lang="en-US" altLang="ko-KR" b="1" dirty="0">
              <a:solidFill>
                <a:srgbClr val="E99733"/>
              </a:solidFill>
              <a:cs typeface="Arial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603251" y="5663455"/>
            <a:ext cx="1101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b="1" i="1" dirty="0" smtClean="0">
                <a:solidFill>
                  <a:schemeClr val="accent3"/>
                </a:solidFill>
                <a:cs typeface="Arial" pitchFamily="34" charset="0"/>
              </a:rPr>
              <a:t>make </a:t>
            </a:r>
            <a:r>
              <a:rPr lang="en-US" altLang="ko-KR" b="1" i="1" dirty="0" err="1" smtClean="0">
                <a:solidFill>
                  <a:schemeClr val="accent3"/>
                </a:solidFill>
                <a:cs typeface="Arial" pitchFamily="34" charset="0"/>
              </a:rPr>
              <a:t>conf</a:t>
            </a:r>
            <a:r>
              <a:rPr lang="en-US" altLang="ko-KR" b="1" i="1" dirty="0" smtClean="0">
                <a:solidFill>
                  <a:schemeClr val="accent3"/>
                </a:solidFill>
                <a:cs typeface="Arial" pitchFamily="34" charset="0"/>
              </a:rPr>
              <a:t>-</a:t>
            </a:r>
            <a:r>
              <a:rPr lang="en-US" altLang="ko-KR" b="1" i="1" dirty="0" err="1" smtClean="0">
                <a:solidFill>
                  <a:schemeClr val="accent3"/>
                </a:solidFill>
                <a:cs typeface="Arial" pitchFamily="34" charset="0"/>
              </a:rPr>
              <a:t>esm</a:t>
            </a:r>
            <a:r>
              <a:rPr lang="en-US" altLang="ko-KR" b="1" i="1" dirty="0" smtClean="0">
                <a:solidFill>
                  <a:schemeClr val="accent3"/>
                </a:solidFill>
                <a:cs typeface="Arial" pitchFamily="34" charset="0"/>
              </a:rPr>
              <a:t>-master</a:t>
            </a:r>
            <a:endParaRPr lang="en-US" altLang="ko-KR" b="1" i="1" dirty="0">
              <a:solidFill>
                <a:schemeClr val="accent3"/>
              </a:solidFill>
              <a:cs typeface="Arial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813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0471" y="223729"/>
            <a:ext cx="11191876" cy="724247"/>
          </a:xfrm>
          <a:prstGeom prst="rect">
            <a:avLst/>
          </a:prstGeom>
        </p:spPr>
        <p:txBody>
          <a:bodyPr/>
          <a:lstStyle/>
          <a:p>
            <a:r>
              <a:rPr lang="en-US" sz="3600" dirty="0" smtClean="0"/>
              <a:t>Download </a:t>
            </a:r>
            <a:r>
              <a:rPr lang="en-US" sz="3600" dirty="0" err="1" smtClean="0"/>
              <a:t>esm</a:t>
            </a:r>
            <a:r>
              <a:rPr lang="en-US" sz="3600" dirty="0" smtClean="0"/>
              <a:t>-environment</a:t>
            </a:r>
            <a:endParaRPr lang="en-US" sz="3600" dirty="0"/>
          </a:p>
        </p:txBody>
      </p:sp>
      <p:sp>
        <p:nvSpPr>
          <p:cNvPr id="30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742951" y="2235471"/>
            <a:ext cx="1101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make get-</a:t>
            </a: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esm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-environment</a:t>
            </a:r>
            <a:endParaRPr lang="en-US" altLang="ko-KR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14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570471" y="4624486"/>
            <a:ext cx="11762347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sz="2800" b="1" dirty="0" err="1" smtClean="0">
                <a:solidFill>
                  <a:schemeClr val="accent3"/>
                </a:solidFill>
                <a:cs typeface="Arial" pitchFamily="34" charset="0"/>
              </a:rPr>
              <a:t>git</a:t>
            </a:r>
            <a:r>
              <a:rPr lang="en-US" altLang="ko-KR" sz="2800" b="1" dirty="0" smtClean="0">
                <a:solidFill>
                  <a:schemeClr val="accent3"/>
                </a:solidFill>
                <a:cs typeface="Arial" pitchFamily="34" charset="0"/>
              </a:rPr>
              <a:t> clone https://</a:t>
            </a:r>
            <a:r>
              <a:rPr lang="en-US" altLang="ko-KR" sz="2800" b="1" dirty="0" err="1" smtClean="0">
                <a:solidFill>
                  <a:schemeClr val="accent3"/>
                </a:solidFill>
                <a:cs typeface="Arial" pitchFamily="34" charset="0"/>
              </a:rPr>
              <a:t>gitlab.dkrz.de</a:t>
            </a:r>
            <a:r>
              <a:rPr lang="en-US" altLang="ko-KR" sz="2800" b="1" dirty="0" smtClean="0">
                <a:solidFill>
                  <a:schemeClr val="accent3"/>
                </a:solidFill>
                <a:cs typeface="Arial" pitchFamily="34" charset="0"/>
              </a:rPr>
              <a:t>/</a:t>
            </a:r>
            <a:r>
              <a:rPr lang="en-US" altLang="ko-KR" sz="2800" b="1" dirty="0" err="1" smtClean="0">
                <a:solidFill>
                  <a:schemeClr val="accent3"/>
                </a:solidFill>
                <a:cs typeface="Arial" pitchFamily="34" charset="0"/>
              </a:rPr>
              <a:t>esm</a:t>
            </a:r>
            <a:r>
              <a:rPr lang="en-US" altLang="ko-KR" sz="2800" b="1" dirty="0" smtClean="0">
                <a:solidFill>
                  <a:schemeClr val="accent3"/>
                </a:solidFill>
                <a:cs typeface="Arial" pitchFamily="34" charset="0"/>
              </a:rPr>
              <a:t>-tools/</a:t>
            </a:r>
            <a:r>
              <a:rPr lang="en-US" altLang="ko-KR" sz="2800" b="1" dirty="0" err="1" smtClean="0">
                <a:solidFill>
                  <a:schemeClr val="accent3"/>
                </a:solidFill>
                <a:cs typeface="Arial" pitchFamily="34" charset="0"/>
              </a:rPr>
              <a:t>esm-environment.git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 </a:t>
            </a:r>
            <a:r>
              <a:rPr lang="en-US" altLang="ko-KR" b="1" dirty="0" smtClean="0">
                <a:solidFill>
                  <a:srgbClr val="F18828"/>
                </a:solidFill>
                <a:cs typeface="Arial" pitchFamily="34" charset="0"/>
              </a:rPr>
              <a:t>)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 </a:t>
            </a:r>
            <a:endParaRPr lang="en-US" altLang="ko-KR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5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168791" y="1354181"/>
            <a:ext cx="1101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In the </a:t>
            </a:r>
            <a:r>
              <a:rPr lang="en-US" altLang="ko-KR" b="1" dirty="0" err="1" smtClean="0">
                <a:solidFill>
                  <a:srgbClr val="E99733"/>
                </a:solidFill>
                <a:cs typeface="Arial" pitchFamily="34" charset="0"/>
              </a:rPr>
              <a:t>esm</a:t>
            </a: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-master folder, type:</a:t>
            </a:r>
            <a:endParaRPr lang="en-US" altLang="ko-KR" b="1" dirty="0">
              <a:solidFill>
                <a:srgbClr val="E99733"/>
              </a:solidFill>
              <a:cs typeface="Arial" pitchFamily="34" charset="0"/>
            </a:endParaRPr>
          </a:p>
        </p:txBody>
      </p:sp>
      <p:sp>
        <p:nvSpPr>
          <p:cNvPr id="6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168791" y="4225310"/>
            <a:ext cx="1101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(Same as:</a:t>
            </a:r>
            <a:endParaRPr lang="en-US" altLang="ko-KR" b="1" dirty="0">
              <a:solidFill>
                <a:srgbClr val="E99733"/>
              </a:solidFill>
              <a:cs typeface="Arial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3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0471" y="223729"/>
            <a:ext cx="11191876" cy="724247"/>
          </a:xfrm>
          <a:prstGeom prst="rect">
            <a:avLst/>
          </a:prstGeom>
        </p:spPr>
        <p:txBody>
          <a:bodyPr/>
          <a:lstStyle/>
          <a:p>
            <a:r>
              <a:rPr lang="en-US" sz="3600" dirty="0" smtClean="0"/>
              <a:t>Download </a:t>
            </a:r>
            <a:r>
              <a:rPr lang="en-US" sz="3600" dirty="0" err="1" smtClean="0"/>
              <a:t>esm-runscripts</a:t>
            </a:r>
            <a:endParaRPr lang="en-US" sz="3600" dirty="0"/>
          </a:p>
        </p:txBody>
      </p:sp>
      <p:sp>
        <p:nvSpPr>
          <p:cNvPr id="30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742951" y="2235471"/>
            <a:ext cx="1101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make get-</a:t>
            </a: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esm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-</a:t>
            </a: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runscripts</a:t>
            </a:r>
            <a:endParaRPr lang="en-US" altLang="ko-KR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14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429653" y="4171152"/>
            <a:ext cx="11762347" cy="1788661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git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 clone https://</a:t>
            </a: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gitlab.dkrz.de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/</a:t>
            </a: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esm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-tools/</a:t>
            </a: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esm-runscripts.git</a:t>
            </a:r>
            <a:endParaRPr lang="en-US" altLang="ko-KR" b="1" dirty="0">
              <a:solidFill>
                <a:schemeClr val="accent3"/>
              </a:solidFill>
              <a:cs typeface="Arial" pitchFamily="34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cd </a:t>
            </a: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esm-runscripts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/functions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./</a:t>
            </a: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set_links</a:t>
            </a:r>
            <a:endParaRPr lang="en-US" altLang="ko-KR" b="1" dirty="0" smtClean="0">
              <a:solidFill>
                <a:schemeClr val="accent3"/>
              </a:solidFill>
              <a:cs typeface="Arial" pitchFamily="34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        cd ../..       </a:t>
            </a:r>
            <a:r>
              <a:rPr lang="en-US" altLang="ko-KR" b="1" dirty="0" smtClean="0">
                <a:solidFill>
                  <a:srgbClr val="F18828"/>
                </a:solidFill>
                <a:cs typeface="Arial" pitchFamily="34" charset="0"/>
              </a:rPr>
              <a:t>)</a:t>
            </a:r>
            <a:endParaRPr lang="en-US" altLang="ko-KR" b="1" dirty="0">
              <a:solidFill>
                <a:srgbClr val="F18828"/>
              </a:solidFill>
              <a:cs typeface="Arial" pitchFamily="34" charset="0"/>
            </a:endParaRPr>
          </a:p>
        </p:txBody>
      </p:sp>
      <p:sp>
        <p:nvSpPr>
          <p:cNvPr id="5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168791" y="1354181"/>
            <a:ext cx="1101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In the </a:t>
            </a:r>
            <a:r>
              <a:rPr lang="en-US" altLang="ko-KR" b="1" dirty="0" err="1" smtClean="0">
                <a:solidFill>
                  <a:srgbClr val="E99733"/>
                </a:solidFill>
                <a:cs typeface="Arial" pitchFamily="34" charset="0"/>
              </a:rPr>
              <a:t>esm</a:t>
            </a: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-master folder, type:</a:t>
            </a:r>
            <a:endParaRPr lang="en-US" altLang="ko-KR" b="1" dirty="0">
              <a:solidFill>
                <a:srgbClr val="E99733"/>
              </a:solidFill>
              <a:cs typeface="Arial" pitchFamily="34" charset="0"/>
            </a:endParaRPr>
          </a:p>
        </p:txBody>
      </p:sp>
      <p:sp>
        <p:nvSpPr>
          <p:cNvPr id="6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285235" y="3401442"/>
            <a:ext cx="10902952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(Same as:</a:t>
            </a:r>
            <a:endParaRPr lang="en-US" altLang="ko-KR" b="1" dirty="0">
              <a:solidFill>
                <a:srgbClr val="E99733"/>
              </a:solidFill>
              <a:cs typeface="Arial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221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0471" y="223729"/>
            <a:ext cx="11191876" cy="724247"/>
          </a:xfrm>
          <a:prstGeom prst="rect">
            <a:avLst/>
          </a:prstGeom>
        </p:spPr>
        <p:txBody>
          <a:bodyPr/>
          <a:lstStyle/>
          <a:p>
            <a:r>
              <a:rPr lang="en-US" sz="3600" dirty="0" smtClean="0"/>
              <a:t>Download </a:t>
            </a:r>
            <a:r>
              <a:rPr lang="en-US" sz="3600" dirty="0" err="1" smtClean="0"/>
              <a:t>esm-usermanual</a:t>
            </a:r>
            <a:endParaRPr lang="en-US" sz="3600" dirty="0"/>
          </a:p>
        </p:txBody>
      </p:sp>
      <p:sp>
        <p:nvSpPr>
          <p:cNvPr id="30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742951" y="2235471"/>
            <a:ext cx="1101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make get-</a:t>
            </a: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esm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-</a:t>
            </a: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usermanual</a:t>
            </a:r>
            <a:endParaRPr lang="en-US" altLang="ko-KR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14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371475" y="3266115"/>
            <a:ext cx="11762347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sz="2800" b="1" dirty="0" err="1" smtClean="0">
                <a:solidFill>
                  <a:schemeClr val="accent3"/>
                </a:solidFill>
                <a:cs typeface="Arial" pitchFamily="34" charset="0"/>
              </a:rPr>
              <a:t>git</a:t>
            </a:r>
            <a:r>
              <a:rPr lang="en-US" altLang="ko-KR" sz="2800" b="1" dirty="0" smtClean="0">
                <a:solidFill>
                  <a:schemeClr val="accent3"/>
                </a:solidFill>
                <a:cs typeface="Arial" pitchFamily="34" charset="0"/>
              </a:rPr>
              <a:t> clone https://</a:t>
            </a:r>
            <a:r>
              <a:rPr lang="en-US" altLang="ko-KR" sz="2800" b="1" dirty="0" err="1" smtClean="0">
                <a:solidFill>
                  <a:schemeClr val="accent3"/>
                </a:solidFill>
                <a:cs typeface="Arial" pitchFamily="34" charset="0"/>
              </a:rPr>
              <a:t>gitlab.dkrz.de</a:t>
            </a:r>
            <a:r>
              <a:rPr lang="en-US" altLang="ko-KR" sz="2800" b="1" dirty="0" smtClean="0">
                <a:solidFill>
                  <a:schemeClr val="accent3"/>
                </a:solidFill>
                <a:cs typeface="Arial" pitchFamily="34" charset="0"/>
              </a:rPr>
              <a:t>/</a:t>
            </a:r>
            <a:r>
              <a:rPr lang="en-US" altLang="ko-KR" sz="2800" b="1" dirty="0" err="1" smtClean="0">
                <a:solidFill>
                  <a:schemeClr val="accent3"/>
                </a:solidFill>
                <a:cs typeface="Arial" pitchFamily="34" charset="0"/>
              </a:rPr>
              <a:t>esm</a:t>
            </a:r>
            <a:r>
              <a:rPr lang="en-US" altLang="ko-KR" sz="2800" b="1" dirty="0" smtClean="0">
                <a:solidFill>
                  <a:schemeClr val="accent3"/>
                </a:solidFill>
                <a:cs typeface="Arial" pitchFamily="34" charset="0"/>
              </a:rPr>
              <a:t>-tools/</a:t>
            </a:r>
            <a:r>
              <a:rPr lang="en-US" altLang="ko-KR" sz="2800" b="1" dirty="0" err="1" smtClean="0">
                <a:solidFill>
                  <a:schemeClr val="accent3"/>
                </a:solidFill>
                <a:cs typeface="Arial" pitchFamily="34" charset="0"/>
              </a:rPr>
              <a:t>esm-usermanual.git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 </a:t>
            </a:r>
            <a:r>
              <a:rPr lang="en-US" altLang="ko-KR" b="1" dirty="0" smtClean="0">
                <a:solidFill>
                  <a:srgbClr val="F18828"/>
                </a:solidFill>
                <a:cs typeface="Arial" pitchFamily="34" charset="0"/>
              </a:rPr>
              <a:t>)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 </a:t>
            </a:r>
            <a:endParaRPr lang="en-US" altLang="ko-KR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5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168791" y="1354181"/>
            <a:ext cx="1101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In the </a:t>
            </a:r>
            <a:r>
              <a:rPr lang="en-US" altLang="ko-KR" b="1" dirty="0" err="1" smtClean="0">
                <a:solidFill>
                  <a:srgbClr val="E99733"/>
                </a:solidFill>
                <a:cs typeface="Arial" pitchFamily="34" charset="0"/>
              </a:rPr>
              <a:t>esm</a:t>
            </a: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-master folder, type:</a:t>
            </a:r>
            <a:endParaRPr lang="en-US" altLang="ko-KR" b="1" dirty="0">
              <a:solidFill>
                <a:srgbClr val="E99733"/>
              </a:solidFill>
              <a:cs typeface="Arial" pitchFamily="34" charset="0"/>
            </a:endParaRPr>
          </a:p>
        </p:txBody>
      </p:sp>
      <p:sp>
        <p:nvSpPr>
          <p:cNvPr id="6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168791" y="2765415"/>
            <a:ext cx="1101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(Same as:</a:t>
            </a:r>
            <a:endParaRPr lang="en-US" altLang="ko-KR" b="1" dirty="0">
              <a:solidFill>
                <a:srgbClr val="E99733"/>
              </a:solidFill>
              <a:cs typeface="Arial" pitchFamily="34" charset="0"/>
            </a:endParaRPr>
          </a:p>
        </p:txBody>
      </p:sp>
      <p:sp>
        <p:nvSpPr>
          <p:cNvPr id="7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371475" y="5068932"/>
            <a:ext cx="1101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Or: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	Download the pdf from </a:t>
            </a:r>
            <a:r>
              <a:rPr lang="en-US" altLang="ko-KR" b="1" u="sng" dirty="0" err="1" smtClean="0">
                <a:solidFill>
                  <a:srgbClr val="E99733"/>
                </a:solidFill>
                <a:cs typeface="Arial" pitchFamily="34" charset="0"/>
              </a:rPr>
              <a:t>www.esm-tools.net</a:t>
            </a:r>
            <a:endParaRPr lang="en-US" altLang="ko-KR" b="1" u="sng" dirty="0">
              <a:solidFill>
                <a:srgbClr val="E99733"/>
              </a:solidFill>
              <a:cs typeface="Arial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478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0471" y="223729"/>
            <a:ext cx="11191876" cy="724247"/>
          </a:xfrm>
          <a:prstGeom prst="rect">
            <a:avLst/>
          </a:prstGeom>
        </p:spPr>
        <p:txBody>
          <a:bodyPr/>
          <a:lstStyle/>
          <a:p>
            <a:r>
              <a:rPr lang="en-US" sz="3600" dirty="0" smtClean="0"/>
              <a:t>Shortcut 1:</a:t>
            </a:r>
            <a:endParaRPr lang="en-US" sz="3600" dirty="0"/>
          </a:p>
        </p:txBody>
      </p:sp>
      <p:sp>
        <p:nvSpPr>
          <p:cNvPr id="30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656711" y="1950607"/>
            <a:ext cx="1101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make get-</a:t>
            </a: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esm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-tools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285235" y="3867944"/>
            <a:ext cx="11762347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sz="2800" b="1" dirty="0" smtClean="0">
                <a:solidFill>
                  <a:schemeClr val="accent3"/>
                </a:solidFill>
                <a:cs typeface="Arial" pitchFamily="34" charset="0"/>
              </a:rPr>
              <a:t>make get-</a:t>
            </a:r>
            <a:r>
              <a:rPr lang="en-US" altLang="ko-KR" sz="2800" b="1" dirty="0" err="1" smtClean="0">
                <a:solidFill>
                  <a:schemeClr val="accent3"/>
                </a:solidFill>
                <a:cs typeface="Arial" pitchFamily="34" charset="0"/>
              </a:rPr>
              <a:t>esm</a:t>
            </a:r>
            <a:r>
              <a:rPr lang="en-US" altLang="ko-KR" sz="2800" b="1" dirty="0" smtClean="0">
                <a:solidFill>
                  <a:schemeClr val="accent3"/>
                </a:solidFill>
                <a:cs typeface="Arial" pitchFamily="34" charset="0"/>
              </a:rPr>
              <a:t>-environment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altLang="ko-KR" sz="2800" b="1" dirty="0" smtClean="0">
                <a:solidFill>
                  <a:schemeClr val="accent3"/>
                </a:solidFill>
                <a:cs typeface="Arial" pitchFamily="34" charset="0"/>
              </a:rPr>
              <a:t>make get-</a:t>
            </a:r>
            <a:r>
              <a:rPr lang="en-US" altLang="ko-KR" sz="2800" b="1" dirty="0" err="1" smtClean="0">
                <a:solidFill>
                  <a:schemeClr val="accent3"/>
                </a:solidFill>
                <a:cs typeface="Arial" pitchFamily="34" charset="0"/>
              </a:rPr>
              <a:t>esm</a:t>
            </a:r>
            <a:r>
              <a:rPr lang="en-US" altLang="ko-KR" sz="2800" b="1" dirty="0" smtClean="0">
                <a:solidFill>
                  <a:schemeClr val="accent3"/>
                </a:solidFill>
                <a:cs typeface="Arial" pitchFamily="34" charset="0"/>
              </a:rPr>
              <a:t>-</a:t>
            </a:r>
            <a:r>
              <a:rPr lang="en-US" altLang="ko-KR" sz="2800" b="1" dirty="0" err="1" smtClean="0">
                <a:solidFill>
                  <a:schemeClr val="accent3"/>
                </a:solidFill>
                <a:cs typeface="Arial" pitchFamily="34" charset="0"/>
              </a:rPr>
              <a:t>runscripts</a:t>
            </a:r>
            <a:endParaRPr lang="en-US" altLang="ko-KR" sz="2800" b="1" dirty="0" smtClean="0">
              <a:solidFill>
                <a:schemeClr val="accent3"/>
              </a:solidFill>
              <a:cs typeface="Arial" pitchFamily="34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altLang="ko-KR" sz="2800" b="1" dirty="0" smtClean="0">
                <a:solidFill>
                  <a:schemeClr val="accent3"/>
                </a:solidFill>
                <a:cs typeface="Arial" pitchFamily="34" charset="0"/>
              </a:rPr>
              <a:t>  make get-</a:t>
            </a:r>
            <a:r>
              <a:rPr lang="en-US" altLang="ko-KR" sz="2800" b="1" dirty="0" err="1" smtClean="0">
                <a:solidFill>
                  <a:schemeClr val="accent3"/>
                </a:solidFill>
                <a:cs typeface="Arial" pitchFamily="34" charset="0"/>
              </a:rPr>
              <a:t>esm</a:t>
            </a:r>
            <a:r>
              <a:rPr lang="en-US" altLang="ko-KR" sz="2800" b="1" dirty="0" smtClean="0">
                <a:solidFill>
                  <a:schemeClr val="accent3"/>
                </a:solidFill>
                <a:cs typeface="Arial" pitchFamily="34" charset="0"/>
              </a:rPr>
              <a:t>-</a:t>
            </a:r>
            <a:r>
              <a:rPr lang="en-US" altLang="ko-KR" sz="2800" b="1" dirty="0" err="1" smtClean="0">
                <a:solidFill>
                  <a:schemeClr val="accent3"/>
                </a:solidFill>
                <a:cs typeface="Arial" pitchFamily="34" charset="0"/>
              </a:rPr>
              <a:t>usermanual</a:t>
            </a:r>
            <a:r>
              <a:rPr lang="en-US" altLang="ko-KR" sz="2800" b="1" dirty="0" smtClean="0">
                <a:solidFill>
                  <a:schemeClr val="accent3"/>
                </a:solidFill>
                <a:cs typeface="Arial" pitchFamily="34" charset="0"/>
              </a:rPr>
              <a:t>  </a:t>
            </a:r>
            <a:r>
              <a:rPr lang="en-US" altLang="ko-KR" b="1" dirty="0" smtClean="0">
                <a:solidFill>
                  <a:srgbClr val="F18828"/>
                </a:solidFill>
                <a:cs typeface="Arial" pitchFamily="34" charset="0"/>
              </a:rPr>
              <a:t>) </a:t>
            </a:r>
            <a:endParaRPr lang="en-US" altLang="ko-KR" b="1" dirty="0">
              <a:solidFill>
                <a:srgbClr val="F18828"/>
              </a:solidFill>
              <a:cs typeface="Arial" pitchFamily="34" charset="0"/>
            </a:endParaRPr>
          </a:p>
        </p:txBody>
      </p:sp>
      <p:sp>
        <p:nvSpPr>
          <p:cNvPr id="5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168791" y="1662886"/>
            <a:ext cx="1101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After downloading and configuring </a:t>
            </a:r>
            <a:r>
              <a:rPr lang="en-US" altLang="ko-KR" b="1" dirty="0" err="1" smtClean="0">
                <a:solidFill>
                  <a:srgbClr val="E99733"/>
                </a:solidFill>
                <a:cs typeface="Arial" pitchFamily="34" charset="0"/>
              </a:rPr>
              <a:t>esm</a:t>
            </a: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-master, type: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 </a:t>
            </a:r>
            <a:endParaRPr lang="en-US" altLang="ko-KR" b="1" dirty="0">
              <a:solidFill>
                <a:srgbClr val="E99733"/>
              </a:solidFill>
              <a:cs typeface="Arial" pitchFamily="34" charset="0"/>
            </a:endParaRPr>
          </a:p>
        </p:txBody>
      </p:sp>
      <p:sp>
        <p:nvSpPr>
          <p:cNvPr id="6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168791" y="2765415"/>
            <a:ext cx="1101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(Same as:</a:t>
            </a:r>
            <a:endParaRPr lang="en-US" altLang="ko-KR" b="1" dirty="0">
              <a:solidFill>
                <a:srgbClr val="E99733"/>
              </a:solidFill>
              <a:cs typeface="Arial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941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0471" y="223729"/>
            <a:ext cx="11191876" cy="724247"/>
          </a:xfrm>
          <a:prstGeom prst="rect">
            <a:avLst/>
          </a:prstGeom>
        </p:spPr>
        <p:txBody>
          <a:bodyPr/>
          <a:lstStyle/>
          <a:p>
            <a:r>
              <a:rPr lang="en-US" sz="3600" dirty="0" smtClean="0"/>
              <a:t>Shortcut 2:</a:t>
            </a:r>
            <a:endParaRPr lang="en-US" sz="3600" dirty="0"/>
          </a:p>
        </p:txBody>
      </p:sp>
      <p:sp>
        <p:nvSpPr>
          <p:cNvPr id="30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656710" y="2062062"/>
            <a:ext cx="11019396" cy="1805882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git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 clone https://gitlab.dkrz.de/esm-tools/esm-tools.git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cd </a:t>
            </a: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esm</a:t>
            </a: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-tools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chemeClr val="accent3"/>
                </a:solidFill>
                <a:cs typeface="Arial" pitchFamily="34" charset="0"/>
              </a:rPr>
              <a:t>./</a:t>
            </a:r>
            <a:r>
              <a:rPr lang="en-US" altLang="ko-KR" b="1" dirty="0" err="1" smtClean="0">
                <a:solidFill>
                  <a:schemeClr val="accent3"/>
                </a:solidFill>
                <a:cs typeface="Arial" pitchFamily="34" charset="0"/>
              </a:rPr>
              <a:t>install.sh</a:t>
            </a:r>
            <a:endParaRPr lang="en-US" altLang="ko-KR" b="1" dirty="0" smtClean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5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168791" y="1451741"/>
            <a:ext cx="1101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Download and run the </a:t>
            </a:r>
            <a:r>
              <a:rPr lang="en-US" altLang="ko-KR" b="1" dirty="0" err="1" smtClean="0">
                <a:solidFill>
                  <a:srgbClr val="E99733"/>
                </a:solidFill>
                <a:cs typeface="Arial" pitchFamily="34" charset="0"/>
              </a:rPr>
              <a:t>esm</a:t>
            </a: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-tools installer: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="" xmlns:a16="http://schemas.microsoft.com/office/drawing/2014/main" id="{61CA1974-917E-4E11-98EE-4D65F43E569B}"/>
              </a:ext>
            </a:extLst>
          </p:cNvPr>
          <p:cNvSpPr txBox="1">
            <a:spLocks/>
          </p:cNvSpPr>
          <p:nvPr/>
        </p:nvSpPr>
        <p:spPr>
          <a:xfrm>
            <a:off x="168791" y="4782442"/>
            <a:ext cx="11019396" cy="39917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In this case, </a:t>
            </a:r>
            <a:r>
              <a:rPr lang="en-US" altLang="ko-KR" b="1" dirty="0" err="1" smtClean="0">
                <a:solidFill>
                  <a:srgbClr val="E99733"/>
                </a:solidFill>
                <a:cs typeface="Arial" pitchFamily="34" charset="0"/>
              </a:rPr>
              <a:t>esm</a:t>
            </a:r>
            <a:r>
              <a:rPr lang="en-US" altLang="ko-KR" b="1" dirty="0" smtClean="0">
                <a:solidFill>
                  <a:srgbClr val="E99733"/>
                </a:solidFill>
                <a:cs typeface="Arial" pitchFamily="34" charset="0"/>
              </a:rPr>
              <a:t>-master still needs to be configured!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23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0471" y="223729"/>
            <a:ext cx="11191876" cy="724247"/>
          </a:xfrm>
          <a:prstGeom prst="rect">
            <a:avLst/>
          </a:prstGeom>
        </p:spPr>
        <p:txBody>
          <a:bodyPr/>
          <a:lstStyle/>
          <a:p>
            <a:r>
              <a:rPr lang="en-US" sz="3600" dirty="0" smtClean="0"/>
              <a:t>Three ways to get the Tools</a:t>
            </a:r>
            <a:endParaRPr lang="en-US" sz="3600" dirty="0"/>
          </a:p>
        </p:txBody>
      </p:sp>
      <p:grpSp>
        <p:nvGrpSpPr>
          <p:cNvPr id="6" name="Group 5"/>
          <p:cNvGrpSpPr/>
          <p:nvPr/>
        </p:nvGrpSpPr>
        <p:grpSpPr>
          <a:xfrm>
            <a:off x="2202052" y="1596696"/>
            <a:ext cx="7928714" cy="4556913"/>
            <a:chOff x="783487" y="1393496"/>
            <a:chExt cx="7928714" cy="4556913"/>
          </a:xfrm>
        </p:grpSpPr>
        <p:sp>
          <p:nvSpPr>
            <p:cNvPr id="8" name="Rectangle 7"/>
            <p:cNvSpPr/>
            <p:nvPr/>
          </p:nvSpPr>
          <p:spPr>
            <a:xfrm>
              <a:off x="2282315" y="4399403"/>
              <a:ext cx="6429886" cy="1477328"/>
            </a:xfrm>
            <a:prstGeom prst="rect">
              <a:avLst/>
            </a:prstGeom>
            <a:solidFill>
              <a:srgbClr val="F18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직사각형 1">
              <a:extLst>
                <a:ext uri="{FF2B5EF4-FFF2-40B4-BE49-F238E27FC236}">
                  <a16:creationId xmlns="" xmlns:a16="http://schemas.microsoft.com/office/drawing/2014/main" id="{C1D8CF82-5517-4B19-A173-148AB516E1FB}"/>
                </a:ext>
              </a:extLst>
            </p:cNvPr>
            <p:cNvSpPr/>
            <p:nvPr/>
          </p:nvSpPr>
          <p:spPr>
            <a:xfrm>
              <a:off x="853609" y="5355819"/>
              <a:ext cx="107273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</a:rPr>
                <a:t>Contents</a:t>
              </a:r>
            </a:p>
          </p:txBody>
        </p:sp>
        <p:sp>
          <p:nvSpPr>
            <p:cNvPr id="10" name="직사각형 2">
              <a:extLst>
                <a:ext uri="{FF2B5EF4-FFF2-40B4-BE49-F238E27FC236}">
                  <a16:creationId xmlns="" xmlns:a16="http://schemas.microsoft.com/office/drawing/2014/main" id="{227A3845-0A2D-4B88-90C8-ACD5795748AA}"/>
                </a:ext>
              </a:extLst>
            </p:cNvPr>
            <p:cNvSpPr/>
            <p:nvPr/>
          </p:nvSpPr>
          <p:spPr>
            <a:xfrm>
              <a:off x="853610" y="5673410"/>
              <a:ext cx="115550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Add Text Here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282315" y="1393496"/>
              <a:ext cx="6429886" cy="1477328"/>
            </a:xfrm>
            <a:prstGeom prst="rect">
              <a:avLst/>
            </a:prstGeom>
            <a:solidFill>
              <a:srgbClr val="F0AD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01029" y="1393496"/>
              <a:ext cx="6106371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chemeClr val="bg1"/>
                  </a:solidFill>
                </a:rPr>
                <a:t>git</a:t>
              </a:r>
              <a:r>
                <a:rPr lang="en-US" dirty="0" smtClean="0">
                  <a:solidFill>
                    <a:schemeClr val="bg1"/>
                  </a:solidFill>
                </a:rPr>
                <a:t> clone https://gitlab.dkrz.de/esm-tools.de/esm-master.git</a:t>
              </a:r>
            </a:p>
            <a:p>
              <a:r>
                <a:rPr lang="en-US" dirty="0" smtClean="0">
                  <a:solidFill>
                    <a:schemeClr val="bg1"/>
                  </a:solidFill>
                </a:rPr>
                <a:t>cd 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-master; make</a:t>
              </a:r>
            </a:p>
            <a:p>
              <a:r>
                <a:rPr lang="en-US" dirty="0" smtClean="0">
                  <a:solidFill>
                    <a:schemeClr val="bg1"/>
                  </a:solidFill>
                </a:rPr>
                <a:t>make get-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-environment</a:t>
              </a:r>
            </a:p>
            <a:p>
              <a:r>
                <a:rPr lang="en-US" dirty="0" smtClean="0">
                  <a:solidFill>
                    <a:schemeClr val="bg1"/>
                  </a:solidFill>
                </a:rPr>
                <a:t>make get-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</a:t>
              </a:r>
              <a:r>
                <a:rPr lang="en-US" dirty="0" err="1" smtClean="0">
                  <a:solidFill>
                    <a:schemeClr val="bg1"/>
                  </a:solidFill>
                </a:rPr>
                <a:t>runscripts</a:t>
              </a:r>
              <a:endParaRPr lang="en-US" dirty="0" smtClean="0">
                <a:solidFill>
                  <a:schemeClr val="bg1"/>
                </a:solidFill>
              </a:endParaRPr>
            </a:p>
            <a:p>
              <a:r>
                <a:rPr lang="en-US" dirty="0" smtClean="0">
                  <a:solidFill>
                    <a:schemeClr val="bg1"/>
                  </a:solidFill>
                </a:rPr>
                <a:t>make get-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</a:t>
              </a:r>
              <a:r>
                <a:rPr lang="en-US" dirty="0" err="1" smtClean="0">
                  <a:solidFill>
                    <a:schemeClr val="bg1"/>
                  </a:solidFill>
                </a:rPr>
                <a:t>usermanual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="" xmlns:a16="http://schemas.microsoft.com/office/drawing/2014/main" id="{01F40D94-2F20-4068-8CBF-4552469EA593}"/>
                </a:ext>
              </a:extLst>
            </p:cNvPr>
            <p:cNvGrpSpPr/>
            <p:nvPr/>
          </p:nvGrpSpPr>
          <p:grpSpPr>
            <a:xfrm>
              <a:off x="799309" y="1393496"/>
              <a:ext cx="1460500" cy="1477328"/>
              <a:chOff x="5580109" y="1852963"/>
              <a:chExt cx="1152131" cy="1152128"/>
            </a:xfrm>
            <a:solidFill>
              <a:srgbClr val="F0AD57"/>
            </a:solidFill>
          </p:grpSpPr>
          <p:sp>
            <p:nvSpPr>
              <p:cNvPr id="23" name="Rectangle 10">
                <a:extLst>
                  <a:ext uri="{FF2B5EF4-FFF2-40B4-BE49-F238E27FC236}">
                    <a16:creationId xmlns="" xmlns:a16="http://schemas.microsoft.com/office/drawing/2014/main" id="{43A7FD09-5514-4007-9AD4-9F6622906825}"/>
                  </a:ext>
                </a:extLst>
              </p:cNvPr>
              <p:cNvSpPr/>
              <p:nvPr/>
            </p:nvSpPr>
            <p:spPr>
              <a:xfrm>
                <a:off x="5580109" y="1852963"/>
                <a:ext cx="1152129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1152128" h="1152128">
                    <a:moveTo>
                      <a:pt x="99671" y="0"/>
                    </a:moveTo>
                    <a:lnTo>
                      <a:pt x="1152128" y="0"/>
                    </a:lnTo>
                    <a:lnTo>
                      <a:pt x="1152128" y="1152128"/>
                    </a:lnTo>
                    <a:lnTo>
                      <a:pt x="0" y="1152128"/>
                    </a:lnTo>
                    <a:lnTo>
                      <a:pt x="0" y="103999"/>
                    </a:lnTo>
                    <a:lnTo>
                      <a:pt x="125263" y="229261"/>
                    </a:lnTo>
                    <a:lnTo>
                      <a:pt x="74346" y="280179"/>
                    </a:lnTo>
                    <a:lnTo>
                      <a:pt x="278015" y="280179"/>
                    </a:lnTo>
                    <a:lnTo>
                      <a:pt x="278015" y="76509"/>
                    </a:lnTo>
                    <a:lnTo>
                      <a:pt x="227098" y="1274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Text Placeholder 12">
                <a:extLst>
                  <a:ext uri="{FF2B5EF4-FFF2-40B4-BE49-F238E27FC236}">
                    <a16:creationId xmlns="" xmlns:a16="http://schemas.microsoft.com/office/drawing/2014/main" id="{6D7E88EE-3B4D-4D72-9A20-A952693C64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97865" y="2638066"/>
                <a:ext cx="1134375" cy="314666"/>
              </a:xfrm>
              <a:prstGeom prst="rect">
                <a:avLst/>
              </a:prstGeom>
              <a:grpFill/>
            </p:spPr>
            <p:txBody>
              <a:bodyPr lIns="0" tIns="0" rIns="0" bIns="0" anchor="ctr"/>
              <a:lstStyle>
                <a:lvl1pPr marL="0" indent="0" algn="l" defTabSz="914400" rtl="0" eaLnBrk="1" latinLnBrk="0" hangingPunct="1">
                  <a:spcBef>
                    <a:spcPct val="20000"/>
                  </a:spcBef>
                  <a:buFontTx/>
                  <a:buNone/>
                  <a:defRPr sz="3200" b="1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dirty="0">
                    <a:solidFill>
                      <a:schemeClr val="bg1"/>
                    </a:solidFill>
                  </a:rPr>
                  <a:t>01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="" xmlns:a16="http://schemas.microsoft.com/office/drawing/2014/main" id="{45083598-B77F-43A8-A31A-E6C4A1D35243}"/>
                </a:ext>
              </a:extLst>
            </p:cNvPr>
            <p:cNvGrpSpPr/>
            <p:nvPr/>
          </p:nvGrpSpPr>
          <p:grpSpPr>
            <a:xfrm>
              <a:off x="799309" y="2897408"/>
              <a:ext cx="1460497" cy="1470356"/>
              <a:chOff x="5580109" y="1852963"/>
              <a:chExt cx="1152131" cy="1152128"/>
            </a:xfrm>
            <a:solidFill>
              <a:schemeClr val="accent1"/>
            </a:solidFill>
          </p:grpSpPr>
          <p:sp>
            <p:nvSpPr>
              <p:cNvPr id="21" name="Rectangle 10">
                <a:extLst>
                  <a:ext uri="{FF2B5EF4-FFF2-40B4-BE49-F238E27FC236}">
                    <a16:creationId xmlns="" xmlns:a16="http://schemas.microsoft.com/office/drawing/2014/main" id="{B97EBB9A-D01C-4F55-9AC5-31FC36A13F06}"/>
                  </a:ext>
                </a:extLst>
              </p:cNvPr>
              <p:cNvSpPr/>
              <p:nvPr/>
            </p:nvSpPr>
            <p:spPr>
              <a:xfrm>
                <a:off x="5580109" y="1852963"/>
                <a:ext cx="1152128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1152128" h="1152128">
                    <a:moveTo>
                      <a:pt x="99671" y="0"/>
                    </a:moveTo>
                    <a:lnTo>
                      <a:pt x="1152128" y="0"/>
                    </a:lnTo>
                    <a:lnTo>
                      <a:pt x="1152128" y="1152128"/>
                    </a:lnTo>
                    <a:lnTo>
                      <a:pt x="0" y="1152128"/>
                    </a:lnTo>
                    <a:lnTo>
                      <a:pt x="0" y="103999"/>
                    </a:lnTo>
                    <a:lnTo>
                      <a:pt x="125263" y="229261"/>
                    </a:lnTo>
                    <a:lnTo>
                      <a:pt x="74346" y="280179"/>
                    </a:lnTo>
                    <a:lnTo>
                      <a:pt x="278015" y="280179"/>
                    </a:lnTo>
                    <a:lnTo>
                      <a:pt x="278015" y="76509"/>
                    </a:lnTo>
                    <a:lnTo>
                      <a:pt x="227098" y="1274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 Placeholder 12">
                <a:extLst>
                  <a:ext uri="{FF2B5EF4-FFF2-40B4-BE49-F238E27FC236}">
                    <a16:creationId xmlns="" xmlns:a16="http://schemas.microsoft.com/office/drawing/2014/main" id="{229D7D7B-202F-4382-A1BD-2D69566544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97865" y="2638066"/>
                <a:ext cx="1134375" cy="314666"/>
              </a:xfrm>
              <a:prstGeom prst="rect">
                <a:avLst/>
              </a:prstGeom>
              <a:noFill/>
            </p:spPr>
            <p:txBody>
              <a:bodyPr lIns="0" tIns="0" rIns="0" bIns="0" anchor="ctr"/>
              <a:lstStyle>
                <a:lvl1pPr marL="0" indent="0" algn="l" defTabSz="914400" rtl="0" eaLnBrk="1" latinLnBrk="0" hangingPunct="1">
                  <a:spcBef>
                    <a:spcPct val="20000"/>
                  </a:spcBef>
                  <a:buFontTx/>
                  <a:buNone/>
                  <a:defRPr sz="3200" b="1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dirty="0">
                    <a:solidFill>
                      <a:schemeClr val="bg1"/>
                    </a:solidFill>
                  </a:rPr>
                  <a:t>02</a:t>
                </a:r>
              </a:p>
            </p:txBody>
          </p:sp>
        </p:grpSp>
        <p:sp>
          <p:nvSpPr>
            <p:cNvPr id="15" name="Rectangle 14"/>
            <p:cNvSpPr/>
            <p:nvPr/>
          </p:nvSpPr>
          <p:spPr>
            <a:xfrm>
              <a:off x="2282315" y="2890436"/>
              <a:ext cx="6429886" cy="1477328"/>
            </a:xfrm>
            <a:prstGeom prst="rect">
              <a:avLst/>
            </a:prstGeom>
            <a:solidFill>
              <a:srgbClr val="6EB1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29920" y="4673763"/>
              <a:ext cx="610637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chemeClr val="bg1"/>
                  </a:solidFill>
                </a:rPr>
                <a:t>git</a:t>
              </a:r>
              <a:r>
                <a:rPr lang="en-US" dirty="0" smtClean="0">
                  <a:solidFill>
                    <a:schemeClr val="bg1"/>
                  </a:solidFill>
                </a:rPr>
                <a:t> clone https://</a:t>
              </a:r>
              <a:r>
                <a:rPr lang="en-US" dirty="0" err="1" smtClean="0">
                  <a:solidFill>
                    <a:schemeClr val="bg1"/>
                  </a:solidFill>
                </a:rPr>
                <a:t>gitlab.dkrz.de</a:t>
              </a:r>
              <a:r>
                <a:rPr lang="en-US" dirty="0" smtClean="0">
                  <a:solidFill>
                    <a:schemeClr val="bg1"/>
                  </a:solidFill>
                </a:rPr>
                <a:t>/</a:t>
              </a:r>
              <a:r>
                <a:rPr lang="en-US" dirty="0" err="1" smtClean="0">
                  <a:solidFill>
                    <a:schemeClr val="bg1"/>
                  </a:solidFill>
                </a:rPr>
                <a:t>esm-tools.de</a:t>
              </a:r>
              <a:r>
                <a:rPr lang="en-US" dirty="0" smtClean="0">
                  <a:solidFill>
                    <a:schemeClr val="bg1"/>
                  </a:solidFill>
                </a:rPr>
                <a:t>/</a:t>
              </a:r>
              <a:r>
                <a:rPr lang="en-US" dirty="0" err="1" smtClean="0">
                  <a:solidFill>
                    <a:schemeClr val="bg1"/>
                  </a:solidFill>
                </a:rPr>
                <a:t>esm-tools.git</a:t>
              </a:r>
              <a:endParaRPr lang="en-US" dirty="0" smtClean="0">
                <a:solidFill>
                  <a:schemeClr val="bg1"/>
                </a:solidFill>
              </a:endParaRPr>
            </a:p>
            <a:p>
              <a:r>
                <a:rPr lang="en-US" dirty="0" smtClean="0">
                  <a:solidFill>
                    <a:schemeClr val="bg1"/>
                  </a:solidFill>
                </a:rPr>
                <a:t>cd 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-tools</a:t>
              </a:r>
            </a:p>
            <a:p>
              <a:r>
                <a:rPr lang="en-US" dirty="0" smtClean="0">
                  <a:solidFill>
                    <a:schemeClr val="bg1"/>
                  </a:solidFill>
                </a:rPr>
                <a:t>./</a:t>
              </a:r>
              <a:r>
                <a:rPr lang="en-US" dirty="0" err="1" smtClean="0">
                  <a:solidFill>
                    <a:schemeClr val="bg1"/>
                  </a:solidFill>
                </a:rPr>
                <a:t>install.sh</a:t>
              </a:r>
              <a:endParaRPr lang="en-US" dirty="0" smtClean="0">
                <a:solidFill>
                  <a:schemeClr val="bg1"/>
                </a:solidFill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="" xmlns:a16="http://schemas.microsoft.com/office/drawing/2014/main" id="{A2C7B1C4-D368-4D0F-9B3B-CD19CA3A7CF9}"/>
                </a:ext>
              </a:extLst>
            </p:cNvPr>
            <p:cNvGrpSpPr/>
            <p:nvPr/>
          </p:nvGrpSpPr>
          <p:grpSpPr>
            <a:xfrm>
              <a:off x="783487" y="4394348"/>
              <a:ext cx="1476315" cy="1482383"/>
              <a:chOff x="5580109" y="1852963"/>
              <a:chExt cx="1152131" cy="1152128"/>
            </a:xfrm>
            <a:solidFill>
              <a:schemeClr val="accent1"/>
            </a:solidFill>
          </p:grpSpPr>
          <p:sp>
            <p:nvSpPr>
              <p:cNvPr id="19" name="Rectangle 10">
                <a:extLst>
                  <a:ext uri="{FF2B5EF4-FFF2-40B4-BE49-F238E27FC236}">
                    <a16:creationId xmlns="" xmlns:a16="http://schemas.microsoft.com/office/drawing/2014/main" id="{436F92B2-7F5E-4FE3-A647-414B84E2D2E4}"/>
                  </a:ext>
                </a:extLst>
              </p:cNvPr>
              <p:cNvSpPr/>
              <p:nvPr/>
            </p:nvSpPr>
            <p:spPr>
              <a:xfrm>
                <a:off x="5580109" y="1852963"/>
                <a:ext cx="1152128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1152128" h="1152128">
                    <a:moveTo>
                      <a:pt x="99671" y="0"/>
                    </a:moveTo>
                    <a:lnTo>
                      <a:pt x="1152128" y="0"/>
                    </a:lnTo>
                    <a:lnTo>
                      <a:pt x="1152128" y="1152128"/>
                    </a:lnTo>
                    <a:lnTo>
                      <a:pt x="0" y="1152128"/>
                    </a:lnTo>
                    <a:lnTo>
                      <a:pt x="0" y="103999"/>
                    </a:lnTo>
                    <a:lnTo>
                      <a:pt x="125263" y="229261"/>
                    </a:lnTo>
                    <a:lnTo>
                      <a:pt x="74346" y="280179"/>
                    </a:lnTo>
                    <a:lnTo>
                      <a:pt x="278015" y="280179"/>
                    </a:lnTo>
                    <a:lnTo>
                      <a:pt x="278015" y="76509"/>
                    </a:lnTo>
                    <a:lnTo>
                      <a:pt x="227098" y="1274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 Placeholder 12">
                <a:extLst>
                  <a:ext uri="{FF2B5EF4-FFF2-40B4-BE49-F238E27FC236}">
                    <a16:creationId xmlns="" xmlns:a16="http://schemas.microsoft.com/office/drawing/2014/main" id="{BDD79654-A047-48CB-831F-111A15E94D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97865" y="2638066"/>
                <a:ext cx="1134375" cy="314666"/>
              </a:xfrm>
              <a:prstGeom prst="rect">
                <a:avLst/>
              </a:prstGeom>
              <a:noFill/>
            </p:spPr>
            <p:txBody>
              <a:bodyPr lIns="0" tIns="0" rIns="0" bIns="0" anchor="ctr"/>
              <a:lstStyle>
                <a:lvl1pPr marL="0" indent="0" algn="l" defTabSz="914400" rtl="0" eaLnBrk="1" latinLnBrk="0" hangingPunct="1">
                  <a:spcBef>
                    <a:spcPct val="20000"/>
                  </a:spcBef>
                  <a:buFontTx/>
                  <a:buNone/>
                  <a:defRPr sz="3200" b="1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dirty="0">
                    <a:solidFill>
                      <a:schemeClr val="bg1"/>
                    </a:solidFill>
                  </a:rPr>
                  <a:t>03</a:t>
                </a:r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2313402" y="3167435"/>
              <a:ext cx="610637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chemeClr val="bg1"/>
                  </a:solidFill>
                </a:rPr>
                <a:t>git</a:t>
              </a:r>
              <a:r>
                <a:rPr lang="en-US" dirty="0" smtClean="0">
                  <a:solidFill>
                    <a:schemeClr val="bg1"/>
                  </a:solidFill>
                </a:rPr>
                <a:t> clone https://gitlab.dkrz.de/esm-tools.de/esm-master.git</a:t>
              </a:r>
            </a:p>
            <a:p>
              <a:r>
                <a:rPr lang="en-US" dirty="0" smtClean="0">
                  <a:solidFill>
                    <a:schemeClr val="bg1"/>
                  </a:solidFill>
                </a:rPr>
                <a:t>cd 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-master; make</a:t>
              </a:r>
            </a:p>
            <a:p>
              <a:r>
                <a:rPr lang="en-US" dirty="0" smtClean="0">
                  <a:solidFill>
                    <a:schemeClr val="bg1"/>
                  </a:solidFill>
                </a:rPr>
                <a:t>make get-</a:t>
              </a:r>
              <a:r>
                <a:rPr lang="en-US" dirty="0" err="1" smtClean="0">
                  <a:solidFill>
                    <a:schemeClr val="bg1"/>
                  </a:solidFill>
                </a:rPr>
                <a:t>esm</a:t>
              </a:r>
              <a:r>
                <a:rPr lang="en-US" dirty="0" smtClean="0">
                  <a:solidFill>
                    <a:schemeClr val="bg1"/>
                  </a:solidFill>
                </a:rPr>
                <a:t>-tools</a:t>
              </a:r>
            </a:p>
          </p:txBody>
        </p: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648" y="6111569"/>
            <a:ext cx="3173352" cy="72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37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aphic 5">
            <a:extLst>
              <a:ext uri="{FF2B5EF4-FFF2-40B4-BE49-F238E27FC236}">
                <a16:creationId xmlns="" xmlns:a16="http://schemas.microsoft.com/office/drawing/2014/main" id="{0A8099AB-8B1E-4A7E-9A07-6C283367281B}"/>
              </a:ext>
            </a:extLst>
          </p:cNvPr>
          <p:cNvGrpSpPr/>
          <p:nvPr/>
        </p:nvGrpSpPr>
        <p:grpSpPr>
          <a:xfrm>
            <a:off x="145830" y="3923398"/>
            <a:ext cx="3722786" cy="2934602"/>
            <a:chOff x="145829" y="2676849"/>
            <a:chExt cx="4821825" cy="3800954"/>
          </a:xfrm>
          <a:solidFill>
            <a:schemeClr val="accent1"/>
          </a:solidFill>
        </p:grpSpPr>
        <p:sp>
          <p:nvSpPr>
            <p:cNvPr id="35" name="Freeform: Shape 7">
              <a:extLst>
                <a:ext uri="{FF2B5EF4-FFF2-40B4-BE49-F238E27FC236}">
                  <a16:creationId xmlns="" xmlns:a16="http://schemas.microsoft.com/office/drawing/2014/main" id="{FC3782A6-B50E-4436-A5B8-C489043D0EED}"/>
                </a:ext>
              </a:extLst>
            </p:cNvPr>
            <p:cNvSpPr/>
            <p:nvPr/>
          </p:nvSpPr>
          <p:spPr>
            <a:xfrm>
              <a:off x="1925043" y="2677575"/>
              <a:ext cx="3040010" cy="3797187"/>
            </a:xfrm>
            <a:custGeom>
              <a:avLst/>
              <a:gdLst>
                <a:gd name="connsiteX0" fmla="*/ 3042611 w 3040009"/>
                <a:gd name="connsiteY0" fmla="*/ 3354209 h 3797186"/>
                <a:gd name="connsiteX1" fmla="*/ 3039597 w 3040009"/>
                <a:gd name="connsiteY1" fmla="*/ 3376058 h 3797186"/>
                <a:gd name="connsiteX2" fmla="*/ 3011721 w 3040009"/>
                <a:gd name="connsiteY2" fmla="*/ 3475131 h 3797186"/>
                <a:gd name="connsiteX3" fmla="*/ 2894189 w 3040009"/>
                <a:gd name="connsiteY3" fmla="*/ 3611499 h 3797186"/>
                <a:gd name="connsiteX4" fmla="*/ 2862923 w 3040009"/>
                <a:gd name="connsiteY4" fmla="*/ 3627320 h 3797186"/>
                <a:gd name="connsiteX5" fmla="*/ 2683988 w 3040009"/>
                <a:gd name="connsiteY5" fmla="*/ 3696257 h 3797186"/>
                <a:gd name="connsiteX6" fmla="*/ 2650837 w 3040009"/>
                <a:gd name="connsiteY6" fmla="*/ 3741838 h 3797186"/>
                <a:gd name="connsiteX7" fmla="*/ 2645940 w 3040009"/>
                <a:gd name="connsiteY7" fmla="*/ 3800604 h 3797186"/>
                <a:gd name="connsiteX8" fmla="*/ 2509950 w 3040009"/>
                <a:gd name="connsiteY8" fmla="*/ 3800604 h 3797186"/>
                <a:gd name="connsiteX9" fmla="*/ 2412006 w 3040009"/>
                <a:gd name="connsiteY9" fmla="*/ 3799098 h 3797186"/>
                <a:gd name="connsiteX10" fmla="*/ 2369439 w 3040009"/>
                <a:gd name="connsiteY10" fmla="*/ 3765194 h 3797186"/>
                <a:gd name="connsiteX11" fmla="*/ 2347966 w 3040009"/>
                <a:gd name="connsiteY11" fmla="*/ 3703038 h 3797186"/>
                <a:gd name="connsiteX12" fmla="*/ 2276392 w 3040009"/>
                <a:gd name="connsiteY12" fmla="*/ 3681189 h 3797186"/>
                <a:gd name="connsiteX13" fmla="*/ 2271118 w 3040009"/>
                <a:gd name="connsiteY13" fmla="*/ 3703038 h 3797186"/>
                <a:gd name="connsiteX14" fmla="*/ 2286564 w 3040009"/>
                <a:gd name="connsiteY14" fmla="*/ 3772728 h 3797186"/>
                <a:gd name="connsiteX15" fmla="*/ 2289577 w 3040009"/>
                <a:gd name="connsiteY15" fmla="*/ 3796837 h 3797186"/>
                <a:gd name="connsiteX16" fmla="*/ 2253037 w 3040009"/>
                <a:gd name="connsiteY16" fmla="*/ 3799851 h 3797186"/>
                <a:gd name="connsiteX17" fmla="*/ 2044342 w 3040009"/>
                <a:gd name="connsiteY17" fmla="*/ 3798344 h 3797186"/>
                <a:gd name="connsiteX18" fmla="*/ 1993110 w 3040009"/>
                <a:gd name="connsiteY18" fmla="*/ 3743722 h 3797186"/>
                <a:gd name="connsiteX19" fmla="*/ 1993110 w 3040009"/>
                <a:gd name="connsiteY19" fmla="*/ 3678552 h 3797186"/>
                <a:gd name="connsiteX20" fmla="*/ 1977289 w 3040009"/>
                <a:gd name="connsiteY20" fmla="*/ 3677045 h 3797186"/>
                <a:gd name="connsiteX21" fmla="*/ 1687979 w 3040009"/>
                <a:gd name="connsiteY21" fmla="*/ 3691360 h 3797186"/>
                <a:gd name="connsiteX22" fmla="*/ 1644658 w 3040009"/>
                <a:gd name="connsiteY22" fmla="*/ 3682319 h 3797186"/>
                <a:gd name="connsiteX23" fmla="*/ 1534660 w 3040009"/>
                <a:gd name="connsiteY23" fmla="*/ 3621293 h 3797186"/>
                <a:gd name="connsiteX24" fmla="*/ 1517332 w 3040009"/>
                <a:gd name="connsiteY24" fmla="*/ 3601704 h 3797186"/>
                <a:gd name="connsiteX25" fmla="*/ 1478531 w 3040009"/>
                <a:gd name="connsiteY25" fmla="*/ 3459310 h 3797186"/>
                <a:gd name="connsiteX26" fmla="*/ 1478531 w 3040009"/>
                <a:gd name="connsiteY26" fmla="*/ 3411091 h 3797186"/>
                <a:gd name="connsiteX27" fmla="*/ 1390382 w 3040009"/>
                <a:gd name="connsiteY27" fmla="*/ 3411091 h 3797186"/>
                <a:gd name="connsiteX28" fmla="*/ 1040423 w 3040009"/>
                <a:gd name="connsiteY28" fmla="*/ 3409585 h 3797186"/>
                <a:gd name="connsiteX29" fmla="*/ 964329 w 3040009"/>
                <a:gd name="connsiteY29" fmla="*/ 3385099 h 3797186"/>
                <a:gd name="connsiteX30" fmla="*/ 941726 w 3040009"/>
                <a:gd name="connsiteY30" fmla="*/ 3370784 h 3797186"/>
                <a:gd name="connsiteX31" fmla="*/ 937206 w 3040009"/>
                <a:gd name="connsiteY31" fmla="*/ 3374174 h 3797186"/>
                <a:gd name="connsiteX32" fmla="*/ 940973 w 3040009"/>
                <a:gd name="connsiteY32" fmla="*/ 3396777 h 3797186"/>
                <a:gd name="connsiteX33" fmla="*/ 969603 w 3040009"/>
                <a:gd name="connsiteY33" fmla="*/ 3468351 h 3797186"/>
                <a:gd name="connsiteX34" fmla="*/ 1041177 w 3040009"/>
                <a:gd name="connsiteY34" fmla="*/ 3666121 h 3797186"/>
                <a:gd name="connsiteX35" fmla="*/ 1049841 w 3040009"/>
                <a:gd name="connsiteY35" fmla="*/ 3794954 h 3797186"/>
                <a:gd name="connsiteX36" fmla="*/ 1034396 w 3040009"/>
                <a:gd name="connsiteY36" fmla="*/ 3797591 h 3797186"/>
                <a:gd name="connsiteX37" fmla="*/ 578583 w 3040009"/>
                <a:gd name="connsiteY37" fmla="*/ 3799474 h 3797186"/>
                <a:gd name="connsiteX38" fmla="*/ 488174 w 3040009"/>
                <a:gd name="connsiteY38" fmla="*/ 3741462 h 3797186"/>
                <a:gd name="connsiteX39" fmla="*/ 392114 w 3040009"/>
                <a:gd name="connsiteY39" fmla="*/ 3533144 h 3797186"/>
                <a:gd name="connsiteX40" fmla="*/ 342765 w 3040009"/>
                <a:gd name="connsiteY40" fmla="*/ 3387359 h 3797186"/>
                <a:gd name="connsiteX41" fmla="*/ 309615 w 3040009"/>
                <a:gd name="connsiteY41" fmla="*/ 3295443 h 3797186"/>
                <a:gd name="connsiteX42" fmla="*/ 276465 w 3040009"/>
                <a:gd name="connsiteY42" fmla="*/ 3247978 h 3797186"/>
                <a:gd name="connsiteX43" fmla="*/ 219206 w 3040009"/>
                <a:gd name="connsiteY43" fmla="*/ 3120652 h 3797186"/>
                <a:gd name="connsiteX44" fmla="*/ 242938 w 3040009"/>
                <a:gd name="connsiteY44" fmla="*/ 2962059 h 3797186"/>
                <a:gd name="connsiteX45" fmla="*/ 339375 w 3040009"/>
                <a:gd name="connsiteY45" fmla="*/ 2883328 h 3797186"/>
                <a:gd name="connsiteX46" fmla="*/ 527351 w 3040009"/>
                <a:gd name="connsiteY46" fmla="*/ 2838123 h 3797186"/>
                <a:gd name="connsiteX47" fmla="*/ 850940 w 3040009"/>
                <a:gd name="connsiteY47" fmla="*/ 2777850 h 3797186"/>
                <a:gd name="connsiteX48" fmla="*/ 976760 w 3040009"/>
                <a:gd name="connsiteY48" fmla="*/ 2770316 h 3797186"/>
                <a:gd name="connsiteX49" fmla="*/ 1023848 w 3040009"/>
                <a:gd name="connsiteY49" fmla="*/ 2769563 h 3797186"/>
                <a:gd name="connsiteX50" fmla="*/ 1088641 w 3040009"/>
                <a:gd name="connsiteY50" fmla="*/ 2744324 h 3797186"/>
                <a:gd name="connsiteX51" fmla="*/ 1267953 w 3040009"/>
                <a:gd name="connsiteY51" fmla="*/ 2604943 h 3797186"/>
                <a:gd name="connsiteX52" fmla="*/ 1298466 w 3040009"/>
                <a:gd name="connsiteY52" fmla="*/ 2591758 h 3797186"/>
                <a:gd name="connsiteX53" fmla="*/ 1369663 w 3040009"/>
                <a:gd name="connsiteY53" fmla="*/ 2545046 h 3797186"/>
                <a:gd name="connsiteX54" fmla="*/ 1308637 w 3040009"/>
                <a:gd name="connsiteY54" fmla="*/ 2509259 h 3797186"/>
                <a:gd name="connsiteX55" fmla="*/ 1280007 w 3040009"/>
                <a:gd name="connsiteY55" fmla="*/ 2502855 h 3797186"/>
                <a:gd name="connsiteX56" fmla="*/ 1221995 w 3040009"/>
                <a:gd name="connsiteY56" fmla="*/ 2498712 h 3797186"/>
                <a:gd name="connsiteX57" fmla="*/ 1199769 w 3040009"/>
                <a:gd name="connsiteY57" fmla="*/ 2469329 h 3797186"/>
                <a:gd name="connsiteX58" fmla="*/ 1205797 w 3040009"/>
                <a:gd name="connsiteY58" fmla="*/ 2439946 h 3797186"/>
                <a:gd name="connsiteX59" fmla="*/ 1185831 w 3040009"/>
                <a:gd name="connsiteY59" fmla="*/ 2406042 h 3797186"/>
                <a:gd name="connsiteX60" fmla="*/ 1167749 w 3040009"/>
                <a:gd name="connsiteY60" fmla="*/ 2401145 h 3797186"/>
                <a:gd name="connsiteX61" fmla="*/ 1035149 w 3040009"/>
                <a:gd name="connsiteY61" fmla="*/ 2335975 h 3797186"/>
                <a:gd name="connsiteX62" fmla="*/ 996349 w 3040009"/>
                <a:gd name="connsiteY62" fmla="*/ 2309606 h 3797186"/>
                <a:gd name="connsiteX63" fmla="*/ 980904 w 3040009"/>
                <a:gd name="connsiteY63" fmla="*/ 2310359 h 3797186"/>
                <a:gd name="connsiteX64" fmla="*/ 985047 w 3040009"/>
                <a:gd name="connsiteY64" fmla="*/ 2325427 h 3797186"/>
                <a:gd name="connsiteX65" fmla="*/ 1005013 w 3040009"/>
                <a:gd name="connsiteY65" fmla="*/ 2348030 h 3797186"/>
                <a:gd name="connsiteX66" fmla="*/ 1001622 w 3040009"/>
                <a:gd name="connsiteY66" fmla="*/ 2384947 h 3797186"/>
                <a:gd name="connsiteX67" fmla="*/ 956418 w 3040009"/>
                <a:gd name="connsiteY67" fmla="*/ 2400015 h 3797186"/>
                <a:gd name="connsiteX68" fmla="*/ 734162 w 3040009"/>
                <a:gd name="connsiteY68" fmla="*/ 2405289 h 3797186"/>
                <a:gd name="connsiteX69" fmla="*/ 95647 w 3040009"/>
                <a:gd name="connsiteY69" fmla="*/ 2406042 h 3797186"/>
                <a:gd name="connsiteX70" fmla="*/ 30477 w 3040009"/>
                <a:gd name="connsiteY70" fmla="*/ 2378543 h 3797186"/>
                <a:gd name="connsiteX71" fmla="*/ 717 w 3040009"/>
                <a:gd name="connsiteY71" fmla="*/ 2327688 h 3797186"/>
                <a:gd name="connsiteX72" fmla="*/ 21436 w 3040009"/>
                <a:gd name="connsiteY72" fmla="*/ 2262141 h 3797186"/>
                <a:gd name="connsiteX73" fmla="*/ 79825 w 3040009"/>
                <a:gd name="connsiteY73" fmla="*/ 2211662 h 3797186"/>
                <a:gd name="connsiteX74" fmla="*/ 116366 w 3040009"/>
                <a:gd name="connsiteY74" fmla="*/ 2208649 h 3797186"/>
                <a:gd name="connsiteX75" fmla="*/ 170988 w 3040009"/>
                <a:gd name="connsiteY75" fmla="*/ 2203752 h 3797186"/>
                <a:gd name="connsiteX76" fmla="*/ 223726 w 3040009"/>
                <a:gd name="connsiteY76" fmla="*/ 2199985 h 3797186"/>
                <a:gd name="connsiteX77" fmla="*/ 289650 w 3040009"/>
                <a:gd name="connsiteY77" fmla="*/ 2231628 h 3797186"/>
                <a:gd name="connsiteX78" fmla="*/ 341259 w 3040009"/>
                <a:gd name="connsiteY78" fmla="*/ 2220327 h 3797186"/>
                <a:gd name="connsiteX79" fmla="*/ 375915 w 3040009"/>
                <a:gd name="connsiteY79" fmla="*/ 2211286 h 3797186"/>
                <a:gd name="connsiteX80" fmla="*/ 440709 w 3040009"/>
                <a:gd name="connsiteY80" fmla="*/ 2221457 h 3797186"/>
                <a:gd name="connsiteX81" fmla="*/ 628684 w 3040009"/>
                <a:gd name="connsiteY81" fmla="*/ 2234642 h 3797186"/>
                <a:gd name="connsiteX82" fmla="*/ 664471 w 3040009"/>
                <a:gd name="connsiteY82" fmla="*/ 2232758 h 3797186"/>
                <a:gd name="connsiteX83" fmla="*/ 694984 w 3040009"/>
                <a:gd name="connsiteY83" fmla="*/ 2202622 h 3797186"/>
                <a:gd name="connsiteX84" fmla="*/ 719094 w 3040009"/>
                <a:gd name="connsiteY84" fmla="*/ 2156664 h 3797186"/>
                <a:gd name="connsiteX85" fmla="*/ 749984 w 3040009"/>
                <a:gd name="connsiteY85" fmla="*/ 2108069 h 3797186"/>
                <a:gd name="connsiteX86" fmla="*/ 782757 w 3040009"/>
                <a:gd name="connsiteY86" fmla="*/ 2085466 h 3797186"/>
                <a:gd name="connsiteX87" fmla="*/ 875426 w 3040009"/>
                <a:gd name="connsiteY87" fmla="*/ 2070398 h 3797186"/>
                <a:gd name="connsiteX88" fmla="*/ 939089 w 3040009"/>
                <a:gd name="connsiteY88" fmla="*/ 2063241 h 3797186"/>
                <a:gd name="connsiteX89" fmla="*/ 1004636 w 3040009"/>
                <a:gd name="connsiteY89" fmla="*/ 2072282 h 3797186"/>
                <a:gd name="connsiteX90" fmla="*/ 1053608 w 3040009"/>
                <a:gd name="connsiteY90" fmla="*/ 2091117 h 3797186"/>
                <a:gd name="connsiteX91" fmla="*/ 1154188 w 3040009"/>
                <a:gd name="connsiteY91" fmla="*/ 2152897 h 3797186"/>
                <a:gd name="connsiteX92" fmla="*/ 1344047 w 3040009"/>
                <a:gd name="connsiteY92" fmla="*/ 2173239 h 3797186"/>
                <a:gd name="connsiteX93" fmla="*/ 1375314 w 3040009"/>
                <a:gd name="connsiteY93" fmla="*/ 2167588 h 3797186"/>
                <a:gd name="connsiteX94" fmla="*/ 1488326 w 3040009"/>
                <a:gd name="connsiteY94" fmla="*/ 2168718 h 3797186"/>
                <a:gd name="connsiteX95" fmla="*/ 1507914 w 3040009"/>
                <a:gd name="connsiteY95" fmla="*/ 2168718 h 3797186"/>
                <a:gd name="connsiteX96" fmla="*/ 1517332 w 3040009"/>
                <a:gd name="connsiteY96" fmla="*/ 2042522 h 3797186"/>
                <a:gd name="connsiteX97" fmla="*/ 1564043 w 3040009"/>
                <a:gd name="connsiteY97" fmla="*/ 1667700 h 3797186"/>
                <a:gd name="connsiteX98" fmla="*/ 1622056 w 3040009"/>
                <a:gd name="connsiteY98" fmla="*/ 1491402 h 3797186"/>
                <a:gd name="connsiteX99" fmla="*/ 1629967 w 3040009"/>
                <a:gd name="connsiteY99" fmla="*/ 1476711 h 3797186"/>
                <a:gd name="connsiteX100" fmla="*/ 1672158 w 3040009"/>
                <a:gd name="connsiteY100" fmla="*/ 1343357 h 3797186"/>
                <a:gd name="connsiteX101" fmla="*/ 1686849 w 3040009"/>
                <a:gd name="connsiteY101" fmla="*/ 1144834 h 3797186"/>
                <a:gd name="connsiteX102" fmla="*/ 1747122 w 3040009"/>
                <a:gd name="connsiteY102" fmla="*/ 998296 h 3797186"/>
                <a:gd name="connsiteX103" fmla="*/ 1747875 w 3040009"/>
                <a:gd name="connsiteY103" fmla="*/ 952337 h 3797186"/>
                <a:gd name="connsiteX104" fmla="*/ 1741471 w 3040009"/>
                <a:gd name="connsiteY104" fmla="*/ 928228 h 3797186"/>
                <a:gd name="connsiteX105" fmla="*/ 1732054 w 3040009"/>
                <a:gd name="connsiteY105" fmla="*/ 907886 h 3797186"/>
                <a:gd name="connsiteX106" fmla="*/ 1676301 w 3040009"/>
                <a:gd name="connsiteY106" fmla="*/ 881894 h 3797186"/>
                <a:gd name="connsiteX107" fmla="*/ 1578358 w 3040009"/>
                <a:gd name="connsiteY107" fmla="*/ 900729 h 3797186"/>
                <a:gd name="connsiteX108" fmla="*/ 1506030 w 3040009"/>
                <a:gd name="connsiteY108" fmla="*/ 878127 h 3797186"/>
                <a:gd name="connsiteX109" fmla="*/ 1490586 w 3040009"/>
                <a:gd name="connsiteY109" fmla="*/ 843470 h 3797186"/>
                <a:gd name="connsiteX110" fmla="*/ 1492469 w 3040009"/>
                <a:gd name="connsiteY110" fmla="*/ 811826 h 3797186"/>
                <a:gd name="connsiteX111" fmla="*/ 1469490 w 3040009"/>
                <a:gd name="connsiteY111" fmla="*/ 750047 h 3797186"/>
                <a:gd name="connsiteX112" fmla="*/ 1464970 w 3040009"/>
                <a:gd name="connsiteY112" fmla="*/ 725938 h 3797186"/>
                <a:gd name="connsiteX113" fmla="*/ 1472880 w 3040009"/>
                <a:gd name="connsiteY113" fmla="*/ 710493 h 3797186"/>
                <a:gd name="connsiteX114" fmla="*/ 1461579 w 3040009"/>
                <a:gd name="connsiteY114" fmla="*/ 702582 h 3797186"/>
                <a:gd name="connsiteX115" fmla="*/ 1448772 w 3040009"/>
                <a:gd name="connsiteY115" fmla="*/ 666042 h 3797186"/>
                <a:gd name="connsiteX116" fmla="*/ 1454422 w 3040009"/>
                <a:gd name="connsiteY116" fmla="*/ 635152 h 3797186"/>
                <a:gd name="connsiteX117" fmla="*/ 1435587 w 3040009"/>
                <a:gd name="connsiteY117" fmla="*/ 613680 h 3797186"/>
                <a:gd name="connsiteX118" fmla="*/ 1393396 w 3040009"/>
                <a:gd name="connsiteY118" fmla="*/ 606522 h 3797186"/>
                <a:gd name="connsiteX119" fmla="*/ 1373807 w 3040009"/>
                <a:gd name="connsiteY119" fmla="*/ 571865 h 3797186"/>
                <a:gd name="connsiteX120" fmla="*/ 1392266 w 3040009"/>
                <a:gd name="connsiteY120" fmla="*/ 522894 h 3797186"/>
                <a:gd name="connsiteX121" fmla="*/ 1452162 w 3040009"/>
                <a:gd name="connsiteY121" fmla="*/ 403478 h 3797186"/>
                <a:gd name="connsiteX122" fmla="*/ 1454422 w 3040009"/>
                <a:gd name="connsiteY122" fmla="*/ 384643 h 3797186"/>
                <a:gd name="connsiteX123" fmla="*/ 1444628 w 3040009"/>
                <a:gd name="connsiteY123" fmla="*/ 285193 h 3797186"/>
                <a:gd name="connsiteX124" fmla="*/ 1613015 w 3040009"/>
                <a:gd name="connsiteY124" fmla="*/ 56156 h 3797186"/>
                <a:gd name="connsiteX125" fmla="*/ 1985576 w 3040009"/>
                <a:gd name="connsiteY125" fmla="*/ 23759 h 3797186"/>
                <a:gd name="connsiteX126" fmla="*/ 2207456 w 3040009"/>
                <a:gd name="connsiteY126" fmla="*/ 321356 h 3797186"/>
                <a:gd name="connsiteX127" fmla="*/ 2168278 w 3040009"/>
                <a:gd name="connsiteY127" fmla="*/ 533441 h 3797186"/>
                <a:gd name="connsiteX128" fmla="*/ 2143039 w 3040009"/>
                <a:gd name="connsiteY128" fmla="*/ 641556 h 3797186"/>
                <a:gd name="connsiteX129" fmla="*/ 2225537 w 3040009"/>
                <a:gd name="connsiteY129" fmla="*/ 848744 h 3797186"/>
                <a:gd name="connsiteX130" fmla="*/ 2255674 w 3040009"/>
                <a:gd name="connsiteY130" fmla="*/ 910523 h 3797186"/>
                <a:gd name="connsiteX131" fmla="*/ 2294851 w 3040009"/>
                <a:gd name="connsiteY131" fmla="*/ 972303 h 3797186"/>
                <a:gd name="connsiteX132" fmla="*/ 2500155 w 3040009"/>
                <a:gd name="connsiteY132" fmla="*/ 1162539 h 3797186"/>
                <a:gd name="connsiteX133" fmla="*/ 2547620 w 3040009"/>
                <a:gd name="connsiteY133" fmla="*/ 1236373 h 3797186"/>
                <a:gd name="connsiteX134" fmla="*/ 2570222 w 3040009"/>
                <a:gd name="connsiteY134" fmla="*/ 1268770 h 3797186"/>
                <a:gd name="connsiteX135" fmla="*/ 2707720 w 3040009"/>
                <a:gd name="connsiteY135" fmla="*/ 1590476 h 3797186"/>
                <a:gd name="connsiteX136" fmla="*/ 2721281 w 3040009"/>
                <a:gd name="connsiteY136" fmla="*/ 1736261 h 3797186"/>
                <a:gd name="connsiteX137" fmla="*/ 2724671 w 3040009"/>
                <a:gd name="connsiteY137" fmla="*/ 1776191 h 3797186"/>
                <a:gd name="connsiteX138" fmla="*/ 2750664 w 3040009"/>
                <a:gd name="connsiteY138" fmla="*/ 1759993 h 3797186"/>
                <a:gd name="connsiteX139" fmla="*/ 2862545 w 3040009"/>
                <a:gd name="connsiteY139" fmla="*/ 1710268 h 3797186"/>
                <a:gd name="connsiteX140" fmla="*/ 2923195 w 3040009"/>
                <a:gd name="connsiteY140" fmla="*/ 1747185 h 3797186"/>
                <a:gd name="connsiteX141" fmla="*/ 2920182 w 3040009"/>
                <a:gd name="connsiteY141" fmla="*/ 1854923 h 3797186"/>
                <a:gd name="connsiteX142" fmla="*/ 2898332 w 3040009"/>
                <a:gd name="connsiteY142" fmla="*/ 1950229 h 3797186"/>
                <a:gd name="connsiteX143" fmla="*/ 2926585 w 3040009"/>
                <a:gd name="connsiteY143" fmla="*/ 1988276 h 3797186"/>
                <a:gd name="connsiteX144" fmla="*/ 2970283 w 3040009"/>
                <a:gd name="connsiteY144" fmla="*/ 2035365 h 3797186"/>
                <a:gd name="connsiteX145" fmla="*/ 2958229 w 3040009"/>
                <a:gd name="connsiteY145" fmla="*/ 2179266 h 3797186"/>
                <a:gd name="connsiteX146" fmla="*/ 2944667 w 3040009"/>
                <a:gd name="connsiteY146" fmla="*/ 2313750 h 3797186"/>
                <a:gd name="connsiteX147" fmla="*/ 2975180 w 3040009"/>
                <a:gd name="connsiteY147" fmla="*/ 2618504 h 3797186"/>
                <a:gd name="connsiteX148" fmla="*/ 3010214 w 3040009"/>
                <a:gd name="connsiteY148" fmla="*/ 2872026 h 3797186"/>
                <a:gd name="connsiteX149" fmla="*/ 3028673 w 3040009"/>
                <a:gd name="connsiteY149" fmla="*/ 3060379 h 3797186"/>
                <a:gd name="connsiteX150" fmla="*/ 3043364 w 3040009"/>
                <a:gd name="connsiteY150" fmla="*/ 3148528 h 3797186"/>
                <a:gd name="connsiteX151" fmla="*/ 3042611 w 3040009"/>
                <a:gd name="connsiteY151" fmla="*/ 3354209 h 3797186"/>
                <a:gd name="connsiteX152" fmla="*/ 2691522 w 3040009"/>
                <a:gd name="connsiteY152" fmla="*/ 3596430 h 3797186"/>
                <a:gd name="connsiteX153" fmla="*/ 2694912 w 3040009"/>
                <a:gd name="connsiteY153" fmla="*/ 3602458 h 3797186"/>
                <a:gd name="connsiteX154" fmla="*/ 2722035 w 3040009"/>
                <a:gd name="connsiteY154" fmla="*/ 3600197 h 3797186"/>
                <a:gd name="connsiteX155" fmla="*/ 2799636 w 3040009"/>
                <a:gd name="connsiteY155" fmla="*/ 3572321 h 3797186"/>
                <a:gd name="connsiteX156" fmla="*/ 2869703 w 3040009"/>
                <a:gd name="connsiteY156" fmla="*/ 3527117 h 3797186"/>
                <a:gd name="connsiteX157" fmla="*/ 2966516 w 3040009"/>
                <a:gd name="connsiteY157" fmla="*/ 3286402 h 3797186"/>
                <a:gd name="connsiteX158" fmla="*/ 2919051 w 3040009"/>
                <a:gd name="connsiteY158" fmla="*/ 2781994 h 3797186"/>
                <a:gd name="connsiteX159" fmla="*/ 2864052 w 3040009"/>
                <a:gd name="connsiteY159" fmla="*/ 2373269 h 3797186"/>
                <a:gd name="connsiteX160" fmla="*/ 2858025 w 3040009"/>
                <a:gd name="connsiteY160" fmla="*/ 2170225 h 3797186"/>
                <a:gd name="connsiteX161" fmla="*/ 2855388 w 3040009"/>
                <a:gd name="connsiteY161" fmla="*/ 2146869 h 3797186"/>
                <a:gd name="connsiteX162" fmla="*/ 2849361 w 3040009"/>
                <a:gd name="connsiteY162" fmla="*/ 2146116 h 3797186"/>
                <a:gd name="connsiteX163" fmla="*/ 2835046 w 3040009"/>
                <a:gd name="connsiteY163" fmla="*/ 2196971 h 3797186"/>
                <a:gd name="connsiteX164" fmla="*/ 2759705 w 3040009"/>
                <a:gd name="connsiteY164" fmla="*/ 2662955 h 3797186"/>
                <a:gd name="connsiteX165" fmla="*/ 2696795 w 3040009"/>
                <a:gd name="connsiteY165" fmla="*/ 2748091 h 3797186"/>
                <a:gd name="connsiteX166" fmla="*/ 2676454 w 3040009"/>
                <a:gd name="connsiteY166" fmla="*/ 2747714 h 3797186"/>
                <a:gd name="connsiteX167" fmla="*/ 2613167 w 3040009"/>
                <a:gd name="connsiteY167" fmla="*/ 2671619 h 3797186"/>
                <a:gd name="connsiteX168" fmla="*/ 2593955 w 3040009"/>
                <a:gd name="connsiteY168" fmla="*/ 2663332 h 3797186"/>
                <a:gd name="connsiteX169" fmla="*/ 2547243 w 3040009"/>
                <a:gd name="connsiteY169" fmla="*/ 2759015 h 3797186"/>
                <a:gd name="connsiteX170" fmla="*/ 2578133 w 3040009"/>
                <a:gd name="connsiteY170" fmla="*/ 2900279 h 3797186"/>
                <a:gd name="connsiteX171" fmla="*/ 2600359 w 3040009"/>
                <a:gd name="connsiteY171" fmla="*/ 3119145 h 3797186"/>
                <a:gd name="connsiteX172" fmla="*/ 2622208 w 3040009"/>
                <a:gd name="connsiteY172" fmla="*/ 3143631 h 3797186"/>
                <a:gd name="connsiteX173" fmla="*/ 2707343 w 3040009"/>
                <a:gd name="connsiteY173" fmla="*/ 3158699 h 3797186"/>
                <a:gd name="connsiteX174" fmla="*/ 2815457 w 3040009"/>
                <a:gd name="connsiteY174" fmla="*/ 3267567 h 3797186"/>
                <a:gd name="connsiteX175" fmla="*/ 2826382 w 3040009"/>
                <a:gd name="connsiteY175" fmla="*/ 3351195 h 3797186"/>
                <a:gd name="connsiteX176" fmla="*/ 2812821 w 3040009"/>
                <a:gd name="connsiteY176" fmla="*/ 3422016 h 3797186"/>
                <a:gd name="connsiteX177" fmla="*/ 2716008 w 3040009"/>
                <a:gd name="connsiteY177" fmla="*/ 3566294 h 3797186"/>
                <a:gd name="connsiteX178" fmla="*/ 2691522 w 3040009"/>
                <a:gd name="connsiteY178" fmla="*/ 3596430 h 3797186"/>
                <a:gd name="connsiteX179" fmla="*/ 795188 w 3040009"/>
                <a:gd name="connsiteY179" fmla="*/ 2192451 h 3797186"/>
                <a:gd name="connsiteX180" fmla="*/ 787654 w 3040009"/>
                <a:gd name="connsiteY180" fmla="*/ 2189437 h 3797186"/>
                <a:gd name="connsiteX181" fmla="*/ 756011 w 3040009"/>
                <a:gd name="connsiteY181" fmla="*/ 2238785 h 3797186"/>
                <a:gd name="connsiteX182" fmla="*/ 761661 w 3040009"/>
                <a:gd name="connsiteY182" fmla="*/ 2251217 h 3797186"/>
                <a:gd name="connsiteX183" fmla="*/ 795565 w 3040009"/>
                <a:gd name="connsiteY183" fmla="*/ 2241799 h 3797186"/>
                <a:gd name="connsiteX184" fmla="*/ 795188 w 3040009"/>
                <a:gd name="connsiteY184" fmla="*/ 2192451 h 3797186"/>
                <a:gd name="connsiteX185" fmla="*/ 854331 w 3040009"/>
                <a:gd name="connsiteY185" fmla="*/ 2241422 h 3797186"/>
                <a:gd name="connsiteX186" fmla="*/ 884467 w 3040009"/>
                <a:gd name="connsiteY186" fmla="*/ 2284743 h 3797186"/>
                <a:gd name="connsiteX187" fmla="*/ 899159 w 3040009"/>
                <a:gd name="connsiteY187" fmla="*/ 2288510 h 3797186"/>
                <a:gd name="connsiteX188" fmla="*/ 907069 w 3040009"/>
                <a:gd name="connsiteY188" fmla="*/ 2274949 h 3797186"/>
                <a:gd name="connsiteX189" fmla="*/ 854331 w 3040009"/>
                <a:gd name="connsiteY189" fmla="*/ 2241422 h 3797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3040009" h="3797186">
                  <a:moveTo>
                    <a:pt x="3042611" y="3354209"/>
                  </a:moveTo>
                  <a:cubicBezTo>
                    <a:pt x="3041480" y="3361366"/>
                    <a:pt x="3039974" y="3368900"/>
                    <a:pt x="3039597" y="3376058"/>
                  </a:cubicBezTo>
                  <a:cubicBezTo>
                    <a:pt x="3037337" y="3411091"/>
                    <a:pt x="3024529" y="3442735"/>
                    <a:pt x="3011721" y="3475131"/>
                  </a:cubicBezTo>
                  <a:cubicBezTo>
                    <a:pt x="2988365" y="3535027"/>
                    <a:pt x="2937886" y="3570061"/>
                    <a:pt x="2894189" y="3611499"/>
                  </a:cubicBezTo>
                  <a:cubicBezTo>
                    <a:pt x="2885901" y="3619409"/>
                    <a:pt x="2873847" y="3623176"/>
                    <a:pt x="2862923" y="3627320"/>
                  </a:cubicBezTo>
                  <a:cubicBezTo>
                    <a:pt x="2803403" y="3650676"/>
                    <a:pt x="2743507" y="3673655"/>
                    <a:pt x="2683988" y="3696257"/>
                  </a:cubicBezTo>
                  <a:cubicBezTo>
                    <a:pt x="2662892" y="3704168"/>
                    <a:pt x="2652344" y="3719236"/>
                    <a:pt x="2650837" y="3741838"/>
                  </a:cubicBezTo>
                  <a:cubicBezTo>
                    <a:pt x="2649707" y="3759920"/>
                    <a:pt x="2647824" y="3777625"/>
                    <a:pt x="2645940" y="3800604"/>
                  </a:cubicBezTo>
                  <a:cubicBezTo>
                    <a:pt x="2599982" y="3800604"/>
                    <a:pt x="2555154" y="3800604"/>
                    <a:pt x="2509950" y="3800604"/>
                  </a:cubicBezTo>
                  <a:cubicBezTo>
                    <a:pt x="2477176" y="3800604"/>
                    <a:pt x="2444780" y="3800228"/>
                    <a:pt x="2412006" y="3799098"/>
                  </a:cubicBezTo>
                  <a:cubicBezTo>
                    <a:pt x="2389781" y="3798344"/>
                    <a:pt x="2376219" y="3785536"/>
                    <a:pt x="2369439" y="3765194"/>
                  </a:cubicBezTo>
                  <a:cubicBezTo>
                    <a:pt x="2362281" y="3744475"/>
                    <a:pt x="2355877" y="3723380"/>
                    <a:pt x="2347966" y="3703038"/>
                  </a:cubicBezTo>
                  <a:cubicBezTo>
                    <a:pt x="2340809" y="3684203"/>
                    <a:pt x="2291837" y="3668758"/>
                    <a:pt x="2276392" y="3681189"/>
                  </a:cubicBezTo>
                  <a:cubicBezTo>
                    <a:pt x="2271872" y="3684956"/>
                    <a:pt x="2269989" y="3695880"/>
                    <a:pt x="2271118" y="3703038"/>
                  </a:cubicBezTo>
                  <a:cubicBezTo>
                    <a:pt x="2275263" y="3726394"/>
                    <a:pt x="2281666" y="3749373"/>
                    <a:pt x="2286564" y="3772728"/>
                  </a:cubicBezTo>
                  <a:cubicBezTo>
                    <a:pt x="2288070" y="3779886"/>
                    <a:pt x="2288447" y="3787420"/>
                    <a:pt x="2289577" y="3796837"/>
                  </a:cubicBezTo>
                  <a:cubicBezTo>
                    <a:pt x="2276392" y="3797968"/>
                    <a:pt x="2264715" y="3799851"/>
                    <a:pt x="2253037" y="3799851"/>
                  </a:cubicBezTo>
                  <a:cubicBezTo>
                    <a:pt x="2183346" y="3799851"/>
                    <a:pt x="2113656" y="3800604"/>
                    <a:pt x="2044342" y="3798344"/>
                  </a:cubicBezTo>
                  <a:cubicBezTo>
                    <a:pt x="2004788" y="3796837"/>
                    <a:pt x="1994617" y="3784029"/>
                    <a:pt x="1993110" y="3743722"/>
                  </a:cubicBezTo>
                  <a:cubicBezTo>
                    <a:pt x="1992357" y="3722627"/>
                    <a:pt x="1993110" y="3701154"/>
                    <a:pt x="1993110" y="3678552"/>
                  </a:cubicBezTo>
                  <a:cubicBezTo>
                    <a:pt x="1987083" y="3678175"/>
                    <a:pt x="1982186" y="3677045"/>
                    <a:pt x="1977289" y="3677045"/>
                  </a:cubicBezTo>
                  <a:cubicBezTo>
                    <a:pt x="1880852" y="3681942"/>
                    <a:pt x="1784416" y="3687593"/>
                    <a:pt x="1687979" y="3691360"/>
                  </a:cubicBezTo>
                  <a:cubicBezTo>
                    <a:pt x="1673664" y="3692113"/>
                    <a:pt x="1657466" y="3688723"/>
                    <a:pt x="1644658" y="3682319"/>
                  </a:cubicBezTo>
                  <a:cubicBezTo>
                    <a:pt x="1607364" y="3663484"/>
                    <a:pt x="1570824" y="3642388"/>
                    <a:pt x="1534660" y="3621293"/>
                  </a:cubicBezTo>
                  <a:cubicBezTo>
                    <a:pt x="1527503" y="3617149"/>
                    <a:pt x="1522229" y="3608862"/>
                    <a:pt x="1517332" y="3601704"/>
                  </a:cubicBezTo>
                  <a:cubicBezTo>
                    <a:pt x="1487195" y="3558760"/>
                    <a:pt x="1475517" y="3510918"/>
                    <a:pt x="1478531" y="3459310"/>
                  </a:cubicBezTo>
                  <a:cubicBezTo>
                    <a:pt x="1479285" y="3444995"/>
                    <a:pt x="1478531" y="3430680"/>
                    <a:pt x="1478531" y="3411091"/>
                  </a:cubicBezTo>
                  <a:cubicBezTo>
                    <a:pt x="1449148" y="3411091"/>
                    <a:pt x="1419765" y="3411091"/>
                    <a:pt x="1390382" y="3411091"/>
                  </a:cubicBezTo>
                  <a:cubicBezTo>
                    <a:pt x="1273604" y="3410338"/>
                    <a:pt x="1156825" y="3408831"/>
                    <a:pt x="1040423" y="3409585"/>
                  </a:cubicBezTo>
                  <a:cubicBezTo>
                    <a:pt x="1011417" y="3409585"/>
                    <a:pt x="985801" y="3406194"/>
                    <a:pt x="964329" y="3385099"/>
                  </a:cubicBezTo>
                  <a:cubicBezTo>
                    <a:pt x="957925" y="3379072"/>
                    <a:pt x="949260" y="3375304"/>
                    <a:pt x="941726" y="3370784"/>
                  </a:cubicBezTo>
                  <a:cubicBezTo>
                    <a:pt x="940220" y="3371914"/>
                    <a:pt x="938713" y="3373044"/>
                    <a:pt x="937206" y="3374174"/>
                  </a:cubicBezTo>
                  <a:cubicBezTo>
                    <a:pt x="938336" y="3381709"/>
                    <a:pt x="938336" y="3389996"/>
                    <a:pt x="940973" y="3396777"/>
                  </a:cubicBezTo>
                  <a:cubicBezTo>
                    <a:pt x="950014" y="3420886"/>
                    <a:pt x="960562" y="3444241"/>
                    <a:pt x="969603" y="3468351"/>
                  </a:cubicBezTo>
                  <a:cubicBezTo>
                    <a:pt x="994088" y="3533897"/>
                    <a:pt x="1022718" y="3598691"/>
                    <a:pt x="1041177" y="3666121"/>
                  </a:cubicBezTo>
                  <a:cubicBezTo>
                    <a:pt x="1052101" y="3706805"/>
                    <a:pt x="1047581" y="3751633"/>
                    <a:pt x="1049841" y="3794954"/>
                  </a:cubicBezTo>
                  <a:cubicBezTo>
                    <a:pt x="1041553" y="3796461"/>
                    <a:pt x="1037786" y="3797591"/>
                    <a:pt x="1034396" y="3797591"/>
                  </a:cubicBezTo>
                  <a:cubicBezTo>
                    <a:pt x="882584" y="3797968"/>
                    <a:pt x="730395" y="3797214"/>
                    <a:pt x="578583" y="3799474"/>
                  </a:cubicBezTo>
                  <a:cubicBezTo>
                    <a:pt x="532625" y="3800228"/>
                    <a:pt x="506255" y="3783276"/>
                    <a:pt x="488174" y="3741462"/>
                  </a:cubicBezTo>
                  <a:cubicBezTo>
                    <a:pt x="458037" y="3671018"/>
                    <a:pt x="421873" y="3603588"/>
                    <a:pt x="392114" y="3533144"/>
                  </a:cubicBezTo>
                  <a:cubicBezTo>
                    <a:pt x="372148" y="3486056"/>
                    <a:pt x="359340" y="3435954"/>
                    <a:pt x="342765" y="3387359"/>
                  </a:cubicBezTo>
                  <a:cubicBezTo>
                    <a:pt x="332218" y="3356469"/>
                    <a:pt x="322800" y="3325203"/>
                    <a:pt x="309615" y="3295443"/>
                  </a:cubicBezTo>
                  <a:cubicBezTo>
                    <a:pt x="302081" y="3278115"/>
                    <a:pt x="289650" y="3261540"/>
                    <a:pt x="276465" y="3247978"/>
                  </a:cubicBezTo>
                  <a:cubicBezTo>
                    <a:pt x="241055" y="3212568"/>
                    <a:pt x="223350" y="3170377"/>
                    <a:pt x="219206" y="3120652"/>
                  </a:cubicBezTo>
                  <a:cubicBezTo>
                    <a:pt x="214309" y="3065276"/>
                    <a:pt x="213179" y="3012538"/>
                    <a:pt x="242938" y="2962059"/>
                  </a:cubicBezTo>
                  <a:cubicBezTo>
                    <a:pt x="265918" y="2922882"/>
                    <a:pt x="297184" y="2895382"/>
                    <a:pt x="339375" y="2883328"/>
                  </a:cubicBezTo>
                  <a:cubicBezTo>
                    <a:pt x="401531" y="2865623"/>
                    <a:pt x="464441" y="2850554"/>
                    <a:pt x="527351" y="2838123"/>
                  </a:cubicBezTo>
                  <a:cubicBezTo>
                    <a:pt x="635089" y="2816274"/>
                    <a:pt x="742826" y="2795932"/>
                    <a:pt x="850940" y="2777850"/>
                  </a:cubicBezTo>
                  <a:cubicBezTo>
                    <a:pt x="892001" y="2771069"/>
                    <a:pt x="934569" y="2772200"/>
                    <a:pt x="976760" y="2770316"/>
                  </a:cubicBezTo>
                  <a:cubicBezTo>
                    <a:pt x="992581" y="2769563"/>
                    <a:pt x="1008027" y="2769563"/>
                    <a:pt x="1023848" y="2769563"/>
                  </a:cubicBezTo>
                  <a:cubicBezTo>
                    <a:pt x="1048711" y="2769939"/>
                    <a:pt x="1068676" y="2760145"/>
                    <a:pt x="1088641" y="2744324"/>
                  </a:cubicBezTo>
                  <a:cubicBezTo>
                    <a:pt x="1147407" y="2696859"/>
                    <a:pt x="1207680" y="2650901"/>
                    <a:pt x="1267953" y="2604943"/>
                  </a:cubicBezTo>
                  <a:cubicBezTo>
                    <a:pt x="1276617" y="2598539"/>
                    <a:pt x="1287918" y="2595525"/>
                    <a:pt x="1298466" y="2591758"/>
                  </a:cubicBezTo>
                  <a:cubicBezTo>
                    <a:pt x="1324082" y="2583094"/>
                    <a:pt x="1348191" y="2571416"/>
                    <a:pt x="1369663" y="2545046"/>
                  </a:cubicBezTo>
                  <a:cubicBezTo>
                    <a:pt x="1341034" y="2542786"/>
                    <a:pt x="1322952" y="2529602"/>
                    <a:pt x="1308637" y="2509259"/>
                  </a:cubicBezTo>
                  <a:cubicBezTo>
                    <a:pt x="1304493" y="2503232"/>
                    <a:pt x="1290179" y="2503986"/>
                    <a:pt x="1280007" y="2502855"/>
                  </a:cubicBezTo>
                  <a:cubicBezTo>
                    <a:pt x="1260796" y="2500972"/>
                    <a:pt x="1241207" y="2500595"/>
                    <a:pt x="1221995" y="2498712"/>
                  </a:cubicBezTo>
                  <a:cubicBezTo>
                    <a:pt x="1200146" y="2496452"/>
                    <a:pt x="1196002" y="2490424"/>
                    <a:pt x="1199769" y="2469329"/>
                  </a:cubicBezTo>
                  <a:cubicBezTo>
                    <a:pt x="1201653" y="2459534"/>
                    <a:pt x="1203913" y="2449740"/>
                    <a:pt x="1205797" y="2439946"/>
                  </a:cubicBezTo>
                  <a:cubicBezTo>
                    <a:pt x="1208810" y="2422994"/>
                    <a:pt x="1201653" y="2412070"/>
                    <a:pt x="1185831" y="2406042"/>
                  </a:cubicBezTo>
                  <a:cubicBezTo>
                    <a:pt x="1179804" y="2403782"/>
                    <a:pt x="1173777" y="2401899"/>
                    <a:pt x="1167749" y="2401145"/>
                  </a:cubicBezTo>
                  <a:cubicBezTo>
                    <a:pt x="1115388" y="2395495"/>
                    <a:pt x="1072820" y="2371762"/>
                    <a:pt x="1035149" y="2335975"/>
                  </a:cubicBezTo>
                  <a:cubicBezTo>
                    <a:pt x="1024225" y="2325427"/>
                    <a:pt x="1009910" y="2317517"/>
                    <a:pt x="996349" y="2309606"/>
                  </a:cubicBezTo>
                  <a:cubicBezTo>
                    <a:pt x="992581" y="2307346"/>
                    <a:pt x="986177" y="2309983"/>
                    <a:pt x="980904" y="2310359"/>
                  </a:cubicBezTo>
                  <a:cubicBezTo>
                    <a:pt x="982034" y="2315256"/>
                    <a:pt x="982410" y="2321284"/>
                    <a:pt x="985047" y="2325427"/>
                  </a:cubicBezTo>
                  <a:cubicBezTo>
                    <a:pt x="991075" y="2333338"/>
                    <a:pt x="998609" y="2340119"/>
                    <a:pt x="1005013" y="2348030"/>
                  </a:cubicBezTo>
                  <a:cubicBezTo>
                    <a:pt x="1016691" y="2362345"/>
                    <a:pt x="1017067" y="2375529"/>
                    <a:pt x="1001622" y="2384947"/>
                  </a:cubicBezTo>
                  <a:cubicBezTo>
                    <a:pt x="988438" y="2393234"/>
                    <a:pt x="971863" y="2399638"/>
                    <a:pt x="956418" y="2400015"/>
                  </a:cubicBezTo>
                  <a:cubicBezTo>
                    <a:pt x="882584" y="2403029"/>
                    <a:pt x="808373" y="2404912"/>
                    <a:pt x="734162" y="2405289"/>
                  </a:cubicBezTo>
                  <a:cubicBezTo>
                    <a:pt x="521324" y="2406042"/>
                    <a:pt x="308485" y="2404912"/>
                    <a:pt x="95647" y="2406042"/>
                  </a:cubicBezTo>
                  <a:cubicBezTo>
                    <a:pt x="68147" y="2406042"/>
                    <a:pt x="48182" y="2398885"/>
                    <a:pt x="30477" y="2378543"/>
                  </a:cubicBezTo>
                  <a:cubicBezTo>
                    <a:pt x="17292" y="2363098"/>
                    <a:pt x="3354" y="2349160"/>
                    <a:pt x="717" y="2327688"/>
                  </a:cubicBezTo>
                  <a:cubicBezTo>
                    <a:pt x="-1920" y="2302449"/>
                    <a:pt x="2224" y="2279846"/>
                    <a:pt x="21436" y="2262141"/>
                  </a:cubicBezTo>
                  <a:cubicBezTo>
                    <a:pt x="40271" y="2244812"/>
                    <a:pt x="59860" y="2227861"/>
                    <a:pt x="79825" y="2211662"/>
                  </a:cubicBezTo>
                  <a:cubicBezTo>
                    <a:pt x="90750" y="2202622"/>
                    <a:pt x="103557" y="2199985"/>
                    <a:pt x="116366" y="2208649"/>
                  </a:cubicBezTo>
                  <a:cubicBezTo>
                    <a:pt x="135954" y="2221834"/>
                    <a:pt x="154790" y="2219573"/>
                    <a:pt x="170988" y="2203752"/>
                  </a:cubicBezTo>
                  <a:cubicBezTo>
                    <a:pt x="187940" y="2187554"/>
                    <a:pt x="204138" y="2189060"/>
                    <a:pt x="223726" y="2199985"/>
                  </a:cubicBezTo>
                  <a:cubicBezTo>
                    <a:pt x="244822" y="2212039"/>
                    <a:pt x="267424" y="2222210"/>
                    <a:pt x="289650" y="2231628"/>
                  </a:cubicBezTo>
                  <a:cubicBezTo>
                    <a:pt x="308485" y="2239539"/>
                    <a:pt x="326944" y="2236148"/>
                    <a:pt x="341259" y="2220327"/>
                  </a:cubicBezTo>
                  <a:cubicBezTo>
                    <a:pt x="351053" y="2209402"/>
                    <a:pt x="360470" y="2206765"/>
                    <a:pt x="375915" y="2211286"/>
                  </a:cubicBezTo>
                  <a:cubicBezTo>
                    <a:pt x="396634" y="2217690"/>
                    <a:pt x="418860" y="2219573"/>
                    <a:pt x="440709" y="2221457"/>
                  </a:cubicBezTo>
                  <a:cubicBezTo>
                    <a:pt x="503242" y="2226354"/>
                    <a:pt x="565775" y="2230875"/>
                    <a:pt x="628684" y="2234642"/>
                  </a:cubicBezTo>
                  <a:cubicBezTo>
                    <a:pt x="640362" y="2235395"/>
                    <a:pt x="652417" y="2233888"/>
                    <a:pt x="664471" y="2232758"/>
                  </a:cubicBezTo>
                  <a:cubicBezTo>
                    <a:pt x="682177" y="2230498"/>
                    <a:pt x="690464" y="2220327"/>
                    <a:pt x="694984" y="2202622"/>
                  </a:cubicBezTo>
                  <a:cubicBezTo>
                    <a:pt x="699128" y="2186423"/>
                    <a:pt x="710053" y="2171732"/>
                    <a:pt x="719094" y="2156664"/>
                  </a:cubicBezTo>
                  <a:cubicBezTo>
                    <a:pt x="728888" y="2140089"/>
                    <a:pt x="737929" y="2122760"/>
                    <a:pt x="749984" y="2108069"/>
                  </a:cubicBezTo>
                  <a:cubicBezTo>
                    <a:pt x="758271" y="2098274"/>
                    <a:pt x="770325" y="2088103"/>
                    <a:pt x="782757" y="2085466"/>
                  </a:cubicBezTo>
                  <a:cubicBezTo>
                    <a:pt x="813270" y="2078309"/>
                    <a:pt x="844536" y="2074542"/>
                    <a:pt x="875426" y="2070398"/>
                  </a:cubicBezTo>
                  <a:cubicBezTo>
                    <a:pt x="896522" y="2067384"/>
                    <a:pt x="917617" y="2065501"/>
                    <a:pt x="939089" y="2063241"/>
                  </a:cubicBezTo>
                  <a:cubicBezTo>
                    <a:pt x="961692" y="2060980"/>
                    <a:pt x="983541" y="2060604"/>
                    <a:pt x="1004636" y="2072282"/>
                  </a:cubicBezTo>
                  <a:cubicBezTo>
                    <a:pt x="1019704" y="2080569"/>
                    <a:pt x="1038540" y="2082453"/>
                    <a:pt x="1053608" y="2091117"/>
                  </a:cubicBezTo>
                  <a:cubicBezTo>
                    <a:pt x="1087888" y="2110329"/>
                    <a:pt x="1123298" y="2128787"/>
                    <a:pt x="1154188" y="2152897"/>
                  </a:cubicBezTo>
                  <a:cubicBezTo>
                    <a:pt x="1214461" y="2199231"/>
                    <a:pt x="1276994" y="2199231"/>
                    <a:pt x="1344047" y="2173239"/>
                  </a:cubicBezTo>
                  <a:cubicBezTo>
                    <a:pt x="1353842" y="2169471"/>
                    <a:pt x="1364766" y="2167965"/>
                    <a:pt x="1375314" y="2167588"/>
                  </a:cubicBezTo>
                  <a:cubicBezTo>
                    <a:pt x="1412985" y="2167211"/>
                    <a:pt x="1450655" y="2168341"/>
                    <a:pt x="1488326" y="2168718"/>
                  </a:cubicBezTo>
                  <a:cubicBezTo>
                    <a:pt x="1494353" y="2168718"/>
                    <a:pt x="1500757" y="2168718"/>
                    <a:pt x="1507914" y="2168718"/>
                  </a:cubicBezTo>
                  <a:cubicBezTo>
                    <a:pt x="1510928" y="2125774"/>
                    <a:pt x="1512435" y="2083960"/>
                    <a:pt x="1517332" y="2042522"/>
                  </a:cubicBezTo>
                  <a:cubicBezTo>
                    <a:pt x="1531647" y="1917456"/>
                    <a:pt x="1543324" y="1791636"/>
                    <a:pt x="1564043" y="1667700"/>
                  </a:cubicBezTo>
                  <a:cubicBezTo>
                    <a:pt x="1574214" y="1607428"/>
                    <a:pt x="1602090" y="1550168"/>
                    <a:pt x="1622056" y="1491402"/>
                  </a:cubicBezTo>
                  <a:cubicBezTo>
                    <a:pt x="1623939" y="1486129"/>
                    <a:pt x="1626576" y="1480855"/>
                    <a:pt x="1629967" y="1476711"/>
                  </a:cubicBezTo>
                  <a:cubicBezTo>
                    <a:pt x="1663870" y="1438287"/>
                    <a:pt x="1669897" y="1391952"/>
                    <a:pt x="1672158" y="1343357"/>
                  </a:cubicBezTo>
                  <a:cubicBezTo>
                    <a:pt x="1675548" y="1277057"/>
                    <a:pt x="1678938" y="1210380"/>
                    <a:pt x="1686849" y="1144834"/>
                  </a:cubicBezTo>
                  <a:cubicBezTo>
                    <a:pt x="1693253" y="1091342"/>
                    <a:pt x="1715479" y="1041993"/>
                    <a:pt x="1747122" y="998296"/>
                  </a:cubicBezTo>
                  <a:cubicBezTo>
                    <a:pt x="1758800" y="982097"/>
                    <a:pt x="1759176" y="968536"/>
                    <a:pt x="1747875" y="952337"/>
                  </a:cubicBezTo>
                  <a:cubicBezTo>
                    <a:pt x="1743355" y="945933"/>
                    <a:pt x="1744108" y="936139"/>
                    <a:pt x="1741471" y="928228"/>
                  </a:cubicBezTo>
                  <a:cubicBezTo>
                    <a:pt x="1739211" y="921071"/>
                    <a:pt x="1735444" y="914290"/>
                    <a:pt x="1732054" y="907886"/>
                  </a:cubicBezTo>
                  <a:cubicBezTo>
                    <a:pt x="1713972" y="875490"/>
                    <a:pt x="1711712" y="874736"/>
                    <a:pt x="1676301" y="881894"/>
                  </a:cubicBezTo>
                  <a:cubicBezTo>
                    <a:pt x="1643528" y="888298"/>
                    <a:pt x="1611131" y="895078"/>
                    <a:pt x="1578358" y="900729"/>
                  </a:cubicBezTo>
                  <a:cubicBezTo>
                    <a:pt x="1550858" y="905626"/>
                    <a:pt x="1525243" y="898469"/>
                    <a:pt x="1506030" y="878127"/>
                  </a:cubicBezTo>
                  <a:cubicBezTo>
                    <a:pt x="1497743" y="869462"/>
                    <a:pt x="1493223" y="855901"/>
                    <a:pt x="1490586" y="843470"/>
                  </a:cubicBezTo>
                  <a:cubicBezTo>
                    <a:pt x="1488326" y="833299"/>
                    <a:pt x="1489832" y="821997"/>
                    <a:pt x="1492469" y="811826"/>
                  </a:cubicBezTo>
                  <a:cubicBezTo>
                    <a:pt x="1499250" y="785457"/>
                    <a:pt x="1492846" y="764738"/>
                    <a:pt x="1469490" y="750047"/>
                  </a:cubicBezTo>
                  <a:cubicBezTo>
                    <a:pt x="1459696" y="743643"/>
                    <a:pt x="1458566" y="735732"/>
                    <a:pt x="1464970" y="725938"/>
                  </a:cubicBezTo>
                  <a:cubicBezTo>
                    <a:pt x="1467983" y="721417"/>
                    <a:pt x="1469867" y="716143"/>
                    <a:pt x="1472880" y="710493"/>
                  </a:cubicBezTo>
                  <a:cubicBezTo>
                    <a:pt x="1468737" y="707479"/>
                    <a:pt x="1465346" y="704466"/>
                    <a:pt x="1461579" y="702582"/>
                  </a:cubicBezTo>
                  <a:cubicBezTo>
                    <a:pt x="1444628" y="694671"/>
                    <a:pt x="1440861" y="683370"/>
                    <a:pt x="1448772" y="666042"/>
                  </a:cubicBezTo>
                  <a:cubicBezTo>
                    <a:pt x="1452915" y="656624"/>
                    <a:pt x="1452915" y="645323"/>
                    <a:pt x="1454422" y="635152"/>
                  </a:cubicBezTo>
                  <a:cubicBezTo>
                    <a:pt x="1456682" y="620460"/>
                    <a:pt x="1449148" y="615186"/>
                    <a:pt x="1435587" y="613680"/>
                  </a:cubicBezTo>
                  <a:cubicBezTo>
                    <a:pt x="1421272" y="612173"/>
                    <a:pt x="1406957" y="610289"/>
                    <a:pt x="1393396" y="606522"/>
                  </a:cubicBezTo>
                  <a:cubicBezTo>
                    <a:pt x="1376444" y="601625"/>
                    <a:pt x="1368533" y="589570"/>
                    <a:pt x="1373807" y="571865"/>
                  </a:cubicBezTo>
                  <a:cubicBezTo>
                    <a:pt x="1379081" y="555290"/>
                    <a:pt x="1384732" y="538339"/>
                    <a:pt x="1392266" y="522894"/>
                  </a:cubicBezTo>
                  <a:cubicBezTo>
                    <a:pt x="1411478" y="482963"/>
                    <a:pt x="1432573" y="443409"/>
                    <a:pt x="1452162" y="403478"/>
                  </a:cubicBezTo>
                  <a:cubicBezTo>
                    <a:pt x="1454799" y="398204"/>
                    <a:pt x="1456682" y="389163"/>
                    <a:pt x="1454422" y="384643"/>
                  </a:cubicBezTo>
                  <a:cubicBezTo>
                    <a:pt x="1436340" y="352623"/>
                    <a:pt x="1439354" y="318720"/>
                    <a:pt x="1444628" y="285193"/>
                  </a:cubicBezTo>
                  <a:cubicBezTo>
                    <a:pt x="1461203" y="180092"/>
                    <a:pt x="1519969" y="103621"/>
                    <a:pt x="1613015" y="56156"/>
                  </a:cubicBezTo>
                  <a:cubicBezTo>
                    <a:pt x="1732054" y="-4870"/>
                    <a:pt x="1857873" y="-16925"/>
                    <a:pt x="1985576" y="23759"/>
                  </a:cubicBezTo>
                  <a:cubicBezTo>
                    <a:pt x="2116669" y="65197"/>
                    <a:pt x="2199545" y="180092"/>
                    <a:pt x="2207456" y="321356"/>
                  </a:cubicBezTo>
                  <a:cubicBezTo>
                    <a:pt x="2211599" y="395191"/>
                    <a:pt x="2201428" y="466011"/>
                    <a:pt x="2168278" y="533441"/>
                  </a:cubicBezTo>
                  <a:cubicBezTo>
                    <a:pt x="2151703" y="566968"/>
                    <a:pt x="2135128" y="603132"/>
                    <a:pt x="2143039" y="641556"/>
                  </a:cubicBezTo>
                  <a:cubicBezTo>
                    <a:pt x="2158484" y="715013"/>
                    <a:pt x="2173929" y="788847"/>
                    <a:pt x="2225537" y="848744"/>
                  </a:cubicBezTo>
                  <a:cubicBezTo>
                    <a:pt x="2240229" y="865695"/>
                    <a:pt x="2249646" y="888674"/>
                    <a:pt x="2255674" y="910523"/>
                  </a:cubicBezTo>
                  <a:cubicBezTo>
                    <a:pt x="2262831" y="936139"/>
                    <a:pt x="2273756" y="956481"/>
                    <a:pt x="2294851" y="972303"/>
                  </a:cubicBezTo>
                  <a:cubicBezTo>
                    <a:pt x="2369439" y="1029185"/>
                    <a:pt x="2442143" y="1088328"/>
                    <a:pt x="2500155" y="1162539"/>
                  </a:cubicBezTo>
                  <a:cubicBezTo>
                    <a:pt x="2518237" y="1185518"/>
                    <a:pt x="2531799" y="1211511"/>
                    <a:pt x="2547620" y="1236373"/>
                  </a:cubicBezTo>
                  <a:cubicBezTo>
                    <a:pt x="2554778" y="1247297"/>
                    <a:pt x="2561558" y="1258975"/>
                    <a:pt x="2570222" y="1268770"/>
                  </a:cubicBezTo>
                  <a:cubicBezTo>
                    <a:pt x="2652344" y="1360686"/>
                    <a:pt x="2694158" y="1469553"/>
                    <a:pt x="2707720" y="1590476"/>
                  </a:cubicBezTo>
                  <a:cubicBezTo>
                    <a:pt x="2712994" y="1639071"/>
                    <a:pt x="2716761" y="1687666"/>
                    <a:pt x="2721281" y="1736261"/>
                  </a:cubicBezTo>
                  <a:cubicBezTo>
                    <a:pt x="2722411" y="1747939"/>
                    <a:pt x="2723165" y="1759616"/>
                    <a:pt x="2724671" y="1776191"/>
                  </a:cubicBezTo>
                  <a:cubicBezTo>
                    <a:pt x="2735596" y="1769411"/>
                    <a:pt x="2744260" y="1766020"/>
                    <a:pt x="2750664" y="1759993"/>
                  </a:cubicBezTo>
                  <a:cubicBezTo>
                    <a:pt x="2782684" y="1730987"/>
                    <a:pt x="2821108" y="1717425"/>
                    <a:pt x="2862545" y="1710268"/>
                  </a:cubicBezTo>
                  <a:cubicBezTo>
                    <a:pt x="2893812" y="1704618"/>
                    <a:pt x="2913401" y="1716672"/>
                    <a:pt x="2923195" y="1747185"/>
                  </a:cubicBezTo>
                  <a:cubicBezTo>
                    <a:pt x="2934873" y="1783349"/>
                    <a:pt x="2929223" y="1819136"/>
                    <a:pt x="2920182" y="1854923"/>
                  </a:cubicBezTo>
                  <a:cubicBezTo>
                    <a:pt x="2912271" y="1886566"/>
                    <a:pt x="2903983" y="1918209"/>
                    <a:pt x="2898332" y="1950229"/>
                  </a:cubicBezTo>
                  <a:cubicBezTo>
                    <a:pt x="2893436" y="1979612"/>
                    <a:pt x="2897579" y="1983756"/>
                    <a:pt x="2926585" y="1988276"/>
                  </a:cubicBezTo>
                  <a:cubicBezTo>
                    <a:pt x="2961242" y="1993927"/>
                    <a:pt x="2968023" y="1999954"/>
                    <a:pt x="2970283" y="2035365"/>
                  </a:cubicBezTo>
                  <a:cubicBezTo>
                    <a:pt x="2973297" y="2083960"/>
                    <a:pt x="2968777" y="2131048"/>
                    <a:pt x="2958229" y="2179266"/>
                  </a:cubicBezTo>
                  <a:cubicBezTo>
                    <a:pt x="2948811" y="2222964"/>
                    <a:pt x="2946927" y="2268545"/>
                    <a:pt x="2944667" y="2313750"/>
                  </a:cubicBezTo>
                  <a:cubicBezTo>
                    <a:pt x="2939017" y="2416967"/>
                    <a:pt x="2960112" y="2517170"/>
                    <a:pt x="2975180" y="2618504"/>
                  </a:cubicBezTo>
                  <a:cubicBezTo>
                    <a:pt x="2987612" y="2702886"/>
                    <a:pt x="2993262" y="2788398"/>
                    <a:pt x="3010214" y="2872026"/>
                  </a:cubicBezTo>
                  <a:cubicBezTo>
                    <a:pt x="3022645" y="2934936"/>
                    <a:pt x="3022268" y="2997846"/>
                    <a:pt x="3028673" y="3060379"/>
                  </a:cubicBezTo>
                  <a:cubicBezTo>
                    <a:pt x="3031686" y="3090139"/>
                    <a:pt x="3038467" y="3119145"/>
                    <a:pt x="3043364" y="3148528"/>
                  </a:cubicBezTo>
                  <a:cubicBezTo>
                    <a:pt x="3042611" y="3216335"/>
                    <a:pt x="3042611" y="3285272"/>
                    <a:pt x="3042611" y="3354209"/>
                  </a:cubicBezTo>
                  <a:close/>
                  <a:moveTo>
                    <a:pt x="2691522" y="3596430"/>
                  </a:moveTo>
                  <a:cubicBezTo>
                    <a:pt x="2692652" y="3598314"/>
                    <a:pt x="2693782" y="3600574"/>
                    <a:pt x="2694912" y="3602458"/>
                  </a:cubicBezTo>
                  <a:cubicBezTo>
                    <a:pt x="2703953" y="3601704"/>
                    <a:pt x="2713747" y="3603211"/>
                    <a:pt x="2722035" y="3600197"/>
                  </a:cubicBezTo>
                  <a:cubicBezTo>
                    <a:pt x="2748027" y="3591533"/>
                    <a:pt x="2773267" y="3579855"/>
                    <a:pt x="2799636" y="3572321"/>
                  </a:cubicBezTo>
                  <a:cubicBezTo>
                    <a:pt x="2827889" y="3564034"/>
                    <a:pt x="2850491" y="3548212"/>
                    <a:pt x="2869703" y="3527117"/>
                  </a:cubicBezTo>
                  <a:cubicBezTo>
                    <a:pt x="2932236" y="3458933"/>
                    <a:pt x="2962372" y="3377941"/>
                    <a:pt x="2966516" y="3286402"/>
                  </a:cubicBezTo>
                  <a:cubicBezTo>
                    <a:pt x="2974051" y="3116131"/>
                    <a:pt x="2959359" y="2947744"/>
                    <a:pt x="2919051" y="2781994"/>
                  </a:cubicBezTo>
                  <a:cubicBezTo>
                    <a:pt x="2886655" y="2647510"/>
                    <a:pt x="2870457" y="2511143"/>
                    <a:pt x="2864052" y="2373269"/>
                  </a:cubicBezTo>
                  <a:cubicBezTo>
                    <a:pt x="2861039" y="2305462"/>
                    <a:pt x="2860285" y="2237655"/>
                    <a:pt x="2858025" y="2170225"/>
                  </a:cubicBezTo>
                  <a:cubicBezTo>
                    <a:pt x="2857649" y="2162314"/>
                    <a:pt x="2856142" y="2154403"/>
                    <a:pt x="2855388" y="2146869"/>
                  </a:cubicBezTo>
                  <a:cubicBezTo>
                    <a:pt x="2853505" y="2146493"/>
                    <a:pt x="2851621" y="2146116"/>
                    <a:pt x="2849361" y="2146116"/>
                  </a:cubicBezTo>
                  <a:cubicBezTo>
                    <a:pt x="2844464" y="2163068"/>
                    <a:pt x="2838060" y="2179643"/>
                    <a:pt x="2835046" y="2196971"/>
                  </a:cubicBezTo>
                  <a:cubicBezTo>
                    <a:pt x="2809054" y="2352173"/>
                    <a:pt x="2782308" y="2507376"/>
                    <a:pt x="2759705" y="2662955"/>
                  </a:cubicBezTo>
                  <a:cubicBezTo>
                    <a:pt x="2753301" y="2705900"/>
                    <a:pt x="2733336" y="2731515"/>
                    <a:pt x="2696795" y="2748091"/>
                  </a:cubicBezTo>
                  <a:cubicBezTo>
                    <a:pt x="2691145" y="2750728"/>
                    <a:pt x="2680974" y="2751104"/>
                    <a:pt x="2676454" y="2747714"/>
                  </a:cubicBezTo>
                  <a:cubicBezTo>
                    <a:pt x="2649707" y="2727372"/>
                    <a:pt x="2621078" y="2708160"/>
                    <a:pt x="2613167" y="2671619"/>
                  </a:cubicBezTo>
                  <a:cubicBezTo>
                    <a:pt x="2610907" y="2660695"/>
                    <a:pt x="2604880" y="2657305"/>
                    <a:pt x="2593955" y="2663332"/>
                  </a:cubicBezTo>
                  <a:cubicBezTo>
                    <a:pt x="2562688" y="2681414"/>
                    <a:pt x="2540463" y="2723228"/>
                    <a:pt x="2547243" y="2759015"/>
                  </a:cubicBezTo>
                  <a:cubicBezTo>
                    <a:pt x="2556284" y="2806480"/>
                    <a:pt x="2571353" y="2852815"/>
                    <a:pt x="2578133" y="2900279"/>
                  </a:cubicBezTo>
                  <a:cubicBezTo>
                    <a:pt x="2588304" y="2972984"/>
                    <a:pt x="2594332" y="3046064"/>
                    <a:pt x="2600359" y="3119145"/>
                  </a:cubicBezTo>
                  <a:cubicBezTo>
                    <a:pt x="2601866" y="3134967"/>
                    <a:pt x="2605256" y="3141747"/>
                    <a:pt x="2622208" y="3143631"/>
                  </a:cubicBezTo>
                  <a:cubicBezTo>
                    <a:pt x="2650837" y="3147021"/>
                    <a:pt x="2679467" y="3151542"/>
                    <a:pt x="2707343" y="3158699"/>
                  </a:cubicBezTo>
                  <a:cubicBezTo>
                    <a:pt x="2764602" y="3173390"/>
                    <a:pt x="2801143" y="3211061"/>
                    <a:pt x="2815457" y="3267567"/>
                  </a:cubicBezTo>
                  <a:cubicBezTo>
                    <a:pt x="2822238" y="3294690"/>
                    <a:pt x="2826382" y="3323319"/>
                    <a:pt x="2826382" y="3351195"/>
                  </a:cubicBezTo>
                  <a:cubicBezTo>
                    <a:pt x="2826382" y="3374928"/>
                    <a:pt x="2821862" y="3400167"/>
                    <a:pt x="2812821" y="3422016"/>
                  </a:cubicBezTo>
                  <a:cubicBezTo>
                    <a:pt x="2790218" y="3476261"/>
                    <a:pt x="2758198" y="3524856"/>
                    <a:pt x="2716008" y="3566294"/>
                  </a:cubicBezTo>
                  <a:cubicBezTo>
                    <a:pt x="2706590" y="3575712"/>
                    <a:pt x="2699432" y="3586636"/>
                    <a:pt x="2691522" y="3596430"/>
                  </a:cubicBezTo>
                  <a:close/>
                  <a:moveTo>
                    <a:pt x="795188" y="2192451"/>
                  </a:moveTo>
                  <a:cubicBezTo>
                    <a:pt x="792551" y="2191321"/>
                    <a:pt x="789914" y="2190567"/>
                    <a:pt x="787654" y="2189437"/>
                  </a:cubicBezTo>
                  <a:cubicBezTo>
                    <a:pt x="777106" y="2205635"/>
                    <a:pt x="765805" y="2221834"/>
                    <a:pt x="756011" y="2238785"/>
                  </a:cubicBezTo>
                  <a:cubicBezTo>
                    <a:pt x="754504" y="2241045"/>
                    <a:pt x="758648" y="2249710"/>
                    <a:pt x="761661" y="2251217"/>
                  </a:cubicBezTo>
                  <a:cubicBezTo>
                    <a:pt x="775223" y="2257621"/>
                    <a:pt x="788407" y="2256114"/>
                    <a:pt x="795565" y="2241799"/>
                  </a:cubicBezTo>
                  <a:cubicBezTo>
                    <a:pt x="803852" y="2225601"/>
                    <a:pt x="803099" y="2208649"/>
                    <a:pt x="795188" y="2192451"/>
                  </a:cubicBezTo>
                  <a:close/>
                  <a:moveTo>
                    <a:pt x="854331" y="2241422"/>
                  </a:moveTo>
                  <a:cubicBezTo>
                    <a:pt x="865255" y="2257621"/>
                    <a:pt x="873919" y="2271559"/>
                    <a:pt x="884467" y="2284743"/>
                  </a:cubicBezTo>
                  <a:cubicBezTo>
                    <a:pt x="887104" y="2288134"/>
                    <a:pt x="895392" y="2290017"/>
                    <a:pt x="899159" y="2288510"/>
                  </a:cubicBezTo>
                  <a:cubicBezTo>
                    <a:pt x="902926" y="2286627"/>
                    <a:pt x="906316" y="2279846"/>
                    <a:pt x="907069" y="2274949"/>
                  </a:cubicBezTo>
                  <a:cubicBezTo>
                    <a:pt x="909330" y="2250463"/>
                    <a:pt x="886727" y="2234265"/>
                    <a:pt x="854331" y="2241422"/>
                  </a:cubicBezTo>
                  <a:close/>
                </a:path>
              </a:pathLst>
            </a:custGeom>
            <a:grpFill/>
            <a:ln w="3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8">
              <a:extLst>
                <a:ext uri="{FF2B5EF4-FFF2-40B4-BE49-F238E27FC236}">
                  <a16:creationId xmlns="" xmlns:a16="http://schemas.microsoft.com/office/drawing/2014/main" id="{1A6B0133-500B-4858-B5E7-E9F2B1FC1FF1}"/>
                </a:ext>
              </a:extLst>
            </p:cNvPr>
            <p:cNvSpPr/>
            <p:nvPr/>
          </p:nvSpPr>
          <p:spPr>
            <a:xfrm>
              <a:off x="145452" y="5109987"/>
              <a:ext cx="2934533" cy="1363672"/>
            </a:xfrm>
            <a:custGeom>
              <a:avLst/>
              <a:gdLst>
                <a:gd name="connsiteX0" fmla="*/ 377 w 2934532"/>
                <a:gd name="connsiteY0" fmla="*/ 59143 h 1363672"/>
                <a:gd name="connsiteX1" fmla="*/ 43698 w 2934532"/>
                <a:gd name="connsiteY1" fmla="*/ 6781 h 1363672"/>
                <a:gd name="connsiteX2" fmla="*/ 66677 w 2934532"/>
                <a:gd name="connsiteY2" fmla="*/ 1884 h 1363672"/>
                <a:gd name="connsiteX3" fmla="*/ 629851 w 2934532"/>
                <a:gd name="connsiteY3" fmla="*/ 1130 h 1363672"/>
                <a:gd name="connsiteX4" fmla="*/ 2844500 w 2934532"/>
                <a:gd name="connsiteY4" fmla="*/ 0 h 1363672"/>
                <a:gd name="connsiteX5" fmla="*/ 2885561 w 2934532"/>
                <a:gd name="connsiteY5" fmla="*/ 16952 h 1363672"/>
                <a:gd name="connsiteX6" fmla="*/ 2907033 w 2934532"/>
                <a:gd name="connsiteY6" fmla="*/ 38047 h 1363672"/>
                <a:gd name="connsiteX7" fmla="*/ 2932649 w 2934532"/>
                <a:gd name="connsiteY7" fmla="*/ 134107 h 1363672"/>
                <a:gd name="connsiteX8" fmla="*/ 2905903 w 2934532"/>
                <a:gd name="connsiteY8" fmla="*/ 168010 h 1363672"/>
                <a:gd name="connsiteX9" fmla="*/ 2844877 w 2934532"/>
                <a:gd name="connsiteY9" fmla="*/ 201160 h 1363672"/>
                <a:gd name="connsiteX10" fmla="*/ 2811727 w 2934532"/>
                <a:gd name="connsiteY10" fmla="*/ 205681 h 1363672"/>
                <a:gd name="connsiteX11" fmla="*/ 2171328 w 2934532"/>
                <a:gd name="connsiteY11" fmla="*/ 210201 h 1363672"/>
                <a:gd name="connsiteX12" fmla="*/ 1773904 w 2934532"/>
                <a:gd name="connsiteY12" fmla="*/ 213592 h 1363672"/>
                <a:gd name="connsiteX13" fmla="*/ 1749795 w 2934532"/>
                <a:gd name="connsiteY13" fmla="*/ 214722 h 1363672"/>
                <a:gd name="connsiteX14" fmla="*/ 1739624 w 2934532"/>
                <a:gd name="connsiteY14" fmla="*/ 1364802 h 1363672"/>
                <a:gd name="connsiteX15" fmla="*/ 1588942 w 2934532"/>
                <a:gd name="connsiteY15" fmla="*/ 1364802 h 1363672"/>
                <a:gd name="connsiteX16" fmla="*/ 1581408 w 2934532"/>
                <a:gd name="connsiteY16" fmla="*/ 215099 h 1363672"/>
                <a:gd name="connsiteX17" fmla="*/ 1555039 w 2934532"/>
                <a:gd name="connsiteY17" fmla="*/ 213215 h 1363672"/>
                <a:gd name="connsiteX18" fmla="*/ 419273 w 2934532"/>
                <a:gd name="connsiteY18" fmla="*/ 211708 h 1363672"/>
                <a:gd name="connsiteX19" fmla="*/ 378965 w 2934532"/>
                <a:gd name="connsiteY19" fmla="*/ 248249 h 1363672"/>
                <a:gd name="connsiteX20" fmla="*/ 374068 w 2934532"/>
                <a:gd name="connsiteY20" fmla="*/ 391396 h 1363672"/>
                <a:gd name="connsiteX21" fmla="*/ 369548 w 2934532"/>
                <a:gd name="connsiteY21" fmla="*/ 1340693 h 1363672"/>
                <a:gd name="connsiteX22" fmla="*/ 369548 w 2934532"/>
                <a:gd name="connsiteY22" fmla="*/ 1364802 h 1363672"/>
                <a:gd name="connsiteX23" fmla="*/ 218112 w 2934532"/>
                <a:gd name="connsiteY23" fmla="*/ 1364802 h 1363672"/>
                <a:gd name="connsiteX24" fmla="*/ 209071 w 2934532"/>
                <a:gd name="connsiteY24" fmla="*/ 211331 h 1363672"/>
                <a:gd name="connsiteX25" fmla="*/ 0 w 2934532"/>
                <a:gd name="connsiteY25" fmla="*/ 176675 h 1363672"/>
                <a:gd name="connsiteX26" fmla="*/ 377 w 2934532"/>
                <a:gd name="connsiteY26" fmla="*/ 59143 h 1363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34532" h="1363672">
                  <a:moveTo>
                    <a:pt x="377" y="59143"/>
                  </a:moveTo>
                  <a:cubicBezTo>
                    <a:pt x="7157" y="35410"/>
                    <a:pt x="25616" y="21095"/>
                    <a:pt x="43698" y="6781"/>
                  </a:cubicBezTo>
                  <a:cubicBezTo>
                    <a:pt x="49348" y="2260"/>
                    <a:pt x="58766" y="1884"/>
                    <a:pt x="66677" y="1884"/>
                  </a:cubicBezTo>
                  <a:cubicBezTo>
                    <a:pt x="254276" y="1507"/>
                    <a:pt x="442252" y="1507"/>
                    <a:pt x="629851" y="1130"/>
                  </a:cubicBezTo>
                  <a:cubicBezTo>
                    <a:pt x="1368193" y="753"/>
                    <a:pt x="2106535" y="753"/>
                    <a:pt x="2844500" y="0"/>
                  </a:cubicBezTo>
                  <a:cubicBezTo>
                    <a:pt x="2861452" y="0"/>
                    <a:pt x="2874637" y="3390"/>
                    <a:pt x="2885561" y="16952"/>
                  </a:cubicBezTo>
                  <a:cubicBezTo>
                    <a:pt x="2891965" y="24862"/>
                    <a:pt x="2899122" y="31643"/>
                    <a:pt x="2907033" y="38047"/>
                  </a:cubicBezTo>
                  <a:cubicBezTo>
                    <a:pt x="2938300" y="64040"/>
                    <a:pt x="2940937" y="98697"/>
                    <a:pt x="2932649" y="134107"/>
                  </a:cubicBezTo>
                  <a:cubicBezTo>
                    <a:pt x="2929635" y="146915"/>
                    <a:pt x="2917204" y="159723"/>
                    <a:pt x="2905903" y="168010"/>
                  </a:cubicBezTo>
                  <a:cubicBezTo>
                    <a:pt x="2887068" y="181195"/>
                    <a:pt x="2865972" y="191743"/>
                    <a:pt x="2844877" y="201160"/>
                  </a:cubicBezTo>
                  <a:cubicBezTo>
                    <a:pt x="2835083" y="205304"/>
                    <a:pt x="2823028" y="205681"/>
                    <a:pt x="2811727" y="205681"/>
                  </a:cubicBezTo>
                  <a:cubicBezTo>
                    <a:pt x="2598135" y="207188"/>
                    <a:pt x="2384920" y="208694"/>
                    <a:pt x="2171328" y="210201"/>
                  </a:cubicBezTo>
                  <a:cubicBezTo>
                    <a:pt x="2038728" y="210955"/>
                    <a:pt x="1906504" y="212462"/>
                    <a:pt x="1773904" y="213592"/>
                  </a:cubicBezTo>
                  <a:cubicBezTo>
                    <a:pt x="1767124" y="213592"/>
                    <a:pt x="1760343" y="214345"/>
                    <a:pt x="1749795" y="214722"/>
                  </a:cubicBezTo>
                  <a:cubicBezTo>
                    <a:pt x="1740001" y="598208"/>
                    <a:pt x="1742638" y="980940"/>
                    <a:pt x="1739624" y="1364802"/>
                  </a:cubicBezTo>
                  <a:cubicBezTo>
                    <a:pt x="1689146" y="1364802"/>
                    <a:pt x="1640174" y="1364802"/>
                    <a:pt x="1588942" y="1364802"/>
                  </a:cubicBezTo>
                  <a:cubicBezTo>
                    <a:pt x="1586305" y="982070"/>
                    <a:pt x="1584045" y="599338"/>
                    <a:pt x="1581408" y="215099"/>
                  </a:cubicBezTo>
                  <a:cubicBezTo>
                    <a:pt x="1569730" y="214345"/>
                    <a:pt x="1562573" y="213215"/>
                    <a:pt x="1555039" y="213215"/>
                  </a:cubicBezTo>
                  <a:cubicBezTo>
                    <a:pt x="1176450" y="212838"/>
                    <a:pt x="797861" y="212085"/>
                    <a:pt x="419273" y="211708"/>
                  </a:cubicBezTo>
                  <a:cubicBezTo>
                    <a:pt x="382732" y="211708"/>
                    <a:pt x="381226" y="212462"/>
                    <a:pt x="378965" y="248249"/>
                  </a:cubicBezTo>
                  <a:cubicBezTo>
                    <a:pt x="375952" y="295713"/>
                    <a:pt x="374445" y="343555"/>
                    <a:pt x="374068" y="391396"/>
                  </a:cubicBezTo>
                  <a:cubicBezTo>
                    <a:pt x="372185" y="707829"/>
                    <a:pt x="371055" y="1024261"/>
                    <a:pt x="369548" y="1340693"/>
                  </a:cubicBezTo>
                  <a:cubicBezTo>
                    <a:pt x="369548" y="1348227"/>
                    <a:pt x="369548" y="1355761"/>
                    <a:pt x="369548" y="1364802"/>
                  </a:cubicBezTo>
                  <a:cubicBezTo>
                    <a:pt x="319446" y="1364802"/>
                    <a:pt x="270474" y="1364802"/>
                    <a:pt x="218112" y="1364802"/>
                  </a:cubicBezTo>
                  <a:cubicBezTo>
                    <a:pt x="215099" y="980563"/>
                    <a:pt x="212085" y="596324"/>
                    <a:pt x="209071" y="211331"/>
                  </a:cubicBezTo>
                  <a:cubicBezTo>
                    <a:pt x="137121" y="205304"/>
                    <a:pt x="64040" y="216982"/>
                    <a:pt x="0" y="176675"/>
                  </a:cubicBezTo>
                  <a:cubicBezTo>
                    <a:pt x="377" y="137121"/>
                    <a:pt x="377" y="98320"/>
                    <a:pt x="377" y="59143"/>
                  </a:cubicBezTo>
                  <a:close/>
                </a:path>
              </a:pathLst>
            </a:custGeom>
            <a:grpFill/>
            <a:ln w="3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9">
              <a:extLst>
                <a:ext uri="{FF2B5EF4-FFF2-40B4-BE49-F238E27FC236}">
                  <a16:creationId xmlns="" xmlns:a16="http://schemas.microsoft.com/office/drawing/2014/main" id="{B2E620B2-1172-4D1A-8C6D-E3BBA10C2E7B}"/>
                </a:ext>
              </a:extLst>
            </p:cNvPr>
            <p:cNvSpPr/>
            <p:nvPr/>
          </p:nvSpPr>
          <p:spPr>
            <a:xfrm>
              <a:off x="259594" y="4647016"/>
              <a:ext cx="1344837" cy="433211"/>
            </a:xfrm>
            <a:custGeom>
              <a:avLst/>
              <a:gdLst>
                <a:gd name="connsiteX0" fmla="*/ 1344837 w 1344837"/>
                <a:gd name="connsiteY0" fmla="*/ 436224 h 433210"/>
                <a:gd name="connsiteX1" fmla="*/ 0 w 1344837"/>
                <a:gd name="connsiteY1" fmla="*/ 436224 h 433210"/>
                <a:gd name="connsiteX2" fmla="*/ 0 w 1344837"/>
                <a:gd name="connsiteY2" fmla="*/ 51609 h 433210"/>
                <a:gd name="connsiteX3" fmla="*/ 51609 w 1344837"/>
                <a:gd name="connsiteY3" fmla="*/ 0 h 433210"/>
                <a:gd name="connsiteX4" fmla="*/ 1293605 w 1344837"/>
                <a:gd name="connsiteY4" fmla="*/ 0 h 433210"/>
                <a:gd name="connsiteX5" fmla="*/ 1345214 w 1344837"/>
                <a:gd name="connsiteY5" fmla="*/ 51609 h 433210"/>
                <a:gd name="connsiteX6" fmla="*/ 1345214 w 1344837"/>
                <a:gd name="connsiteY6" fmla="*/ 436224 h 43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4837" h="433210">
                  <a:moveTo>
                    <a:pt x="1344837" y="436224"/>
                  </a:moveTo>
                  <a:lnTo>
                    <a:pt x="0" y="436224"/>
                  </a:lnTo>
                  <a:lnTo>
                    <a:pt x="0" y="51609"/>
                  </a:lnTo>
                  <a:cubicBezTo>
                    <a:pt x="0" y="23356"/>
                    <a:pt x="23356" y="0"/>
                    <a:pt x="51609" y="0"/>
                  </a:cubicBezTo>
                  <a:lnTo>
                    <a:pt x="1293605" y="0"/>
                  </a:lnTo>
                  <a:cubicBezTo>
                    <a:pt x="1321858" y="0"/>
                    <a:pt x="1345214" y="23356"/>
                    <a:pt x="1345214" y="51609"/>
                  </a:cubicBezTo>
                  <a:lnTo>
                    <a:pt x="1345214" y="436224"/>
                  </a:lnTo>
                  <a:close/>
                </a:path>
              </a:pathLst>
            </a:custGeom>
            <a:grpFill/>
            <a:ln w="3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10">
              <a:extLst>
                <a:ext uri="{FF2B5EF4-FFF2-40B4-BE49-F238E27FC236}">
                  <a16:creationId xmlns="" xmlns:a16="http://schemas.microsoft.com/office/drawing/2014/main" id="{361950C4-297B-4149-8B73-812FFF192F7A}"/>
                </a:ext>
              </a:extLst>
            </p:cNvPr>
            <p:cNvSpPr/>
            <p:nvPr/>
          </p:nvSpPr>
          <p:spPr>
            <a:xfrm>
              <a:off x="606539" y="2697368"/>
              <a:ext cx="749643" cy="1936264"/>
            </a:xfrm>
            <a:custGeom>
              <a:avLst/>
              <a:gdLst>
                <a:gd name="connsiteX0" fmla="*/ 0 w 749643"/>
                <a:gd name="connsiteY0" fmla="*/ 1936841 h 1936263"/>
                <a:gd name="connsiteX1" fmla="*/ 752280 w 749643"/>
                <a:gd name="connsiteY1" fmla="*/ 1936841 h 1936263"/>
                <a:gd name="connsiteX2" fmla="*/ 752280 w 749643"/>
                <a:gd name="connsiteY2" fmla="*/ 1930437 h 1936263"/>
                <a:gd name="connsiteX3" fmla="*/ 640399 w 749643"/>
                <a:gd name="connsiteY3" fmla="*/ 1827220 h 1936263"/>
                <a:gd name="connsiteX4" fmla="*/ 391397 w 749643"/>
                <a:gd name="connsiteY4" fmla="*/ 1808008 h 1936263"/>
                <a:gd name="connsiteX5" fmla="*/ 430197 w 749643"/>
                <a:gd name="connsiteY5" fmla="*/ 1635854 h 1936263"/>
                <a:gd name="connsiteX6" fmla="*/ 448279 w 749643"/>
                <a:gd name="connsiteY6" fmla="*/ 1632087 h 1936263"/>
                <a:gd name="connsiteX7" fmla="*/ 468621 w 749643"/>
                <a:gd name="connsiteY7" fmla="*/ 1644894 h 1936263"/>
                <a:gd name="connsiteX8" fmla="*/ 583516 w 749643"/>
                <a:gd name="connsiteY8" fmla="*/ 1653559 h 1936263"/>
                <a:gd name="connsiteX9" fmla="*/ 533038 w 749643"/>
                <a:gd name="connsiteY9" fmla="*/ 23556 h 1936263"/>
                <a:gd name="connsiteX10" fmla="*/ 350336 w 749643"/>
                <a:gd name="connsiteY10" fmla="*/ 23179 h 1936263"/>
                <a:gd name="connsiteX11" fmla="*/ 237701 w 749643"/>
                <a:gd name="connsiteY11" fmla="*/ 180642 h 1936263"/>
                <a:gd name="connsiteX12" fmla="*/ 217736 w 749643"/>
                <a:gd name="connsiteY12" fmla="*/ 240538 h 1936263"/>
                <a:gd name="connsiteX13" fmla="*/ 266707 w 749643"/>
                <a:gd name="connsiteY13" fmla="*/ 1076070 h 1936263"/>
                <a:gd name="connsiteX14" fmla="*/ 337528 w 749643"/>
                <a:gd name="connsiteY14" fmla="*/ 1252368 h 1936263"/>
                <a:gd name="connsiteX15" fmla="*/ 392150 w 749643"/>
                <a:gd name="connsiteY15" fmla="*/ 1331099 h 1936263"/>
                <a:gd name="connsiteX16" fmla="*/ 382356 w 749643"/>
                <a:gd name="connsiteY16" fmla="*/ 1382331 h 1936263"/>
                <a:gd name="connsiteX17" fmla="*/ 346945 w 749643"/>
                <a:gd name="connsiteY17" fmla="*/ 1398906 h 1936263"/>
                <a:gd name="connsiteX18" fmla="*/ 289310 w 749643"/>
                <a:gd name="connsiteY18" fmla="*/ 1484418 h 1936263"/>
                <a:gd name="connsiteX19" fmla="*/ 275748 w 749643"/>
                <a:gd name="connsiteY19" fmla="*/ 1568800 h 1936263"/>
                <a:gd name="connsiteX20" fmla="*/ 196640 w 749643"/>
                <a:gd name="connsiteY20" fmla="*/ 1738694 h 1936263"/>
                <a:gd name="connsiteX21" fmla="*/ 129963 w 749643"/>
                <a:gd name="connsiteY21" fmla="*/ 1818556 h 1936263"/>
                <a:gd name="connsiteX22" fmla="*/ 0 w 749643"/>
                <a:gd name="connsiteY22" fmla="*/ 1936841 h 193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9643" h="1936263">
                  <a:moveTo>
                    <a:pt x="0" y="1936841"/>
                  </a:moveTo>
                  <a:lnTo>
                    <a:pt x="752280" y="1936841"/>
                  </a:lnTo>
                  <a:cubicBezTo>
                    <a:pt x="751903" y="1934957"/>
                    <a:pt x="751903" y="1933074"/>
                    <a:pt x="752280" y="1930437"/>
                  </a:cubicBezTo>
                  <a:cubicBezTo>
                    <a:pt x="756424" y="1910095"/>
                    <a:pt x="691631" y="1842665"/>
                    <a:pt x="640399" y="1827220"/>
                  </a:cubicBezTo>
                  <a:cubicBezTo>
                    <a:pt x="577489" y="1808384"/>
                    <a:pt x="410985" y="1808008"/>
                    <a:pt x="391397" y="1808008"/>
                  </a:cubicBezTo>
                  <a:cubicBezTo>
                    <a:pt x="400061" y="1748112"/>
                    <a:pt x="411739" y="1691229"/>
                    <a:pt x="430197" y="1635854"/>
                  </a:cubicBezTo>
                  <a:cubicBezTo>
                    <a:pt x="433588" y="1625683"/>
                    <a:pt x="439615" y="1623799"/>
                    <a:pt x="448279" y="1632087"/>
                  </a:cubicBezTo>
                  <a:cubicBezTo>
                    <a:pt x="453930" y="1637360"/>
                    <a:pt x="461464" y="1644141"/>
                    <a:pt x="468621" y="1644894"/>
                  </a:cubicBezTo>
                  <a:cubicBezTo>
                    <a:pt x="506292" y="1648662"/>
                    <a:pt x="544339" y="1650922"/>
                    <a:pt x="583516" y="1653559"/>
                  </a:cubicBezTo>
                  <a:cubicBezTo>
                    <a:pt x="583516" y="1643388"/>
                    <a:pt x="536805" y="137697"/>
                    <a:pt x="533038" y="23556"/>
                  </a:cubicBezTo>
                  <a:cubicBezTo>
                    <a:pt x="532284" y="1707"/>
                    <a:pt x="380095" y="-15998"/>
                    <a:pt x="350336" y="23179"/>
                  </a:cubicBezTo>
                  <a:cubicBezTo>
                    <a:pt x="311535" y="74788"/>
                    <a:pt x="273488" y="126773"/>
                    <a:pt x="237701" y="180642"/>
                  </a:cubicBezTo>
                  <a:cubicBezTo>
                    <a:pt x="226400" y="197594"/>
                    <a:pt x="219619" y="219819"/>
                    <a:pt x="217736" y="240538"/>
                  </a:cubicBezTo>
                  <a:cubicBezTo>
                    <a:pt x="213592" y="284612"/>
                    <a:pt x="250509" y="841759"/>
                    <a:pt x="266707" y="1076070"/>
                  </a:cubicBezTo>
                  <a:cubicBezTo>
                    <a:pt x="271604" y="1143877"/>
                    <a:pt x="295337" y="1201136"/>
                    <a:pt x="337528" y="1252368"/>
                  </a:cubicBezTo>
                  <a:cubicBezTo>
                    <a:pt x="343555" y="1259525"/>
                    <a:pt x="380472" y="1311887"/>
                    <a:pt x="392150" y="1331099"/>
                  </a:cubicBezTo>
                  <a:cubicBezTo>
                    <a:pt x="404205" y="1350311"/>
                    <a:pt x="400814" y="1368770"/>
                    <a:pt x="382356" y="1382331"/>
                  </a:cubicBezTo>
                  <a:cubicBezTo>
                    <a:pt x="371808" y="1389865"/>
                    <a:pt x="359377" y="1394762"/>
                    <a:pt x="346945" y="1398906"/>
                  </a:cubicBezTo>
                  <a:cubicBezTo>
                    <a:pt x="300987" y="1413598"/>
                    <a:pt x="284412" y="1436577"/>
                    <a:pt x="289310" y="1484418"/>
                  </a:cubicBezTo>
                  <a:cubicBezTo>
                    <a:pt x="292700" y="1514178"/>
                    <a:pt x="288179" y="1542431"/>
                    <a:pt x="275748" y="1568800"/>
                  </a:cubicBezTo>
                  <a:cubicBezTo>
                    <a:pt x="258796" y="1604587"/>
                    <a:pt x="205304" y="1717222"/>
                    <a:pt x="196640" y="1738694"/>
                  </a:cubicBezTo>
                  <a:cubicBezTo>
                    <a:pt x="183079" y="1772221"/>
                    <a:pt x="173284" y="1801604"/>
                    <a:pt x="129963" y="1818556"/>
                  </a:cubicBezTo>
                  <a:cubicBezTo>
                    <a:pt x="34657" y="1855849"/>
                    <a:pt x="1507" y="1933074"/>
                    <a:pt x="0" y="1936841"/>
                  </a:cubicBezTo>
                  <a:close/>
                </a:path>
              </a:pathLst>
            </a:custGeom>
            <a:grpFill/>
            <a:ln w="37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652433"/>
            <a:ext cx="11573197" cy="724247"/>
          </a:xfrm>
          <a:prstGeom prst="rect">
            <a:avLst/>
          </a:prstGeom>
        </p:spPr>
        <p:txBody>
          <a:bodyPr/>
          <a:lstStyle/>
          <a:p>
            <a:r>
              <a:rPr lang="en-US" sz="4400" dirty="0" smtClean="0"/>
              <a:t>How can I get </a:t>
            </a:r>
            <a:r>
              <a:rPr lang="en-US" sz="4400" dirty="0" smtClean="0"/>
              <a:t>Information / Documentation?</a:t>
            </a:r>
            <a:endParaRPr lang="en-US" sz="4400" dirty="0"/>
          </a:p>
        </p:txBody>
      </p:sp>
      <p:sp>
        <p:nvSpPr>
          <p:cNvPr id="31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 txBox="1">
            <a:spLocks/>
          </p:cNvSpPr>
          <p:nvPr/>
        </p:nvSpPr>
        <p:spPr>
          <a:xfrm>
            <a:off x="419393" y="3570143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solidFill>
                  <a:srgbClr val="397BC3"/>
                </a:solidFill>
              </a:rPr>
              <a:t>https://</a:t>
            </a:r>
            <a:r>
              <a:rPr lang="en-US" sz="2800" dirty="0" err="1" smtClean="0">
                <a:solidFill>
                  <a:srgbClr val="397BC3"/>
                </a:solidFill>
              </a:rPr>
              <a:t>gitlab.dkrz.de</a:t>
            </a:r>
            <a:r>
              <a:rPr lang="en-US" sz="2800" dirty="0" smtClean="0">
                <a:solidFill>
                  <a:srgbClr val="397BC3"/>
                </a:solidFill>
              </a:rPr>
              <a:t>/</a:t>
            </a:r>
            <a:r>
              <a:rPr lang="en-US" sz="2800" dirty="0" err="1" smtClean="0">
                <a:solidFill>
                  <a:srgbClr val="397BC3"/>
                </a:solidFill>
              </a:rPr>
              <a:t>esm</a:t>
            </a:r>
            <a:r>
              <a:rPr lang="en-US" sz="2800" dirty="0" smtClean="0">
                <a:solidFill>
                  <a:srgbClr val="397BC3"/>
                </a:solidFill>
              </a:rPr>
              <a:t>-tools</a:t>
            </a:r>
            <a:endParaRPr lang="en-US" sz="2800" dirty="0">
              <a:solidFill>
                <a:srgbClr val="397BC3"/>
              </a:solidFill>
            </a:endParaRPr>
          </a:p>
        </p:txBody>
      </p:sp>
      <p:sp>
        <p:nvSpPr>
          <p:cNvPr id="33" name="Text Placeholder 1">
            <a:extLst>
              <a:ext uri="{FF2B5EF4-FFF2-40B4-BE49-F238E27FC236}">
                <a16:creationId xmlns="" xmlns:a16="http://schemas.microsoft.com/office/drawing/2014/main" id="{206381AD-4C2B-4745-99B1-0BBCE6131A71}"/>
              </a:ext>
            </a:extLst>
          </p:cNvPr>
          <p:cNvSpPr txBox="1">
            <a:spLocks/>
          </p:cNvSpPr>
          <p:nvPr/>
        </p:nvSpPr>
        <p:spPr>
          <a:xfrm>
            <a:off x="419393" y="1898593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397BC3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="" xmlns:a16="http://schemas.microsoft.com/office/drawing/2014/main" id="{90D6F750-940D-4B7B-9DA7-91B125C27E58}"/>
              </a:ext>
            </a:extLst>
          </p:cNvPr>
          <p:cNvSpPr/>
          <p:nvPr/>
        </p:nvSpPr>
        <p:spPr>
          <a:xfrm>
            <a:off x="6712725" y="5331059"/>
            <a:ext cx="5184000" cy="12671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8A260F84-7A83-4520-BE45-A30339FD7F0A}"/>
              </a:ext>
            </a:extLst>
          </p:cNvPr>
          <p:cNvGrpSpPr/>
          <p:nvPr/>
        </p:nvGrpSpPr>
        <p:grpSpPr>
          <a:xfrm>
            <a:off x="7944905" y="5402667"/>
            <a:ext cx="3670314" cy="1098500"/>
            <a:chOff x="803640" y="3302043"/>
            <a:chExt cx="2059657" cy="1098500"/>
          </a:xfrm>
        </p:grpSpPr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595C2DD0-4583-4A19-8052-CC60477DF4DE}"/>
                </a:ext>
              </a:extLst>
            </p:cNvPr>
            <p:cNvSpPr txBox="1"/>
            <p:nvPr/>
          </p:nvSpPr>
          <p:spPr>
            <a:xfrm>
              <a:off x="803640" y="3569546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err="1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info@esm-tools.net</a:t>
              </a:r>
              <a:endParaRPr lang="en-US" altLang="ko-KR" sz="1200" dirty="0" smtClean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  <a:p>
              <a:pPr algn="r"/>
              <a:r>
                <a:rPr lang="en-US" altLang="ko-KR" sz="1200" dirty="0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0471/4831-1561 / </a:t>
              </a:r>
            </a:p>
            <a:p>
              <a:pPr algn="r"/>
              <a:r>
                <a:rPr lang="en-US" altLang="ko-KR" sz="1200" dirty="0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www.esm-tools.net</a:t>
              </a:r>
            </a:p>
            <a:p>
              <a:pPr algn="r"/>
              <a:r>
                <a:rPr lang="de-DE" altLang="ko-KR" sz="1200" dirty="0" err="1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twitter.com</a:t>
              </a:r>
              <a:r>
                <a:rPr lang="de-DE" altLang="ko-KR" sz="1200" dirty="0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/</a:t>
              </a:r>
              <a:r>
                <a:rPr lang="de-DE" altLang="ko-KR" sz="1200" dirty="0" err="1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ToolsESM</a:t>
              </a:r>
              <a:endParaRPr lang="ko-KR" altLang="en-US" sz="1200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="" xmlns:a16="http://schemas.microsoft.com/office/drawing/2014/main" id="{552747ED-2F21-4C67-B926-5305A5420517}"/>
                </a:ext>
              </a:extLst>
            </p:cNvPr>
            <p:cNvSpPr txBox="1"/>
            <p:nvPr/>
          </p:nvSpPr>
          <p:spPr>
            <a:xfrm>
              <a:off x="803640" y="3302043"/>
              <a:ext cx="20596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 smtClean="0">
                  <a:solidFill>
                    <a:schemeClr val="bg1"/>
                  </a:solidFill>
                  <a:ea typeface="+mj-ea"/>
                  <a:cs typeface="Arial" pitchFamily="34" charset="0"/>
                </a:rPr>
                <a:t>Contact us:</a:t>
              </a:r>
              <a:endParaRPr lang="ko-KR" altLang="en-US" sz="14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</p:grpSp>
      <p:sp>
        <p:nvSpPr>
          <p:cNvPr id="46" name="Rounded Rectangle 7">
            <a:extLst>
              <a:ext uri="{FF2B5EF4-FFF2-40B4-BE49-F238E27FC236}">
                <a16:creationId xmlns="" xmlns:a16="http://schemas.microsoft.com/office/drawing/2014/main" id="{890A206E-8EB0-46CB-87E5-BB62DA827BE4}"/>
              </a:ext>
            </a:extLst>
          </p:cNvPr>
          <p:cNvSpPr/>
          <p:nvPr/>
        </p:nvSpPr>
        <p:spPr>
          <a:xfrm>
            <a:off x="6938514" y="5544226"/>
            <a:ext cx="490985" cy="849687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" name="TextBox 2"/>
          <p:cNvSpPr txBox="1"/>
          <p:nvPr/>
        </p:nvSpPr>
        <p:spPr>
          <a:xfrm>
            <a:off x="3208824" y="2487262"/>
            <a:ext cx="64684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u="sng" dirty="0" err="1" smtClean="0"/>
              <a:t>www.esm-tools.net</a:t>
            </a:r>
            <a:endParaRPr lang="en-US" sz="5400" b="1" u="sng" dirty="0"/>
          </a:p>
        </p:txBody>
      </p:sp>
    </p:spTree>
    <p:extLst>
      <p:ext uri="{BB962C8B-B14F-4D97-AF65-F5344CB8AC3E}">
        <p14:creationId xmlns:p14="http://schemas.microsoft.com/office/powerpoint/2010/main" val="323962559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3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77DBA"/>
      </a:accent1>
      <a:accent2>
        <a:srgbClr val="19A695"/>
      </a:accent2>
      <a:accent3>
        <a:srgbClr val="9AB854"/>
      </a:accent3>
      <a:accent4>
        <a:srgbClr val="EE9E13"/>
      </a:accent4>
      <a:accent5>
        <a:srgbClr val="BA3C2E"/>
      </a:accent5>
      <a:accent6>
        <a:srgbClr val="35455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8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680C3"/>
      </a:accent1>
      <a:accent2>
        <a:srgbClr val="07A398"/>
      </a:accent2>
      <a:accent3>
        <a:srgbClr val="90C221"/>
      </a:accent3>
      <a:accent4>
        <a:srgbClr val="FBA200"/>
      </a:accent4>
      <a:accent5>
        <a:srgbClr val="E62601"/>
      </a:accent5>
      <a:accent6>
        <a:srgbClr val="2C2F4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COLOR-A3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77DBA"/>
      </a:accent1>
      <a:accent2>
        <a:srgbClr val="19A695"/>
      </a:accent2>
      <a:accent3>
        <a:srgbClr val="9AB854"/>
      </a:accent3>
      <a:accent4>
        <a:srgbClr val="EE9E13"/>
      </a:accent4>
      <a:accent5>
        <a:srgbClr val="BA3C2E"/>
      </a:accent5>
      <a:accent6>
        <a:srgbClr val="35455E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5487</TotalTime>
  <Words>1528</Words>
  <Application>Microsoft Macintosh PowerPoint</Application>
  <PresentationFormat>Widescreen</PresentationFormat>
  <Paragraphs>256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Aharoni</vt:lpstr>
      <vt:lpstr>Arial Unicode MS</vt:lpstr>
      <vt:lpstr>Calibri</vt:lpstr>
      <vt:lpstr>Arial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Microsoft Office User</cp:lastModifiedBy>
  <cp:revision>167</cp:revision>
  <dcterms:created xsi:type="dcterms:W3CDTF">2019-01-14T06:35:35Z</dcterms:created>
  <dcterms:modified xsi:type="dcterms:W3CDTF">2019-05-19T15:28:46Z</dcterms:modified>
</cp:coreProperties>
</file>