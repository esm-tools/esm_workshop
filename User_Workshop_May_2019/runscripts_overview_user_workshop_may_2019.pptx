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6" r:id="rId2"/>
    <p:sldMasterId id="2147483654" r:id="rId3"/>
  </p:sldMasterIdLst>
  <p:notesMasterIdLst>
    <p:notesMasterId r:id="rId25"/>
  </p:notesMasterIdLst>
  <p:handoutMasterIdLst>
    <p:handoutMasterId r:id="rId26"/>
  </p:handoutMasterIdLst>
  <p:sldIdLst>
    <p:sldId id="366" r:id="rId4"/>
    <p:sldId id="357" r:id="rId5"/>
    <p:sldId id="359" r:id="rId6"/>
    <p:sldId id="358" r:id="rId7"/>
    <p:sldId id="360" r:id="rId8"/>
    <p:sldId id="361" r:id="rId9"/>
    <p:sldId id="362" r:id="rId10"/>
    <p:sldId id="363" r:id="rId11"/>
    <p:sldId id="364" r:id="rId12"/>
    <p:sldId id="365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76" r:id="rId23"/>
    <p:sldId id="3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7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124E"/>
    <a:srgbClr val="AB428C"/>
    <a:srgbClr val="00A7EE"/>
    <a:srgbClr val="EA711D"/>
    <a:srgbClr val="87C947"/>
    <a:srgbClr val="E7651B"/>
    <a:srgbClr val="96C1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04" autoAdjust="0"/>
    <p:restoredTop sz="94660"/>
  </p:normalViewPr>
  <p:slideViewPr>
    <p:cSldViewPr snapToGrid="0" showGuides="1">
      <p:cViewPr varScale="1">
        <p:scale>
          <a:sx n="155" d="100"/>
          <a:sy n="155" d="100"/>
        </p:scale>
        <p:origin x="200" y="824"/>
      </p:cViewPr>
      <p:guideLst>
        <p:guide orient="horz" pos="237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3" d="100"/>
          <a:sy n="83" d="100"/>
        </p:scale>
        <p:origin x="50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66B1A679-998D-4AF7-81DA-37EFC186D1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E181D35-00E6-4336-9842-DCA58DEBF9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CFCC57-32F4-4C75-82C6-C4434E09ABED}" type="datetimeFigureOut">
              <a:rPr lang="en-US" smtClean="0"/>
              <a:t>5/19/19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549A602-A569-4F70-B61A-37B22BDB66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1154D00-0949-4BF8-89D6-64723B6898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333877-85D4-4704-8FE8-88CBC7A2C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22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0D6E7-B569-4C85-92F0-D9173FFB3CB0}" type="datetimeFigureOut">
              <a:rPr lang="en-US" smtClean="0"/>
              <a:t>5/19/19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0E036-2AD3-40EE-8A71-C2A4E931E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73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0E036-2AD3-40EE-8A71-C2A4E931E2B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80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86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5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0B77183B-D91C-4877-8446-04AF82AD0211}"/>
              </a:ext>
            </a:extLst>
          </p:cNvPr>
          <p:cNvSpPr/>
          <p:nvPr userDrawn="1"/>
        </p:nvSpPr>
        <p:spPr>
          <a:xfrm>
            <a:off x="0" y="6649277"/>
            <a:ext cx="9893376" cy="852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xmlns="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378F7C02-C4E1-41FB-B50E-9077B2D466F1}"/>
              </a:ext>
            </a:extLst>
          </p:cNvPr>
          <p:cNvGrpSpPr/>
          <p:nvPr/>
        </p:nvGrpSpPr>
        <p:grpSpPr>
          <a:xfrm>
            <a:off x="9917984" y="6249017"/>
            <a:ext cx="2134868" cy="538948"/>
            <a:chOff x="3459679" y="2564932"/>
            <a:chExt cx="5250757" cy="132555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xmlns="" id="{AEBFE799-9951-424F-AA26-A9B2226E0273}"/>
                </a:ext>
              </a:extLst>
            </p:cNvPr>
            <p:cNvGrpSpPr/>
            <p:nvPr/>
          </p:nvGrpSpPr>
          <p:grpSpPr>
            <a:xfrm>
              <a:off x="3467491" y="2775272"/>
              <a:ext cx="5242945" cy="981076"/>
              <a:chOff x="609600" y="2828925"/>
              <a:chExt cx="4733925" cy="88582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id="{E404C533-9854-4AB1-864E-4EC83E534AF5}"/>
                  </a:ext>
                </a:extLst>
              </p:cNvPr>
              <p:cNvSpPr/>
              <p:nvPr/>
            </p:nvSpPr>
            <p:spPr>
              <a:xfrm>
                <a:off x="609600" y="2828925"/>
                <a:ext cx="885825" cy="88582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xmlns="" id="{36CC28C5-72C9-4A9C-A38D-4895E418FDF6}"/>
                  </a:ext>
                </a:extLst>
              </p:cNvPr>
              <p:cNvSpPr/>
              <p:nvPr/>
            </p:nvSpPr>
            <p:spPr>
              <a:xfrm>
                <a:off x="1571625" y="2828925"/>
                <a:ext cx="885825" cy="88582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xmlns="" id="{0DE7E71F-BCD3-460E-871E-91151BF0CFCB}"/>
                  </a:ext>
                </a:extLst>
              </p:cNvPr>
              <p:cNvSpPr/>
              <p:nvPr/>
            </p:nvSpPr>
            <p:spPr>
              <a:xfrm>
                <a:off x="2533650" y="2828925"/>
                <a:ext cx="885825" cy="8858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xmlns="" id="{8CB2864E-6E5C-4245-B1A8-E20E2751C8B2}"/>
                  </a:ext>
                </a:extLst>
              </p:cNvPr>
              <p:cNvSpPr/>
              <p:nvPr/>
            </p:nvSpPr>
            <p:spPr>
              <a:xfrm>
                <a:off x="3495675" y="2828925"/>
                <a:ext cx="885825" cy="8858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xmlns="" id="{AC5333E1-387E-4717-8817-F654B5A8E20D}"/>
                  </a:ext>
                </a:extLst>
              </p:cNvPr>
              <p:cNvSpPr/>
              <p:nvPr/>
            </p:nvSpPr>
            <p:spPr>
              <a:xfrm>
                <a:off x="4457700" y="2828925"/>
                <a:ext cx="885825" cy="885825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59917E84-BC22-43AB-A243-2B467A7BD64E}"/>
                </a:ext>
              </a:extLst>
            </p:cNvPr>
            <p:cNvSpPr/>
            <p:nvPr/>
          </p:nvSpPr>
          <p:spPr>
            <a:xfrm rot="10800000">
              <a:off x="4589772" y="2769586"/>
              <a:ext cx="869882" cy="963508"/>
            </a:xfrm>
            <a:custGeom>
              <a:avLst/>
              <a:gdLst>
                <a:gd name="connsiteX0" fmla="*/ 249393 w 869883"/>
                <a:gd name="connsiteY0" fmla="*/ 183621 h 963507"/>
                <a:gd name="connsiteX1" fmla="*/ 283449 w 869883"/>
                <a:gd name="connsiteY1" fmla="*/ 159204 h 963507"/>
                <a:gd name="connsiteX2" fmla="*/ 259032 w 869883"/>
                <a:gd name="connsiteY2" fmla="*/ 125148 h 963507"/>
                <a:gd name="connsiteX3" fmla="*/ 224976 w 869883"/>
                <a:gd name="connsiteY3" fmla="*/ 149565 h 963507"/>
                <a:gd name="connsiteX4" fmla="*/ 249393 w 869883"/>
                <a:gd name="connsiteY4" fmla="*/ 183621 h 963507"/>
                <a:gd name="connsiteX5" fmla="*/ 795252 w 869883"/>
                <a:gd name="connsiteY5" fmla="*/ 408697 h 963507"/>
                <a:gd name="connsiteX6" fmla="*/ 809612 w 869883"/>
                <a:gd name="connsiteY6" fmla="*/ 355860 h 963507"/>
                <a:gd name="connsiteX7" fmla="*/ 771076 w 869883"/>
                <a:gd name="connsiteY7" fmla="*/ 403388 h 963507"/>
                <a:gd name="connsiteX8" fmla="*/ 795252 w 869883"/>
                <a:gd name="connsiteY8" fmla="*/ 408697 h 963507"/>
                <a:gd name="connsiteX9" fmla="*/ 100086 w 869883"/>
                <a:gd name="connsiteY9" fmla="*/ 631479 h 963507"/>
                <a:gd name="connsiteX10" fmla="*/ 71143 w 869883"/>
                <a:gd name="connsiteY10" fmla="*/ 602536 h 963507"/>
                <a:gd name="connsiteX11" fmla="*/ 100086 w 869883"/>
                <a:gd name="connsiteY11" fmla="*/ 573593 h 963507"/>
                <a:gd name="connsiteX12" fmla="*/ 129029 w 869883"/>
                <a:gd name="connsiteY12" fmla="*/ 602536 h 963507"/>
                <a:gd name="connsiteX13" fmla="*/ 100086 w 869883"/>
                <a:gd name="connsiteY13" fmla="*/ 631479 h 963507"/>
                <a:gd name="connsiteX14" fmla="*/ 100086 w 869883"/>
                <a:gd name="connsiteY14" fmla="*/ 660422 h 963507"/>
                <a:gd name="connsiteX15" fmla="*/ 157972 w 869883"/>
                <a:gd name="connsiteY15" fmla="*/ 602536 h 963507"/>
                <a:gd name="connsiteX16" fmla="*/ 100086 w 869883"/>
                <a:gd name="connsiteY16" fmla="*/ 544650 h 963507"/>
                <a:gd name="connsiteX17" fmla="*/ 42200 w 869883"/>
                <a:gd name="connsiteY17" fmla="*/ 602536 h 963507"/>
                <a:gd name="connsiteX18" fmla="*/ 100086 w 869883"/>
                <a:gd name="connsiteY18" fmla="*/ 660422 h 963507"/>
                <a:gd name="connsiteX19" fmla="*/ 636483 w 869883"/>
                <a:gd name="connsiteY19" fmla="*/ 963507 h 963507"/>
                <a:gd name="connsiteX20" fmla="*/ 423144 w 869883"/>
                <a:gd name="connsiteY20" fmla="*/ 963507 h 963507"/>
                <a:gd name="connsiteX21" fmla="*/ 417256 w 869883"/>
                <a:gd name="connsiteY21" fmla="*/ 959411 h 963507"/>
                <a:gd name="connsiteX22" fmla="*/ 118065 w 869883"/>
                <a:gd name="connsiteY22" fmla="*/ 959411 h 963507"/>
                <a:gd name="connsiteX23" fmla="*/ 118065 w 869883"/>
                <a:gd name="connsiteY23" fmla="*/ 908722 h 963507"/>
                <a:gd name="connsiteX24" fmla="*/ 168754 w 869883"/>
                <a:gd name="connsiteY24" fmla="*/ 858033 h 963507"/>
                <a:gd name="connsiteX25" fmla="*/ 271522 w 869883"/>
                <a:gd name="connsiteY25" fmla="*/ 858033 h 963507"/>
                <a:gd name="connsiteX26" fmla="*/ 44795 w 869883"/>
                <a:gd name="connsiteY26" fmla="*/ 700313 h 963507"/>
                <a:gd name="connsiteX27" fmla="*/ 18708 w 869883"/>
                <a:gd name="connsiteY27" fmla="*/ 554976 h 963507"/>
                <a:gd name="connsiteX28" fmla="*/ 48652 w 869883"/>
                <a:gd name="connsiteY28" fmla="*/ 526299 h 963507"/>
                <a:gd name="connsiteX29" fmla="*/ 74792 w 869883"/>
                <a:gd name="connsiteY29" fmla="*/ 516166 h 963507"/>
                <a:gd name="connsiteX30" fmla="*/ 74213 w 869883"/>
                <a:gd name="connsiteY30" fmla="*/ 514501 h 963507"/>
                <a:gd name="connsiteX31" fmla="*/ 631187 w 869883"/>
                <a:gd name="connsiteY31" fmla="*/ 342364 h 963507"/>
                <a:gd name="connsiteX32" fmla="*/ 297632 w 869883"/>
                <a:gd name="connsiteY32" fmla="*/ 217056 h 963507"/>
                <a:gd name="connsiteX33" fmla="*/ 272796 w 869883"/>
                <a:gd name="connsiteY33" fmla="*/ 228529 h 963507"/>
                <a:gd name="connsiteX34" fmla="*/ 242325 w 869883"/>
                <a:gd name="connsiteY34" fmla="*/ 229885 h 963507"/>
                <a:gd name="connsiteX35" fmla="*/ 218472 w 869883"/>
                <a:gd name="connsiteY35" fmla="*/ 221008 h 963507"/>
                <a:gd name="connsiteX36" fmla="*/ 164724 w 869883"/>
                <a:gd name="connsiteY36" fmla="*/ 258948 h 963507"/>
                <a:gd name="connsiteX37" fmla="*/ 56132 w 869883"/>
                <a:gd name="connsiteY37" fmla="*/ 241600 h 963507"/>
                <a:gd name="connsiteX38" fmla="*/ 6014 w 869883"/>
                <a:gd name="connsiteY38" fmla="*/ 156783 h 963507"/>
                <a:gd name="connsiteX39" fmla="*/ 9869 w 869883"/>
                <a:gd name="connsiteY39" fmla="*/ 132366 h 963507"/>
                <a:gd name="connsiteX40" fmla="*/ 25290 w 869883"/>
                <a:gd name="connsiteY40" fmla="*/ 134936 h 963507"/>
                <a:gd name="connsiteX41" fmla="*/ 77338 w 869883"/>
                <a:gd name="connsiteY41" fmla="*/ 212042 h 963507"/>
                <a:gd name="connsiteX42" fmla="*/ 156371 w 869883"/>
                <a:gd name="connsiteY42" fmla="*/ 224893 h 963507"/>
                <a:gd name="connsiteX43" fmla="*/ 191922 w 869883"/>
                <a:gd name="connsiteY43" fmla="*/ 196932 h 963507"/>
                <a:gd name="connsiteX44" fmla="*/ 178712 w 869883"/>
                <a:gd name="connsiteY44" fmla="*/ 141855 h 963507"/>
                <a:gd name="connsiteX45" fmla="*/ 209717 w 869883"/>
                <a:gd name="connsiteY45" fmla="*/ 91977 h 963507"/>
                <a:gd name="connsiteX46" fmla="*/ 214528 w 869883"/>
                <a:gd name="connsiteY46" fmla="*/ 89741 h 963507"/>
                <a:gd name="connsiteX47" fmla="*/ 186572 w 869883"/>
                <a:gd name="connsiteY47" fmla="*/ 46905 h 963507"/>
                <a:gd name="connsiteX48" fmla="*/ 107539 w 869883"/>
                <a:gd name="connsiteY48" fmla="*/ 34698 h 963507"/>
                <a:gd name="connsiteX49" fmla="*/ 34288 w 869883"/>
                <a:gd name="connsiteY49" fmla="*/ 91884 h 963507"/>
                <a:gd name="connsiteX50" fmla="*/ 18224 w 869883"/>
                <a:gd name="connsiteY50" fmla="*/ 89314 h 963507"/>
                <a:gd name="connsiteX51" fmla="*/ 22079 w 869883"/>
                <a:gd name="connsiteY51" fmla="*/ 64898 h 963507"/>
                <a:gd name="connsiteX52" fmla="*/ 96615 w 869883"/>
                <a:gd name="connsiteY52" fmla="*/ 0 h 963507"/>
                <a:gd name="connsiteX53" fmla="*/ 205206 w 869883"/>
                <a:gd name="connsiteY53" fmla="*/ 17348 h 963507"/>
                <a:gd name="connsiteX54" fmla="*/ 250632 w 869883"/>
                <a:gd name="connsiteY54" fmla="*/ 78961 h 963507"/>
                <a:gd name="connsiteX55" fmla="*/ 266742 w 869883"/>
                <a:gd name="connsiteY55" fmla="*/ 78243 h 963507"/>
                <a:gd name="connsiteX56" fmla="*/ 316620 w 869883"/>
                <a:gd name="connsiteY56" fmla="*/ 109005 h 963507"/>
                <a:gd name="connsiteX57" fmla="*/ 319435 w 869883"/>
                <a:gd name="connsiteY57" fmla="*/ 115098 h 963507"/>
                <a:gd name="connsiteX58" fmla="*/ 803977 w 869883"/>
                <a:gd name="connsiteY58" fmla="*/ 300705 h 963507"/>
                <a:gd name="connsiteX59" fmla="*/ 824626 w 869883"/>
                <a:gd name="connsiteY59" fmla="*/ 306486 h 963507"/>
                <a:gd name="connsiteX60" fmla="*/ 865490 w 869883"/>
                <a:gd name="connsiteY60" fmla="*/ 353933 h 963507"/>
                <a:gd name="connsiteX61" fmla="*/ 813466 w 869883"/>
                <a:gd name="connsiteY61" fmla="*/ 457981 h 963507"/>
                <a:gd name="connsiteX62" fmla="*/ 293089 w 869883"/>
                <a:gd name="connsiteY62" fmla="*/ 618657 h 963507"/>
                <a:gd name="connsiteX63" fmla="*/ 603336 w 869883"/>
                <a:gd name="connsiteY63" fmla="*/ 834477 h 963507"/>
                <a:gd name="connsiteX64" fmla="*/ 625895 w 869883"/>
                <a:gd name="connsiteY64" fmla="*/ 858033 h 963507"/>
                <a:gd name="connsiteX65" fmla="*/ 705014 w 869883"/>
                <a:gd name="connsiteY65" fmla="*/ 858033 h 963507"/>
                <a:gd name="connsiteX66" fmla="*/ 755703 w 869883"/>
                <a:gd name="connsiteY66" fmla="*/ 908722 h 963507"/>
                <a:gd name="connsiteX67" fmla="*/ 755703 w 869883"/>
                <a:gd name="connsiteY67" fmla="*/ 959411 h 963507"/>
                <a:gd name="connsiteX68" fmla="*/ 638257 w 869883"/>
                <a:gd name="connsiteY68" fmla="*/ 959411 h 96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869883" h="963507">
                  <a:moveTo>
                    <a:pt x="249393" y="183621"/>
                  </a:moveTo>
                  <a:cubicBezTo>
                    <a:pt x="265458" y="186191"/>
                    <a:pt x="280878" y="175268"/>
                    <a:pt x="283449" y="159204"/>
                  </a:cubicBezTo>
                  <a:cubicBezTo>
                    <a:pt x="286019" y="143140"/>
                    <a:pt x="275095" y="127719"/>
                    <a:pt x="259032" y="125148"/>
                  </a:cubicBezTo>
                  <a:cubicBezTo>
                    <a:pt x="242968" y="122578"/>
                    <a:pt x="227547" y="133502"/>
                    <a:pt x="224976" y="149565"/>
                  </a:cubicBezTo>
                  <a:cubicBezTo>
                    <a:pt x="221764" y="165630"/>
                    <a:pt x="233329" y="181050"/>
                    <a:pt x="249393" y="183621"/>
                  </a:cubicBezTo>
                  <a:close/>
                  <a:moveTo>
                    <a:pt x="795252" y="408697"/>
                  </a:moveTo>
                  <a:cubicBezTo>
                    <a:pt x="817199" y="404994"/>
                    <a:pt x="829844" y="377537"/>
                    <a:pt x="809612" y="355860"/>
                  </a:cubicBezTo>
                  <a:cubicBezTo>
                    <a:pt x="775572" y="335307"/>
                    <a:pt x="743459" y="374486"/>
                    <a:pt x="771076" y="403388"/>
                  </a:cubicBezTo>
                  <a:cubicBezTo>
                    <a:pt x="779586" y="408526"/>
                    <a:pt x="787936" y="409931"/>
                    <a:pt x="795252" y="408697"/>
                  </a:cubicBezTo>
                  <a:close/>
                  <a:moveTo>
                    <a:pt x="100086" y="631479"/>
                  </a:moveTo>
                  <a:cubicBezTo>
                    <a:pt x="84101" y="631479"/>
                    <a:pt x="71143" y="618521"/>
                    <a:pt x="71143" y="602536"/>
                  </a:cubicBezTo>
                  <a:cubicBezTo>
                    <a:pt x="71143" y="586551"/>
                    <a:pt x="84101" y="573593"/>
                    <a:pt x="100086" y="573593"/>
                  </a:cubicBezTo>
                  <a:cubicBezTo>
                    <a:pt x="116071" y="573593"/>
                    <a:pt x="129029" y="586551"/>
                    <a:pt x="129029" y="602536"/>
                  </a:cubicBezTo>
                  <a:cubicBezTo>
                    <a:pt x="129029" y="618521"/>
                    <a:pt x="116071" y="631479"/>
                    <a:pt x="100086" y="631479"/>
                  </a:cubicBezTo>
                  <a:close/>
                  <a:moveTo>
                    <a:pt x="100086" y="660422"/>
                  </a:moveTo>
                  <a:cubicBezTo>
                    <a:pt x="132056" y="660422"/>
                    <a:pt x="157972" y="634506"/>
                    <a:pt x="157972" y="602536"/>
                  </a:cubicBezTo>
                  <a:cubicBezTo>
                    <a:pt x="157972" y="570566"/>
                    <a:pt x="132056" y="544650"/>
                    <a:pt x="100086" y="544650"/>
                  </a:cubicBezTo>
                  <a:cubicBezTo>
                    <a:pt x="68116" y="544650"/>
                    <a:pt x="42200" y="570566"/>
                    <a:pt x="42200" y="602536"/>
                  </a:cubicBezTo>
                  <a:cubicBezTo>
                    <a:pt x="42200" y="634506"/>
                    <a:pt x="68116" y="660422"/>
                    <a:pt x="100086" y="660422"/>
                  </a:cubicBezTo>
                  <a:close/>
                  <a:moveTo>
                    <a:pt x="636483" y="963507"/>
                  </a:moveTo>
                  <a:lnTo>
                    <a:pt x="423144" y="963507"/>
                  </a:lnTo>
                  <a:lnTo>
                    <a:pt x="417256" y="959411"/>
                  </a:lnTo>
                  <a:lnTo>
                    <a:pt x="118065" y="959411"/>
                  </a:lnTo>
                  <a:lnTo>
                    <a:pt x="118065" y="908722"/>
                  </a:lnTo>
                  <a:cubicBezTo>
                    <a:pt x="118065" y="880727"/>
                    <a:pt x="140759" y="858033"/>
                    <a:pt x="168754" y="858033"/>
                  </a:cubicBezTo>
                  <a:lnTo>
                    <a:pt x="271522" y="858033"/>
                  </a:lnTo>
                  <a:lnTo>
                    <a:pt x="44795" y="700313"/>
                  </a:lnTo>
                  <a:cubicBezTo>
                    <a:pt x="-2543" y="667383"/>
                    <a:pt x="-14222" y="602314"/>
                    <a:pt x="18708" y="554976"/>
                  </a:cubicBezTo>
                  <a:cubicBezTo>
                    <a:pt x="26940" y="543142"/>
                    <a:pt x="37181" y="533536"/>
                    <a:pt x="48652" y="526299"/>
                  </a:cubicBezTo>
                  <a:lnTo>
                    <a:pt x="74792" y="516166"/>
                  </a:lnTo>
                  <a:lnTo>
                    <a:pt x="74213" y="514501"/>
                  </a:lnTo>
                  <a:lnTo>
                    <a:pt x="631187" y="342364"/>
                  </a:lnTo>
                  <a:lnTo>
                    <a:pt x="297632" y="217056"/>
                  </a:lnTo>
                  <a:lnTo>
                    <a:pt x="272796" y="228529"/>
                  </a:lnTo>
                  <a:cubicBezTo>
                    <a:pt x="263087" y="230929"/>
                    <a:pt x="252766" y="231491"/>
                    <a:pt x="242325" y="229885"/>
                  </a:cubicBezTo>
                  <a:lnTo>
                    <a:pt x="218472" y="221008"/>
                  </a:lnTo>
                  <a:lnTo>
                    <a:pt x="164724" y="258948"/>
                  </a:lnTo>
                  <a:lnTo>
                    <a:pt x="56132" y="241600"/>
                  </a:lnTo>
                  <a:lnTo>
                    <a:pt x="6014" y="156783"/>
                  </a:lnTo>
                  <a:lnTo>
                    <a:pt x="9869" y="132366"/>
                  </a:lnTo>
                  <a:lnTo>
                    <a:pt x="25290" y="134936"/>
                  </a:lnTo>
                  <a:lnTo>
                    <a:pt x="77338" y="212042"/>
                  </a:lnTo>
                  <a:lnTo>
                    <a:pt x="156371" y="224893"/>
                  </a:lnTo>
                  <a:lnTo>
                    <a:pt x="191922" y="196932"/>
                  </a:lnTo>
                  <a:lnTo>
                    <a:pt x="178712" y="141855"/>
                  </a:lnTo>
                  <a:cubicBezTo>
                    <a:pt x="182247" y="120972"/>
                    <a:pt x="193813" y="103463"/>
                    <a:pt x="209717" y="91977"/>
                  </a:cubicBezTo>
                  <a:lnTo>
                    <a:pt x="214528" y="89741"/>
                  </a:lnTo>
                  <a:lnTo>
                    <a:pt x="186572" y="46905"/>
                  </a:lnTo>
                  <a:lnTo>
                    <a:pt x="107539" y="34698"/>
                  </a:lnTo>
                  <a:lnTo>
                    <a:pt x="34288" y="91884"/>
                  </a:lnTo>
                  <a:lnTo>
                    <a:pt x="18224" y="89314"/>
                  </a:lnTo>
                  <a:lnTo>
                    <a:pt x="22079" y="64898"/>
                  </a:lnTo>
                  <a:lnTo>
                    <a:pt x="96615" y="0"/>
                  </a:lnTo>
                  <a:lnTo>
                    <a:pt x="205206" y="17348"/>
                  </a:lnTo>
                  <a:lnTo>
                    <a:pt x="250632" y="78961"/>
                  </a:lnTo>
                  <a:lnTo>
                    <a:pt x="266742" y="78243"/>
                  </a:lnTo>
                  <a:cubicBezTo>
                    <a:pt x="287625" y="81456"/>
                    <a:pt x="305135" y="93022"/>
                    <a:pt x="316620" y="109005"/>
                  </a:cubicBezTo>
                  <a:lnTo>
                    <a:pt x="319435" y="115098"/>
                  </a:lnTo>
                  <a:lnTo>
                    <a:pt x="803977" y="300705"/>
                  </a:lnTo>
                  <a:lnTo>
                    <a:pt x="824626" y="306486"/>
                  </a:lnTo>
                  <a:cubicBezTo>
                    <a:pt x="843332" y="315879"/>
                    <a:pt x="858425" y="332417"/>
                    <a:pt x="865490" y="353933"/>
                  </a:cubicBezTo>
                  <a:cubicBezTo>
                    <a:pt x="880262" y="397608"/>
                    <a:pt x="856498" y="443851"/>
                    <a:pt x="813466" y="457981"/>
                  </a:cubicBezTo>
                  <a:lnTo>
                    <a:pt x="293089" y="618657"/>
                  </a:lnTo>
                  <a:lnTo>
                    <a:pt x="603336" y="834477"/>
                  </a:lnTo>
                  <a:lnTo>
                    <a:pt x="625895" y="858033"/>
                  </a:lnTo>
                  <a:lnTo>
                    <a:pt x="705014" y="858033"/>
                  </a:lnTo>
                  <a:cubicBezTo>
                    <a:pt x="733009" y="858033"/>
                    <a:pt x="755703" y="880727"/>
                    <a:pt x="755703" y="908722"/>
                  </a:cubicBezTo>
                  <a:lnTo>
                    <a:pt x="755703" y="959411"/>
                  </a:lnTo>
                  <a:lnTo>
                    <a:pt x="638257" y="9594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rapezoid 24">
              <a:extLst>
                <a:ext uri="{FF2B5EF4-FFF2-40B4-BE49-F238E27FC236}">
                  <a16:creationId xmlns:a16="http://schemas.microsoft.com/office/drawing/2014/main" xmlns="" id="{31D460DF-0640-47FB-8F04-195A1FD52078}"/>
                </a:ext>
              </a:extLst>
            </p:cNvPr>
            <p:cNvSpPr>
              <a:spLocks noChangeAspect="1"/>
            </p:cNvSpPr>
            <p:nvPr/>
          </p:nvSpPr>
          <p:spPr>
            <a:xfrm rot="8369018">
              <a:off x="6543417" y="2652941"/>
              <a:ext cx="1146180" cy="1157101"/>
            </a:xfrm>
            <a:custGeom>
              <a:avLst/>
              <a:gdLst/>
              <a:ahLst/>
              <a:cxnLst/>
              <a:rect l="l" t="t" r="r" b="b"/>
              <a:pathLst>
                <a:path w="4411086" h="4453092">
                  <a:moveTo>
                    <a:pt x="3095887" y="1153910"/>
                  </a:moveTo>
                  <a:cubicBezTo>
                    <a:pt x="3119009" y="1174647"/>
                    <a:pt x="3146597" y="1191685"/>
                    <a:pt x="3177861" y="1203446"/>
                  </a:cubicBezTo>
                  <a:cubicBezTo>
                    <a:pt x="3302917" y="1250492"/>
                    <a:pt x="3439398" y="1195315"/>
                    <a:pt x="3482703" y="1080205"/>
                  </a:cubicBezTo>
                  <a:cubicBezTo>
                    <a:pt x="3526008" y="965093"/>
                    <a:pt x="3459737" y="833641"/>
                    <a:pt x="3334683" y="786595"/>
                  </a:cubicBezTo>
                  <a:cubicBezTo>
                    <a:pt x="3209628" y="739549"/>
                    <a:pt x="3073147" y="794724"/>
                    <a:pt x="3029841" y="909836"/>
                  </a:cubicBezTo>
                  <a:cubicBezTo>
                    <a:pt x="2997363" y="996169"/>
                    <a:pt x="3026521" y="1091695"/>
                    <a:pt x="3095887" y="1153910"/>
                  </a:cubicBezTo>
                  <a:close/>
                  <a:moveTo>
                    <a:pt x="3521423" y="1860548"/>
                  </a:moveTo>
                  <a:cubicBezTo>
                    <a:pt x="3544546" y="1881285"/>
                    <a:pt x="3572135" y="1898322"/>
                    <a:pt x="3603399" y="1910084"/>
                  </a:cubicBezTo>
                  <a:cubicBezTo>
                    <a:pt x="3728453" y="1957130"/>
                    <a:pt x="3864935" y="1901953"/>
                    <a:pt x="3908240" y="1786842"/>
                  </a:cubicBezTo>
                  <a:cubicBezTo>
                    <a:pt x="3951546" y="1671732"/>
                    <a:pt x="3885275" y="1540278"/>
                    <a:pt x="3760220" y="1493232"/>
                  </a:cubicBezTo>
                  <a:cubicBezTo>
                    <a:pt x="3635166" y="1446186"/>
                    <a:pt x="3498684" y="1501363"/>
                    <a:pt x="3455379" y="1616474"/>
                  </a:cubicBezTo>
                  <a:cubicBezTo>
                    <a:pt x="3422900" y="1702807"/>
                    <a:pt x="3452057" y="1798333"/>
                    <a:pt x="3521423" y="1860548"/>
                  </a:cubicBezTo>
                  <a:close/>
                  <a:moveTo>
                    <a:pt x="3507502" y="2659088"/>
                  </a:moveTo>
                  <a:cubicBezTo>
                    <a:pt x="3530625" y="2679826"/>
                    <a:pt x="3558214" y="2696863"/>
                    <a:pt x="3589478" y="2708624"/>
                  </a:cubicBezTo>
                  <a:cubicBezTo>
                    <a:pt x="3714532" y="2755670"/>
                    <a:pt x="3851014" y="2700494"/>
                    <a:pt x="3894319" y="2585383"/>
                  </a:cubicBezTo>
                  <a:cubicBezTo>
                    <a:pt x="3937624" y="2470273"/>
                    <a:pt x="3871353" y="2338820"/>
                    <a:pt x="3746299" y="2291774"/>
                  </a:cubicBezTo>
                  <a:cubicBezTo>
                    <a:pt x="3621245" y="2244728"/>
                    <a:pt x="3484763" y="2299905"/>
                    <a:pt x="3441458" y="2415014"/>
                  </a:cubicBezTo>
                  <a:cubicBezTo>
                    <a:pt x="3408979" y="2501348"/>
                    <a:pt x="3438136" y="2596873"/>
                    <a:pt x="3507502" y="2659088"/>
                  </a:cubicBezTo>
                  <a:close/>
                  <a:moveTo>
                    <a:pt x="2750047" y="3029987"/>
                  </a:moveTo>
                  <a:cubicBezTo>
                    <a:pt x="2773168" y="3050726"/>
                    <a:pt x="2800759" y="3067763"/>
                    <a:pt x="2832021" y="3079524"/>
                  </a:cubicBezTo>
                  <a:cubicBezTo>
                    <a:pt x="2957076" y="3126570"/>
                    <a:pt x="3093558" y="3071393"/>
                    <a:pt x="3136863" y="2956283"/>
                  </a:cubicBezTo>
                  <a:cubicBezTo>
                    <a:pt x="3180168" y="2841172"/>
                    <a:pt x="3113897" y="2709719"/>
                    <a:pt x="2988843" y="2662673"/>
                  </a:cubicBezTo>
                  <a:cubicBezTo>
                    <a:pt x="2863789" y="2615627"/>
                    <a:pt x="2727307" y="2670804"/>
                    <a:pt x="2684001" y="2785914"/>
                  </a:cubicBezTo>
                  <a:cubicBezTo>
                    <a:pt x="2651523" y="2872247"/>
                    <a:pt x="2680681" y="2967773"/>
                    <a:pt x="2750047" y="3029987"/>
                  </a:cubicBezTo>
                  <a:close/>
                  <a:moveTo>
                    <a:pt x="1666926" y="2573567"/>
                  </a:moveTo>
                  <a:lnTo>
                    <a:pt x="1775047" y="423729"/>
                  </a:lnTo>
                  <a:lnTo>
                    <a:pt x="1991290" y="423729"/>
                  </a:lnTo>
                  <a:lnTo>
                    <a:pt x="2099411" y="2573567"/>
                  </a:lnTo>
                  <a:close/>
                  <a:moveTo>
                    <a:pt x="1154974" y="2568578"/>
                  </a:moveTo>
                  <a:cubicBezTo>
                    <a:pt x="1178096" y="2589317"/>
                    <a:pt x="1205685" y="2606354"/>
                    <a:pt x="1236949" y="2618115"/>
                  </a:cubicBezTo>
                  <a:cubicBezTo>
                    <a:pt x="1362003" y="2665161"/>
                    <a:pt x="1498485" y="2609985"/>
                    <a:pt x="1541790" y="2494874"/>
                  </a:cubicBezTo>
                  <a:cubicBezTo>
                    <a:pt x="1585096" y="2379763"/>
                    <a:pt x="1518825" y="2248310"/>
                    <a:pt x="1393770" y="2201264"/>
                  </a:cubicBezTo>
                  <a:cubicBezTo>
                    <a:pt x="1268716" y="2154218"/>
                    <a:pt x="1132234" y="2209394"/>
                    <a:pt x="1088929" y="2324505"/>
                  </a:cubicBezTo>
                  <a:cubicBezTo>
                    <a:pt x="1056450" y="2410839"/>
                    <a:pt x="1085608" y="2506364"/>
                    <a:pt x="1154974" y="2568578"/>
                  </a:cubicBezTo>
                  <a:close/>
                  <a:moveTo>
                    <a:pt x="1811301" y="3132571"/>
                  </a:moveTo>
                  <a:lnTo>
                    <a:pt x="1704026" y="2663196"/>
                  </a:lnTo>
                  <a:lnTo>
                    <a:pt x="2117930" y="2682436"/>
                  </a:lnTo>
                  <a:lnTo>
                    <a:pt x="1967575" y="3139835"/>
                  </a:lnTo>
                  <a:close/>
                  <a:moveTo>
                    <a:pt x="474734" y="2026084"/>
                  </a:moveTo>
                  <a:cubicBezTo>
                    <a:pt x="497856" y="2046823"/>
                    <a:pt x="525445" y="2063859"/>
                    <a:pt x="556709" y="2075621"/>
                  </a:cubicBezTo>
                  <a:cubicBezTo>
                    <a:pt x="681763" y="2122667"/>
                    <a:pt x="818245" y="2067490"/>
                    <a:pt x="861550" y="1952380"/>
                  </a:cubicBezTo>
                  <a:cubicBezTo>
                    <a:pt x="904855" y="1837269"/>
                    <a:pt x="838584" y="1705816"/>
                    <a:pt x="713530" y="1658770"/>
                  </a:cubicBezTo>
                  <a:cubicBezTo>
                    <a:pt x="588476" y="1611724"/>
                    <a:pt x="451994" y="1666900"/>
                    <a:pt x="408689" y="1782011"/>
                  </a:cubicBezTo>
                  <a:cubicBezTo>
                    <a:pt x="376210" y="1868344"/>
                    <a:pt x="405367" y="1963870"/>
                    <a:pt x="474734" y="2026084"/>
                  </a:cubicBezTo>
                  <a:close/>
                  <a:moveTo>
                    <a:pt x="470005" y="2517620"/>
                  </a:moveTo>
                  <a:cubicBezTo>
                    <a:pt x="142796" y="2243059"/>
                    <a:pt x="-69074" y="1913805"/>
                    <a:pt x="20698" y="1573981"/>
                  </a:cubicBezTo>
                  <a:cubicBezTo>
                    <a:pt x="290062" y="677171"/>
                    <a:pt x="1131284" y="1373424"/>
                    <a:pt x="1417683" y="1157395"/>
                  </a:cubicBezTo>
                  <a:cubicBezTo>
                    <a:pt x="1704082" y="941367"/>
                    <a:pt x="795764" y="512391"/>
                    <a:pt x="1486994" y="164947"/>
                  </a:cubicBezTo>
                  <a:cubicBezTo>
                    <a:pt x="1963635" y="-91969"/>
                    <a:pt x="2301495" y="-33140"/>
                    <a:pt x="2924035" y="233397"/>
                  </a:cubicBezTo>
                  <a:cubicBezTo>
                    <a:pt x="3546575" y="499935"/>
                    <a:pt x="4682373" y="1460700"/>
                    <a:pt x="4352060" y="2410274"/>
                  </a:cubicBezTo>
                  <a:cubicBezTo>
                    <a:pt x="4055563" y="3262631"/>
                    <a:pt x="2903863" y="3342769"/>
                    <a:pt x="2149143" y="3248705"/>
                  </a:cubicBezTo>
                  <a:cubicBezTo>
                    <a:pt x="2120485" y="3221681"/>
                    <a:pt x="2088781" y="3200633"/>
                    <a:pt x="2056697" y="3184977"/>
                  </a:cubicBezTo>
                  <a:lnTo>
                    <a:pt x="2029525" y="3174239"/>
                  </a:lnTo>
                  <a:lnTo>
                    <a:pt x="2074465" y="2961096"/>
                  </a:lnTo>
                  <a:cubicBezTo>
                    <a:pt x="2174448" y="2968058"/>
                    <a:pt x="2268303" y="2914369"/>
                    <a:pt x="2302852" y="2822534"/>
                  </a:cubicBezTo>
                  <a:cubicBezTo>
                    <a:pt x="2344980" y="2710550"/>
                    <a:pt x="2283405" y="2583099"/>
                    <a:pt x="2164586" y="2533664"/>
                  </a:cubicBezTo>
                  <a:lnTo>
                    <a:pt x="2177079" y="2474412"/>
                  </a:lnTo>
                  <a:lnTo>
                    <a:pt x="2181423" y="2474420"/>
                  </a:lnTo>
                  <a:lnTo>
                    <a:pt x="2180348" y="2458905"/>
                  </a:lnTo>
                  <a:lnTo>
                    <a:pt x="2183345" y="2444691"/>
                  </a:lnTo>
                  <a:lnTo>
                    <a:pt x="2179364" y="2444684"/>
                  </a:lnTo>
                  <a:lnTo>
                    <a:pt x="2069296" y="855315"/>
                  </a:lnTo>
                  <a:cubicBezTo>
                    <a:pt x="2264713" y="815272"/>
                    <a:pt x="2400776" y="670372"/>
                    <a:pt x="2376696" y="524656"/>
                  </a:cubicBezTo>
                  <a:cubicBezTo>
                    <a:pt x="2351678" y="373263"/>
                    <a:pt x="2163271" y="278317"/>
                    <a:pt x="1955875" y="312591"/>
                  </a:cubicBezTo>
                  <a:cubicBezTo>
                    <a:pt x="1748480" y="346862"/>
                    <a:pt x="1600634" y="497374"/>
                    <a:pt x="1625652" y="648768"/>
                  </a:cubicBezTo>
                  <a:cubicBezTo>
                    <a:pt x="1635034" y="705540"/>
                    <a:pt x="1667392" y="754373"/>
                    <a:pt x="1715112" y="791433"/>
                  </a:cubicBezTo>
                  <a:lnTo>
                    <a:pt x="1728511" y="799403"/>
                  </a:lnTo>
                  <a:lnTo>
                    <a:pt x="1608970" y="2443607"/>
                  </a:lnTo>
                  <a:lnTo>
                    <a:pt x="1608731" y="2443607"/>
                  </a:lnTo>
                  <a:lnTo>
                    <a:pt x="1608909" y="2444461"/>
                  </a:lnTo>
                  <a:lnTo>
                    <a:pt x="1606809" y="2473335"/>
                  </a:lnTo>
                  <a:lnTo>
                    <a:pt x="1614885" y="2473351"/>
                  </a:lnTo>
                  <a:lnTo>
                    <a:pt x="1760460" y="3176931"/>
                  </a:lnTo>
                  <a:cubicBezTo>
                    <a:pt x="1363839" y="3071567"/>
                    <a:pt x="842276" y="2829991"/>
                    <a:pt x="470005" y="2517620"/>
                  </a:cubicBezTo>
                  <a:close/>
                  <a:moveTo>
                    <a:pt x="1703651" y="4144665"/>
                  </a:moveTo>
                  <a:cubicBezTo>
                    <a:pt x="1692426" y="4135382"/>
                    <a:pt x="1682479" y="4126471"/>
                    <a:pt x="1673433" y="4117764"/>
                  </a:cubicBezTo>
                  <a:cubicBezTo>
                    <a:pt x="1630012" y="4075967"/>
                    <a:pt x="1607344" y="4038835"/>
                    <a:pt x="1563711" y="3987474"/>
                  </a:cubicBezTo>
                  <a:cubicBezTo>
                    <a:pt x="1428119" y="3754817"/>
                    <a:pt x="1459551" y="3514918"/>
                    <a:pt x="1577437" y="3369529"/>
                  </a:cubicBezTo>
                  <a:cubicBezTo>
                    <a:pt x="1695323" y="3224139"/>
                    <a:pt x="1812160" y="3189516"/>
                    <a:pt x="1943877" y="3254126"/>
                  </a:cubicBezTo>
                  <a:cubicBezTo>
                    <a:pt x="2075594" y="3318736"/>
                    <a:pt x="2201944" y="3486346"/>
                    <a:pt x="2150195" y="3720844"/>
                  </a:cubicBezTo>
                  <a:cubicBezTo>
                    <a:pt x="2053054" y="4010881"/>
                    <a:pt x="2046121" y="3999957"/>
                    <a:pt x="2256634" y="4453092"/>
                  </a:cubicBezTo>
                  <a:cubicBezTo>
                    <a:pt x="1923422" y="4292924"/>
                    <a:pt x="1782225" y="4209649"/>
                    <a:pt x="1703651" y="41446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D5CF2213-852E-4240-813E-B4BEE73B7B5F}"/>
                </a:ext>
              </a:extLst>
            </p:cNvPr>
            <p:cNvGrpSpPr/>
            <p:nvPr/>
          </p:nvGrpSpPr>
          <p:grpSpPr>
            <a:xfrm>
              <a:off x="7721588" y="2772298"/>
              <a:ext cx="988480" cy="987025"/>
              <a:chOff x="2611714" y="1452659"/>
              <a:chExt cx="3963104" cy="3957283"/>
            </a:xfrm>
            <a:solidFill>
              <a:schemeClr val="bg1"/>
            </a:solidFill>
          </p:grpSpPr>
          <p:sp>
            <p:nvSpPr>
              <p:cNvPr id="17" name="Round Same Side Corner Rectangle 4">
                <a:extLst>
                  <a:ext uri="{FF2B5EF4-FFF2-40B4-BE49-F238E27FC236}">
                    <a16:creationId xmlns:a16="http://schemas.microsoft.com/office/drawing/2014/main" xmlns="" id="{15E8845B-2966-4D6E-BF28-D4FFBE0924ED}"/>
                  </a:ext>
                </a:extLst>
              </p:cNvPr>
              <p:cNvSpPr/>
              <p:nvPr/>
            </p:nvSpPr>
            <p:spPr>
              <a:xfrm rot="5400000">
                <a:off x="3996576" y="67797"/>
                <a:ext cx="1193379" cy="3963104"/>
              </a:xfrm>
              <a:custGeom>
                <a:avLst/>
                <a:gdLst>
                  <a:gd name="connsiteX0" fmla="*/ 259607 w 792088"/>
                  <a:gd name="connsiteY0" fmla="*/ 0 h 4005634"/>
                  <a:gd name="connsiteX1" fmla="*/ 532481 w 792088"/>
                  <a:gd name="connsiteY1" fmla="*/ 0 h 4005634"/>
                  <a:gd name="connsiteX2" fmla="*/ 792088 w 792088"/>
                  <a:gd name="connsiteY2" fmla="*/ 259607 h 4005634"/>
                  <a:gd name="connsiteX3" fmla="*/ 792088 w 792088"/>
                  <a:gd name="connsiteY3" fmla="*/ 4005634 h 4005634"/>
                  <a:gd name="connsiteX4" fmla="*/ 792088 w 792088"/>
                  <a:gd name="connsiteY4" fmla="*/ 4005634 h 4005634"/>
                  <a:gd name="connsiteX5" fmla="*/ 0 w 792088"/>
                  <a:gd name="connsiteY5" fmla="*/ 4005634 h 4005634"/>
                  <a:gd name="connsiteX6" fmla="*/ 0 w 792088"/>
                  <a:gd name="connsiteY6" fmla="*/ 4005634 h 4005634"/>
                  <a:gd name="connsiteX7" fmla="*/ 0 w 792088"/>
                  <a:gd name="connsiteY7" fmla="*/ 259607 h 4005634"/>
                  <a:gd name="connsiteX8" fmla="*/ 259607 w 792088"/>
                  <a:gd name="connsiteY8" fmla="*/ 0 h 4005634"/>
                  <a:gd name="connsiteX0" fmla="*/ 270239 w 802720"/>
                  <a:gd name="connsiteY0" fmla="*/ 0 h 4005634"/>
                  <a:gd name="connsiteX1" fmla="*/ 543113 w 802720"/>
                  <a:gd name="connsiteY1" fmla="*/ 0 h 4005634"/>
                  <a:gd name="connsiteX2" fmla="*/ 802720 w 802720"/>
                  <a:gd name="connsiteY2" fmla="*/ 259607 h 4005634"/>
                  <a:gd name="connsiteX3" fmla="*/ 802720 w 802720"/>
                  <a:gd name="connsiteY3" fmla="*/ 4005634 h 4005634"/>
                  <a:gd name="connsiteX4" fmla="*/ 802720 w 802720"/>
                  <a:gd name="connsiteY4" fmla="*/ 4005634 h 4005634"/>
                  <a:gd name="connsiteX5" fmla="*/ 10632 w 802720"/>
                  <a:gd name="connsiteY5" fmla="*/ 4005634 h 4005634"/>
                  <a:gd name="connsiteX6" fmla="*/ 0 w 802720"/>
                  <a:gd name="connsiteY6" fmla="*/ 3590965 h 4005634"/>
                  <a:gd name="connsiteX7" fmla="*/ 10632 w 802720"/>
                  <a:gd name="connsiteY7" fmla="*/ 259607 h 4005634"/>
                  <a:gd name="connsiteX8" fmla="*/ 270239 w 802720"/>
                  <a:gd name="connsiteY8" fmla="*/ 0 h 4005634"/>
                  <a:gd name="connsiteX0" fmla="*/ 280872 w 813353"/>
                  <a:gd name="connsiteY0" fmla="*/ 0 h 4005634"/>
                  <a:gd name="connsiteX1" fmla="*/ 553746 w 813353"/>
                  <a:gd name="connsiteY1" fmla="*/ 0 h 4005634"/>
                  <a:gd name="connsiteX2" fmla="*/ 813353 w 813353"/>
                  <a:gd name="connsiteY2" fmla="*/ 259607 h 4005634"/>
                  <a:gd name="connsiteX3" fmla="*/ 813353 w 813353"/>
                  <a:gd name="connsiteY3" fmla="*/ 4005634 h 4005634"/>
                  <a:gd name="connsiteX4" fmla="*/ 813353 w 813353"/>
                  <a:gd name="connsiteY4" fmla="*/ 4005634 h 4005634"/>
                  <a:gd name="connsiteX5" fmla="*/ 21265 w 813353"/>
                  <a:gd name="connsiteY5" fmla="*/ 4005634 h 4005634"/>
                  <a:gd name="connsiteX6" fmla="*/ 0 w 813353"/>
                  <a:gd name="connsiteY6" fmla="*/ 3590965 h 4005634"/>
                  <a:gd name="connsiteX7" fmla="*/ 21265 w 813353"/>
                  <a:gd name="connsiteY7" fmla="*/ 259607 h 4005634"/>
                  <a:gd name="connsiteX8" fmla="*/ 280872 w 813353"/>
                  <a:gd name="connsiteY8" fmla="*/ 0 h 4005634"/>
                  <a:gd name="connsiteX0" fmla="*/ 259607 w 792088"/>
                  <a:gd name="connsiteY0" fmla="*/ 0 h 4005634"/>
                  <a:gd name="connsiteX1" fmla="*/ 532481 w 792088"/>
                  <a:gd name="connsiteY1" fmla="*/ 0 h 4005634"/>
                  <a:gd name="connsiteX2" fmla="*/ 792088 w 792088"/>
                  <a:gd name="connsiteY2" fmla="*/ 259607 h 4005634"/>
                  <a:gd name="connsiteX3" fmla="*/ 792088 w 792088"/>
                  <a:gd name="connsiteY3" fmla="*/ 4005634 h 4005634"/>
                  <a:gd name="connsiteX4" fmla="*/ 792088 w 792088"/>
                  <a:gd name="connsiteY4" fmla="*/ 4005634 h 4005634"/>
                  <a:gd name="connsiteX5" fmla="*/ 0 w 792088"/>
                  <a:gd name="connsiteY5" fmla="*/ 4005634 h 4005634"/>
                  <a:gd name="connsiteX6" fmla="*/ 0 w 792088"/>
                  <a:gd name="connsiteY6" fmla="*/ 259607 h 4005634"/>
                  <a:gd name="connsiteX7" fmla="*/ 259607 w 792088"/>
                  <a:gd name="connsiteY7" fmla="*/ 0 h 4005634"/>
                  <a:gd name="connsiteX0" fmla="*/ 259607 w 792088"/>
                  <a:gd name="connsiteY0" fmla="*/ 0 h 4005634"/>
                  <a:gd name="connsiteX1" fmla="*/ 532481 w 792088"/>
                  <a:gd name="connsiteY1" fmla="*/ 0 h 4005634"/>
                  <a:gd name="connsiteX2" fmla="*/ 792088 w 792088"/>
                  <a:gd name="connsiteY2" fmla="*/ 259607 h 4005634"/>
                  <a:gd name="connsiteX3" fmla="*/ 792088 w 792088"/>
                  <a:gd name="connsiteY3" fmla="*/ 4005634 h 4005634"/>
                  <a:gd name="connsiteX4" fmla="*/ 792088 w 792088"/>
                  <a:gd name="connsiteY4" fmla="*/ 4005634 h 4005634"/>
                  <a:gd name="connsiteX5" fmla="*/ 10633 w 792088"/>
                  <a:gd name="connsiteY5" fmla="*/ 3101867 h 4005634"/>
                  <a:gd name="connsiteX6" fmla="*/ 0 w 792088"/>
                  <a:gd name="connsiteY6" fmla="*/ 259607 h 4005634"/>
                  <a:gd name="connsiteX7" fmla="*/ 259607 w 792088"/>
                  <a:gd name="connsiteY7" fmla="*/ 0 h 4005634"/>
                  <a:gd name="connsiteX0" fmla="*/ 259607 w 792088"/>
                  <a:gd name="connsiteY0" fmla="*/ 0 h 4005634"/>
                  <a:gd name="connsiteX1" fmla="*/ 532481 w 792088"/>
                  <a:gd name="connsiteY1" fmla="*/ 0 h 4005634"/>
                  <a:gd name="connsiteX2" fmla="*/ 792088 w 792088"/>
                  <a:gd name="connsiteY2" fmla="*/ 259607 h 4005634"/>
                  <a:gd name="connsiteX3" fmla="*/ 792088 w 792088"/>
                  <a:gd name="connsiteY3" fmla="*/ 4005634 h 4005634"/>
                  <a:gd name="connsiteX4" fmla="*/ 792088 w 792088"/>
                  <a:gd name="connsiteY4" fmla="*/ 4005634 h 4005634"/>
                  <a:gd name="connsiteX5" fmla="*/ 10633 w 792088"/>
                  <a:gd name="connsiteY5" fmla="*/ 3101867 h 4005634"/>
                  <a:gd name="connsiteX6" fmla="*/ 0 w 792088"/>
                  <a:gd name="connsiteY6" fmla="*/ 259607 h 4005634"/>
                  <a:gd name="connsiteX7" fmla="*/ 259607 w 792088"/>
                  <a:gd name="connsiteY7" fmla="*/ 0 h 4005634"/>
                  <a:gd name="connsiteX0" fmla="*/ 259607 w 1004739"/>
                  <a:gd name="connsiteY0" fmla="*/ 0 h 4005634"/>
                  <a:gd name="connsiteX1" fmla="*/ 532481 w 1004739"/>
                  <a:gd name="connsiteY1" fmla="*/ 0 h 4005634"/>
                  <a:gd name="connsiteX2" fmla="*/ 792088 w 1004739"/>
                  <a:gd name="connsiteY2" fmla="*/ 259607 h 4005634"/>
                  <a:gd name="connsiteX3" fmla="*/ 792088 w 1004739"/>
                  <a:gd name="connsiteY3" fmla="*/ 4005634 h 4005634"/>
                  <a:gd name="connsiteX4" fmla="*/ 1004739 w 1004739"/>
                  <a:gd name="connsiteY4" fmla="*/ 3941839 h 4005634"/>
                  <a:gd name="connsiteX5" fmla="*/ 10633 w 1004739"/>
                  <a:gd name="connsiteY5" fmla="*/ 3101867 h 4005634"/>
                  <a:gd name="connsiteX6" fmla="*/ 0 w 1004739"/>
                  <a:gd name="connsiteY6" fmla="*/ 259607 h 4005634"/>
                  <a:gd name="connsiteX7" fmla="*/ 259607 w 1004739"/>
                  <a:gd name="connsiteY7" fmla="*/ 0 h 4005634"/>
                  <a:gd name="connsiteX0" fmla="*/ 259607 w 1004739"/>
                  <a:gd name="connsiteY0" fmla="*/ 0 h 4005634"/>
                  <a:gd name="connsiteX1" fmla="*/ 532481 w 1004739"/>
                  <a:gd name="connsiteY1" fmla="*/ 0 h 4005634"/>
                  <a:gd name="connsiteX2" fmla="*/ 792088 w 1004739"/>
                  <a:gd name="connsiteY2" fmla="*/ 259607 h 4005634"/>
                  <a:gd name="connsiteX3" fmla="*/ 792090 w 1004739"/>
                  <a:gd name="connsiteY3" fmla="*/ 4005634 h 4005634"/>
                  <a:gd name="connsiteX4" fmla="*/ 1004739 w 1004739"/>
                  <a:gd name="connsiteY4" fmla="*/ 3941839 h 4005634"/>
                  <a:gd name="connsiteX5" fmla="*/ 10633 w 1004739"/>
                  <a:gd name="connsiteY5" fmla="*/ 3101867 h 4005634"/>
                  <a:gd name="connsiteX6" fmla="*/ 0 w 1004739"/>
                  <a:gd name="connsiteY6" fmla="*/ 259607 h 4005634"/>
                  <a:gd name="connsiteX7" fmla="*/ 259607 w 1004739"/>
                  <a:gd name="connsiteY7" fmla="*/ 0 h 4005634"/>
                  <a:gd name="connsiteX0" fmla="*/ 259607 w 1004739"/>
                  <a:gd name="connsiteY0" fmla="*/ 0 h 4016266"/>
                  <a:gd name="connsiteX1" fmla="*/ 532481 w 1004739"/>
                  <a:gd name="connsiteY1" fmla="*/ 0 h 4016266"/>
                  <a:gd name="connsiteX2" fmla="*/ 792088 w 1004739"/>
                  <a:gd name="connsiteY2" fmla="*/ 259607 h 4016266"/>
                  <a:gd name="connsiteX3" fmla="*/ 802725 w 1004739"/>
                  <a:gd name="connsiteY3" fmla="*/ 4016266 h 4016266"/>
                  <a:gd name="connsiteX4" fmla="*/ 1004739 w 1004739"/>
                  <a:gd name="connsiteY4" fmla="*/ 3941839 h 4016266"/>
                  <a:gd name="connsiteX5" fmla="*/ 10633 w 1004739"/>
                  <a:gd name="connsiteY5" fmla="*/ 3101867 h 4016266"/>
                  <a:gd name="connsiteX6" fmla="*/ 0 w 1004739"/>
                  <a:gd name="connsiteY6" fmla="*/ 259607 h 4016266"/>
                  <a:gd name="connsiteX7" fmla="*/ 259607 w 1004739"/>
                  <a:gd name="connsiteY7" fmla="*/ 0 h 4016266"/>
                  <a:gd name="connsiteX0" fmla="*/ 259607 w 1040242"/>
                  <a:gd name="connsiteY0" fmla="*/ 0 h 3941839"/>
                  <a:gd name="connsiteX1" fmla="*/ 532481 w 1040242"/>
                  <a:gd name="connsiteY1" fmla="*/ 0 h 3941839"/>
                  <a:gd name="connsiteX2" fmla="*/ 792088 w 1040242"/>
                  <a:gd name="connsiteY2" fmla="*/ 259607 h 3941839"/>
                  <a:gd name="connsiteX3" fmla="*/ 1004739 w 1040242"/>
                  <a:gd name="connsiteY3" fmla="*/ 3941839 h 3941839"/>
                  <a:gd name="connsiteX4" fmla="*/ 10633 w 1040242"/>
                  <a:gd name="connsiteY4" fmla="*/ 3101867 h 3941839"/>
                  <a:gd name="connsiteX5" fmla="*/ 0 w 1040242"/>
                  <a:gd name="connsiteY5" fmla="*/ 259607 h 3941839"/>
                  <a:gd name="connsiteX6" fmla="*/ 259607 w 1040242"/>
                  <a:gd name="connsiteY6" fmla="*/ 0 h 3941839"/>
                  <a:gd name="connsiteX0" fmla="*/ 259607 w 1384020"/>
                  <a:gd name="connsiteY0" fmla="*/ 0 h 3984369"/>
                  <a:gd name="connsiteX1" fmla="*/ 532481 w 1384020"/>
                  <a:gd name="connsiteY1" fmla="*/ 0 h 3984369"/>
                  <a:gd name="connsiteX2" fmla="*/ 792088 w 1384020"/>
                  <a:gd name="connsiteY2" fmla="*/ 259607 h 3984369"/>
                  <a:gd name="connsiteX3" fmla="*/ 1366248 w 1384020"/>
                  <a:gd name="connsiteY3" fmla="*/ 3984369 h 3984369"/>
                  <a:gd name="connsiteX4" fmla="*/ 10633 w 1384020"/>
                  <a:gd name="connsiteY4" fmla="*/ 3101867 h 3984369"/>
                  <a:gd name="connsiteX5" fmla="*/ 0 w 1384020"/>
                  <a:gd name="connsiteY5" fmla="*/ 259607 h 3984369"/>
                  <a:gd name="connsiteX6" fmla="*/ 259607 w 1384020"/>
                  <a:gd name="connsiteY6" fmla="*/ 0 h 3984369"/>
                  <a:gd name="connsiteX0" fmla="*/ 259607 w 1128565"/>
                  <a:gd name="connsiteY0" fmla="*/ 0 h 4016267"/>
                  <a:gd name="connsiteX1" fmla="*/ 532481 w 1128565"/>
                  <a:gd name="connsiteY1" fmla="*/ 0 h 4016267"/>
                  <a:gd name="connsiteX2" fmla="*/ 792088 w 1128565"/>
                  <a:gd name="connsiteY2" fmla="*/ 259607 h 4016267"/>
                  <a:gd name="connsiteX3" fmla="*/ 1100436 w 1128565"/>
                  <a:gd name="connsiteY3" fmla="*/ 4016267 h 4016267"/>
                  <a:gd name="connsiteX4" fmla="*/ 10633 w 1128565"/>
                  <a:gd name="connsiteY4" fmla="*/ 3101867 h 4016267"/>
                  <a:gd name="connsiteX5" fmla="*/ 0 w 1128565"/>
                  <a:gd name="connsiteY5" fmla="*/ 259607 h 4016267"/>
                  <a:gd name="connsiteX6" fmla="*/ 259607 w 1128565"/>
                  <a:gd name="connsiteY6" fmla="*/ 0 h 4016267"/>
                  <a:gd name="connsiteX0" fmla="*/ 259607 w 1128565"/>
                  <a:gd name="connsiteY0" fmla="*/ 0 h 4016267"/>
                  <a:gd name="connsiteX1" fmla="*/ 532481 w 1128565"/>
                  <a:gd name="connsiteY1" fmla="*/ 0 h 4016267"/>
                  <a:gd name="connsiteX2" fmla="*/ 792088 w 1128565"/>
                  <a:gd name="connsiteY2" fmla="*/ 259607 h 4016267"/>
                  <a:gd name="connsiteX3" fmla="*/ 1100436 w 1128565"/>
                  <a:gd name="connsiteY3" fmla="*/ 4016267 h 4016267"/>
                  <a:gd name="connsiteX4" fmla="*/ 10633 w 1128565"/>
                  <a:gd name="connsiteY4" fmla="*/ 3101867 h 4016267"/>
                  <a:gd name="connsiteX5" fmla="*/ 0 w 1128565"/>
                  <a:gd name="connsiteY5" fmla="*/ 259607 h 4016267"/>
                  <a:gd name="connsiteX6" fmla="*/ 259607 w 1128565"/>
                  <a:gd name="connsiteY6" fmla="*/ 0 h 4016267"/>
                  <a:gd name="connsiteX0" fmla="*/ 259607 w 1148583"/>
                  <a:gd name="connsiteY0" fmla="*/ 0 h 3963104"/>
                  <a:gd name="connsiteX1" fmla="*/ 532481 w 1148583"/>
                  <a:gd name="connsiteY1" fmla="*/ 0 h 3963104"/>
                  <a:gd name="connsiteX2" fmla="*/ 792088 w 1148583"/>
                  <a:gd name="connsiteY2" fmla="*/ 259607 h 3963104"/>
                  <a:gd name="connsiteX3" fmla="*/ 1121701 w 1148583"/>
                  <a:gd name="connsiteY3" fmla="*/ 3963104 h 3963104"/>
                  <a:gd name="connsiteX4" fmla="*/ 10633 w 1148583"/>
                  <a:gd name="connsiteY4" fmla="*/ 3101867 h 3963104"/>
                  <a:gd name="connsiteX5" fmla="*/ 0 w 1148583"/>
                  <a:gd name="connsiteY5" fmla="*/ 259607 h 3963104"/>
                  <a:gd name="connsiteX6" fmla="*/ 259607 w 1148583"/>
                  <a:gd name="connsiteY6" fmla="*/ 0 h 3963104"/>
                  <a:gd name="connsiteX0" fmla="*/ 291731 w 1180707"/>
                  <a:gd name="connsiteY0" fmla="*/ 0 h 3963104"/>
                  <a:gd name="connsiteX1" fmla="*/ 564605 w 1180707"/>
                  <a:gd name="connsiteY1" fmla="*/ 0 h 3963104"/>
                  <a:gd name="connsiteX2" fmla="*/ 824212 w 1180707"/>
                  <a:gd name="connsiteY2" fmla="*/ 259607 h 3963104"/>
                  <a:gd name="connsiteX3" fmla="*/ 1153825 w 1180707"/>
                  <a:gd name="connsiteY3" fmla="*/ 3963104 h 3963104"/>
                  <a:gd name="connsiteX4" fmla="*/ 228 w 1180707"/>
                  <a:gd name="connsiteY4" fmla="*/ 2867951 h 3963104"/>
                  <a:gd name="connsiteX5" fmla="*/ 32124 w 1180707"/>
                  <a:gd name="connsiteY5" fmla="*/ 259607 h 3963104"/>
                  <a:gd name="connsiteX6" fmla="*/ 291731 w 1180707"/>
                  <a:gd name="connsiteY6" fmla="*/ 0 h 3963104"/>
                  <a:gd name="connsiteX0" fmla="*/ 291731 w 1180707"/>
                  <a:gd name="connsiteY0" fmla="*/ 0 h 3963104"/>
                  <a:gd name="connsiteX1" fmla="*/ 564605 w 1180707"/>
                  <a:gd name="connsiteY1" fmla="*/ 0 h 3963104"/>
                  <a:gd name="connsiteX2" fmla="*/ 824212 w 1180707"/>
                  <a:gd name="connsiteY2" fmla="*/ 259607 h 3963104"/>
                  <a:gd name="connsiteX3" fmla="*/ 1153825 w 1180707"/>
                  <a:gd name="connsiteY3" fmla="*/ 3963104 h 3963104"/>
                  <a:gd name="connsiteX4" fmla="*/ 228 w 1180707"/>
                  <a:gd name="connsiteY4" fmla="*/ 2867951 h 3963104"/>
                  <a:gd name="connsiteX5" fmla="*/ 32124 w 1180707"/>
                  <a:gd name="connsiteY5" fmla="*/ 259607 h 3963104"/>
                  <a:gd name="connsiteX6" fmla="*/ 291731 w 1180707"/>
                  <a:gd name="connsiteY6" fmla="*/ 0 h 3963104"/>
                  <a:gd name="connsiteX0" fmla="*/ 291731 w 1180707"/>
                  <a:gd name="connsiteY0" fmla="*/ 0 h 3963104"/>
                  <a:gd name="connsiteX1" fmla="*/ 564605 w 1180707"/>
                  <a:gd name="connsiteY1" fmla="*/ 0 h 3963104"/>
                  <a:gd name="connsiteX2" fmla="*/ 824212 w 1180707"/>
                  <a:gd name="connsiteY2" fmla="*/ 259607 h 3963104"/>
                  <a:gd name="connsiteX3" fmla="*/ 1153825 w 1180707"/>
                  <a:gd name="connsiteY3" fmla="*/ 3963104 h 3963104"/>
                  <a:gd name="connsiteX4" fmla="*/ 228 w 1180707"/>
                  <a:gd name="connsiteY4" fmla="*/ 2867951 h 3963104"/>
                  <a:gd name="connsiteX5" fmla="*/ 32124 w 1180707"/>
                  <a:gd name="connsiteY5" fmla="*/ 259607 h 3963104"/>
                  <a:gd name="connsiteX6" fmla="*/ 291731 w 1180707"/>
                  <a:gd name="connsiteY6" fmla="*/ 0 h 3963104"/>
                  <a:gd name="connsiteX0" fmla="*/ 291731 w 1180707"/>
                  <a:gd name="connsiteY0" fmla="*/ 0 h 3963104"/>
                  <a:gd name="connsiteX1" fmla="*/ 564605 w 1180707"/>
                  <a:gd name="connsiteY1" fmla="*/ 0 h 3963104"/>
                  <a:gd name="connsiteX2" fmla="*/ 824212 w 1180707"/>
                  <a:gd name="connsiteY2" fmla="*/ 259607 h 3963104"/>
                  <a:gd name="connsiteX3" fmla="*/ 1153825 w 1180707"/>
                  <a:gd name="connsiteY3" fmla="*/ 3963104 h 3963104"/>
                  <a:gd name="connsiteX4" fmla="*/ 228 w 1180707"/>
                  <a:gd name="connsiteY4" fmla="*/ 2867951 h 3963104"/>
                  <a:gd name="connsiteX5" fmla="*/ 32124 w 1180707"/>
                  <a:gd name="connsiteY5" fmla="*/ 259607 h 3963104"/>
                  <a:gd name="connsiteX6" fmla="*/ 291731 w 1180707"/>
                  <a:gd name="connsiteY6" fmla="*/ 0 h 3963104"/>
                  <a:gd name="connsiteX0" fmla="*/ 291731 w 1210113"/>
                  <a:gd name="connsiteY0" fmla="*/ 0 h 3963640"/>
                  <a:gd name="connsiteX1" fmla="*/ 564605 w 1210113"/>
                  <a:gd name="connsiteY1" fmla="*/ 0 h 3963640"/>
                  <a:gd name="connsiteX2" fmla="*/ 824212 w 1210113"/>
                  <a:gd name="connsiteY2" fmla="*/ 259607 h 3963640"/>
                  <a:gd name="connsiteX3" fmla="*/ 1153825 w 1210113"/>
                  <a:gd name="connsiteY3" fmla="*/ 3963104 h 3963640"/>
                  <a:gd name="connsiteX4" fmla="*/ 228 w 1210113"/>
                  <a:gd name="connsiteY4" fmla="*/ 2867951 h 3963640"/>
                  <a:gd name="connsiteX5" fmla="*/ 32124 w 1210113"/>
                  <a:gd name="connsiteY5" fmla="*/ 259607 h 3963640"/>
                  <a:gd name="connsiteX6" fmla="*/ 291731 w 1210113"/>
                  <a:gd name="connsiteY6" fmla="*/ 0 h 3963640"/>
                  <a:gd name="connsiteX0" fmla="*/ 291731 w 1202597"/>
                  <a:gd name="connsiteY0" fmla="*/ 0 h 3963104"/>
                  <a:gd name="connsiteX1" fmla="*/ 564605 w 1202597"/>
                  <a:gd name="connsiteY1" fmla="*/ 0 h 3963104"/>
                  <a:gd name="connsiteX2" fmla="*/ 824212 w 1202597"/>
                  <a:gd name="connsiteY2" fmla="*/ 259607 h 3963104"/>
                  <a:gd name="connsiteX3" fmla="*/ 865240 w 1202597"/>
                  <a:gd name="connsiteY3" fmla="*/ 2853423 h 3963104"/>
                  <a:gd name="connsiteX4" fmla="*/ 1153825 w 1202597"/>
                  <a:gd name="connsiteY4" fmla="*/ 3963104 h 3963104"/>
                  <a:gd name="connsiteX5" fmla="*/ 228 w 1202597"/>
                  <a:gd name="connsiteY5" fmla="*/ 2867951 h 3963104"/>
                  <a:gd name="connsiteX6" fmla="*/ 32124 w 1202597"/>
                  <a:gd name="connsiteY6" fmla="*/ 259607 h 3963104"/>
                  <a:gd name="connsiteX7" fmla="*/ 291731 w 1202597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53423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53423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5100"/>
                  <a:gd name="connsiteY0" fmla="*/ 0 h 3963104"/>
                  <a:gd name="connsiteX1" fmla="*/ 564605 w 1195100"/>
                  <a:gd name="connsiteY1" fmla="*/ 0 h 3963104"/>
                  <a:gd name="connsiteX2" fmla="*/ 824212 w 1195100"/>
                  <a:gd name="connsiteY2" fmla="*/ 259607 h 3963104"/>
                  <a:gd name="connsiteX3" fmla="*/ 833342 w 1195100"/>
                  <a:gd name="connsiteY3" fmla="*/ 2864055 h 3963104"/>
                  <a:gd name="connsiteX4" fmla="*/ 1153825 w 1195100"/>
                  <a:gd name="connsiteY4" fmla="*/ 3963104 h 3963104"/>
                  <a:gd name="connsiteX5" fmla="*/ 228 w 1195100"/>
                  <a:gd name="connsiteY5" fmla="*/ 2867951 h 3963104"/>
                  <a:gd name="connsiteX6" fmla="*/ 32124 w 1195100"/>
                  <a:gd name="connsiteY6" fmla="*/ 259607 h 3963104"/>
                  <a:gd name="connsiteX7" fmla="*/ 291731 w 1195100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64055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64055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64055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64055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64055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5777"/>
                  <a:gd name="connsiteY0" fmla="*/ 0 h 3963104"/>
                  <a:gd name="connsiteX1" fmla="*/ 564605 w 1195777"/>
                  <a:gd name="connsiteY1" fmla="*/ 0 h 3963104"/>
                  <a:gd name="connsiteX2" fmla="*/ 824212 w 1195777"/>
                  <a:gd name="connsiteY2" fmla="*/ 259607 h 3963104"/>
                  <a:gd name="connsiteX3" fmla="*/ 843975 w 1195777"/>
                  <a:gd name="connsiteY3" fmla="*/ 2832157 h 3963104"/>
                  <a:gd name="connsiteX4" fmla="*/ 1153825 w 1195777"/>
                  <a:gd name="connsiteY4" fmla="*/ 3963104 h 3963104"/>
                  <a:gd name="connsiteX5" fmla="*/ 228 w 1195777"/>
                  <a:gd name="connsiteY5" fmla="*/ 2867951 h 3963104"/>
                  <a:gd name="connsiteX6" fmla="*/ 32124 w 1195777"/>
                  <a:gd name="connsiteY6" fmla="*/ 259607 h 3963104"/>
                  <a:gd name="connsiteX7" fmla="*/ 291731 w 1195777"/>
                  <a:gd name="connsiteY7" fmla="*/ 0 h 3963104"/>
                  <a:gd name="connsiteX0" fmla="*/ 291731 w 1194715"/>
                  <a:gd name="connsiteY0" fmla="*/ 0 h 3963104"/>
                  <a:gd name="connsiteX1" fmla="*/ 564605 w 1194715"/>
                  <a:gd name="connsiteY1" fmla="*/ 0 h 3963104"/>
                  <a:gd name="connsiteX2" fmla="*/ 824212 w 1194715"/>
                  <a:gd name="connsiteY2" fmla="*/ 259607 h 3963104"/>
                  <a:gd name="connsiteX3" fmla="*/ 827147 w 1194715"/>
                  <a:gd name="connsiteY3" fmla="*/ 2820937 h 3963104"/>
                  <a:gd name="connsiteX4" fmla="*/ 1153825 w 1194715"/>
                  <a:gd name="connsiteY4" fmla="*/ 3963104 h 3963104"/>
                  <a:gd name="connsiteX5" fmla="*/ 228 w 1194715"/>
                  <a:gd name="connsiteY5" fmla="*/ 2867951 h 3963104"/>
                  <a:gd name="connsiteX6" fmla="*/ 32124 w 1194715"/>
                  <a:gd name="connsiteY6" fmla="*/ 259607 h 3963104"/>
                  <a:gd name="connsiteX7" fmla="*/ 291731 w 1194715"/>
                  <a:gd name="connsiteY7" fmla="*/ 0 h 3963104"/>
                  <a:gd name="connsiteX0" fmla="*/ 291731 w 1194715"/>
                  <a:gd name="connsiteY0" fmla="*/ 0 h 3963104"/>
                  <a:gd name="connsiteX1" fmla="*/ 564605 w 1194715"/>
                  <a:gd name="connsiteY1" fmla="*/ 0 h 3963104"/>
                  <a:gd name="connsiteX2" fmla="*/ 824212 w 1194715"/>
                  <a:gd name="connsiteY2" fmla="*/ 259607 h 3963104"/>
                  <a:gd name="connsiteX3" fmla="*/ 827147 w 1194715"/>
                  <a:gd name="connsiteY3" fmla="*/ 2820937 h 3963104"/>
                  <a:gd name="connsiteX4" fmla="*/ 1153825 w 1194715"/>
                  <a:gd name="connsiteY4" fmla="*/ 3963104 h 3963104"/>
                  <a:gd name="connsiteX5" fmla="*/ 228 w 1194715"/>
                  <a:gd name="connsiteY5" fmla="*/ 2867951 h 3963104"/>
                  <a:gd name="connsiteX6" fmla="*/ 32124 w 1194715"/>
                  <a:gd name="connsiteY6" fmla="*/ 259607 h 3963104"/>
                  <a:gd name="connsiteX7" fmla="*/ 291731 w 1194715"/>
                  <a:gd name="connsiteY7" fmla="*/ 0 h 3963104"/>
                  <a:gd name="connsiteX0" fmla="*/ 291731 w 1194715"/>
                  <a:gd name="connsiteY0" fmla="*/ 0 h 3963104"/>
                  <a:gd name="connsiteX1" fmla="*/ 564605 w 1194715"/>
                  <a:gd name="connsiteY1" fmla="*/ 0 h 3963104"/>
                  <a:gd name="connsiteX2" fmla="*/ 824212 w 1194715"/>
                  <a:gd name="connsiteY2" fmla="*/ 259607 h 3963104"/>
                  <a:gd name="connsiteX3" fmla="*/ 827147 w 1194715"/>
                  <a:gd name="connsiteY3" fmla="*/ 2820937 h 3963104"/>
                  <a:gd name="connsiteX4" fmla="*/ 1153825 w 1194715"/>
                  <a:gd name="connsiteY4" fmla="*/ 3963104 h 3963104"/>
                  <a:gd name="connsiteX5" fmla="*/ 228 w 1194715"/>
                  <a:gd name="connsiteY5" fmla="*/ 2867951 h 3963104"/>
                  <a:gd name="connsiteX6" fmla="*/ 32124 w 1194715"/>
                  <a:gd name="connsiteY6" fmla="*/ 259607 h 3963104"/>
                  <a:gd name="connsiteX7" fmla="*/ 291731 w 1194715"/>
                  <a:gd name="connsiteY7" fmla="*/ 0 h 3963104"/>
                  <a:gd name="connsiteX0" fmla="*/ 291731 w 1194715"/>
                  <a:gd name="connsiteY0" fmla="*/ 0 h 3963104"/>
                  <a:gd name="connsiteX1" fmla="*/ 564605 w 1194715"/>
                  <a:gd name="connsiteY1" fmla="*/ 0 h 3963104"/>
                  <a:gd name="connsiteX2" fmla="*/ 824212 w 1194715"/>
                  <a:gd name="connsiteY2" fmla="*/ 259607 h 3963104"/>
                  <a:gd name="connsiteX3" fmla="*/ 827147 w 1194715"/>
                  <a:gd name="connsiteY3" fmla="*/ 2820937 h 3963104"/>
                  <a:gd name="connsiteX4" fmla="*/ 1153825 w 1194715"/>
                  <a:gd name="connsiteY4" fmla="*/ 3963104 h 3963104"/>
                  <a:gd name="connsiteX5" fmla="*/ 228 w 1194715"/>
                  <a:gd name="connsiteY5" fmla="*/ 2867951 h 3963104"/>
                  <a:gd name="connsiteX6" fmla="*/ 32124 w 1194715"/>
                  <a:gd name="connsiteY6" fmla="*/ 259607 h 3963104"/>
                  <a:gd name="connsiteX7" fmla="*/ 291731 w 1194715"/>
                  <a:gd name="connsiteY7" fmla="*/ 0 h 3963104"/>
                  <a:gd name="connsiteX0" fmla="*/ 291731 w 1194715"/>
                  <a:gd name="connsiteY0" fmla="*/ 0 h 3963104"/>
                  <a:gd name="connsiteX1" fmla="*/ 564605 w 1194715"/>
                  <a:gd name="connsiteY1" fmla="*/ 0 h 3963104"/>
                  <a:gd name="connsiteX2" fmla="*/ 824212 w 1194715"/>
                  <a:gd name="connsiteY2" fmla="*/ 259607 h 3963104"/>
                  <a:gd name="connsiteX3" fmla="*/ 827147 w 1194715"/>
                  <a:gd name="connsiteY3" fmla="*/ 2820937 h 3963104"/>
                  <a:gd name="connsiteX4" fmla="*/ 1153825 w 1194715"/>
                  <a:gd name="connsiteY4" fmla="*/ 3963104 h 3963104"/>
                  <a:gd name="connsiteX5" fmla="*/ 228 w 1194715"/>
                  <a:gd name="connsiteY5" fmla="*/ 2867951 h 3963104"/>
                  <a:gd name="connsiteX6" fmla="*/ 32124 w 1194715"/>
                  <a:gd name="connsiteY6" fmla="*/ 259607 h 3963104"/>
                  <a:gd name="connsiteX7" fmla="*/ 291731 w 1194715"/>
                  <a:gd name="connsiteY7" fmla="*/ 0 h 3963104"/>
                  <a:gd name="connsiteX0" fmla="*/ 291731 w 1193379"/>
                  <a:gd name="connsiteY0" fmla="*/ 0 h 3963104"/>
                  <a:gd name="connsiteX1" fmla="*/ 564605 w 1193379"/>
                  <a:gd name="connsiteY1" fmla="*/ 0 h 3963104"/>
                  <a:gd name="connsiteX2" fmla="*/ 824212 w 1193379"/>
                  <a:gd name="connsiteY2" fmla="*/ 259607 h 3963104"/>
                  <a:gd name="connsiteX3" fmla="*/ 804710 w 1193379"/>
                  <a:gd name="connsiteY3" fmla="*/ 2820937 h 3963104"/>
                  <a:gd name="connsiteX4" fmla="*/ 1153825 w 1193379"/>
                  <a:gd name="connsiteY4" fmla="*/ 3963104 h 3963104"/>
                  <a:gd name="connsiteX5" fmla="*/ 228 w 1193379"/>
                  <a:gd name="connsiteY5" fmla="*/ 2867951 h 3963104"/>
                  <a:gd name="connsiteX6" fmla="*/ 32124 w 1193379"/>
                  <a:gd name="connsiteY6" fmla="*/ 259607 h 3963104"/>
                  <a:gd name="connsiteX7" fmla="*/ 291731 w 1193379"/>
                  <a:gd name="connsiteY7" fmla="*/ 0 h 3963104"/>
                  <a:gd name="connsiteX0" fmla="*/ 291731 w 1193379"/>
                  <a:gd name="connsiteY0" fmla="*/ 0 h 3963104"/>
                  <a:gd name="connsiteX1" fmla="*/ 564605 w 1193379"/>
                  <a:gd name="connsiteY1" fmla="*/ 0 h 3963104"/>
                  <a:gd name="connsiteX2" fmla="*/ 824212 w 1193379"/>
                  <a:gd name="connsiteY2" fmla="*/ 259607 h 3963104"/>
                  <a:gd name="connsiteX3" fmla="*/ 804710 w 1193379"/>
                  <a:gd name="connsiteY3" fmla="*/ 2820937 h 3963104"/>
                  <a:gd name="connsiteX4" fmla="*/ 1153825 w 1193379"/>
                  <a:gd name="connsiteY4" fmla="*/ 3963104 h 3963104"/>
                  <a:gd name="connsiteX5" fmla="*/ 228 w 1193379"/>
                  <a:gd name="connsiteY5" fmla="*/ 2867951 h 3963104"/>
                  <a:gd name="connsiteX6" fmla="*/ 32124 w 1193379"/>
                  <a:gd name="connsiteY6" fmla="*/ 259607 h 3963104"/>
                  <a:gd name="connsiteX7" fmla="*/ 291731 w 1193379"/>
                  <a:gd name="connsiteY7" fmla="*/ 0 h 3963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93379" h="3963104">
                    <a:moveTo>
                      <a:pt x="291731" y="0"/>
                    </a:moveTo>
                    <a:lnTo>
                      <a:pt x="564605" y="0"/>
                    </a:lnTo>
                    <a:cubicBezTo>
                      <a:pt x="707982" y="0"/>
                      <a:pt x="824212" y="116230"/>
                      <a:pt x="824212" y="259607"/>
                    </a:cubicBezTo>
                    <a:cubicBezTo>
                      <a:pt x="812311" y="1450613"/>
                      <a:pt x="789639" y="1742312"/>
                      <a:pt x="804710" y="2820937"/>
                    </a:cubicBezTo>
                    <a:cubicBezTo>
                      <a:pt x="785221" y="3416922"/>
                      <a:pt x="1344067" y="3958911"/>
                      <a:pt x="1153825" y="3963104"/>
                    </a:cubicBezTo>
                    <a:cubicBezTo>
                      <a:pt x="691323" y="3853235"/>
                      <a:pt x="5536" y="3498816"/>
                      <a:pt x="228" y="2867951"/>
                    </a:cubicBezTo>
                    <a:cubicBezTo>
                      <a:pt x="-3316" y="1920531"/>
                      <a:pt x="35668" y="1207027"/>
                      <a:pt x="32124" y="259607"/>
                    </a:cubicBezTo>
                    <a:cubicBezTo>
                      <a:pt x="32124" y="116230"/>
                      <a:pt x="148354" y="0"/>
                      <a:pt x="29173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8" name="Round Same Side Corner Rectangle 6">
                <a:extLst>
                  <a:ext uri="{FF2B5EF4-FFF2-40B4-BE49-F238E27FC236}">
                    <a16:creationId xmlns:a16="http://schemas.microsoft.com/office/drawing/2014/main" xmlns="" id="{1B97F382-F14A-4396-9572-814AC9894D76}"/>
                  </a:ext>
                </a:extLst>
              </p:cNvPr>
              <p:cNvSpPr/>
              <p:nvPr/>
            </p:nvSpPr>
            <p:spPr>
              <a:xfrm rot="10800000">
                <a:off x="3313887" y="2197644"/>
                <a:ext cx="970080" cy="3202984"/>
              </a:xfrm>
              <a:custGeom>
                <a:avLst/>
                <a:gdLst>
                  <a:gd name="connsiteX0" fmla="*/ 387196 w 792088"/>
                  <a:gd name="connsiteY0" fmla="*/ 0 h 2736304"/>
                  <a:gd name="connsiteX1" fmla="*/ 404892 w 792088"/>
                  <a:gd name="connsiteY1" fmla="*/ 0 h 2736304"/>
                  <a:gd name="connsiteX2" fmla="*/ 792088 w 792088"/>
                  <a:gd name="connsiteY2" fmla="*/ 387196 h 2736304"/>
                  <a:gd name="connsiteX3" fmla="*/ 792088 w 792088"/>
                  <a:gd name="connsiteY3" fmla="*/ 2736304 h 2736304"/>
                  <a:gd name="connsiteX4" fmla="*/ 792088 w 792088"/>
                  <a:gd name="connsiteY4" fmla="*/ 2736304 h 2736304"/>
                  <a:gd name="connsiteX5" fmla="*/ 0 w 792088"/>
                  <a:gd name="connsiteY5" fmla="*/ 2736304 h 2736304"/>
                  <a:gd name="connsiteX6" fmla="*/ 0 w 792088"/>
                  <a:gd name="connsiteY6" fmla="*/ 2736304 h 2736304"/>
                  <a:gd name="connsiteX7" fmla="*/ 0 w 792088"/>
                  <a:gd name="connsiteY7" fmla="*/ 387196 h 2736304"/>
                  <a:gd name="connsiteX8" fmla="*/ 387196 w 792088"/>
                  <a:gd name="connsiteY8" fmla="*/ 0 h 2736304"/>
                  <a:gd name="connsiteX0" fmla="*/ 397829 w 792088"/>
                  <a:gd name="connsiteY0" fmla="*/ 0 h 3236034"/>
                  <a:gd name="connsiteX1" fmla="*/ 404892 w 792088"/>
                  <a:gd name="connsiteY1" fmla="*/ 499730 h 3236034"/>
                  <a:gd name="connsiteX2" fmla="*/ 792088 w 792088"/>
                  <a:gd name="connsiteY2" fmla="*/ 886926 h 3236034"/>
                  <a:gd name="connsiteX3" fmla="*/ 792088 w 792088"/>
                  <a:gd name="connsiteY3" fmla="*/ 3236034 h 3236034"/>
                  <a:gd name="connsiteX4" fmla="*/ 792088 w 792088"/>
                  <a:gd name="connsiteY4" fmla="*/ 3236034 h 3236034"/>
                  <a:gd name="connsiteX5" fmla="*/ 0 w 792088"/>
                  <a:gd name="connsiteY5" fmla="*/ 3236034 h 3236034"/>
                  <a:gd name="connsiteX6" fmla="*/ 0 w 792088"/>
                  <a:gd name="connsiteY6" fmla="*/ 3236034 h 3236034"/>
                  <a:gd name="connsiteX7" fmla="*/ 0 w 792088"/>
                  <a:gd name="connsiteY7" fmla="*/ 886926 h 3236034"/>
                  <a:gd name="connsiteX8" fmla="*/ 397829 w 792088"/>
                  <a:gd name="connsiteY8" fmla="*/ 0 h 3236034"/>
                  <a:gd name="connsiteX0" fmla="*/ 397829 w 792088"/>
                  <a:gd name="connsiteY0" fmla="*/ 0 h 3236034"/>
                  <a:gd name="connsiteX1" fmla="*/ 404892 w 792088"/>
                  <a:gd name="connsiteY1" fmla="*/ 499730 h 3236034"/>
                  <a:gd name="connsiteX2" fmla="*/ 792088 w 792088"/>
                  <a:gd name="connsiteY2" fmla="*/ 886926 h 3236034"/>
                  <a:gd name="connsiteX3" fmla="*/ 792088 w 792088"/>
                  <a:gd name="connsiteY3" fmla="*/ 3236034 h 3236034"/>
                  <a:gd name="connsiteX4" fmla="*/ 792088 w 792088"/>
                  <a:gd name="connsiteY4" fmla="*/ 3236034 h 3236034"/>
                  <a:gd name="connsiteX5" fmla="*/ 0 w 792088"/>
                  <a:gd name="connsiteY5" fmla="*/ 3236034 h 3236034"/>
                  <a:gd name="connsiteX6" fmla="*/ 0 w 792088"/>
                  <a:gd name="connsiteY6" fmla="*/ 3236034 h 3236034"/>
                  <a:gd name="connsiteX7" fmla="*/ 0 w 792088"/>
                  <a:gd name="connsiteY7" fmla="*/ 886926 h 3236034"/>
                  <a:gd name="connsiteX8" fmla="*/ 397829 w 792088"/>
                  <a:gd name="connsiteY8" fmla="*/ 0 h 3236034"/>
                  <a:gd name="connsiteX0" fmla="*/ 397829 w 898729"/>
                  <a:gd name="connsiteY0" fmla="*/ 0 h 3236034"/>
                  <a:gd name="connsiteX1" fmla="*/ 755766 w 898729"/>
                  <a:gd name="connsiteY1" fmla="*/ 202018 h 3236034"/>
                  <a:gd name="connsiteX2" fmla="*/ 792088 w 898729"/>
                  <a:gd name="connsiteY2" fmla="*/ 886926 h 3236034"/>
                  <a:gd name="connsiteX3" fmla="*/ 792088 w 898729"/>
                  <a:gd name="connsiteY3" fmla="*/ 3236034 h 3236034"/>
                  <a:gd name="connsiteX4" fmla="*/ 792088 w 898729"/>
                  <a:gd name="connsiteY4" fmla="*/ 3236034 h 3236034"/>
                  <a:gd name="connsiteX5" fmla="*/ 0 w 898729"/>
                  <a:gd name="connsiteY5" fmla="*/ 3236034 h 3236034"/>
                  <a:gd name="connsiteX6" fmla="*/ 0 w 898729"/>
                  <a:gd name="connsiteY6" fmla="*/ 3236034 h 3236034"/>
                  <a:gd name="connsiteX7" fmla="*/ 0 w 898729"/>
                  <a:gd name="connsiteY7" fmla="*/ 886926 h 3236034"/>
                  <a:gd name="connsiteX8" fmla="*/ 397829 w 898729"/>
                  <a:gd name="connsiteY8" fmla="*/ 0 h 3236034"/>
                  <a:gd name="connsiteX0" fmla="*/ 397829 w 901981"/>
                  <a:gd name="connsiteY0" fmla="*/ 0 h 3236034"/>
                  <a:gd name="connsiteX1" fmla="*/ 755766 w 901981"/>
                  <a:gd name="connsiteY1" fmla="*/ 202018 h 3236034"/>
                  <a:gd name="connsiteX2" fmla="*/ 802721 w 901981"/>
                  <a:gd name="connsiteY2" fmla="*/ 1099577 h 3236034"/>
                  <a:gd name="connsiteX3" fmla="*/ 792088 w 901981"/>
                  <a:gd name="connsiteY3" fmla="*/ 3236034 h 3236034"/>
                  <a:gd name="connsiteX4" fmla="*/ 792088 w 901981"/>
                  <a:gd name="connsiteY4" fmla="*/ 3236034 h 3236034"/>
                  <a:gd name="connsiteX5" fmla="*/ 0 w 901981"/>
                  <a:gd name="connsiteY5" fmla="*/ 3236034 h 3236034"/>
                  <a:gd name="connsiteX6" fmla="*/ 0 w 901981"/>
                  <a:gd name="connsiteY6" fmla="*/ 3236034 h 3236034"/>
                  <a:gd name="connsiteX7" fmla="*/ 0 w 901981"/>
                  <a:gd name="connsiteY7" fmla="*/ 886926 h 3236034"/>
                  <a:gd name="connsiteX8" fmla="*/ 397829 w 901981"/>
                  <a:gd name="connsiteY8" fmla="*/ 0 h 3236034"/>
                  <a:gd name="connsiteX0" fmla="*/ 397829 w 951558"/>
                  <a:gd name="connsiteY0" fmla="*/ 0 h 3236034"/>
                  <a:gd name="connsiteX1" fmla="*/ 755766 w 951558"/>
                  <a:gd name="connsiteY1" fmla="*/ 202018 h 3236034"/>
                  <a:gd name="connsiteX2" fmla="*/ 802721 w 951558"/>
                  <a:gd name="connsiteY2" fmla="*/ 1099577 h 3236034"/>
                  <a:gd name="connsiteX3" fmla="*/ 792088 w 951558"/>
                  <a:gd name="connsiteY3" fmla="*/ 3236034 h 3236034"/>
                  <a:gd name="connsiteX4" fmla="*/ 792088 w 951558"/>
                  <a:gd name="connsiteY4" fmla="*/ 3236034 h 3236034"/>
                  <a:gd name="connsiteX5" fmla="*/ 0 w 951558"/>
                  <a:gd name="connsiteY5" fmla="*/ 3236034 h 3236034"/>
                  <a:gd name="connsiteX6" fmla="*/ 0 w 951558"/>
                  <a:gd name="connsiteY6" fmla="*/ 3236034 h 3236034"/>
                  <a:gd name="connsiteX7" fmla="*/ 0 w 951558"/>
                  <a:gd name="connsiteY7" fmla="*/ 886926 h 3236034"/>
                  <a:gd name="connsiteX8" fmla="*/ 397829 w 951558"/>
                  <a:gd name="connsiteY8" fmla="*/ 0 h 3236034"/>
                  <a:gd name="connsiteX0" fmla="*/ 397829 w 1016715"/>
                  <a:gd name="connsiteY0" fmla="*/ 0 h 3236034"/>
                  <a:gd name="connsiteX1" fmla="*/ 862091 w 1016715"/>
                  <a:gd name="connsiteY1" fmla="*/ 191385 h 3236034"/>
                  <a:gd name="connsiteX2" fmla="*/ 802721 w 1016715"/>
                  <a:gd name="connsiteY2" fmla="*/ 1099577 h 3236034"/>
                  <a:gd name="connsiteX3" fmla="*/ 792088 w 1016715"/>
                  <a:gd name="connsiteY3" fmla="*/ 3236034 h 3236034"/>
                  <a:gd name="connsiteX4" fmla="*/ 792088 w 1016715"/>
                  <a:gd name="connsiteY4" fmla="*/ 3236034 h 3236034"/>
                  <a:gd name="connsiteX5" fmla="*/ 0 w 1016715"/>
                  <a:gd name="connsiteY5" fmla="*/ 3236034 h 3236034"/>
                  <a:gd name="connsiteX6" fmla="*/ 0 w 1016715"/>
                  <a:gd name="connsiteY6" fmla="*/ 3236034 h 3236034"/>
                  <a:gd name="connsiteX7" fmla="*/ 0 w 1016715"/>
                  <a:gd name="connsiteY7" fmla="*/ 886926 h 3236034"/>
                  <a:gd name="connsiteX8" fmla="*/ 397829 w 1016715"/>
                  <a:gd name="connsiteY8" fmla="*/ 0 h 3236034"/>
                  <a:gd name="connsiteX0" fmla="*/ 397829 w 1016715"/>
                  <a:gd name="connsiteY0" fmla="*/ 0 h 3236034"/>
                  <a:gd name="connsiteX1" fmla="*/ 862091 w 1016715"/>
                  <a:gd name="connsiteY1" fmla="*/ 191385 h 3236034"/>
                  <a:gd name="connsiteX2" fmla="*/ 802721 w 1016715"/>
                  <a:gd name="connsiteY2" fmla="*/ 1099577 h 3236034"/>
                  <a:gd name="connsiteX3" fmla="*/ 792088 w 1016715"/>
                  <a:gd name="connsiteY3" fmla="*/ 3236034 h 3236034"/>
                  <a:gd name="connsiteX4" fmla="*/ 792088 w 1016715"/>
                  <a:gd name="connsiteY4" fmla="*/ 3236034 h 3236034"/>
                  <a:gd name="connsiteX5" fmla="*/ 0 w 1016715"/>
                  <a:gd name="connsiteY5" fmla="*/ 3236034 h 3236034"/>
                  <a:gd name="connsiteX6" fmla="*/ 0 w 1016715"/>
                  <a:gd name="connsiteY6" fmla="*/ 3236034 h 3236034"/>
                  <a:gd name="connsiteX7" fmla="*/ 0 w 1016715"/>
                  <a:gd name="connsiteY7" fmla="*/ 886926 h 3236034"/>
                  <a:gd name="connsiteX8" fmla="*/ 397829 w 1016715"/>
                  <a:gd name="connsiteY8" fmla="*/ 0 h 3236034"/>
                  <a:gd name="connsiteX0" fmla="*/ 397829 w 802721"/>
                  <a:gd name="connsiteY0" fmla="*/ 0 h 3236034"/>
                  <a:gd name="connsiteX1" fmla="*/ 802721 w 802721"/>
                  <a:gd name="connsiteY1" fmla="*/ 1099577 h 3236034"/>
                  <a:gd name="connsiteX2" fmla="*/ 792088 w 802721"/>
                  <a:gd name="connsiteY2" fmla="*/ 3236034 h 3236034"/>
                  <a:gd name="connsiteX3" fmla="*/ 792088 w 802721"/>
                  <a:gd name="connsiteY3" fmla="*/ 3236034 h 3236034"/>
                  <a:gd name="connsiteX4" fmla="*/ 0 w 802721"/>
                  <a:gd name="connsiteY4" fmla="*/ 3236034 h 3236034"/>
                  <a:gd name="connsiteX5" fmla="*/ 0 w 802721"/>
                  <a:gd name="connsiteY5" fmla="*/ 3236034 h 3236034"/>
                  <a:gd name="connsiteX6" fmla="*/ 0 w 802721"/>
                  <a:gd name="connsiteY6" fmla="*/ 886926 h 3236034"/>
                  <a:gd name="connsiteX7" fmla="*/ 397829 w 802721"/>
                  <a:gd name="connsiteY7" fmla="*/ 0 h 3236034"/>
                  <a:gd name="connsiteX0" fmla="*/ 397829 w 1062933"/>
                  <a:gd name="connsiteY0" fmla="*/ 0 h 3236034"/>
                  <a:gd name="connsiteX1" fmla="*/ 802721 w 1062933"/>
                  <a:gd name="connsiteY1" fmla="*/ 1099577 h 3236034"/>
                  <a:gd name="connsiteX2" fmla="*/ 792088 w 1062933"/>
                  <a:gd name="connsiteY2" fmla="*/ 3236034 h 3236034"/>
                  <a:gd name="connsiteX3" fmla="*/ 792088 w 1062933"/>
                  <a:gd name="connsiteY3" fmla="*/ 3236034 h 3236034"/>
                  <a:gd name="connsiteX4" fmla="*/ 0 w 1062933"/>
                  <a:gd name="connsiteY4" fmla="*/ 3236034 h 3236034"/>
                  <a:gd name="connsiteX5" fmla="*/ 0 w 1062933"/>
                  <a:gd name="connsiteY5" fmla="*/ 3236034 h 3236034"/>
                  <a:gd name="connsiteX6" fmla="*/ 0 w 1062933"/>
                  <a:gd name="connsiteY6" fmla="*/ 886926 h 3236034"/>
                  <a:gd name="connsiteX7" fmla="*/ 397829 w 1062933"/>
                  <a:gd name="connsiteY7" fmla="*/ 0 h 3236034"/>
                  <a:gd name="connsiteX0" fmla="*/ 397829 w 1062933"/>
                  <a:gd name="connsiteY0" fmla="*/ 0 h 3236034"/>
                  <a:gd name="connsiteX1" fmla="*/ 802721 w 1062933"/>
                  <a:gd name="connsiteY1" fmla="*/ 1099577 h 3236034"/>
                  <a:gd name="connsiteX2" fmla="*/ 792088 w 1062933"/>
                  <a:gd name="connsiteY2" fmla="*/ 3236034 h 3236034"/>
                  <a:gd name="connsiteX3" fmla="*/ 792088 w 1062933"/>
                  <a:gd name="connsiteY3" fmla="*/ 3236034 h 3236034"/>
                  <a:gd name="connsiteX4" fmla="*/ 0 w 1062933"/>
                  <a:gd name="connsiteY4" fmla="*/ 3236034 h 3236034"/>
                  <a:gd name="connsiteX5" fmla="*/ 0 w 1062933"/>
                  <a:gd name="connsiteY5" fmla="*/ 3236034 h 3236034"/>
                  <a:gd name="connsiteX6" fmla="*/ 0 w 1062933"/>
                  <a:gd name="connsiteY6" fmla="*/ 886926 h 3236034"/>
                  <a:gd name="connsiteX7" fmla="*/ 397829 w 1062933"/>
                  <a:gd name="connsiteY7" fmla="*/ 0 h 3236034"/>
                  <a:gd name="connsiteX0" fmla="*/ 397829 w 1062933"/>
                  <a:gd name="connsiteY0" fmla="*/ 0 h 3236034"/>
                  <a:gd name="connsiteX1" fmla="*/ 802721 w 1062933"/>
                  <a:gd name="connsiteY1" fmla="*/ 1099577 h 3236034"/>
                  <a:gd name="connsiteX2" fmla="*/ 792088 w 1062933"/>
                  <a:gd name="connsiteY2" fmla="*/ 3236034 h 3236034"/>
                  <a:gd name="connsiteX3" fmla="*/ 792088 w 1062933"/>
                  <a:gd name="connsiteY3" fmla="*/ 3236034 h 3236034"/>
                  <a:gd name="connsiteX4" fmla="*/ 0 w 1062933"/>
                  <a:gd name="connsiteY4" fmla="*/ 3236034 h 3236034"/>
                  <a:gd name="connsiteX5" fmla="*/ 0 w 1062933"/>
                  <a:gd name="connsiteY5" fmla="*/ 3236034 h 3236034"/>
                  <a:gd name="connsiteX6" fmla="*/ 0 w 1062933"/>
                  <a:gd name="connsiteY6" fmla="*/ 886926 h 3236034"/>
                  <a:gd name="connsiteX7" fmla="*/ 397829 w 1062933"/>
                  <a:gd name="connsiteY7" fmla="*/ 0 h 3236034"/>
                  <a:gd name="connsiteX0" fmla="*/ 397829 w 1117407"/>
                  <a:gd name="connsiteY0" fmla="*/ 0 h 3236034"/>
                  <a:gd name="connsiteX1" fmla="*/ 802721 w 1117407"/>
                  <a:gd name="connsiteY1" fmla="*/ 1099577 h 3236034"/>
                  <a:gd name="connsiteX2" fmla="*/ 792088 w 1117407"/>
                  <a:gd name="connsiteY2" fmla="*/ 3236034 h 3236034"/>
                  <a:gd name="connsiteX3" fmla="*/ 792088 w 1117407"/>
                  <a:gd name="connsiteY3" fmla="*/ 3236034 h 3236034"/>
                  <a:gd name="connsiteX4" fmla="*/ 0 w 1117407"/>
                  <a:gd name="connsiteY4" fmla="*/ 3236034 h 3236034"/>
                  <a:gd name="connsiteX5" fmla="*/ 0 w 1117407"/>
                  <a:gd name="connsiteY5" fmla="*/ 3236034 h 3236034"/>
                  <a:gd name="connsiteX6" fmla="*/ 0 w 1117407"/>
                  <a:gd name="connsiteY6" fmla="*/ 886926 h 3236034"/>
                  <a:gd name="connsiteX7" fmla="*/ 397829 w 1117407"/>
                  <a:gd name="connsiteY7" fmla="*/ 0 h 3236034"/>
                  <a:gd name="connsiteX0" fmla="*/ 397829 w 1125562"/>
                  <a:gd name="connsiteY0" fmla="*/ 0 h 3236034"/>
                  <a:gd name="connsiteX1" fmla="*/ 813354 w 1125562"/>
                  <a:gd name="connsiteY1" fmla="*/ 1344126 h 3236034"/>
                  <a:gd name="connsiteX2" fmla="*/ 792088 w 1125562"/>
                  <a:gd name="connsiteY2" fmla="*/ 3236034 h 3236034"/>
                  <a:gd name="connsiteX3" fmla="*/ 792088 w 1125562"/>
                  <a:gd name="connsiteY3" fmla="*/ 3236034 h 3236034"/>
                  <a:gd name="connsiteX4" fmla="*/ 0 w 1125562"/>
                  <a:gd name="connsiteY4" fmla="*/ 3236034 h 3236034"/>
                  <a:gd name="connsiteX5" fmla="*/ 0 w 1125562"/>
                  <a:gd name="connsiteY5" fmla="*/ 3236034 h 3236034"/>
                  <a:gd name="connsiteX6" fmla="*/ 0 w 1125562"/>
                  <a:gd name="connsiteY6" fmla="*/ 886926 h 3236034"/>
                  <a:gd name="connsiteX7" fmla="*/ 397829 w 1125562"/>
                  <a:gd name="connsiteY7" fmla="*/ 0 h 3236034"/>
                  <a:gd name="connsiteX0" fmla="*/ 397829 w 1109289"/>
                  <a:gd name="connsiteY0" fmla="*/ 0 h 3236034"/>
                  <a:gd name="connsiteX1" fmla="*/ 792089 w 1109289"/>
                  <a:gd name="connsiteY1" fmla="*/ 1312228 h 3236034"/>
                  <a:gd name="connsiteX2" fmla="*/ 792088 w 1109289"/>
                  <a:gd name="connsiteY2" fmla="*/ 3236034 h 3236034"/>
                  <a:gd name="connsiteX3" fmla="*/ 792088 w 1109289"/>
                  <a:gd name="connsiteY3" fmla="*/ 3236034 h 3236034"/>
                  <a:gd name="connsiteX4" fmla="*/ 0 w 1109289"/>
                  <a:gd name="connsiteY4" fmla="*/ 3236034 h 3236034"/>
                  <a:gd name="connsiteX5" fmla="*/ 0 w 1109289"/>
                  <a:gd name="connsiteY5" fmla="*/ 3236034 h 3236034"/>
                  <a:gd name="connsiteX6" fmla="*/ 0 w 1109289"/>
                  <a:gd name="connsiteY6" fmla="*/ 886926 h 3236034"/>
                  <a:gd name="connsiteX7" fmla="*/ 397829 w 1109289"/>
                  <a:gd name="connsiteY7" fmla="*/ 0 h 3236034"/>
                  <a:gd name="connsiteX0" fmla="*/ 397829 w 1076274"/>
                  <a:gd name="connsiteY0" fmla="*/ 0 h 3236034"/>
                  <a:gd name="connsiteX1" fmla="*/ 792089 w 1076274"/>
                  <a:gd name="connsiteY1" fmla="*/ 1312228 h 3236034"/>
                  <a:gd name="connsiteX2" fmla="*/ 792088 w 1076274"/>
                  <a:gd name="connsiteY2" fmla="*/ 3236034 h 3236034"/>
                  <a:gd name="connsiteX3" fmla="*/ 792088 w 1076274"/>
                  <a:gd name="connsiteY3" fmla="*/ 3236034 h 3236034"/>
                  <a:gd name="connsiteX4" fmla="*/ 0 w 1076274"/>
                  <a:gd name="connsiteY4" fmla="*/ 3236034 h 3236034"/>
                  <a:gd name="connsiteX5" fmla="*/ 0 w 1076274"/>
                  <a:gd name="connsiteY5" fmla="*/ 3236034 h 3236034"/>
                  <a:gd name="connsiteX6" fmla="*/ 0 w 1076274"/>
                  <a:gd name="connsiteY6" fmla="*/ 886926 h 3236034"/>
                  <a:gd name="connsiteX7" fmla="*/ 397829 w 1076274"/>
                  <a:gd name="connsiteY7" fmla="*/ 0 h 3236034"/>
                  <a:gd name="connsiteX0" fmla="*/ 397829 w 1117363"/>
                  <a:gd name="connsiteY0" fmla="*/ 0 h 3236034"/>
                  <a:gd name="connsiteX1" fmla="*/ 845252 w 1117363"/>
                  <a:gd name="connsiteY1" fmla="*/ 1227168 h 3236034"/>
                  <a:gd name="connsiteX2" fmla="*/ 792088 w 1117363"/>
                  <a:gd name="connsiteY2" fmla="*/ 3236034 h 3236034"/>
                  <a:gd name="connsiteX3" fmla="*/ 792088 w 1117363"/>
                  <a:gd name="connsiteY3" fmla="*/ 3236034 h 3236034"/>
                  <a:gd name="connsiteX4" fmla="*/ 0 w 1117363"/>
                  <a:gd name="connsiteY4" fmla="*/ 3236034 h 3236034"/>
                  <a:gd name="connsiteX5" fmla="*/ 0 w 1117363"/>
                  <a:gd name="connsiteY5" fmla="*/ 3236034 h 3236034"/>
                  <a:gd name="connsiteX6" fmla="*/ 0 w 1117363"/>
                  <a:gd name="connsiteY6" fmla="*/ 886926 h 3236034"/>
                  <a:gd name="connsiteX7" fmla="*/ 397829 w 1117363"/>
                  <a:gd name="connsiteY7" fmla="*/ 0 h 3236034"/>
                  <a:gd name="connsiteX0" fmla="*/ 397829 w 1117363"/>
                  <a:gd name="connsiteY0" fmla="*/ 0 h 3236034"/>
                  <a:gd name="connsiteX1" fmla="*/ 845252 w 1117363"/>
                  <a:gd name="connsiteY1" fmla="*/ 1227168 h 3236034"/>
                  <a:gd name="connsiteX2" fmla="*/ 792088 w 1117363"/>
                  <a:gd name="connsiteY2" fmla="*/ 3236034 h 3236034"/>
                  <a:gd name="connsiteX3" fmla="*/ 792088 w 1117363"/>
                  <a:gd name="connsiteY3" fmla="*/ 3236034 h 3236034"/>
                  <a:gd name="connsiteX4" fmla="*/ 0 w 1117363"/>
                  <a:gd name="connsiteY4" fmla="*/ 3236034 h 3236034"/>
                  <a:gd name="connsiteX5" fmla="*/ 0 w 1117363"/>
                  <a:gd name="connsiteY5" fmla="*/ 3236034 h 3236034"/>
                  <a:gd name="connsiteX6" fmla="*/ 0 w 1117363"/>
                  <a:gd name="connsiteY6" fmla="*/ 886926 h 3236034"/>
                  <a:gd name="connsiteX7" fmla="*/ 397829 w 1117363"/>
                  <a:gd name="connsiteY7" fmla="*/ 0 h 3236034"/>
                  <a:gd name="connsiteX0" fmla="*/ 397829 w 1117363"/>
                  <a:gd name="connsiteY0" fmla="*/ 0 h 3236034"/>
                  <a:gd name="connsiteX1" fmla="*/ 845252 w 1117363"/>
                  <a:gd name="connsiteY1" fmla="*/ 1227168 h 3236034"/>
                  <a:gd name="connsiteX2" fmla="*/ 792088 w 1117363"/>
                  <a:gd name="connsiteY2" fmla="*/ 3236034 h 3236034"/>
                  <a:gd name="connsiteX3" fmla="*/ 792088 w 1117363"/>
                  <a:gd name="connsiteY3" fmla="*/ 3236034 h 3236034"/>
                  <a:gd name="connsiteX4" fmla="*/ 0 w 1117363"/>
                  <a:gd name="connsiteY4" fmla="*/ 3236034 h 3236034"/>
                  <a:gd name="connsiteX5" fmla="*/ 0 w 1117363"/>
                  <a:gd name="connsiteY5" fmla="*/ 3236034 h 3236034"/>
                  <a:gd name="connsiteX6" fmla="*/ 0 w 1117363"/>
                  <a:gd name="connsiteY6" fmla="*/ 886926 h 3236034"/>
                  <a:gd name="connsiteX7" fmla="*/ 397829 w 1117363"/>
                  <a:gd name="connsiteY7" fmla="*/ 0 h 3236034"/>
                  <a:gd name="connsiteX0" fmla="*/ 397829 w 1117363"/>
                  <a:gd name="connsiteY0" fmla="*/ 0 h 3236034"/>
                  <a:gd name="connsiteX1" fmla="*/ 845252 w 1117363"/>
                  <a:gd name="connsiteY1" fmla="*/ 1227168 h 3236034"/>
                  <a:gd name="connsiteX2" fmla="*/ 792088 w 1117363"/>
                  <a:gd name="connsiteY2" fmla="*/ 3236034 h 3236034"/>
                  <a:gd name="connsiteX3" fmla="*/ 792088 w 1117363"/>
                  <a:gd name="connsiteY3" fmla="*/ 3236034 h 3236034"/>
                  <a:gd name="connsiteX4" fmla="*/ 0 w 1117363"/>
                  <a:gd name="connsiteY4" fmla="*/ 3236034 h 3236034"/>
                  <a:gd name="connsiteX5" fmla="*/ 0 w 1117363"/>
                  <a:gd name="connsiteY5" fmla="*/ 3236034 h 3236034"/>
                  <a:gd name="connsiteX6" fmla="*/ 0 w 1117363"/>
                  <a:gd name="connsiteY6" fmla="*/ 886926 h 3236034"/>
                  <a:gd name="connsiteX7" fmla="*/ 397829 w 1117363"/>
                  <a:gd name="connsiteY7" fmla="*/ 0 h 3236034"/>
                  <a:gd name="connsiteX0" fmla="*/ 397829 w 1117363"/>
                  <a:gd name="connsiteY0" fmla="*/ 0 h 3236034"/>
                  <a:gd name="connsiteX1" fmla="*/ 845252 w 1117363"/>
                  <a:gd name="connsiteY1" fmla="*/ 1227168 h 3236034"/>
                  <a:gd name="connsiteX2" fmla="*/ 792088 w 1117363"/>
                  <a:gd name="connsiteY2" fmla="*/ 3236034 h 3236034"/>
                  <a:gd name="connsiteX3" fmla="*/ 792088 w 1117363"/>
                  <a:gd name="connsiteY3" fmla="*/ 3236034 h 3236034"/>
                  <a:gd name="connsiteX4" fmla="*/ 0 w 1117363"/>
                  <a:gd name="connsiteY4" fmla="*/ 3236034 h 3236034"/>
                  <a:gd name="connsiteX5" fmla="*/ 0 w 1117363"/>
                  <a:gd name="connsiteY5" fmla="*/ 3236034 h 3236034"/>
                  <a:gd name="connsiteX6" fmla="*/ 0 w 1117363"/>
                  <a:gd name="connsiteY6" fmla="*/ 886926 h 3236034"/>
                  <a:gd name="connsiteX7" fmla="*/ 397829 w 1117363"/>
                  <a:gd name="connsiteY7" fmla="*/ 0 h 3236034"/>
                  <a:gd name="connsiteX0" fmla="*/ 397829 w 1184929"/>
                  <a:gd name="connsiteY0" fmla="*/ 0 h 3236034"/>
                  <a:gd name="connsiteX1" fmla="*/ 930312 w 1184929"/>
                  <a:gd name="connsiteY1" fmla="*/ 1142108 h 3236034"/>
                  <a:gd name="connsiteX2" fmla="*/ 792088 w 1184929"/>
                  <a:gd name="connsiteY2" fmla="*/ 3236034 h 3236034"/>
                  <a:gd name="connsiteX3" fmla="*/ 792088 w 1184929"/>
                  <a:gd name="connsiteY3" fmla="*/ 3236034 h 3236034"/>
                  <a:gd name="connsiteX4" fmla="*/ 0 w 1184929"/>
                  <a:gd name="connsiteY4" fmla="*/ 3236034 h 3236034"/>
                  <a:gd name="connsiteX5" fmla="*/ 0 w 1184929"/>
                  <a:gd name="connsiteY5" fmla="*/ 3236034 h 3236034"/>
                  <a:gd name="connsiteX6" fmla="*/ 0 w 1184929"/>
                  <a:gd name="connsiteY6" fmla="*/ 886926 h 3236034"/>
                  <a:gd name="connsiteX7" fmla="*/ 397829 w 1184929"/>
                  <a:gd name="connsiteY7" fmla="*/ 0 h 3236034"/>
                  <a:gd name="connsiteX0" fmla="*/ 397829 w 1111112"/>
                  <a:gd name="connsiteY0" fmla="*/ 0 h 3236034"/>
                  <a:gd name="connsiteX1" fmla="*/ 930312 w 1111112"/>
                  <a:gd name="connsiteY1" fmla="*/ 1142108 h 3236034"/>
                  <a:gd name="connsiteX2" fmla="*/ 792088 w 1111112"/>
                  <a:gd name="connsiteY2" fmla="*/ 3236034 h 3236034"/>
                  <a:gd name="connsiteX3" fmla="*/ 792088 w 1111112"/>
                  <a:gd name="connsiteY3" fmla="*/ 3236034 h 3236034"/>
                  <a:gd name="connsiteX4" fmla="*/ 0 w 1111112"/>
                  <a:gd name="connsiteY4" fmla="*/ 3236034 h 3236034"/>
                  <a:gd name="connsiteX5" fmla="*/ 0 w 1111112"/>
                  <a:gd name="connsiteY5" fmla="*/ 3236034 h 3236034"/>
                  <a:gd name="connsiteX6" fmla="*/ 0 w 1111112"/>
                  <a:gd name="connsiteY6" fmla="*/ 886926 h 3236034"/>
                  <a:gd name="connsiteX7" fmla="*/ 397829 w 1111112"/>
                  <a:gd name="connsiteY7" fmla="*/ 0 h 3236034"/>
                  <a:gd name="connsiteX0" fmla="*/ 397829 w 1154440"/>
                  <a:gd name="connsiteY0" fmla="*/ 0 h 3236034"/>
                  <a:gd name="connsiteX1" fmla="*/ 930312 w 1154440"/>
                  <a:gd name="connsiteY1" fmla="*/ 1142108 h 3236034"/>
                  <a:gd name="connsiteX2" fmla="*/ 792088 w 1154440"/>
                  <a:gd name="connsiteY2" fmla="*/ 3236034 h 3236034"/>
                  <a:gd name="connsiteX3" fmla="*/ 792088 w 1154440"/>
                  <a:gd name="connsiteY3" fmla="*/ 3236034 h 3236034"/>
                  <a:gd name="connsiteX4" fmla="*/ 0 w 1154440"/>
                  <a:gd name="connsiteY4" fmla="*/ 3236034 h 3236034"/>
                  <a:gd name="connsiteX5" fmla="*/ 0 w 1154440"/>
                  <a:gd name="connsiteY5" fmla="*/ 3236034 h 3236034"/>
                  <a:gd name="connsiteX6" fmla="*/ 0 w 1154440"/>
                  <a:gd name="connsiteY6" fmla="*/ 886926 h 3236034"/>
                  <a:gd name="connsiteX7" fmla="*/ 397829 w 1154440"/>
                  <a:gd name="connsiteY7" fmla="*/ 0 h 3236034"/>
                  <a:gd name="connsiteX0" fmla="*/ 397829 w 1154440"/>
                  <a:gd name="connsiteY0" fmla="*/ 0 h 3236034"/>
                  <a:gd name="connsiteX1" fmla="*/ 930312 w 1154440"/>
                  <a:gd name="connsiteY1" fmla="*/ 1142108 h 3236034"/>
                  <a:gd name="connsiteX2" fmla="*/ 792088 w 1154440"/>
                  <a:gd name="connsiteY2" fmla="*/ 3236034 h 3236034"/>
                  <a:gd name="connsiteX3" fmla="*/ 792088 w 1154440"/>
                  <a:gd name="connsiteY3" fmla="*/ 3236034 h 3236034"/>
                  <a:gd name="connsiteX4" fmla="*/ 0 w 1154440"/>
                  <a:gd name="connsiteY4" fmla="*/ 3236034 h 3236034"/>
                  <a:gd name="connsiteX5" fmla="*/ 0 w 1154440"/>
                  <a:gd name="connsiteY5" fmla="*/ 3236034 h 3236034"/>
                  <a:gd name="connsiteX6" fmla="*/ 0 w 1154440"/>
                  <a:gd name="connsiteY6" fmla="*/ 886926 h 3236034"/>
                  <a:gd name="connsiteX7" fmla="*/ 397829 w 1154440"/>
                  <a:gd name="connsiteY7" fmla="*/ 0 h 3236034"/>
                  <a:gd name="connsiteX0" fmla="*/ 397829 w 1154440"/>
                  <a:gd name="connsiteY0" fmla="*/ 0 h 3236034"/>
                  <a:gd name="connsiteX1" fmla="*/ 930312 w 1154440"/>
                  <a:gd name="connsiteY1" fmla="*/ 1142108 h 3236034"/>
                  <a:gd name="connsiteX2" fmla="*/ 792088 w 1154440"/>
                  <a:gd name="connsiteY2" fmla="*/ 3236034 h 3236034"/>
                  <a:gd name="connsiteX3" fmla="*/ 792088 w 1154440"/>
                  <a:gd name="connsiteY3" fmla="*/ 3236034 h 3236034"/>
                  <a:gd name="connsiteX4" fmla="*/ 0 w 1154440"/>
                  <a:gd name="connsiteY4" fmla="*/ 3236034 h 3236034"/>
                  <a:gd name="connsiteX5" fmla="*/ 0 w 1154440"/>
                  <a:gd name="connsiteY5" fmla="*/ 3236034 h 3236034"/>
                  <a:gd name="connsiteX6" fmla="*/ 0 w 1154440"/>
                  <a:gd name="connsiteY6" fmla="*/ 886926 h 3236034"/>
                  <a:gd name="connsiteX7" fmla="*/ 397829 w 1154440"/>
                  <a:gd name="connsiteY7" fmla="*/ 0 h 3236034"/>
                  <a:gd name="connsiteX0" fmla="*/ 397829 w 1151550"/>
                  <a:gd name="connsiteY0" fmla="*/ 0 h 3236034"/>
                  <a:gd name="connsiteX1" fmla="*/ 930312 w 1151550"/>
                  <a:gd name="connsiteY1" fmla="*/ 1142108 h 3236034"/>
                  <a:gd name="connsiteX2" fmla="*/ 792088 w 1151550"/>
                  <a:gd name="connsiteY2" fmla="*/ 3236034 h 3236034"/>
                  <a:gd name="connsiteX3" fmla="*/ 792088 w 1151550"/>
                  <a:gd name="connsiteY3" fmla="*/ 3236034 h 3236034"/>
                  <a:gd name="connsiteX4" fmla="*/ 0 w 1151550"/>
                  <a:gd name="connsiteY4" fmla="*/ 3236034 h 3236034"/>
                  <a:gd name="connsiteX5" fmla="*/ 0 w 1151550"/>
                  <a:gd name="connsiteY5" fmla="*/ 3236034 h 3236034"/>
                  <a:gd name="connsiteX6" fmla="*/ 0 w 1151550"/>
                  <a:gd name="connsiteY6" fmla="*/ 886926 h 3236034"/>
                  <a:gd name="connsiteX7" fmla="*/ 397829 w 1151550"/>
                  <a:gd name="connsiteY7" fmla="*/ 0 h 3236034"/>
                  <a:gd name="connsiteX0" fmla="*/ 397829 w 1081399"/>
                  <a:gd name="connsiteY0" fmla="*/ 0 h 3236034"/>
                  <a:gd name="connsiteX1" fmla="*/ 834842 w 1081399"/>
                  <a:gd name="connsiteY1" fmla="*/ 1099578 h 3236034"/>
                  <a:gd name="connsiteX2" fmla="*/ 792088 w 1081399"/>
                  <a:gd name="connsiteY2" fmla="*/ 3236034 h 3236034"/>
                  <a:gd name="connsiteX3" fmla="*/ 792088 w 1081399"/>
                  <a:gd name="connsiteY3" fmla="*/ 3236034 h 3236034"/>
                  <a:gd name="connsiteX4" fmla="*/ 0 w 1081399"/>
                  <a:gd name="connsiteY4" fmla="*/ 3236034 h 3236034"/>
                  <a:gd name="connsiteX5" fmla="*/ 0 w 1081399"/>
                  <a:gd name="connsiteY5" fmla="*/ 3236034 h 3236034"/>
                  <a:gd name="connsiteX6" fmla="*/ 0 w 1081399"/>
                  <a:gd name="connsiteY6" fmla="*/ 886926 h 3236034"/>
                  <a:gd name="connsiteX7" fmla="*/ 397829 w 1081399"/>
                  <a:gd name="connsiteY7" fmla="*/ 0 h 3236034"/>
                  <a:gd name="connsiteX0" fmla="*/ 397829 w 1024947"/>
                  <a:gd name="connsiteY0" fmla="*/ 0 h 3236034"/>
                  <a:gd name="connsiteX1" fmla="*/ 753012 w 1024947"/>
                  <a:gd name="connsiteY1" fmla="*/ 1269699 h 3236034"/>
                  <a:gd name="connsiteX2" fmla="*/ 792088 w 1024947"/>
                  <a:gd name="connsiteY2" fmla="*/ 3236034 h 3236034"/>
                  <a:gd name="connsiteX3" fmla="*/ 792088 w 1024947"/>
                  <a:gd name="connsiteY3" fmla="*/ 3236034 h 3236034"/>
                  <a:gd name="connsiteX4" fmla="*/ 0 w 1024947"/>
                  <a:gd name="connsiteY4" fmla="*/ 3236034 h 3236034"/>
                  <a:gd name="connsiteX5" fmla="*/ 0 w 1024947"/>
                  <a:gd name="connsiteY5" fmla="*/ 3236034 h 3236034"/>
                  <a:gd name="connsiteX6" fmla="*/ 0 w 1024947"/>
                  <a:gd name="connsiteY6" fmla="*/ 886926 h 3236034"/>
                  <a:gd name="connsiteX7" fmla="*/ 397829 w 1024947"/>
                  <a:gd name="connsiteY7" fmla="*/ 0 h 3236034"/>
                  <a:gd name="connsiteX0" fmla="*/ 397829 w 1024947"/>
                  <a:gd name="connsiteY0" fmla="*/ 0 h 3236034"/>
                  <a:gd name="connsiteX1" fmla="*/ 753012 w 1024947"/>
                  <a:gd name="connsiteY1" fmla="*/ 1269699 h 3236034"/>
                  <a:gd name="connsiteX2" fmla="*/ 792088 w 1024947"/>
                  <a:gd name="connsiteY2" fmla="*/ 3236034 h 3236034"/>
                  <a:gd name="connsiteX3" fmla="*/ 792088 w 1024947"/>
                  <a:gd name="connsiteY3" fmla="*/ 3236034 h 3236034"/>
                  <a:gd name="connsiteX4" fmla="*/ 0 w 1024947"/>
                  <a:gd name="connsiteY4" fmla="*/ 3236034 h 3236034"/>
                  <a:gd name="connsiteX5" fmla="*/ 0 w 1024947"/>
                  <a:gd name="connsiteY5" fmla="*/ 3236034 h 3236034"/>
                  <a:gd name="connsiteX6" fmla="*/ 0 w 1024947"/>
                  <a:gd name="connsiteY6" fmla="*/ 886926 h 3236034"/>
                  <a:gd name="connsiteX7" fmla="*/ 397829 w 1024947"/>
                  <a:gd name="connsiteY7" fmla="*/ 0 h 3236034"/>
                  <a:gd name="connsiteX0" fmla="*/ 397829 w 1043356"/>
                  <a:gd name="connsiteY0" fmla="*/ 0 h 3236034"/>
                  <a:gd name="connsiteX1" fmla="*/ 780289 w 1043356"/>
                  <a:gd name="connsiteY1" fmla="*/ 1216537 h 3236034"/>
                  <a:gd name="connsiteX2" fmla="*/ 792088 w 1043356"/>
                  <a:gd name="connsiteY2" fmla="*/ 3236034 h 3236034"/>
                  <a:gd name="connsiteX3" fmla="*/ 792088 w 1043356"/>
                  <a:gd name="connsiteY3" fmla="*/ 3236034 h 3236034"/>
                  <a:gd name="connsiteX4" fmla="*/ 0 w 1043356"/>
                  <a:gd name="connsiteY4" fmla="*/ 3236034 h 3236034"/>
                  <a:gd name="connsiteX5" fmla="*/ 0 w 1043356"/>
                  <a:gd name="connsiteY5" fmla="*/ 3236034 h 3236034"/>
                  <a:gd name="connsiteX6" fmla="*/ 0 w 1043356"/>
                  <a:gd name="connsiteY6" fmla="*/ 886926 h 3236034"/>
                  <a:gd name="connsiteX7" fmla="*/ 397829 w 1043356"/>
                  <a:gd name="connsiteY7" fmla="*/ 0 h 3236034"/>
                  <a:gd name="connsiteX0" fmla="*/ 397829 w 971742"/>
                  <a:gd name="connsiteY0" fmla="*/ 0 h 3236034"/>
                  <a:gd name="connsiteX1" fmla="*/ 780289 w 971742"/>
                  <a:gd name="connsiteY1" fmla="*/ 1216537 h 3236034"/>
                  <a:gd name="connsiteX2" fmla="*/ 792088 w 971742"/>
                  <a:gd name="connsiteY2" fmla="*/ 3236034 h 3236034"/>
                  <a:gd name="connsiteX3" fmla="*/ 792088 w 971742"/>
                  <a:gd name="connsiteY3" fmla="*/ 3236034 h 3236034"/>
                  <a:gd name="connsiteX4" fmla="*/ 0 w 971742"/>
                  <a:gd name="connsiteY4" fmla="*/ 3236034 h 3236034"/>
                  <a:gd name="connsiteX5" fmla="*/ 0 w 971742"/>
                  <a:gd name="connsiteY5" fmla="*/ 3236034 h 3236034"/>
                  <a:gd name="connsiteX6" fmla="*/ 0 w 971742"/>
                  <a:gd name="connsiteY6" fmla="*/ 886926 h 3236034"/>
                  <a:gd name="connsiteX7" fmla="*/ 397829 w 971742"/>
                  <a:gd name="connsiteY7" fmla="*/ 0 h 3236034"/>
                  <a:gd name="connsiteX0" fmla="*/ 397829 w 1007471"/>
                  <a:gd name="connsiteY0" fmla="*/ 0 h 3236034"/>
                  <a:gd name="connsiteX1" fmla="*/ 780289 w 1007471"/>
                  <a:gd name="connsiteY1" fmla="*/ 1216537 h 3236034"/>
                  <a:gd name="connsiteX2" fmla="*/ 792088 w 1007471"/>
                  <a:gd name="connsiteY2" fmla="*/ 3236034 h 3236034"/>
                  <a:gd name="connsiteX3" fmla="*/ 792088 w 1007471"/>
                  <a:gd name="connsiteY3" fmla="*/ 3236034 h 3236034"/>
                  <a:gd name="connsiteX4" fmla="*/ 0 w 1007471"/>
                  <a:gd name="connsiteY4" fmla="*/ 3236034 h 3236034"/>
                  <a:gd name="connsiteX5" fmla="*/ 0 w 1007471"/>
                  <a:gd name="connsiteY5" fmla="*/ 3236034 h 3236034"/>
                  <a:gd name="connsiteX6" fmla="*/ 0 w 1007471"/>
                  <a:gd name="connsiteY6" fmla="*/ 886926 h 3236034"/>
                  <a:gd name="connsiteX7" fmla="*/ 397829 w 1007471"/>
                  <a:gd name="connsiteY7" fmla="*/ 0 h 3236034"/>
                  <a:gd name="connsiteX0" fmla="*/ 397829 w 983631"/>
                  <a:gd name="connsiteY0" fmla="*/ 0 h 3236034"/>
                  <a:gd name="connsiteX1" fmla="*/ 780289 w 983631"/>
                  <a:gd name="connsiteY1" fmla="*/ 1216537 h 3236034"/>
                  <a:gd name="connsiteX2" fmla="*/ 792088 w 983631"/>
                  <a:gd name="connsiteY2" fmla="*/ 3236034 h 3236034"/>
                  <a:gd name="connsiteX3" fmla="*/ 792088 w 983631"/>
                  <a:gd name="connsiteY3" fmla="*/ 3236034 h 3236034"/>
                  <a:gd name="connsiteX4" fmla="*/ 0 w 983631"/>
                  <a:gd name="connsiteY4" fmla="*/ 3236034 h 3236034"/>
                  <a:gd name="connsiteX5" fmla="*/ 0 w 983631"/>
                  <a:gd name="connsiteY5" fmla="*/ 3236034 h 3236034"/>
                  <a:gd name="connsiteX6" fmla="*/ 0 w 983631"/>
                  <a:gd name="connsiteY6" fmla="*/ 886926 h 3236034"/>
                  <a:gd name="connsiteX7" fmla="*/ 397829 w 983631"/>
                  <a:gd name="connsiteY7" fmla="*/ 0 h 3236034"/>
                  <a:gd name="connsiteX0" fmla="*/ 397829 w 983630"/>
                  <a:gd name="connsiteY0" fmla="*/ 9390 h 3245424"/>
                  <a:gd name="connsiteX1" fmla="*/ 780289 w 983630"/>
                  <a:gd name="connsiteY1" fmla="*/ 1225927 h 3245424"/>
                  <a:gd name="connsiteX2" fmla="*/ 792088 w 983630"/>
                  <a:gd name="connsiteY2" fmla="*/ 3245424 h 3245424"/>
                  <a:gd name="connsiteX3" fmla="*/ 792088 w 983630"/>
                  <a:gd name="connsiteY3" fmla="*/ 3245424 h 3245424"/>
                  <a:gd name="connsiteX4" fmla="*/ 0 w 983630"/>
                  <a:gd name="connsiteY4" fmla="*/ 3245424 h 3245424"/>
                  <a:gd name="connsiteX5" fmla="*/ 0 w 983630"/>
                  <a:gd name="connsiteY5" fmla="*/ 3245424 h 3245424"/>
                  <a:gd name="connsiteX6" fmla="*/ 0 w 983630"/>
                  <a:gd name="connsiteY6" fmla="*/ 896316 h 3245424"/>
                  <a:gd name="connsiteX7" fmla="*/ 397829 w 983630"/>
                  <a:gd name="connsiteY7" fmla="*/ 9390 h 3245424"/>
                  <a:gd name="connsiteX0" fmla="*/ 397829 w 974605"/>
                  <a:gd name="connsiteY0" fmla="*/ 6357 h 3242391"/>
                  <a:gd name="connsiteX1" fmla="*/ 766650 w 974605"/>
                  <a:gd name="connsiteY1" fmla="*/ 1552503 h 3242391"/>
                  <a:gd name="connsiteX2" fmla="*/ 792088 w 974605"/>
                  <a:gd name="connsiteY2" fmla="*/ 3242391 h 3242391"/>
                  <a:gd name="connsiteX3" fmla="*/ 792088 w 974605"/>
                  <a:gd name="connsiteY3" fmla="*/ 3242391 h 3242391"/>
                  <a:gd name="connsiteX4" fmla="*/ 0 w 974605"/>
                  <a:gd name="connsiteY4" fmla="*/ 3242391 h 3242391"/>
                  <a:gd name="connsiteX5" fmla="*/ 0 w 974605"/>
                  <a:gd name="connsiteY5" fmla="*/ 3242391 h 3242391"/>
                  <a:gd name="connsiteX6" fmla="*/ 0 w 974605"/>
                  <a:gd name="connsiteY6" fmla="*/ 893283 h 3242391"/>
                  <a:gd name="connsiteX7" fmla="*/ 397829 w 974605"/>
                  <a:gd name="connsiteY7" fmla="*/ 6357 h 3242391"/>
                  <a:gd name="connsiteX0" fmla="*/ 397829 w 964009"/>
                  <a:gd name="connsiteY0" fmla="*/ 7874 h 3243908"/>
                  <a:gd name="connsiteX1" fmla="*/ 766650 w 964009"/>
                  <a:gd name="connsiteY1" fmla="*/ 1554020 h 3243908"/>
                  <a:gd name="connsiteX2" fmla="*/ 792088 w 964009"/>
                  <a:gd name="connsiteY2" fmla="*/ 3243908 h 3243908"/>
                  <a:gd name="connsiteX3" fmla="*/ 792088 w 964009"/>
                  <a:gd name="connsiteY3" fmla="*/ 3243908 h 3243908"/>
                  <a:gd name="connsiteX4" fmla="*/ 0 w 964009"/>
                  <a:gd name="connsiteY4" fmla="*/ 3243908 h 3243908"/>
                  <a:gd name="connsiteX5" fmla="*/ 0 w 964009"/>
                  <a:gd name="connsiteY5" fmla="*/ 3243908 h 3243908"/>
                  <a:gd name="connsiteX6" fmla="*/ 0 w 964009"/>
                  <a:gd name="connsiteY6" fmla="*/ 894800 h 3243908"/>
                  <a:gd name="connsiteX7" fmla="*/ 397829 w 964009"/>
                  <a:gd name="connsiteY7" fmla="*/ 7874 h 3243908"/>
                  <a:gd name="connsiteX0" fmla="*/ 397829 w 1103655"/>
                  <a:gd name="connsiteY0" fmla="*/ 5470 h 3241504"/>
                  <a:gd name="connsiteX1" fmla="*/ 1096679 w 1103655"/>
                  <a:gd name="connsiteY1" fmla="*/ 590921 h 3241504"/>
                  <a:gd name="connsiteX2" fmla="*/ 766650 w 1103655"/>
                  <a:gd name="connsiteY2" fmla="*/ 1551616 h 3241504"/>
                  <a:gd name="connsiteX3" fmla="*/ 792088 w 1103655"/>
                  <a:gd name="connsiteY3" fmla="*/ 3241504 h 3241504"/>
                  <a:gd name="connsiteX4" fmla="*/ 792088 w 1103655"/>
                  <a:gd name="connsiteY4" fmla="*/ 3241504 h 3241504"/>
                  <a:gd name="connsiteX5" fmla="*/ 0 w 1103655"/>
                  <a:gd name="connsiteY5" fmla="*/ 3241504 h 3241504"/>
                  <a:gd name="connsiteX6" fmla="*/ 0 w 1103655"/>
                  <a:gd name="connsiteY6" fmla="*/ 3241504 h 3241504"/>
                  <a:gd name="connsiteX7" fmla="*/ 0 w 1103655"/>
                  <a:gd name="connsiteY7" fmla="*/ 892396 h 3241504"/>
                  <a:gd name="connsiteX8" fmla="*/ 397829 w 1103655"/>
                  <a:gd name="connsiteY8" fmla="*/ 5470 h 3241504"/>
                  <a:gd name="connsiteX0" fmla="*/ 397829 w 1103454"/>
                  <a:gd name="connsiteY0" fmla="*/ 5470 h 3241504"/>
                  <a:gd name="connsiteX1" fmla="*/ 1096679 w 1103454"/>
                  <a:gd name="connsiteY1" fmla="*/ 590921 h 3241504"/>
                  <a:gd name="connsiteX2" fmla="*/ 754433 w 1103454"/>
                  <a:gd name="connsiteY2" fmla="*/ 1523041 h 3241504"/>
                  <a:gd name="connsiteX3" fmla="*/ 792088 w 1103454"/>
                  <a:gd name="connsiteY3" fmla="*/ 3241504 h 3241504"/>
                  <a:gd name="connsiteX4" fmla="*/ 792088 w 1103454"/>
                  <a:gd name="connsiteY4" fmla="*/ 3241504 h 3241504"/>
                  <a:gd name="connsiteX5" fmla="*/ 0 w 1103454"/>
                  <a:gd name="connsiteY5" fmla="*/ 3241504 h 3241504"/>
                  <a:gd name="connsiteX6" fmla="*/ 0 w 1103454"/>
                  <a:gd name="connsiteY6" fmla="*/ 3241504 h 3241504"/>
                  <a:gd name="connsiteX7" fmla="*/ 0 w 1103454"/>
                  <a:gd name="connsiteY7" fmla="*/ 892396 h 3241504"/>
                  <a:gd name="connsiteX8" fmla="*/ 397829 w 1103454"/>
                  <a:gd name="connsiteY8" fmla="*/ 5470 h 3241504"/>
                  <a:gd name="connsiteX0" fmla="*/ 397829 w 1103176"/>
                  <a:gd name="connsiteY0" fmla="*/ 5470 h 3241504"/>
                  <a:gd name="connsiteX1" fmla="*/ 1096679 w 1103176"/>
                  <a:gd name="connsiteY1" fmla="*/ 590921 h 3241504"/>
                  <a:gd name="connsiteX2" fmla="*/ 754433 w 1103176"/>
                  <a:gd name="connsiteY2" fmla="*/ 1523041 h 3241504"/>
                  <a:gd name="connsiteX3" fmla="*/ 792088 w 1103176"/>
                  <a:gd name="connsiteY3" fmla="*/ 3241504 h 3241504"/>
                  <a:gd name="connsiteX4" fmla="*/ 792088 w 1103176"/>
                  <a:gd name="connsiteY4" fmla="*/ 3241504 h 3241504"/>
                  <a:gd name="connsiteX5" fmla="*/ 0 w 1103176"/>
                  <a:gd name="connsiteY5" fmla="*/ 3241504 h 3241504"/>
                  <a:gd name="connsiteX6" fmla="*/ 0 w 1103176"/>
                  <a:gd name="connsiteY6" fmla="*/ 3241504 h 3241504"/>
                  <a:gd name="connsiteX7" fmla="*/ 0 w 1103176"/>
                  <a:gd name="connsiteY7" fmla="*/ 892396 h 3241504"/>
                  <a:gd name="connsiteX8" fmla="*/ 397829 w 1103176"/>
                  <a:gd name="connsiteY8" fmla="*/ 5470 h 3241504"/>
                  <a:gd name="connsiteX0" fmla="*/ 397829 w 1103176"/>
                  <a:gd name="connsiteY0" fmla="*/ 5470 h 3241504"/>
                  <a:gd name="connsiteX1" fmla="*/ 1096679 w 1103176"/>
                  <a:gd name="connsiteY1" fmla="*/ 590921 h 3241504"/>
                  <a:gd name="connsiteX2" fmla="*/ 754433 w 1103176"/>
                  <a:gd name="connsiteY2" fmla="*/ 1503991 h 3241504"/>
                  <a:gd name="connsiteX3" fmla="*/ 792088 w 1103176"/>
                  <a:gd name="connsiteY3" fmla="*/ 3241504 h 3241504"/>
                  <a:gd name="connsiteX4" fmla="*/ 792088 w 1103176"/>
                  <a:gd name="connsiteY4" fmla="*/ 3241504 h 3241504"/>
                  <a:gd name="connsiteX5" fmla="*/ 0 w 1103176"/>
                  <a:gd name="connsiteY5" fmla="*/ 3241504 h 3241504"/>
                  <a:gd name="connsiteX6" fmla="*/ 0 w 1103176"/>
                  <a:gd name="connsiteY6" fmla="*/ 3241504 h 3241504"/>
                  <a:gd name="connsiteX7" fmla="*/ 0 w 1103176"/>
                  <a:gd name="connsiteY7" fmla="*/ 892396 h 3241504"/>
                  <a:gd name="connsiteX8" fmla="*/ 397829 w 1103176"/>
                  <a:gd name="connsiteY8" fmla="*/ 5470 h 3241504"/>
                  <a:gd name="connsiteX0" fmla="*/ 397829 w 1193682"/>
                  <a:gd name="connsiteY0" fmla="*/ 5721 h 3241755"/>
                  <a:gd name="connsiteX1" fmla="*/ 1188312 w 1193682"/>
                  <a:gd name="connsiteY1" fmla="*/ 572122 h 3241755"/>
                  <a:gd name="connsiteX2" fmla="*/ 754433 w 1193682"/>
                  <a:gd name="connsiteY2" fmla="*/ 1504242 h 3241755"/>
                  <a:gd name="connsiteX3" fmla="*/ 792088 w 1193682"/>
                  <a:gd name="connsiteY3" fmla="*/ 3241755 h 3241755"/>
                  <a:gd name="connsiteX4" fmla="*/ 792088 w 1193682"/>
                  <a:gd name="connsiteY4" fmla="*/ 3241755 h 3241755"/>
                  <a:gd name="connsiteX5" fmla="*/ 0 w 1193682"/>
                  <a:gd name="connsiteY5" fmla="*/ 3241755 h 3241755"/>
                  <a:gd name="connsiteX6" fmla="*/ 0 w 1193682"/>
                  <a:gd name="connsiteY6" fmla="*/ 3241755 h 3241755"/>
                  <a:gd name="connsiteX7" fmla="*/ 0 w 1193682"/>
                  <a:gd name="connsiteY7" fmla="*/ 892647 h 3241755"/>
                  <a:gd name="connsiteX8" fmla="*/ 397829 w 1193682"/>
                  <a:gd name="connsiteY8" fmla="*/ 5721 h 3241755"/>
                  <a:gd name="connsiteX0" fmla="*/ 397829 w 1188313"/>
                  <a:gd name="connsiteY0" fmla="*/ 5721 h 3241755"/>
                  <a:gd name="connsiteX1" fmla="*/ 1188312 w 1188313"/>
                  <a:gd name="connsiteY1" fmla="*/ 572122 h 3241755"/>
                  <a:gd name="connsiteX2" fmla="*/ 754433 w 1188313"/>
                  <a:gd name="connsiteY2" fmla="*/ 1504242 h 3241755"/>
                  <a:gd name="connsiteX3" fmla="*/ 792088 w 1188313"/>
                  <a:gd name="connsiteY3" fmla="*/ 3241755 h 3241755"/>
                  <a:gd name="connsiteX4" fmla="*/ 792088 w 1188313"/>
                  <a:gd name="connsiteY4" fmla="*/ 3241755 h 3241755"/>
                  <a:gd name="connsiteX5" fmla="*/ 0 w 1188313"/>
                  <a:gd name="connsiteY5" fmla="*/ 3241755 h 3241755"/>
                  <a:gd name="connsiteX6" fmla="*/ 0 w 1188313"/>
                  <a:gd name="connsiteY6" fmla="*/ 3241755 h 3241755"/>
                  <a:gd name="connsiteX7" fmla="*/ 0 w 1188313"/>
                  <a:gd name="connsiteY7" fmla="*/ 892647 h 3241755"/>
                  <a:gd name="connsiteX8" fmla="*/ 397829 w 1188313"/>
                  <a:gd name="connsiteY8" fmla="*/ 5721 h 3241755"/>
                  <a:gd name="connsiteX0" fmla="*/ 397829 w 1200430"/>
                  <a:gd name="connsiteY0" fmla="*/ 6518 h 3242552"/>
                  <a:gd name="connsiteX1" fmla="*/ 1188312 w 1200430"/>
                  <a:gd name="connsiteY1" fmla="*/ 572919 h 3242552"/>
                  <a:gd name="connsiteX2" fmla="*/ 754433 w 1200430"/>
                  <a:gd name="connsiteY2" fmla="*/ 1505039 h 3242552"/>
                  <a:gd name="connsiteX3" fmla="*/ 792088 w 1200430"/>
                  <a:gd name="connsiteY3" fmla="*/ 3242552 h 3242552"/>
                  <a:gd name="connsiteX4" fmla="*/ 792088 w 1200430"/>
                  <a:gd name="connsiteY4" fmla="*/ 3242552 h 3242552"/>
                  <a:gd name="connsiteX5" fmla="*/ 0 w 1200430"/>
                  <a:gd name="connsiteY5" fmla="*/ 3242552 h 3242552"/>
                  <a:gd name="connsiteX6" fmla="*/ 0 w 1200430"/>
                  <a:gd name="connsiteY6" fmla="*/ 3242552 h 3242552"/>
                  <a:gd name="connsiteX7" fmla="*/ 0 w 1200430"/>
                  <a:gd name="connsiteY7" fmla="*/ 893444 h 3242552"/>
                  <a:gd name="connsiteX8" fmla="*/ 397829 w 1200430"/>
                  <a:gd name="connsiteY8" fmla="*/ 6518 h 3242552"/>
                  <a:gd name="connsiteX0" fmla="*/ 367285 w 1200000"/>
                  <a:gd name="connsiteY0" fmla="*/ 7711 h 3186595"/>
                  <a:gd name="connsiteX1" fmla="*/ 1188312 w 1200000"/>
                  <a:gd name="connsiteY1" fmla="*/ 516962 h 3186595"/>
                  <a:gd name="connsiteX2" fmla="*/ 754433 w 1200000"/>
                  <a:gd name="connsiteY2" fmla="*/ 1449082 h 3186595"/>
                  <a:gd name="connsiteX3" fmla="*/ 792088 w 1200000"/>
                  <a:gd name="connsiteY3" fmla="*/ 3186595 h 3186595"/>
                  <a:gd name="connsiteX4" fmla="*/ 792088 w 1200000"/>
                  <a:gd name="connsiteY4" fmla="*/ 3186595 h 3186595"/>
                  <a:gd name="connsiteX5" fmla="*/ 0 w 1200000"/>
                  <a:gd name="connsiteY5" fmla="*/ 3186595 h 3186595"/>
                  <a:gd name="connsiteX6" fmla="*/ 0 w 1200000"/>
                  <a:gd name="connsiteY6" fmla="*/ 3186595 h 3186595"/>
                  <a:gd name="connsiteX7" fmla="*/ 0 w 1200000"/>
                  <a:gd name="connsiteY7" fmla="*/ 837487 h 3186595"/>
                  <a:gd name="connsiteX8" fmla="*/ 367285 w 1200000"/>
                  <a:gd name="connsiteY8" fmla="*/ 7711 h 3186595"/>
                  <a:gd name="connsiteX0" fmla="*/ 367285 w 1200505"/>
                  <a:gd name="connsiteY0" fmla="*/ 1566 h 3180450"/>
                  <a:gd name="connsiteX1" fmla="*/ 1188312 w 1200505"/>
                  <a:gd name="connsiteY1" fmla="*/ 510817 h 3180450"/>
                  <a:gd name="connsiteX2" fmla="*/ 754433 w 1200505"/>
                  <a:gd name="connsiteY2" fmla="*/ 1442937 h 3180450"/>
                  <a:gd name="connsiteX3" fmla="*/ 792088 w 1200505"/>
                  <a:gd name="connsiteY3" fmla="*/ 3180450 h 3180450"/>
                  <a:gd name="connsiteX4" fmla="*/ 792088 w 1200505"/>
                  <a:gd name="connsiteY4" fmla="*/ 3180450 h 3180450"/>
                  <a:gd name="connsiteX5" fmla="*/ 0 w 1200505"/>
                  <a:gd name="connsiteY5" fmla="*/ 3180450 h 3180450"/>
                  <a:gd name="connsiteX6" fmla="*/ 0 w 1200505"/>
                  <a:gd name="connsiteY6" fmla="*/ 3180450 h 3180450"/>
                  <a:gd name="connsiteX7" fmla="*/ 0 w 1200505"/>
                  <a:gd name="connsiteY7" fmla="*/ 831342 h 3180450"/>
                  <a:gd name="connsiteX8" fmla="*/ 367285 w 1200505"/>
                  <a:gd name="connsiteY8" fmla="*/ 1566 h 3180450"/>
                  <a:gd name="connsiteX0" fmla="*/ 367858 w 1201078"/>
                  <a:gd name="connsiteY0" fmla="*/ 1566 h 3180450"/>
                  <a:gd name="connsiteX1" fmla="*/ 1188885 w 1201078"/>
                  <a:gd name="connsiteY1" fmla="*/ 510817 h 3180450"/>
                  <a:gd name="connsiteX2" fmla="*/ 755006 w 1201078"/>
                  <a:gd name="connsiteY2" fmla="*/ 1442937 h 3180450"/>
                  <a:gd name="connsiteX3" fmla="*/ 792661 w 1201078"/>
                  <a:gd name="connsiteY3" fmla="*/ 3180450 h 3180450"/>
                  <a:gd name="connsiteX4" fmla="*/ 792661 w 1201078"/>
                  <a:gd name="connsiteY4" fmla="*/ 3180450 h 3180450"/>
                  <a:gd name="connsiteX5" fmla="*/ 573 w 1201078"/>
                  <a:gd name="connsiteY5" fmla="*/ 3180450 h 3180450"/>
                  <a:gd name="connsiteX6" fmla="*/ 573 w 1201078"/>
                  <a:gd name="connsiteY6" fmla="*/ 3180450 h 3180450"/>
                  <a:gd name="connsiteX7" fmla="*/ 573 w 1201078"/>
                  <a:gd name="connsiteY7" fmla="*/ 831342 h 3180450"/>
                  <a:gd name="connsiteX8" fmla="*/ 367858 w 1201078"/>
                  <a:gd name="connsiteY8" fmla="*/ 1566 h 3180450"/>
                  <a:gd name="connsiteX0" fmla="*/ 367859 w 1249271"/>
                  <a:gd name="connsiteY0" fmla="*/ 1508 h 3180392"/>
                  <a:gd name="connsiteX1" fmla="*/ 1237757 w 1249271"/>
                  <a:gd name="connsiteY1" fmla="*/ 520284 h 3180392"/>
                  <a:gd name="connsiteX2" fmla="*/ 755007 w 1249271"/>
                  <a:gd name="connsiteY2" fmla="*/ 1442879 h 3180392"/>
                  <a:gd name="connsiteX3" fmla="*/ 792662 w 1249271"/>
                  <a:gd name="connsiteY3" fmla="*/ 3180392 h 3180392"/>
                  <a:gd name="connsiteX4" fmla="*/ 792662 w 1249271"/>
                  <a:gd name="connsiteY4" fmla="*/ 3180392 h 3180392"/>
                  <a:gd name="connsiteX5" fmla="*/ 574 w 1249271"/>
                  <a:gd name="connsiteY5" fmla="*/ 3180392 h 3180392"/>
                  <a:gd name="connsiteX6" fmla="*/ 574 w 1249271"/>
                  <a:gd name="connsiteY6" fmla="*/ 3180392 h 3180392"/>
                  <a:gd name="connsiteX7" fmla="*/ 574 w 1249271"/>
                  <a:gd name="connsiteY7" fmla="*/ 831284 h 3180392"/>
                  <a:gd name="connsiteX8" fmla="*/ 367859 w 1249271"/>
                  <a:gd name="connsiteY8" fmla="*/ 1508 h 3180392"/>
                  <a:gd name="connsiteX0" fmla="*/ 367859 w 1249271"/>
                  <a:gd name="connsiteY0" fmla="*/ 1508 h 3180392"/>
                  <a:gd name="connsiteX1" fmla="*/ 1237757 w 1249271"/>
                  <a:gd name="connsiteY1" fmla="*/ 520284 h 3180392"/>
                  <a:gd name="connsiteX2" fmla="*/ 755007 w 1249271"/>
                  <a:gd name="connsiteY2" fmla="*/ 1442879 h 3180392"/>
                  <a:gd name="connsiteX3" fmla="*/ 792662 w 1249271"/>
                  <a:gd name="connsiteY3" fmla="*/ 3180392 h 3180392"/>
                  <a:gd name="connsiteX4" fmla="*/ 792662 w 1249271"/>
                  <a:gd name="connsiteY4" fmla="*/ 3180392 h 3180392"/>
                  <a:gd name="connsiteX5" fmla="*/ 574 w 1249271"/>
                  <a:gd name="connsiteY5" fmla="*/ 3180392 h 3180392"/>
                  <a:gd name="connsiteX6" fmla="*/ 574 w 1249271"/>
                  <a:gd name="connsiteY6" fmla="*/ 3180392 h 3180392"/>
                  <a:gd name="connsiteX7" fmla="*/ 574 w 1249271"/>
                  <a:gd name="connsiteY7" fmla="*/ 831284 h 3180392"/>
                  <a:gd name="connsiteX8" fmla="*/ 367859 w 1249271"/>
                  <a:gd name="connsiteY8" fmla="*/ 1508 h 3180392"/>
                  <a:gd name="connsiteX0" fmla="*/ 367859 w 1240085"/>
                  <a:gd name="connsiteY0" fmla="*/ 1764 h 3180648"/>
                  <a:gd name="connsiteX1" fmla="*/ 1237757 w 1240085"/>
                  <a:gd name="connsiteY1" fmla="*/ 520540 h 3180648"/>
                  <a:gd name="connsiteX2" fmla="*/ 755007 w 1240085"/>
                  <a:gd name="connsiteY2" fmla="*/ 1443135 h 3180648"/>
                  <a:gd name="connsiteX3" fmla="*/ 792662 w 1240085"/>
                  <a:gd name="connsiteY3" fmla="*/ 3180648 h 3180648"/>
                  <a:gd name="connsiteX4" fmla="*/ 792662 w 1240085"/>
                  <a:gd name="connsiteY4" fmla="*/ 3180648 h 3180648"/>
                  <a:gd name="connsiteX5" fmla="*/ 574 w 1240085"/>
                  <a:gd name="connsiteY5" fmla="*/ 3180648 h 3180648"/>
                  <a:gd name="connsiteX6" fmla="*/ 574 w 1240085"/>
                  <a:gd name="connsiteY6" fmla="*/ 3180648 h 3180648"/>
                  <a:gd name="connsiteX7" fmla="*/ 574 w 1240085"/>
                  <a:gd name="connsiteY7" fmla="*/ 831540 h 3180648"/>
                  <a:gd name="connsiteX8" fmla="*/ 367859 w 1240085"/>
                  <a:gd name="connsiteY8" fmla="*/ 1764 h 3180648"/>
                  <a:gd name="connsiteX0" fmla="*/ 367859 w 1240086"/>
                  <a:gd name="connsiteY0" fmla="*/ 1764 h 3180648"/>
                  <a:gd name="connsiteX1" fmla="*/ 1237757 w 1240086"/>
                  <a:gd name="connsiteY1" fmla="*/ 520540 h 3180648"/>
                  <a:gd name="connsiteX2" fmla="*/ 755007 w 1240086"/>
                  <a:gd name="connsiteY2" fmla="*/ 1443135 h 3180648"/>
                  <a:gd name="connsiteX3" fmla="*/ 792662 w 1240086"/>
                  <a:gd name="connsiteY3" fmla="*/ 3180648 h 3180648"/>
                  <a:gd name="connsiteX4" fmla="*/ 792662 w 1240086"/>
                  <a:gd name="connsiteY4" fmla="*/ 3180648 h 3180648"/>
                  <a:gd name="connsiteX5" fmla="*/ 574 w 1240086"/>
                  <a:gd name="connsiteY5" fmla="*/ 3180648 h 3180648"/>
                  <a:gd name="connsiteX6" fmla="*/ 574 w 1240086"/>
                  <a:gd name="connsiteY6" fmla="*/ 3180648 h 3180648"/>
                  <a:gd name="connsiteX7" fmla="*/ 574 w 1240086"/>
                  <a:gd name="connsiteY7" fmla="*/ 831540 h 3180648"/>
                  <a:gd name="connsiteX8" fmla="*/ 367859 w 1240086"/>
                  <a:gd name="connsiteY8" fmla="*/ 1764 h 3180648"/>
                  <a:gd name="connsiteX0" fmla="*/ 373394 w 1239532"/>
                  <a:gd name="connsiteY0" fmla="*/ 1562 h 3209021"/>
                  <a:gd name="connsiteX1" fmla="*/ 1237184 w 1239532"/>
                  <a:gd name="connsiteY1" fmla="*/ 548913 h 3209021"/>
                  <a:gd name="connsiteX2" fmla="*/ 754434 w 1239532"/>
                  <a:gd name="connsiteY2" fmla="*/ 1471508 h 3209021"/>
                  <a:gd name="connsiteX3" fmla="*/ 792089 w 1239532"/>
                  <a:gd name="connsiteY3" fmla="*/ 3209021 h 3209021"/>
                  <a:gd name="connsiteX4" fmla="*/ 792089 w 1239532"/>
                  <a:gd name="connsiteY4" fmla="*/ 3209021 h 3209021"/>
                  <a:gd name="connsiteX5" fmla="*/ 1 w 1239532"/>
                  <a:gd name="connsiteY5" fmla="*/ 3209021 h 3209021"/>
                  <a:gd name="connsiteX6" fmla="*/ 1 w 1239532"/>
                  <a:gd name="connsiteY6" fmla="*/ 3209021 h 3209021"/>
                  <a:gd name="connsiteX7" fmla="*/ 1 w 1239532"/>
                  <a:gd name="connsiteY7" fmla="*/ 859913 h 3209021"/>
                  <a:gd name="connsiteX8" fmla="*/ 373394 w 1239532"/>
                  <a:gd name="connsiteY8" fmla="*/ 1562 h 3209021"/>
                  <a:gd name="connsiteX0" fmla="*/ 373393 w 1239758"/>
                  <a:gd name="connsiteY0" fmla="*/ 0 h 3207459"/>
                  <a:gd name="connsiteX1" fmla="*/ 1237183 w 1239758"/>
                  <a:gd name="connsiteY1" fmla="*/ 547351 h 3207459"/>
                  <a:gd name="connsiteX2" fmla="*/ 754433 w 1239758"/>
                  <a:gd name="connsiteY2" fmla="*/ 1469946 h 3207459"/>
                  <a:gd name="connsiteX3" fmla="*/ 792088 w 1239758"/>
                  <a:gd name="connsiteY3" fmla="*/ 3207459 h 3207459"/>
                  <a:gd name="connsiteX4" fmla="*/ 792088 w 1239758"/>
                  <a:gd name="connsiteY4" fmla="*/ 3207459 h 3207459"/>
                  <a:gd name="connsiteX5" fmla="*/ 0 w 1239758"/>
                  <a:gd name="connsiteY5" fmla="*/ 3207459 h 3207459"/>
                  <a:gd name="connsiteX6" fmla="*/ 0 w 1239758"/>
                  <a:gd name="connsiteY6" fmla="*/ 3207459 h 3207459"/>
                  <a:gd name="connsiteX7" fmla="*/ 0 w 1239758"/>
                  <a:gd name="connsiteY7" fmla="*/ 858351 h 3207459"/>
                  <a:gd name="connsiteX8" fmla="*/ 373393 w 1239758"/>
                  <a:gd name="connsiteY8" fmla="*/ 0 h 3207459"/>
                  <a:gd name="connsiteX0" fmla="*/ 380199 w 1246564"/>
                  <a:gd name="connsiteY0" fmla="*/ 0 h 3207459"/>
                  <a:gd name="connsiteX1" fmla="*/ 1243989 w 1246564"/>
                  <a:gd name="connsiteY1" fmla="*/ 547351 h 3207459"/>
                  <a:gd name="connsiteX2" fmla="*/ 761239 w 1246564"/>
                  <a:gd name="connsiteY2" fmla="*/ 1469946 h 3207459"/>
                  <a:gd name="connsiteX3" fmla="*/ 798894 w 1246564"/>
                  <a:gd name="connsiteY3" fmla="*/ 3207459 h 3207459"/>
                  <a:gd name="connsiteX4" fmla="*/ 798894 w 1246564"/>
                  <a:gd name="connsiteY4" fmla="*/ 3207459 h 3207459"/>
                  <a:gd name="connsiteX5" fmla="*/ 6806 w 1246564"/>
                  <a:gd name="connsiteY5" fmla="*/ 3207459 h 3207459"/>
                  <a:gd name="connsiteX6" fmla="*/ 6806 w 1246564"/>
                  <a:gd name="connsiteY6" fmla="*/ 3207459 h 3207459"/>
                  <a:gd name="connsiteX7" fmla="*/ 6806 w 1246564"/>
                  <a:gd name="connsiteY7" fmla="*/ 858351 h 3207459"/>
                  <a:gd name="connsiteX8" fmla="*/ 380199 w 1246564"/>
                  <a:gd name="connsiteY8" fmla="*/ 0 h 3207459"/>
                  <a:gd name="connsiteX0" fmla="*/ 380199 w 1246610"/>
                  <a:gd name="connsiteY0" fmla="*/ 233 h 3207692"/>
                  <a:gd name="connsiteX1" fmla="*/ 1243989 w 1246610"/>
                  <a:gd name="connsiteY1" fmla="*/ 547584 h 3207692"/>
                  <a:gd name="connsiteX2" fmla="*/ 761239 w 1246610"/>
                  <a:gd name="connsiteY2" fmla="*/ 1470179 h 3207692"/>
                  <a:gd name="connsiteX3" fmla="*/ 798894 w 1246610"/>
                  <a:gd name="connsiteY3" fmla="*/ 3207692 h 3207692"/>
                  <a:gd name="connsiteX4" fmla="*/ 798894 w 1246610"/>
                  <a:gd name="connsiteY4" fmla="*/ 3207692 h 3207692"/>
                  <a:gd name="connsiteX5" fmla="*/ 6806 w 1246610"/>
                  <a:gd name="connsiteY5" fmla="*/ 3207692 h 3207692"/>
                  <a:gd name="connsiteX6" fmla="*/ 6806 w 1246610"/>
                  <a:gd name="connsiteY6" fmla="*/ 3207692 h 3207692"/>
                  <a:gd name="connsiteX7" fmla="*/ 6806 w 1246610"/>
                  <a:gd name="connsiteY7" fmla="*/ 858584 h 3207692"/>
                  <a:gd name="connsiteX8" fmla="*/ 380199 w 1246610"/>
                  <a:gd name="connsiteY8" fmla="*/ 233 h 3207692"/>
                  <a:gd name="connsiteX0" fmla="*/ 380199 w 1301393"/>
                  <a:gd name="connsiteY0" fmla="*/ 233 h 3207692"/>
                  <a:gd name="connsiteX1" fmla="*/ 1298970 w 1301393"/>
                  <a:gd name="connsiteY1" fmla="*/ 547584 h 3207692"/>
                  <a:gd name="connsiteX2" fmla="*/ 761239 w 1301393"/>
                  <a:gd name="connsiteY2" fmla="*/ 1470179 h 3207692"/>
                  <a:gd name="connsiteX3" fmla="*/ 798894 w 1301393"/>
                  <a:gd name="connsiteY3" fmla="*/ 3207692 h 3207692"/>
                  <a:gd name="connsiteX4" fmla="*/ 798894 w 1301393"/>
                  <a:gd name="connsiteY4" fmla="*/ 3207692 h 3207692"/>
                  <a:gd name="connsiteX5" fmla="*/ 6806 w 1301393"/>
                  <a:gd name="connsiteY5" fmla="*/ 3207692 h 3207692"/>
                  <a:gd name="connsiteX6" fmla="*/ 6806 w 1301393"/>
                  <a:gd name="connsiteY6" fmla="*/ 3207692 h 3207692"/>
                  <a:gd name="connsiteX7" fmla="*/ 6806 w 1301393"/>
                  <a:gd name="connsiteY7" fmla="*/ 858584 h 3207692"/>
                  <a:gd name="connsiteX8" fmla="*/ 380199 w 1301393"/>
                  <a:gd name="connsiteY8" fmla="*/ 233 h 3207692"/>
                  <a:gd name="connsiteX0" fmla="*/ 380199 w 1301394"/>
                  <a:gd name="connsiteY0" fmla="*/ 233 h 3207692"/>
                  <a:gd name="connsiteX1" fmla="*/ 1298970 w 1301394"/>
                  <a:gd name="connsiteY1" fmla="*/ 547584 h 3207692"/>
                  <a:gd name="connsiteX2" fmla="*/ 761239 w 1301394"/>
                  <a:gd name="connsiteY2" fmla="*/ 1470179 h 3207692"/>
                  <a:gd name="connsiteX3" fmla="*/ 798894 w 1301394"/>
                  <a:gd name="connsiteY3" fmla="*/ 3207692 h 3207692"/>
                  <a:gd name="connsiteX4" fmla="*/ 798894 w 1301394"/>
                  <a:gd name="connsiteY4" fmla="*/ 3207692 h 3207692"/>
                  <a:gd name="connsiteX5" fmla="*/ 6806 w 1301394"/>
                  <a:gd name="connsiteY5" fmla="*/ 3207692 h 3207692"/>
                  <a:gd name="connsiteX6" fmla="*/ 6806 w 1301394"/>
                  <a:gd name="connsiteY6" fmla="*/ 3207692 h 3207692"/>
                  <a:gd name="connsiteX7" fmla="*/ 6806 w 1301394"/>
                  <a:gd name="connsiteY7" fmla="*/ 858584 h 3207692"/>
                  <a:gd name="connsiteX8" fmla="*/ 380199 w 1301394"/>
                  <a:gd name="connsiteY8" fmla="*/ 233 h 3207692"/>
                  <a:gd name="connsiteX0" fmla="*/ 380199 w 1318174"/>
                  <a:gd name="connsiteY0" fmla="*/ 211 h 3207670"/>
                  <a:gd name="connsiteX1" fmla="*/ 1298970 w 1318174"/>
                  <a:gd name="connsiteY1" fmla="*/ 547562 h 3207670"/>
                  <a:gd name="connsiteX2" fmla="*/ 761239 w 1318174"/>
                  <a:gd name="connsiteY2" fmla="*/ 1470157 h 3207670"/>
                  <a:gd name="connsiteX3" fmla="*/ 798894 w 1318174"/>
                  <a:gd name="connsiteY3" fmla="*/ 3207670 h 3207670"/>
                  <a:gd name="connsiteX4" fmla="*/ 798894 w 1318174"/>
                  <a:gd name="connsiteY4" fmla="*/ 3207670 h 3207670"/>
                  <a:gd name="connsiteX5" fmla="*/ 6806 w 1318174"/>
                  <a:gd name="connsiteY5" fmla="*/ 3207670 h 3207670"/>
                  <a:gd name="connsiteX6" fmla="*/ 6806 w 1318174"/>
                  <a:gd name="connsiteY6" fmla="*/ 3207670 h 3207670"/>
                  <a:gd name="connsiteX7" fmla="*/ 6806 w 1318174"/>
                  <a:gd name="connsiteY7" fmla="*/ 858562 h 3207670"/>
                  <a:gd name="connsiteX8" fmla="*/ 380199 w 1318174"/>
                  <a:gd name="connsiteY8" fmla="*/ 211 h 3207670"/>
                  <a:gd name="connsiteX0" fmla="*/ 380199 w 1318174"/>
                  <a:gd name="connsiteY0" fmla="*/ 211 h 3207670"/>
                  <a:gd name="connsiteX1" fmla="*/ 1298970 w 1318174"/>
                  <a:gd name="connsiteY1" fmla="*/ 547562 h 3207670"/>
                  <a:gd name="connsiteX2" fmla="*/ 761239 w 1318174"/>
                  <a:gd name="connsiteY2" fmla="*/ 1470157 h 3207670"/>
                  <a:gd name="connsiteX3" fmla="*/ 798894 w 1318174"/>
                  <a:gd name="connsiteY3" fmla="*/ 3207670 h 3207670"/>
                  <a:gd name="connsiteX4" fmla="*/ 798894 w 1318174"/>
                  <a:gd name="connsiteY4" fmla="*/ 3207670 h 3207670"/>
                  <a:gd name="connsiteX5" fmla="*/ 6806 w 1318174"/>
                  <a:gd name="connsiteY5" fmla="*/ 3207670 h 3207670"/>
                  <a:gd name="connsiteX6" fmla="*/ 6806 w 1318174"/>
                  <a:gd name="connsiteY6" fmla="*/ 3207670 h 3207670"/>
                  <a:gd name="connsiteX7" fmla="*/ 6806 w 1318174"/>
                  <a:gd name="connsiteY7" fmla="*/ 858562 h 3207670"/>
                  <a:gd name="connsiteX8" fmla="*/ 380199 w 1318174"/>
                  <a:gd name="connsiteY8" fmla="*/ 211 h 3207670"/>
                  <a:gd name="connsiteX0" fmla="*/ 380199 w 1318174"/>
                  <a:gd name="connsiteY0" fmla="*/ 211 h 3207670"/>
                  <a:gd name="connsiteX1" fmla="*/ 1298970 w 1318174"/>
                  <a:gd name="connsiteY1" fmla="*/ 547562 h 3207670"/>
                  <a:gd name="connsiteX2" fmla="*/ 761239 w 1318174"/>
                  <a:gd name="connsiteY2" fmla="*/ 1470157 h 3207670"/>
                  <a:gd name="connsiteX3" fmla="*/ 798894 w 1318174"/>
                  <a:gd name="connsiteY3" fmla="*/ 3207670 h 3207670"/>
                  <a:gd name="connsiteX4" fmla="*/ 798894 w 1318174"/>
                  <a:gd name="connsiteY4" fmla="*/ 3207670 h 3207670"/>
                  <a:gd name="connsiteX5" fmla="*/ 6806 w 1318174"/>
                  <a:gd name="connsiteY5" fmla="*/ 3207670 h 3207670"/>
                  <a:gd name="connsiteX6" fmla="*/ 6806 w 1318174"/>
                  <a:gd name="connsiteY6" fmla="*/ 3207670 h 3207670"/>
                  <a:gd name="connsiteX7" fmla="*/ 6806 w 1318174"/>
                  <a:gd name="connsiteY7" fmla="*/ 858562 h 3207670"/>
                  <a:gd name="connsiteX8" fmla="*/ 380199 w 1318174"/>
                  <a:gd name="connsiteY8" fmla="*/ 211 h 3207670"/>
                  <a:gd name="connsiteX0" fmla="*/ 380199 w 1318174"/>
                  <a:gd name="connsiteY0" fmla="*/ 211 h 3207670"/>
                  <a:gd name="connsiteX1" fmla="*/ 1298970 w 1318174"/>
                  <a:gd name="connsiteY1" fmla="*/ 547562 h 3207670"/>
                  <a:gd name="connsiteX2" fmla="*/ 761239 w 1318174"/>
                  <a:gd name="connsiteY2" fmla="*/ 1470157 h 3207670"/>
                  <a:gd name="connsiteX3" fmla="*/ 798894 w 1318174"/>
                  <a:gd name="connsiteY3" fmla="*/ 3207670 h 3207670"/>
                  <a:gd name="connsiteX4" fmla="*/ 798894 w 1318174"/>
                  <a:gd name="connsiteY4" fmla="*/ 3207670 h 3207670"/>
                  <a:gd name="connsiteX5" fmla="*/ 6806 w 1318174"/>
                  <a:gd name="connsiteY5" fmla="*/ 3207670 h 3207670"/>
                  <a:gd name="connsiteX6" fmla="*/ 6806 w 1318174"/>
                  <a:gd name="connsiteY6" fmla="*/ 3207670 h 3207670"/>
                  <a:gd name="connsiteX7" fmla="*/ 6806 w 1318174"/>
                  <a:gd name="connsiteY7" fmla="*/ 858562 h 3207670"/>
                  <a:gd name="connsiteX8" fmla="*/ 380199 w 1318174"/>
                  <a:gd name="connsiteY8" fmla="*/ 211 h 3207670"/>
                  <a:gd name="connsiteX0" fmla="*/ 380199 w 1318174"/>
                  <a:gd name="connsiteY0" fmla="*/ 211 h 3207670"/>
                  <a:gd name="connsiteX1" fmla="*/ 1298970 w 1318174"/>
                  <a:gd name="connsiteY1" fmla="*/ 547562 h 3207670"/>
                  <a:gd name="connsiteX2" fmla="*/ 761239 w 1318174"/>
                  <a:gd name="connsiteY2" fmla="*/ 1470157 h 3207670"/>
                  <a:gd name="connsiteX3" fmla="*/ 798894 w 1318174"/>
                  <a:gd name="connsiteY3" fmla="*/ 3207670 h 3207670"/>
                  <a:gd name="connsiteX4" fmla="*/ 798894 w 1318174"/>
                  <a:gd name="connsiteY4" fmla="*/ 3207670 h 3207670"/>
                  <a:gd name="connsiteX5" fmla="*/ 6806 w 1318174"/>
                  <a:gd name="connsiteY5" fmla="*/ 3207670 h 3207670"/>
                  <a:gd name="connsiteX6" fmla="*/ 6806 w 1318174"/>
                  <a:gd name="connsiteY6" fmla="*/ 3207670 h 3207670"/>
                  <a:gd name="connsiteX7" fmla="*/ 6806 w 1318174"/>
                  <a:gd name="connsiteY7" fmla="*/ 858562 h 3207670"/>
                  <a:gd name="connsiteX8" fmla="*/ 380199 w 1318174"/>
                  <a:gd name="connsiteY8" fmla="*/ 211 h 3207670"/>
                  <a:gd name="connsiteX0" fmla="*/ 658146 w 1319958"/>
                  <a:gd name="connsiteY0" fmla="*/ 211 h 3207670"/>
                  <a:gd name="connsiteX1" fmla="*/ 1292164 w 1319958"/>
                  <a:gd name="connsiteY1" fmla="*/ 547562 h 3207670"/>
                  <a:gd name="connsiteX2" fmla="*/ 754433 w 1319958"/>
                  <a:gd name="connsiteY2" fmla="*/ 1470157 h 3207670"/>
                  <a:gd name="connsiteX3" fmla="*/ 792088 w 1319958"/>
                  <a:gd name="connsiteY3" fmla="*/ 3207670 h 3207670"/>
                  <a:gd name="connsiteX4" fmla="*/ 792088 w 1319958"/>
                  <a:gd name="connsiteY4" fmla="*/ 3207670 h 3207670"/>
                  <a:gd name="connsiteX5" fmla="*/ 0 w 1319958"/>
                  <a:gd name="connsiteY5" fmla="*/ 3207670 h 3207670"/>
                  <a:gd name="connsiteX6" fmla="*/ 0 w 1319958"/>
                  <a:gd name="connsiteY6" fmla="*/ 3207670 h 3207670"/>
                  <a:gd name="connsiteX7" fmla="*/ 0 w 1319958"/>
                  <a:gd name="connsiteY7" fmla="*/ 858562 h 3207670"/>
                  <a:gd name="connsiteX8" fmla="*/ 658146 w 1319958"/>
                  <a:gd name="connsiteY8" fmla="*/ 211 h 3207670"/>
                  <a:gd name="connsiteX0" fmla="*/ 786963 w 1326878"/>
                  <a:gd name="connsiteY0" fmla="*/ 205 h 3212949"/>
                  <a:gd name="connsiteX1" fmla="*/ 1292164 w 1326878"/>
                  <a:gd name="connsiteY1" fmla="*/ 552841 h 3212949"/>
                  <a:gd name="connsiteX2" fmla="*/ 754433 w 1326878"/>
                  <a:gd name="connsiteY2" fmla="*/ 1475436 h 3212949"/>
                  <a:gd name="connsiteX3" fmla="*/ 792088 w 1326878"/>
                  <a:gd name="connsiteY3" fmla="*/ 3212949 h 3212949"/>
                  <a:gd name="connsiteX4" fmla="*/ 792088 w 1326878"/>
                  <a:gd name="connsiteY4" fmla="*/ 3212949 h 3212949"/>
                  <a:gd name="connsiteX5" fmla="*/ 0 w 1326878"/>
                  <a:gd name="connsiteY5" fmla="*/ 3212949 h 3212949"/>
                  <a:gd name="connsiteX6" fmla="*/ 0 w 1326878"/>
                  <a:gd name="connsiteY6" fmla="*/ 3212949 h 3212949"/>
                  <a:gd name="connsiteX7" fmla="*/ 0 w 1326878"/>
                  <a:gd name="connsiteY7" fmla="*/ 863841 h 3212949"/>
                  <a:gd name="connsiteX8" fmla="*/ 786963 w 1326878"/>
                  <a:gd name="connsiteY8" fmla="*/ 205 h 3212949"/>
                  <a:gd name="connsiteX0" fmla="*/ 786963 w 1279105"/>
                  <a:gd name="connsiteY0" fmla="*/ 234 h 3212978"/>
                  <a:gd name="connsiteX1" fmla="*/ 1240608 w 1279105"/>
                  <a:gd name="connsiteY1" fmla="*/ 522725 h 3212978"/>
                  <a:gd name="connsiteX2" fmla="*/ 754433 w 1279105"/>
                  <a:gd name="connsiteY2" fmla="*/ 1475465 h 3212978"/>
                  <a:gd name="connsiteX3" fmla="*/ 792088 w 1279105"/>
                  <a:gd name="connsiteY3" fmla="*/ 3212978 h 3212978"/>
                  <a:gd name="connsiteX4" fmla="*/ 792088 w 1279105"/>
                  <a:gd name="connsiteY4" fmla="*/ 3212978 h 3212978"/>
                  <a:gd name="connsiteX5" fmla="*/ 0 w 1279105"/>
                  <a:gd name="connsiteY5" fmla="*/ 3212978 h 3212978"/>
                  <a:gd name="connsiteX6" fmla="*/ 0 w 1279105"/>
                  <a:gd name="connsiteY6" fmla="*/ 3212978 h 3212978"/>
                  <a:gd name="connsiteX7" fmla="*/ 0 w 1279105"/>
                  <a:gd name="connsiteY7" fmla="*/ 863870 h 3212978"/>
                  <a:gd name="connsiteX8" fmla="*/ 786963 w 1279105"/>
                  <a:gd name="connsiteY8" fmla="*/ 234 h 3212978"/>
                  <a:gd name="connsiteX0" fmla="*/ 786963 w 1232192"/>
                  <a:gd name="connsiteY0" fmla="*/ 272 h 3213016"/>
                  <a:gd name="connsiteX1" fmla="*/ 1189052 w 1232192"/>
                  <a:gd name="connsiteY1" fmla="*/ 492618 h 3213016"/>
                  <a:gd name="connsiteX2" fmla="*/ 754433 w 1232192"/>
                  <a:gd name="connsiteY2" fmla="*/ 1475503 h 3213016"/>
                  <a:gd name="connsiteX3" fmla="*/ 792088 w 1232192"/>
                  <a:gd name="connsiteY3" fmla="*/ 3213016 h 3213016"/>
                  <a:gd name="connsiteX4" fmla="*/ 792088 w 1232192"/>
                  <a:gd name="connsiteY4" fmla="*/ 3213016 h 3213016"/>
                  <a:gd name="connsiteX5" fmla="*/ 0 w 1232192"/>
                  <a:gd name="connsiteY5" fmla="*/ 3213016 h 3213016"/>
                  <a:gd name="connsiteX6" fmla="*/ 0 w 1232192"/>
                  <a:gd name="connsiteY6" fmla="*/ 3213016 h 3213016"/>
                  <a:gd name="connsiteX7" fmla="*/ 0 w 1232192"/>
                  <a:gd name="connsiteY7" fmla="*/ 863908 h 3213016"/>
                  <a:gd name="connsiteX8" fmla="*/ 786963 w 1232192"/>
                  <a:gd name="connsiteY8" fmla="*/ 272 h 3213016"/>
                  <a:gd name="connsiteX0" fmla="*/ 883632 w 1244333"/>
                  <a:gd name="connsiteY0" fmla="*/ 288 h 3202984"/>
                  <a:gd name="connsiteX1" fmla="*/ 1189052 w 1244333"/>
                  <a:gd name="connsiteY1" fmla="*/ 482586 h 3202984"/>
                  <a:gd name="connsiteX2" fmla="*/ 754433 w 1244333"/>
                  <a:gd name="connsiteY2" fmla="*/ 1465471 h 3202984"/>
                  <a:gd name="connsiteX3" fmla="*/ 792088 w 1244333"/>
                  <a:gd name="connsiteY3" fmla="*/ 3202984 h 3202984"/>
                  <a:gd name="connsiteX4" fmla="*/ 792088 w 1244333"/>
                  <a:gd name="connsiteY4" fmla="*/ 3202984 h 3202984"/>
                  <a:gd name="connsiteX5" fmla="*/ 0 w 1244333"/>
                  <a:gd name="connsiteY5" fmla="*/ 3202984 h 3202984"/>
                  <a:gd name="connsiteX6" fmla="*/ 0 w 1244333"/>
                  <a:gd name="connsiteY6" fmla="*/ 3202984 h 3202984"/>
                  <a:gd name="connsiteX7" fmla="*/ 0 w 1244333"/>
                  <a:gd name="connsiteY7" fmla="*/ 853876 h 3202984"/>
                  <a:gd name="connsiteX8" fmla="*/ 883632 w 1244333"/>
                  <a:gd name="connsiteY8" fmla="*/ 288 h 3202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333" h="3202984">
                    <a:moveTo>
                      <a:pt x="883632" y="288"/>
                    </a:moveTo>
                    <a:cubicBezTo>
                      <a:pt x="1159064" y="-7889"/>
                      <a:pt x="1341397" y="158219"/>
                      <a:pt x="1189052" y="482586"/>
                    </a:cubicBezTo>
                    <a:cubicBezTo>
                      <a:pt x="975620" y="911727"/>
                      <a:pt x="739017" y="984814"/>
                      <a:pt x="754433" y="1465471"/>
                    </a:cubicBezTo>
                    <a:cubicBezTo>
                      <a:pt x="763047" y="1992441"/>
                      <a:pt x="773014" y="2384949"/>
                      <a:pt x="792088" y="3202984"/>
                    </a:cubicBezTo>
                    <a:lnTo>
                      <a:pt x="792088" y="3202984"/>
                    </a:lnTo>
                    <a:lnTo>
                      <a:pt x="0" y="3202984"/>
                    </a:lnTo>
                    <a:lnTo>
                      <a:pt x="0" y="3202984"/>
                    </a:lnTo>
                    <a:lnTo>
                      <a:pt x="0" y="853876"/>
                    </a:lnTo>
                    <a:cubicBezTo>
                      <a:pt x="19874" y="235997"/>
                      <a:pt x="377849" y="5161"/>
                      <a:pt x="883632" y="28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9" name="Round Same Side Corner Rectangle 8">
                <a:extLst>
                  <a:ext uri="{FF2B5EF4-FFF2-40B4-BE49-F238E27FC236}">
                    <a16:creationId xmlns:a16="http://schemas.microsoft.com/office/drawing/2014/main" xmlns="" id="{5B8FDD20-971F-448A-9261-341BB1276222}"/>
                  </a:ext>
                </a:extLst>
              </p:cNvPr>
              <p:cNvSpPr/>
              <p:nvPr/>
            </p:nvSpPr>
            <p:spPr>
              <a:xfrm rot="10800000">
                <a:off x="4958576" y="2197645"/>
                <a:ext cx="1601768" cy="3212297"/>
              </a:xfrm>
              <a:custGeom>
                <a:avLst/>
                <a:gdLst>
                  <a:gd name="connsiteX0" fmla="*/ 306000 w 612000"/>
                  <a:gd name="connsiteY0" fmla="*/ 0 h 2817001"/>
                  <a:gd name="connsiteX1" fmla="*/ 306000 w 612000"/>
                  <a:gd name="connsiteY1" fmla="*/ 0 h 2817001"/>
                  <a:gd name="connsiteX2" fmla="*/ 612000 w 612000"/>
                  <a:gd name="connsiteY2" fmla="*/ 306000 h 2817001"/>
                  <a:gd name="connsiteX3" fmla="*/ 612000 w 612000"/>
                  <a:gd name="connsiteY3" fmla="*/ 2817001 h 2817001"/>
                  <a:gd name="connsiteX4" fmla="*/ 612000 w 612000"/>
                  <a:gd name="connsiteY4" fmla="*/ 2817001 h 2817001"/>
                  <a:gd name="connsiteX5" fmla="*/ 0 w 612000"/>
                  <a:gd name="connsiteY5" fmla="*/ 2817001 h 2817001"/>
                  <a:gd name="connsiteX6" fmla="*/ 0 w 612000"/>
                  <a:gd name="connsiteY6" fmla="*/ 2817001 h 2817001"/>
                  <a:gd name="connsiteX7" fmla="*/ 0 w 612000"/>
                  <a:gd name="connsiteY7" fmla="*/ 306000 h 2817001"/>
                  <a:gd name="connsiteX8" fmla="*/ 306000 w 612000"/>
                  <a:gd name="connsiteY8" fmla="*/ 0 h 2817001"/>
                  <a:gd name="connsiteX0" fmla="*/ 25563 w 1192801"/>
                  <a:gd name="connsiteY0" fmla="*/ 0 h 3231671"/>
                  <a:gd name="connsiteX1" fmla="*/ 886801 w 1192801"/>
                  <a:gd name="connsiteY1" fmla="*/ 414670 h 3231671"/>
                  <a:gd name="connsiteX2" fmla="*/ 1192801 w 1192801"/>
                  <a:gd name="connsiteY2" fmla="*/ 720670 h 3231671"/>
                  <a:gd name="connsiteX3" fmla="*/ 1192801 w 1192801"/>
                  <a:gd name="connsiteY3" fmla="*/ 3231671 h 3231671"/>
                  <a:gd name="connsiteX4" fmla="*/ 1192801 w 1192801"/>
                  <a:gd name="connsiteY4" fmla="*/ 3231671 h 3231671"/>
                  <a:gd name="connsiteX5" fmla="*/ 580801 w 1192801"/>
                  <a:gd name="connsiteY5" fmla="*/ 3231671 h 3231671"/>
                  <a:gd name="connsiteX6" fmla="*/ 580801 w 1192801"/>
                  <a:gd name="connsiteY6" fmla="*/ 3231671 h 3231671"/>
                  <a:gd name="connsiteX7" fmla="*/ 580801 w 1192801"/>
                  <a:gd name="connsiteY7" fmla="*/ 720670 h 3231671"/>
                  <a:gd name="connsiteX8" fmla="*/ 25563 w 1192801"/>
                  <a:gd name="connsiteY8" fmla="*/ 0 h 3231671"/>
                  <a:gd name="connsiteX0" fmla="*/ 25563 w 1192801"/>
                  <a:gd name="connsiteY0" fmla="*/ 0 h 3231671"/>
                  <a:gd name="connsiteX1" fmla="*/ 1192801 w 1192801"/>
                  <a:gd name="connsiteY1" fmla="*/ 720670 h 3231671"/>
                  <a:gd name="connsiteX2" fmla="*/ 1192801 w 1192801"/>
                  <a:gd name="connsiteY2" fmla="*/ 3231671 h 3231671"/>
                  <a:gd name="connsiteX3" fmla="*/ 1192801 w 1192801"/>
                  <a:gd name="connsiteY3" fmla="*/ 3231671 h 3231671"/>
                  <a:gd name="connsiteX4" fmla="*/ 580801 w 1192801"/>
                  <a:gd name="connsiteY4" fmla="*/ 3231671 h 3231671"/>
                  <a:gd name="connsiteX5" fmla="*/ 580801 w 1192801"/>
                  <a:gd name="connsiteY5" fmla="*/ 3231671 h 3231671"/>
                  <a:gd name="connsiteX6" fmla="*/ 580801 w 1192801"/>
                  <a:gd name="connsiteY6" fmla="*/ 720670 h 3231671"/>
                  <a:gd name="connsiteX7" fmla="*/ 25563 w 1192801"/>
                  <a:gd name="connsiteY7" fmla="*/ 0 h 3231671"/>
                  <a:gd name="connsiteX0" fmla="*/ 30147 w 1197385"/>
                  <a:gd name="connsiteY0" fmla="*/ 0 h 3231671"/>
                  <a:gd name="connsiteX1" fmla="*/ 1197385 w 1197385"/>
                  <a:gd name="connsiteY1" fmla="*/ 720670 h 3231671"/>
                  <a:gd name="connsiteX2" fmla="*/ 1197385 w 1197385"/>
                  <a:gd name="connsiteY2" fmla="*/ 3231671 h 3231671"/>
                  <a:gd name="connsiteX3" fmla="*/ 1197385 w 1197385"/>
                  <a:gd name="connsiteY3" fmla="*/ 3231671 h 3231671"/>
                  <a:gd name="connsiteX4" fmla="*/ 585385 w 1197385"/>
                  <a:gd name="connsiteY4" fmla="*/ 3231671 h 3231671"/>
                  <a:gd name="connsiteX5" fmla="*/ 585385 w 1197385"/>
                  <a:gd name="connsiteY5" fmla="*/ 3231671 h 3231671"/>
                  <a:gd name="connsiteX6" fmla="*/ 457794 w 1197385"/>
                  <a:gd name="connsiteY6" fmla="*/ 1018382 h 3231671"/>
                  <a:gd name="connsiteX7" fmla="*/ 30147 w 1197385"/>
                  <a:gd name="connsiteY7" fmla="*/ 0 h 3231671"/>
                  <a:gd name="connsiteX0" fmla="*/ 311465 w 1478703"/>
                  <a:gd name="connsiteY0" fmla="*/ 1443 h 3233114"/>
                  <a:gd name="connsiteX1" fmla="*/ 1478703 w 1478703"/>
                  <a:gd name="connsiteY1" fmla="*/ 722113 h 3233114"/>
                  <a:gd name="connsiteX2" fmla="*/ 1478703 w 1478703"/>
                  <a:gd name="connsiteY2" fmla="*/ 3233114 h 3233114"/>
                  <a:gd name="connsiteX3" fmla="*/ 1478703 w 1478703"/>
                  <a:gd name="connsiteY3" fmla="*/ 3233114 h 3233114"/>
                  <a:gd name="connsiteX4" fmla="*/ 866703 w 1478703"/>
                  <a:gd name="connsiteY4" fmla="*/ 3233114 h 3233114"/>
                  <a:gd name="connsiteX5" fmla="*/ 866703 w 1478703"/>
                  <a:gd name="connsiteY5" fmla="*/ 3233114 h 3233114"/>
                  <a:gd name="connsiteX6" fmla="*/ 739112 w 1478703"/>
                  <a:gd name="connsiteY6" fmla="*/ 1019825 h 3233114"/>
                  <a:gd name="connsiteX7" fmla="*/ 15213 w 1478703"/>
                  <a:gd name="connsiteY7" fmla="*/ 1379751 h 3233114"/>
                  <a:gd name="connsiteX8" fmla="*/ 311465 w 1478703"/>
                  <a:gd name="connsiteY8" fmla="*/ 1443 h 3233114"/>
                  <a:gd name="connsiteX0" fmla="*/ 188447 w 1355685"/>
                  <a:gd name="connsiteY0" fmla="*/ 1409 h 3233080"/>
                  <a:gd name="connsiteX1" fmla="*/ 1355685 w 1355685"/>
                  <a:gd name="connsiteY1" fmla="*/ 722079 h 3233080"/>
                  <a:gd name="connsiteX2" fmla="*/ 1355685 w 1355685"/>
                  <a:gd name="connsiteY2" fmla="*/ 3233080 h 3233080"/>
                  <a:gd name="connsiteX3" fmla="*/ 1355685 w 1355685"/>
                  <a:gd name="connsiteY3" fmla="*/ 3233080 h 3233080"/>
                  <a:gd name="connsiteX4" fmla="*/ 743685 w 1355685"/>
                  <a:gd name="connsiteY4" fmla="*/ 3233080 h 3233080"/>
                  <a:gd name="connsiteX5" fmla="*/ 743685 w 1355685"/>
                  <a:gd name="connsiteY5" fmla="*/ 3233080 h 3233080"/>
                  <a:gd name="connsiteX6" fmla="*/ 616094 w 1355685"/>
                  <a:gd name="connsiteY6" fmla="*/ 1019791 h 3233080"/>
                  <a:gd name="connsiteX7" fmla="*/ 30418 w 1355685"/>
                  <a:gd name="connsiteY7" fmla="*/ 1411615 h 3233080"/>
                  <a:gd name="connsiteX8" fmla="*/ 188447 w 1355685"/>
                  <a:gd name="connsiteY8" fmla="*/ 1409 h 3233080"/>
                  <a:gd name="connsiteX0" fmla="*/ 405131 w 1572369"/>
                  <a:gd name="connsiteY0" fmla="*/ 1994 h 3233665"/>
                  <a:gd name="connsiteX1" fmla="*/ 1572369 w 1572369"/>
                  <a:gd name="connsiteY1" fmla="*/ 722664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572369 w 1572369"/>
                  <a:gd name="connsiteY1" fmla="*/ 722664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572369 w 1572369"/>
                  <a:gd name="connsiteY1" fmla="*/ 722664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572369 w 1572369"/>
                  <a:gd name="connsiteY1" fmla="*/ 722664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572369 w 1572369"/>
                  <a:gd name="connsiteY1" fmla="*/ 722664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476676 w 1572369"/>
                  <a:gd name="connsiteY1" fmla="*/ 935315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476676 w 1572369"/>
                  <a:gd name="connsiteY1" fmla="*/ 935315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54087 w 1557530"/>
                  <a:gd name="connsiteY0" fmla="*/ 2221 h 3138199"/>
                  <a:gd name="connsiteX1" fmla="*/ 1461837 w 1557530"/>
                  <a:gd name="connsiteY1" fmla="*/ 839849 h 3138199"/>
                  <a:gd name="connsiteX2" fmla="*/ 1557530 w 1557530"/>
                  <a:gd name="connsiteY2" fmla="*/ 3138199 h 3138199"/>
                  <a:gd name="connsiteX3" fmla="*/ 1557530 w 1557530"/>
                  <a:gd name="connsiteY3" fmla="*/ 3138199 h 3138199"/>
                  <a:gd name="connsiteX4" fmla="*/ 945530 w 1557530"/>
                  <a:gd name="connsiteY4" fmla="*/ 3138199 h 3138199"/>
                  <a:gd name="connsiteX5" fmla="*/ 945530 w 1557530"/>
                  <a:gd name="connsiteY5" fmla="*/ 3138199 h 3138199"/>
                  <a:gd name="connsiteX6" fmla="*/ 817939 w 1557530"/>
                  <a:gd name="connsiteY6" fmla="*/ 924910 h 3138199"/>
                  <a:gd name="connsiteX7" fmla="*/ 232263 w 1557530"/>
                  <a:gd name="connsiteY7" fmla="*/ 1316734 h 3138199"/>
                  <a:gd name="connsiteX8" fmla="*/ 454087 w 1557530"/>
                  <a:gd name="connsiteY8" fmla="*/ 2221 h 3138199"/>
                  <a:gd name="connsiteX0" fmla="*/ 458217 w 1561660"/>
                  <a:gd name="connsiteY0" fmla="*/ 54 h 3136032"/>
                  <a:gd name="connsiteX1" fmla="*/ 1465967 w 1561660"/>
                  <a:gd name="connsiteY1" fmla="*/ 837682 h 3136032"/>
                  <a:gd name="connsiteX2" fmla="*/ 1561660 w 1561660"/>
                  <a:gd name="connsiteY2" fmla="*/ 3136032 h 3136032"/>
                  <a:gd name="connsiteX3" fmla="*/ 1561660 w 1561660"/>
                  <a:gd name="connsiteY3" fmla="*/ 3136032 h 3136032"/>
                  <a:gd name="connsiteX4" fmla="*/ 949660 w 1561660"/>
                  <a:gd name="connsiteY4" fmla="*/ 3136032 h 3136032"/>
                  <a:gd name="connsiteX5" fmla="*/ 949660 w 1561660"/>
                  <a:gd name="connsiteY5" fmla="*/ 3136032 h 3136032"/>
                  <a:gd name="connsiteX6" fmla="*/ 822069 w 1561660"/>
                  <a:gd name="connsiteY6" fmla="*/ 922743 h 3136032"/>
                  <a:gd name="connsiteX7" fmla="*/ 236393 w 1561660"/>
                  <a:gd name="connsiteY7" fmla="*/ 1314567 h 3136032"/>
                  <a:gd name="connsiteX8" fmla="*/ 458217 w 1561660"/>
                  <a:gd name="connsiteY8" fmla="*/ 54 h 3136032"/>
                  <a:gd name="connsiteX0" fmla="*/ 458217 w 1561660"/>
                  <a:gd name="connsiteY0" fmla="*/ 53790 h 3189768"/>
                  <a:gd name="connsiteX1" fmla="*/ 1465967 w 1561660"/>
                  <a:gd name="connsiteY1" fmla="*/ 891418 h 3189768"/>
                  <a:gd name="connsiteX2" fmla="*/ 1561660 w 1561660"/>
                  <a:gd name="connsiteY2" fmla="*/ 3189768 h 3189768"/>
                  <a:gd name="connsiteX3" fmla="*/ 1561660 w 1561660"/>
                  <a:gd name="connsiteY3" fmla="*/ 3189768 h 3189768"/>
                  <a:gd name="connsiteX4" fmla="*/ 949660 w 1561660"/>
                  <a:gd name="connsiteY4" fmla="*/ 3189768 h 3189768"/>
                  <a:gd name="connsiteX5" fmla="*/ 949660 w 1561660"/>
                  <a:gd name="connsiteY5" fmla="*/ 3189768 h 3189768"/>
                  <a:gd name="connsiteX6" fmla="*/ 822069 w 1561660"/>
                  <a:gd name="connsiteY6" fmla="*/ 976479 h 3189768"/>
                  <a:gd name="connsiteX7" fmla="*/ 236393 w 1561660"/>
                  <a:gd name="connsiteY7" fmla="*/ 1368303 h 3189768"/>
                  <a:gd name="connsiteX8" fmla="*/ 458217 w 1561660"/>
                  <a:gd name="connsiteY8" fmla="*/ 53790 h 3189768"/>
                  <a:gd name="connsiteX0" fmla="*/ 473561 w 1577004"/>
                  <a:gd name="connsiteY0" fmla="*/ 53790 h 3189768"/>
                  <a:gd name="connsiteX1" fmla="*/ 1481311 w 1577004"/>
                  <a:gd name="connsiteY1" fmla="*/ 891418 h 3189768"/>
                  <a:gd name="connsiteX2" fmla="*/ 1577004 w 1577004"/>
                  <a:gd name="connsiteY2" fmla="*/ 3189768 h 3189768"/>
                  <a:gd name="connsiteX3" fmla="*/ 1577004 w 1577004"/>
                  <a:gd name="connsiteY3" fmla="*/ 3189768 h 3189768"/>
                  <a:gd name="connsiteX4" fmla="*/ 965004 w 1577004"/>
                  <a:gd name="connsiteY4" fmla="*/ 3189768 h 3189768"/>
                  <a:gd name="connsiteX5" fmla="*/ 965004 w 1577004"/>
                  <a:gd name="connsiteY5" fmla="*/ 3189768 h 3189768"/>
                  <a:gd name="connsiteX6" fmla="*/ 837413 w 1577004"/>
                  <a:gd name="connsiteY6" fmla="*/ 976479 h 3189768"/>
                  <a:gd name="connsiteX7" fmla="*/ 251737 w 1577004"/>
                  <a:gd name="connsiteY7" fmla="*/ 1368303 h 3189768"/>
                  <a:gd name="connsiteX8" fmla="*/ 473561 w 1577004"/>
                  <a:gd name="connsiteY8" fmla="*/ 53790 h 3189768"/>
                  <a:gd name="connsiteX0" fmla="*/ 473561 w 1577004"/>
                  <a:gd name="connsiteY0" fmla="*/ 46232 h 3182210"/>
                  <a:gd name="connsiteX1" fmla="*/ 1481311 w 1577004"/>
                  <a:gd name="connsiteY1" fmla="*/ 883860 h 3182210"/>
                  <a:gd name="connsiteX2" fmla="*/ 1577004 w 1577004"/>
                  <a:gd name="connsiteY2" fmla="*/ 3182210 h 3182210"/>
                  <a:gd name="connsiteX3" fmla="*/ 1577004 w 1577004"/>
                  <a:gd name="connsiteY3" fmla="*/ 3182210 h 3182210"/>
                  <a:gd name="connsiteX4" fmla="*/ 965004 w 1577004"/>
                  <a:gd name="connsiteY4" fmla="*/ 3182210 h 3182210"/>
                  <a:gd name="connsiteX5" fmla="*/ 965004 w 1577004"/>
                  <a:gd name="connsiteY5" fmla="*/ 3182210 h 3182210"/>
                  <a:gd name="connsiteX6" fmla="*/ 837413 w 1577004"/>
                  <a:gd name="connsiteY6" fmla="*/ 968921 h 3182210"/>
                  <a:gd name="connsiteX7" fmla="*/ 251737 w 1577004"/>
                  <a:gd name="connsiteY7" fmla="*/ 1360745 h 3182210"/>
                  <a:gd name="connsiteX8" fmla="*/ 473561 w 1577004"/>
                  <a:gd name="connsiteY8" fmla="*/ 46232 h 3182210"/>
                  <a:gd name="connsiteX0" fmla="*/ 473561 w 1577004"/>
                  <a:gd name="connsiteY0" fmla="*/ 77283 h 3213261"/>
                  <a:gd name="connsiteX1" fmla="*/ 1336258 w 1577004"/>
                  <a:gd name="connsiteY1" fmla="*/ 232848 h 3213261"/>
                  <a:gd name="connsiteX2" fmla="*/ 1481311 w 1577004"/>
                  <a:gd name="connsiteY2" fmla="*/ 914911 h 3213261"/>
                  <a:gd name="connsiteX3" fmla="*/ 1577004 w 1577004"/>
                  <a:gd name="connsiteY3" fmla="*/ 3213261 h 3213261"/>
                  <a:gd name="connsiteX4" fmla="*/ 1577004 w 1577004"/>
                  <a:gd name="connsiteY4" fmla="*/ 3213261 h 3213261"/>
                  <a:gd name="connsiteX5" fmla="*/ 965004 w 1577004"/>
                  <a:gd name="connsiteY5" fmla="*/ 3213261 h 3213261"/>
                  <a:gd name="connsiteX6" fmla="*/ 965004 w 1577004"/>
                  <a:gd name="connsiteY6" fmla="*/ 3213261 h 3213261"/>
                  <a:gd name="connsiteX7" fmla="*/ 837413 w 1577004"/>
                  <a:gd name="connsiteY7" fmla="*/ 999972 h 3213261"/>
                  <a:gd name="connsiteX8" fmla="*/ 251737 w 1577004"/>
                  <a:gd name="connsiteY8" fmla="*/ 1391796 h 3213261"/>
                  <a:gd name="connsiteX9" fmla="*/ 473561 w 1577004"/>
                  <a:gd name="connsiteY9" fmla="*/ 77283 h 3213261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481311 w 1577004"/>
                  <a:gd name="connsiteY2" fmla="*/ 912817 h 3211167"/>
                  <a:gd name="connsiteX3" fmla="*/ 1577004 w 1577004"/>
                  <a:gd name="connsiteY3" fmla="*/ 3211167 h 3211167"/>
                  <a:gd name="connsiteX4" fmla="*/ 1577004 w 1577004"/>
                  <a:gd name="connsiteY4" fmla="*/ 3211167 h 3211167"/>
                  <a:gd name="connsiteX5" fmla="*/ 965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837413 w 1577004"/>
                  <a:gd name="connsiteY7" fmla="*/ 997878 h 3211167"/>
                  <a:gd name="connsiteX8" fmla="*/ 251737 w 1577004"/>
                  <a:gd name="connsiteY8" fmla="*/ 1389702 h 3211167"/>
                  <a:gd name="connsiteX9" fmla="*/ 473561 w 1577004"/>
                  <a:gd name="connsiteY9" fmla="*/ 75189 h 3211167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368156 w 1577004"/>
                  <a:gd name="connsiteY2" fmla="*/ 294550 h 3211167"/>
                  <a:gd name="connsiteX3" fmla="*/ 1481311 w 1577004"/>
                  <a:gd name="connsiteY3" fmla="*/ 912817 h 3211167"/>
                  <a:gd name="connsiteX4" fmla="*/ 1577004 w 1577004"/>
                  <a:gd name="connsiteY4" fmla="*/ 3211167 h 3211167"/>
                  <a:gd name="connsiteX5" fmla="*/ 1577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965004 w 1577004"/>
                  <a:gd name="connsiteY7" fmla="*/ 3211167 h 3211167"/>
                  <a:gd name="connsiteX8" fmla="*/ 837413 w 1577004"/>
                  <a:gd name="connsiteY8" fmla="*/ 997878 h 3211167"/>
                  <a:gd name="connsiteX9" fmla="*/ 251737 w 1577004"/>
                  <a:gd name="connsiteY9" fmla="*/ 1389702 h 3211167"/>
                  <a:gd name="connsiteX10" fmla="*/ 473561 w 1577004"/>
                  <a:gd name="connsiteY10" fmla="*/ 75189 h 3211167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368156 w 1577004"/>
                  <a:gd name="connsiteY2" fmla="*/ 294550 h 3211167"/>
                  <a:gd name="connsiteX3" fmla="*/ 1481311 w 1577004"/>
                  <a:gd name="connsiteY3" fmla="*/ 912817 h 3211167"/>
                  <a:gd name="connsiteX4" fmla="*/ 1577004 w 1577004"/>
                  <a:gd name="connsiteY4" fmla="*/ 3211167 h 3211167"/>
                  <a:gd name="connsiteX5" fmla="*/ 1577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965004 w 1577004"/>
                  <a:gd name="connsiteY7" fmla="*/ 3211167 h 3211167"/>
                  <a:gd name="connsiteX8" fmla="*/ 837413 w 1577004"/>
                  <a:gd name="connsiteY8" fmla="*/ 997878 h 3211167"/>
                  <a:gd name="connsiteX9" fmla="*/ 251737 w 1577004"/>
                  <a:gd name="connsiteY9" fmla="*/ 1389702 h 3211167"/>
                  <a:gd name="connsiteX10" fmla="*/ 473561 w 1577004"/>
                  <a:gd name="connsiteY10" fmla="*/ 75189 h 3211167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481311 w 1577004"/>
                  <a:gd name="connsiteY2" fmla="*/ 912817 h 3211167"/>
                  <a:gd name="connsiteX3" fmla="*/ 1577004 w 1577004"/>
                  <a:gd name="connsiteY3" fmla="*/ 3211167 h 3211167"/>
                  <a:gd name="connsiteX4" fmla="*/ 1577004 w 1577004"/>
                  <a:gd name="connsiteY4" fmla="*/ 3211167 h 3211167"/>
                  <a:gd name="connsiteX5" fmla="*/ 965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837413 w 1577004"/>
                  <a:gd name="connsiteY7" fmla="*/ 997878 h 3211167"/>
                  <a:gd name="connsiteX8" fmla="*/ 251737 w 1577004"/>
                  <a:gd name="connsiteY8" fmla="*/ 1389702 h 3211167"/>
                  <a:gd name="connsiteX9" fmla="*/ 473561 w 1577004"/>
                  <a:gd name="connsiteY9" fmla="*/ 75189 h 3211167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481311 w 1577004"/>
                  <a:gd name="connsiteY2" fmla="*/ 912817 h 3211167"/>
                  <a:gd name="connsiteX3" fmla="*/ 1577004 w 1577004"/>
                  <a:gd name="connsiteY3" fmla="*/ 3211167 h 3211167"/>
                  <a:gd name="connsiteX4" fmla="*/ 1577004 w 1577004"/>
                  <a:gd name="connsiteY4" fmla="*/ 3211167 h 3211167"/>
                  <a:gd name="connsiteX5" fmla="*/ 965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837413 w 1577004"/>
                  <a:gd name="connsiteY7" fmla="*/ 997878 h 3211167"/>
                  <a:gd name="connsiteX8" fmla="*/ 251737 w 1577004"/>
                  <a:gd name="connsiteY8" fmla="*/ 1389702 h 3211167"/>
                  <a:gd name="connsiteX9" fmla="*/ 473561 w 1577004"/>
                  <a:gd name="connsiteY9" fmla="*/ 75189 h 3211167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481311 w 1577004"/>
                  <a:gd name="connsiteY2" fmla="*/ 912817 h 3211167"/>
                  <a:gd name="connsiteX3" fmla="*/ 1577004 w 1577004"/>
                  <a:gd name="connsiteY3" fmla="*/ 3211167 h 3211167"/>
                  <a:gd name="connsiteX4" fmla="*/ 1577004 w 1577004"/>
                  <a:gd name="connsiteY4" fmla="*/ 3211167 h 3211167"/>
                  <a:gd name="connsiteX5" fmla="*/ 965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837413 w 1577004"/>
                  <a:gd name="connsiteY7" fmla="*/ 997878 h 3211167"/>
                  <a:gd name="connsiteX8" fmla="*/ 251737 w 1577004"/>
                  <a:gd name="connsiteY8" fmla="*/ 1389702 h 3211167"/>
                  <a:gd name="connsiteX9" fmla="*/ 473561 w 1577004"/>
                  <a:gd name="connsiteY9" fmla="*/ 75189 h 3211167"/>
                  <a:gd name="connsiteX0" fmla="*/ 473561 w 1577004"/>
                  <a:gd name="connsiteY0" fmla="*/ 10211 h 3146189"/>
                  <a:gd name="connsiteX1" fmla="*/ 1481311 w 1577004"/>
                  <a:gd name="connsiteY1" fmla="*/ 847839 h 3146189"/>
                  <a:gd name="connsiteX2" fmla="*/ 1577004 w 1577004"/>
                  <a:gd name="connsiteY2" fmla="*/ 3146189 h 3146189"/>
                  <a:gd name="connsiteX3" fmla="*/ 1577004 w 1577004"/>
                  <a:gd name="connsiteY3" fmla="*/ 3146189 h 3146189"/>
                  <a:gd name="connsiteX4" fmla="*/ 965004 w 1577004"/>
                  <a:gd name="connsiteY4" fmla="*/ 3146189 h 3146189"/>
                  <a:gd name="connsiteX5" fmla="*/ 965004 w 1577004"/>
                  <a:gd name="connsiteY5" fmla="*/ 3146189 h 3146189"/>
                  <a:gd name="connsiteX6" fmla="*/ 837413 w 1577004"/>
                  <a:gd name="connsiteY6" fmla="*/ 932900 h 3146189"/>
                  <a:gd name="connsiteX7" fmla="*/ 251737 w 1577004"/>
                  <a:gd name="connsiteY7" fmla="*/ 1324724 h 3146189"/>
                  <a:gd name="connsiteX8" fmla="*/ 473561 w 1577004"/>
                  <a:gd name="connsiteY8" fmla="*/ 10211 h 3146189"/>
                  <a:gd name="connsiteX0" fmla="*/ 473561 w 1577004"/>
                  <a:gd name="connsiteY0" fmla="*/ 81744 h 3217722"/>
                  <a:gd name="connsiteX1" fmla="*/ 1481311 w 1577004"/>
                  <a:gd name="connsiteY1" fmla="*/ 919372 h 3217722"/>
                  <a:gd name="connsiteX2" fmla="*/ 1577004 w 1577004"/>
                  <a:gd name="connsiteY2" fmla="*/ 3217722 h 3217722"/>
                  <a:gd name="connsiteX3" fmla="*/ 1577004 w 1577004"/>
                  <a:gd name="connsiteY3" fmla="*/ 3217722 h 3217722"/>
                  <a:gd name="connsiteX4" fmla="*/ 965004 w 1577004"/>
                  <a:gd name="connsiteY4" fmla="*/ 3217722 h 3217722"/>
                  <a:gd name="connsiteX5" fmla="*/ 965004 w 1577004"/>
                  <a:gd name="connsiteY5" fmla="*/ 3217722 h 3217722"/>
                  <a:gd name="connsiteX6" fmla="*/ 837413 w 1577004"/>
                  <a:gd name="connsiteY6" fmla="*/ 1004433 h 3217722"/>
                  <a:gd name="connsiteX7" fmla="*/ 251737 w 1577004"/>
                  <a:gd name="connsiteY7" fmla="*/ 1396257 h 3217722"/>
                  <a:gd name="connsiteX8" fmla="*/ 473561 w 1577004"/>
                  <a:gd name="connsiteY8" fmla="*/ 81744 h 3217722"/>
                  <a:gd name="connsiteX0" fmla="*/ 473561 w 1577004"/>
                  <a:gd name="connsiteY0" fmla="*/ 81744 h 3217722"/>
                  <a:gd name="connsiteX1" fmla="*/ 1481311 w 1577004"/>
                  <a:gd name="connsiteY1" fmla="*/ 919372 h 3217722"/>
                  <a:gd name="connsiteX2" fmla="*/ 1577004 w 1577004"/>
                  <a:gd name="connsiteY2" fmla="*/ 3217722 h 3217722"/>
                  <a:gd name="connsiteX3" fmla="*/ 1577004 w 1577004"/>
                  <a:gd name="connsiteY3" fmla="*/ 3217722 h 3217722"/>
                  <a:gd name="connsiteX4" fmla="*/ 965004 w 1577004"/>
                  <a:gd name="connsiteY4" fmla="*/ 3217722 h 3217722"/>
                  <a:gd name="connsiteX5" fmla="*/ 965004 w 1577004"/>
                  <a:gd name="connsiteY5" fmla="*/ 3217722 h 3217722"/>
                  <a:gd name="connsiteX6" fmla="*/ 879944 w 1577004"/>
                  <a:gd name="connsiteY6" fmla="*/ 1068228 h 3217722"/>
                  <a:gd name="connsiteX7" fmla="*/ 251737 w 1577004"/>
                  <a:gd name="connsiteY7" fmla="*/ 1396257 h 3217722"/>
                  <a:gd name="connsiteX8" fmla="*/ 473561 w 1577004"/>
                  <a:gd name="connsiteY8" fmla="*/ 81744 h 3217722"/>
                  <a:gd name="connsiteX0" fmla="*/ 473561 w 1577004"/>
                  <a:gd name="connsiteY0" fmla="*/ 81744 h 3217722"/>
                  <a:gd name="connsiteX1" fmla="*/ 1481311 w 1577004"/>
                  <a:gd name="connsiteY1" fmla="*/ 919372 h 3217722"/>
                  <a:gd name="connsiteX2" fmla="*/ 1577004 w 1577004"/>
                  <a:gd name="connsiteY2" fmla="*/ 3217722 h 3217722"/>
                  <a:gd name="connsiteX3" fmla="*/ 1577004 w 1577004"/>
                  <a:gd name="connsiteY3" fmla="*/ 3217722 h 3217722"/>
                  <a:gd name="connsiteX4" fmla="*/ 965004 w 1577004"/>
                  <a:gd name="connsiteY4" fmla="*/ 3217722 h 3217722"/>
                  <a:gd name="connsiteX5" fmla="*/ 965004 w 1577004"/>
                  <a:gd name="connsiteY5" fmla="*/ 3217722 h 3217722"/>
                  <a:gd name="connsiteX6" fmla="*/ 879944 w 1577004"/>
                  <a:gd name="connsiteY6" fmla="*/ 1068228 h 3217722"/>
                  <a:gd name="connsiteX7" fmla="*/ 251737 w 1577004"/>
                  <a:gd name="connsiteY7" fmla="*/ 1396257 h 3217722"/>
                  <a:gd name="connsiteX8" fmla="*/ 473561 w 1577004"/>
                  <a:gd name="connsiteY8" fmla="*/ 81744 h 3217722"/>
                  <a:gd name="connsiteX0" fmla="*/ 473561 w 1577004"/>
                  <a:gd name="connsiteY0" fmla="*/ 81744 h 3217722"/>
                  <a:gd name="connsiteX1" fmla="*/ 1481311 w 1577004"/>
                  <a:gd name="connsiteY1" fmla="*/ 919372 h 3217722"/>
                  <a:gd name="connsiteX2" fmla="*/ 1577004 w 1577004"/>
                  <a:gd name="connsiteY2" fmla="*/ 3217722 h 3217722"/>
                  <a:gd name="connsiteX3" fmla="*/ 1577004 w 1577004"/>
                  <a:gd name="connsiteY3" fmla="*/ 3217722 h 3217722"/>
                  <a:gd name="connsiteX4" fmla="*/ 965004 w 1577004"/>
                  <a:gd name="connsiteY4" fmla="*/ 3217722 h 3217722"/>
                  <a:gd name="connsiteX5" fmla="*/ 965004 w 1577004"/>
                  <a:gd name="connsiteY5" fmla="*/ 3217722 h 3217722"/>
                  <a:gd name="connsiteX6" fmla="*/ 879944 w 1577004"/>
                  <a:gd name="connsiteY6" fmla="*/ 1068228 h 3217722"/>
                  <a:gd name="connsiteX7" fmla="*/ 251737 w 1577004"/>
                  <a:gd name="connsiteY7" fmla="*/ 1396257 h 3217722"/>
                  <a:gd name="connsiteX8" fmla="*/ 473561 w 1577004"/>
                  <a:gd name="connsiteY8" fmla="*/ 81744 h 3217722"/>
                  <a:gd name="connsiteX0" fmla="*/ 473561 w 1577004"/>
                  <a:gd name="connsiteY0" fmla="*/ 81744 h 3217722"/>
                  <a:gd name="connsiteX1" fmla="*/ 1481311 w 1577004"/>
                  <a:gd name="connsiteY1" fmla="*/ 919372 h 3217722"/>
                  <a:gd name="connsiteX2" fmla="*/ 1538277 w 1577004"/>
                  <a:gd name="connsiteY2" fmla="*/ 960324 h 3217722"/>
                  <a:gd name="connsiteX3" fmla="*/ 1577004 w 1577004"/>
                  <a:gd name="connsiteY3" fmla="*/ 3217722 h 3217722"/>
                  <a:gd name="connsiteX4" fmla="*/ 1577004 w 1577004"/>
                  <a:gd name="connsiteY4" fmla="*/ 3217722 h 3217722"/>
                  <a:gd name="connsiteX5" fmla="*/ 965004 w 1577004"/>
                  <a:gd name="connsiteY5" fmla="*/ 3217722 h 3217722"/>
                  <a:gd name="connsiteX6" fmla="*/ 965004 w 1577004"/>
                  <a:gd name="connsiteY6" fmla="*/ 3217722 h 3217722"/>
                  <a:gd name="connsiteX7" fmla="*/ 879944 w 1577004"/>
                  <a:gd name="connsiteY7" fmla="*/ 1068228 h 3217722"/>
                  <a:gd name="connsiteX8" fmla="*/ 251737 w 1577004"/>
                  <a:gd name="connsiteY8" fmla="*/ 1396257 h 3217722"/>
                  <a:gd name="connsiteX9" fmla="*/ 473561 w 1577004"/>
                  <a:gd name="connsiteY9" fmla="*/ 81744 h 3217722"/>
                  <a:gd name="connsiteX0" fmla="*/ 473561 w 1577004"/>
                  <a:gd name="connsiteY0" fmla="*/ 88256 h 3224234"/>
                  <a:gd name="connsiteX1" fmla="*/ 1481311 w 1577004"/>
                  <a:gd name="connsiteY1" fmla="*/ 904619 h 3224234"/>
                  <a:gd name="connsiteX2" fmla="*/ 1538277 w 1577004"/>
                  <a:gd name="connsiteY2" fmla="*/ 966836 h 3224234"/>
                  <a:gd name="connsiteX3" fmla="*/ 1577004 w 1577004"/>
                  <a:gd name="connsiteY3" fmla="*/ 3224234 h 3224234"/>
                  <a:gd name="connsiteX4" fmla="*/ 1577004 w 1577004"/>
                  <a:gd name="connsiteY4" fmla="*/ 3224234 h 3224234"/>
                  <a:gd name="connsiteX5" fmla="*/ 965004 w 1577004"/>
                  <a:gd name="connsiteY5" fmla="*/ 3224234 h 3224234"/>
                  <a:gd name="connsiteX6" fmla="*/ 965004 w 1577004"/>
                  <a:gd name="connsiteY6" fmla="*/ 3224234 h 3224234"/>
                  <a:gd name="connsiteX7" fmla="*/ 879944 w 1577004"/>
                  <a:gd name="connsiteY7" fmla="*/ 1074740 h 3224234"/>
                  <a:gd name="connsiteX8" fmla="*/ 251737 w 1577004"/>
                  <a:gd name="connsiteY8" fmla="*/ 1402769 h 3224234"/>
                  <a:gd name="connsiteX9" fmla="*/ 473561 w 1577004"/>
                  <a:gd name="connsiteY9" fmla="*/ 88256 h 3224234"/>
                  <a:gd name="connsiteX0" fmla="*/ 473561 w 1577004"/>
                  <a:gd name="connsiteY0" fmla="*/ 88256 h 3224234"/>
                  <a:gd name="connsiteX1" fmla="*/ 1481311 w 1577004"/>
                  <a:gd name="connsiteY1" fmla="*/ 904619 h 3224234"/>
                  <a:gd name="connsiteX2" fmla="*/ 1538277 w 1577004"/>
                  <a:gd name="connsiteY2" fmla="*/ 966836 h 3224234"/>
                  <a:gd name="connsiteX3" fmla="*/ 1577004 w 1577004"/>
                  <a:gd name="connsiteY3" fmla="*/ 3224234 h 3224234"/>
                  <a:gd name="connsiteX4" fmla="*/ 1577004 w 1577004"/>
                  <a:gd name="connsiteY4" fmla="*/ 3224234 h 3224234"/>
                  <a:gd name="connsiteX5" fmla="*/ 965004 w 1577004"/>
                  <a:gd name="connsiteY5" fmla="*/ 3224234 h 3224234"/>
                  <a:gd name="connsiteX6" fmla="*/ 965004 w 1577004"/>
                  <a:gd name="connsiteY6" fmla="*/ 3224234 h 3224234"/>
                  <a:gd name="connsiteX7" fmla="*/ 879944 w 1577004"/>
                  <a:gd name="connsiteY7" fmla="*/ 1074740 h 3224234"/>
                  <a:gd name="connsiteX8" fmla="*/ 251737 w 1577004"/>
                  <a:gd name="connsiteY8" fmla="*/ 1402769 h 3224234"/>
                  <a:gd name="connsiteX9" fmla="*/ 473561 w 1577004"/>
                  <a:gd name="connsiteY9" fmla="*/ 88256 h 3224234"/>
                  <a:gd name="connsiteX0" fmla="*/ 473561 w 1577004"/>
                  <a:gd name="connsiteY0" fmla="*/ 8062 h 3144040"/>
                  <a:gd name="connsiteX1" fmla="*/ 1538277 w 1577004"/>
                  <a:gd name="connsiteY1" fmla="*/ 886642 h 3144040"/>
                  <a:gd name="connsiteX2" fmla="*/ 1577004 w 1577004"/>
                  <a:gd name="connsiteY2" fmla="*/ 3144040 h 3144040"/>
                  <a:gd name="connsiteX3" fmla="*/ 1577004 w 1577004"/>
                  <a:gd name="connsiteY3" fmla="*/ 3144040 h 3144040"/>
                  <a:gd name="connsiteX4" fmla="*/ 965004 w 1577004"/>
                  <a:gd name="connsiteY4" fmla="*/ 3144040 h 3144040"/>
                  <a:gd name="connsiteX5" fmla="*/ 965004 w 1577004"/>
                  <a:gd name="connsiteY5" fmla="*/ 3144040 h 3144040"/>
                  <a:gd name="connsiteX6" fmla="*/ 879944 w 1577004"/>
                  <a:gd name="connsiteY6" fmla="*/ 994546 h 3144040"/>
                  <a:gd name="connsiteX7" fmla="*/ 251737 w 1577004"/>
                  <a:gd name="connsiteY7" fmla="*/ 1322575 h 3144040"/>
                  <a:gd name="connsiteX8" fmla="*/ 473561 w 1577004"/>
                  <a:gd name="connsiteY8" fmla="*/ 8062 h 3144040"/>
                  <a:gd name="connsiteX0" fmla="*/ 473561 w 1577004"/>
                  <a:gd name="connsiteY0" fmla="*/ 16144 h 3152122"/>
                  <a:gd name="connsiteX1" fmla="*/ 1538277 w 1577004"/>
                  <a:gd name="connsiteY1" fmla="*/ 894724 h 3152122"/>
                  <a:gd name="connsiteX2" fmla="*/ 1577004 w 1577004"/>
                  <a:gd name="connsiteY2" fmla="*/ 3152122 h 3152122"/>
                  <a:gd name="connsiteX3" fmla="*/ 1577004 w 1577004"/>
                  <a:gd name="connsiteY3" fmla="*/ 3152122 h 3152122"/>
                  <a:gd name="connsiteX4" fmla="*/ 965004 w 1577004"/>
                  <a:gd name="connsiteY4" fmla="*/ 3152122 h 3152122"/>
                  <a:gd name="connsiteX5" fmla="*/ 965004 w 1577004"/>
                  <a:gd name="connsiteY5" fmla="*/ 3152122 h 3152122"/>
                  <a:gd name="connsiteX6" fmla="*/ 879944 w 1577004"/>
                  <a:gd name="connsiteY6" fmla="*/ 1002628 h 3152122"/>
                  <a:gd name="connsiteX7" fmla="*/ 251737 w 1577004"/>
                  <a:gd name="connsiteY7" fmla="*/ 1330657 h 3152122"/>
                  <a:gd name="connsiteX8" fmla="*/ 473561 w 1577004"/>
                  <a:gd name="connsiteY8" fmla="*/ 16144 h 3152122"/>
                  <a:gd name="connsiteX0" fmla="*/ 473561 w 1577004"/>
                  <a:gd name="connsiteY0" fmla="*/ 30120 h 3166098"/>
                  <a:gd name="connsiteX1" fmla="*/ 1538277 w 1577004"/>
                  <a:gd name="connsiteY1" fmla="*/ 908700 h 3166098"/>
                  <a:gd name="connsiteX2" fmla="*/ 1577004 w 1577004"/>
                  <a:gd name="connsiteY2" fmla="*/ 3166098 h 3166098"/>
                  <a:gd name="connsiteX3" fmla="*/ 1577004 w 1577004"/>
                  <a:gd name="connsiteY3" fmla="*/ 3166098 h 3166098"/>
                  <a:gd name="connsiteX4" fmla="*/ 965004 w 1577004"/>
                  <a:gd name="connsiteY4" fmla="*/ 3166098 h 3166098"/>
                  <a:gd name="connsiteX5" fmla="*/ 965004 w 1577004"/>
                  <a:gd name="connsiteY5" fmla="*/ 3166098 h 3166098"/>
                  <a:gd name="connsiteX6" fmla="*/ 879944 w 1577004"/>
                  <a:gd name="connsiteY6" fmla="*/ 1016604 h 3166098"/>
                  <a:gd name="connsiteX7" fmla="*/ 251737 w 1577004"/>
                  <a:gd name="connsiteY7" fmla="*/ 1344633 h 3166098"/>
                  <a:gd name="connsiteX8" fmla="*/ 473561 w 1577004"/>
                  <a:gd name="connsiteY8" fmla="*/ 30120 h 3166098"/>
                  <a:gd name="connsiteX0" fmla="*/ 473561 w 1577004"/>
                  <a:gd name="connsiteY0" fmla="*/ 30120 h 3166098"/>
                  <a:gd name="connsiteX1" fmla="*/ 1538277 w 1577004"/>
                  <a:gd name="connsiteY1" fmla="*/ 908700 h 3166098"/>
                  <a:gd name="connsiteX2" fmla="*/ 1577004 w 1577004"/>
                  <a:gd name="connsiteY2" fmla="*/ 3166098 h 3166098"/>
                  <a:gd name="connsiteX3" fmla="*/ 1577004 w 1577004"/>
                  <a:gd name="connsiteY3" fmla="*/ 3166098 h 3166098"/>
                  <a:gd name="connsiteX4" fmla="*/ 965004 w 1577004"/>
                  <a:gd name="connsiteY4" fmla="*/ 3166098 h 3166098"/>
                  <a:gd name="connsiteX5" fmla="*/ 965004 w 1577004"/>
                  <a:gd name="connsiteY5" fmla="*/ 3166098 h 3166098"/>
                  <a:gd name="connsiteX6" fmla="*/ 879944 w 1577004"/>
                  <a:gd name="connsiteY6" fmla="*/ 1016604 h 3166098"/>
                  <a:gd name="connsiteX7" fmla="*/ 251737 w 1577004"/>
                  <a:gd name="connsiteY7" fmla="*/ 1344633 h 3166098"/>
                  <a:gd name="connsiteX8" fmla="*/ 473561 w 1577004"/>
                  <a:gd name="connsiteY8" fmla="*/ 30120 h 3166098"/>
                  <a:gd name="connsiteX0" fmla="*/ 473561 w 1577004"/>
                  <a:gd name="connsiteY0" fmla="*/ 30120 h 3166098"/>
                  <a:gd name="connsiteX1" fmla="*/ 1538277 w 1577004"/>
                  <a:gd name="connsiteY1" fmla="*/ 908700 h 3166098"/>
                  <a:gd name="connsiteX2" fmla="*/ 1577004 w 1577004"/>
                  <a:gd name="connsiteY2" fmla="*/ 3166098 h 3166098"/>
                  <a:gd name="connsiteX3" fmla="*/ 1577004 w 1577004"/>
                  <a:gd name="connsiteY3" fmla="*/ 3166098 h 3166098"/>
                  <a:gd name="connsiteX4" fmla="*/ 965004 w 1577004"/>
                  <a:gd name="connsiteY4" fmla="*/ 3166098 h 3166098"/>
                  <a:gd name="connsiteX5" fmla="*/ 965004 w 1577004"/>
                  <a:gd name="connsiteY5" fmla="*/ 3166098 h 3166098"/>
                  <a:gd name="connsiteX6" fmla="*/ 879944 w 1577004"/>
                  <a:gd name="connsiteY6" fmla="*/ 1016604 h 3166098"/>
                  <a:gd name="connsiteX7" fmla="*/ 251737 w 1577004"/>
                  <a:gd name="connsiteY7" fmla="*/ 1344633 h 3166098"/>
                  <a:gd name="connsiteX8" fmla="*/ 473561 w 1577004"/>
                  <a:gd name="connsiteY8" fmla="*/ 30120 h 3166098"/>
                  <a:gd name="connsiteX0" fmla="*/ 488521 w 1591964"/>
                  <a:gd name="connsiteY0" fmla="*/ 30120 h 3166098"/>
                  <a:gd name="connsiteX1" fmla="*/ 1553237 w 1591964"/>
                  <a:gd name="connsiteY1" fmla="*/ 908700 h 3166098"/>
                  <a:gd name="connsiteX2" fmla="*/ 1591964 w 1591964"/>
                  <a:gd name="connsiteY2" fmla="*/ 3166098 h 3166098"/>
                  <a:gd name="connsiteX3" fmla="*/ 1591964 w 1591964"/>
                  <a:gd name="connsiteY3" fmla="*/ 3166098 h 3166098"/>
                  <a:gd name="connsiteX4" fmla="*/ 979964 w 1591964"/>
                  <a:gd name="connsiteY4" fmla="*/ 3166098 h 3166098"/>
                  <a:gd name="connsiteX5" fmla="*/ 979964 w 1591964"/>
                  <a:gd name="connsiteY5" fmla="*/ 3166098 h 3166098"/>
                  <a:gd name="connsiteX6" fmla="*/ 894904 w 1591964"/>
                  <a:gd name="connsiteY6" fmla="*/ 1016604 h 3166098"/>
                  <a:gd name="connsiteX7" fmla="*/ 266697 w 1591964"/>
                  <a:gd name="connsiteY7" fmla="*/ 1344633 h 3166098"/>
                  <a:gd name="connsiteX8" fmla="*/ 488521 w 1591964"/>
                  <a:gd name="connsiteY8" fmla="*/ 30120 h 3166098"/>
                  <a:gd name="connsiteX0" fmla="*/ 488521 w 1591964"/>
                  <a:gd name="connsiteY0" fmla="*/ 9506 h 3145484"/>
                  <a:gd name="connsiteX1" fmla="*/ 1553237 w 1591964"/>
                  <a:gd name="connsiteY1" fmla="*/ 888086 h 3145484"/>
                  <a:gd name="connsiteX2" fmla="*/ 1591964 w 1591964"/>
                  <a:gd name="connsiteY2" fmla="*/ 3145484 h 3145484"/>
                  <a:gd name="connsiteX3" fmla="*/ 1591964 w 1591964"/>
                  <a:gd name="connsiteY3" fmla="*/ 3145484 h 3145484"/>
                  <a:gd name="connsiteX4" fmla="*/ 979964 w 1591964"/>
                  <a:gd name="connsiteY4" fmla="*/ 3145484 h 3145484"/>
                  <a:gd name="connsiteX5" fmla="*/ 979964 w 1591964"/>
                  <a:gd name="connsiteY5" fmla="*/ 3145484 h 3145484"/>
                  <a:gd name="connsiteX6" fmla="*/ 894904 w 1591964"/>
                  <a:gd name="connsiteY6" fmla="*/ 995990 h 3145484"/>
                  <a:gd name="connsiteX7" fmla="*/ 266697 w 1591964"/>
                  <a:gd name="connsiteY7" fmla="*/ 1324019 h 3145484"/>
                  <a:gd name="connsiteX8" fmla="*/ 488521 w 1591964"/>
                  <a:gd name="connsiteY8" fmla="*/ 9506 h 3145484"/>
                  <a:gd name="connsiteX0" fmla="*/ 496444 w 1599887"/>
                  <a:gd name="connsiteY0" fmla="*/ 9506 h 3145484"/>
                  <a:gd name="connsiteX1" fmla="*/ 1561160 w 1599887"/>
                  <a:gd name="connsiteY1" fmla="*/ 888086 h 3145484"/>
                  <a:gd name="connsiteX2" fmla="*/ 1599887 w 1599887"/>
                  <a:gd name="connsiteY2" fmla="*/ 3145484 h 3145484"/>
                  <a:gd name="connsiteX3" fmla="*/ 1599887 w 1599887"/>
                  <a:gd name="connsiteY3" fmla="*/ 3145484 h 3145484"/>
                  <a:gd name="connsiteX4" fmla="*/ 987887 w 1599887"/>
                  <a:gd name="connsiteY4" fmla="*/ 3145484 h 3145484"/>
                  <a:gd name="connsiteX5" fmla="*/ 987887 w 1599887"/>
                  <a:gd name="connsiteY5" fmla="*/ 3145484 h 3145484"/>
                  <a:gd name="connsiteX6" fmla="*/ 902827 w 1599887"/>
                  <a:gd name="connsiteY6" fmla="*/ 995990 h 3145484"/>
                  <a:gd name="connsiteX7" fmla="*/ 274620 w 1599887"/>
                  <a:gd name="connsiteY7" fmla="*/ 1324019 h 3145484"/>
                  <a:gd name="connsiteX8" fmla="*/ 496444 w 1599887"/>
                  <a:gd name="connsiteY8" fmla="*/ 9506 h 3145484"/>
                  <a:gd name="connsiteX0" fmla="*/ 503267 w 1597185"/>
                  <a:gd name="connsiteY0" fmla="*/ 5188 h 3203079"/>
                  <a:gd name="connsiteX1" fmla="*/ 1558458 w 1597185"/>
                  <a:gd name="connsiteY1" fmla="*/ 945681 h 3203079"/>
                  <a:gd name="connsiteX2" fmla="*/ 1597185 w 1597185"/>
                  <a:gd name="connsiteY2" fmla="*/ 3203079 h 3203079"/>
                  <a:gd name="connsiteX3" fmla="*/ 1597185 w 1597185"/>
                  <a:gd name="connsiteY3" fmla="*/ 3203079 h 3203079"/>
                  <a:gd name="connsiteX4" fmla="*/ 985185 w 1597185"/>
                  <a:gd name="connsiteY4" fmla="*/ 3203079 h 3203079"/>
                  <a:gd name="connsiteX5" fmla="*/ 985185 w 1597185"/>
                  <a:gd name="connsiteY5" fmla="*/ 3203079 h 3203079"/>
                  <a:gd name="connsiteX6" fmla="*/ 900125 w 1597185"/>
                  <a:gd name="connsiteY6" fmla="*/ 1053585 h 3203079"/>
                  <a:gd name="connsiteX7" fmla="*/ 271918 w 1597185"/>
                  <a:gd name="connsiteY7" fmla="*/ 1381614 h 3203079"/>
                  <a:gd name="connsiteX8" fmla="*/ 503267 w 1597185"/>
                  <a:gd name="connsiteY8" fmla="*/ 5188 h 3203079"/>
                  <a:gd name="connsiteX0" fmla="*/ 503267 w 1597185"/>
                  <a:gd name="connsiteY0" fmla="*/ 5413 h 3203304"/>
                  <a:gd name="connsiteX1" fmla="*/ 1558458 w 1597185"/>
                  <a:gd name="connsiteY1" fmla="*/ 945906 h 3203304"/>
                  <a:gd name="connsiteX2" fmla="*/ 1597185 w 1597185"/>
                  <a:gd name="connsiteY2" fmla="*/ 3203304 h 3203304"/>
                  <a:gd name="connsiteX3" fmla="*/ 1597185 w 1597185"/>
                  <a:gd name="connsiteY3" fmla="*/ 3203304 h 3203304"/>
                  <a:gd name="connsiteX4" fmla="*/ 985185 w 1597185"/>
                  <a:gd name="connsiteY4" fmla="*/ 3203304 h 3203304"/>
                  <a:gd name="connsiteX5" fmla="*/ 985185 w 1597185"/>
                  <a:gd name="connsiteY5" fmla="*/ 3203304 h 3203304"/>
                  <a:gd name="connsiteX6" fmla="*/ 900125 w 1597185"/>
                  <a:gd name="connsiteY6" fmla="*/ 1053810 h 3203304"/>
                  <a:gd name="connsiteX7" fmla="*/ 271918 w 1597185"/>
                  <a:gd name="connsiteY7" fmla="*/ 1381839 h 3203304"/>
                  <a:gd name="connsiteX8" fmla="*/ 503267 w 1597185"/>
                  <a:gd name="connsiteY8" fmla="*/ 5413 h 3203304"/>
                  <a:gd name="connsiteX0" fmla="*/ 644333 w 1552513"/>
                  <a:gd name="connsiteY0" fmla="*/ 4742 h 3216920"/>
                  <a:gd name="connsiteX1" fmla="*/ 1513786 w 1552513"/>
                  <a:gd name="connsiteY1" fmla="*/ 959522 h 3216920"/>
                  <a:gd name="connsiteX2" fmla="*/ 1552513 w 1552513"/>
                  <a:gd name="connsiteY2" fmla="*/ 3216920 h 3216920"/>
                  <a:gd name="connsiteX3" fmla="*/ 1552513 w 1552513"/>
                  <a:gd name="connsiteY3" fmla="*/ 3216920 h 3216920"/>
                  <a:gd name="connsiteX4" fmla="*/ 940513 w 1552513"/>
                  <a:gd name="connsiteY4" fmla="*/ 3216920 h 3216920"/>
                  <a:gd name="connsiteX5" fmla="*/ 940513 w 1552513"/>
                  <a:gd name="connsiteY5" fmla="*/ 3216920 h 3216920"/>
                  <a:gd name="connsiteX6" fmla="*/ 855453 w 1552513"/>
                  <a:gd name="connsiteY6" fmla="*/ 1067426 h 3216920"/>
                  <a:gd name="connsiteX7" fmla="*/ 227246 w 1552513"/>
                  <a:gd name="connsiteY7" fmla="*/ 1395455 h 3216920"/>
                  <a:gd name="connsiteX8" fmla="*/ 644333 w 1552513"/>
                  <a:gd name="connsiteY8" fmla="*/ 4742 h 3216920"/>
                  <a:gd name="connsiteX0" fmla="*/ 693588 w 1601768"/>
                  <a:gd name="connsiteY0" fmla="*/ 4742 h 3216920"/>
                  <a:gd name="connsiteX1" fmla="*/ 1563041 w 1601768"/>
                  <a:gd name="connsiteY1" fmla="*/ 959522 h 3216920"/>
                  <a:gd name="connsiteX2" fmla="*/ 1601768 w 1601768"/>
                  <a:gd name="connsiteY2" fmla="*/ 3216920 h 3216920"/>
                  <a:gd name="connsiteX3" fmla="*/ 1601768 w 1601768"/>
                  <a:gd name="connsiteY3" fmla="*/ 3216920 h 3216920"/>
                  <a:gd name="connsiteX4" fmla="*/ 989768 w 1601768"/>
                  <a:gd name="connsiteY4" fmla="*/ 3216920 h 3216920"/>
                  <a:gd name="connsiteX5" fmla="*/ 989768 w 1601768"/>
                  <a:gd name="connsiteY5" fmla="*/ 3216920 h 3216920"/>
                  <a:gd name="connsiteX6" fmla="*/ 904708 w 1601768"/>
                  <a:gd name="connsiteY6" fmla="*/ 1067426 h 3216920"/>
                  <a:gd name="connsiteX7" fmla="*/ 276501 w 1601768"/>
                  <a:gd name="connsiteY7" fmla="*/ 1395455 h 3216920"/>
                  <a:gd name="connsiteX8" fmla="*/ 693588 w 1601768"/>
                  <a:gd name="connsiteY8" fmla="*/ 4742 h 3216920"/>
                  <a:gd name="connsiteX0" fmla="*/ 693588 w 1601768"/>
                  <a:gd name="connsiteY0" fmla="*/ 80 h 3212258"/>
                  <a:gd name="connsiteX1" fmla="*/ 1563041 w 1601768"/>
                  <a:gd name="connsiteY1" fmla="*/ 954860 h 3212258"/>
                  <a:gd name="connsiteX2" fmla="*/ 1601768 w 1601768"/>
                  <a:gd name="connsiteY2" fmla="*/ 3212258 h 3212258"/>
                  <a:gd name="connsiteX3" fmla="*/ 1601768 w 1601768"/>
                  <a:gd name="connsiteY3" fmla="*/ 3212258 h 3212258"/>
                  <a:gd name="connsiteX4" fmla="*/ 989768 w 1601768"/>
                  <a:gd name="connsiteY4" fmla="*/ 3212258 h 3212258"/>
                  <a:gd name="connsiteX5" fmla="*/ 989768 w 1601768"/>
                  <a:gd name="connsiteY5" fmla="*/ 3212258 h 3212258"/>
                  <a:gd name="connsiteX6" fmla="*/ 904708 w 1601768"/>
                  <a:gd name="connsiteY6" fmla="*/ 1062764 h 3212258"/>
                  <a:gd name="connsiteX7" fmla="*/ 276501 w 1601768"/>
                  <a:gd name="connsiteY7" fmla="*/ 1390793 h 3212258"/>
                  <a:gd name="connsiteX8" fmla="*/ 693588 w 1601768"/>
                  <a:gd name="connsiteY8" fmla="*/ 80 h 3212258"/>
                  <a:gd name="connsiteX0" fmla="*/ 693588 w 1601768"/>
                  <a:gd name="connsiteY0" fmla="*/ 80 h 3212258"/>
                  <a:gd name="connsiteX1" fmla="*/ 1563041 w 1601768"/>
                  <a:gd name="connsiteY1" fmla="*/ 954860 h 3212258"/>
                  <a:gd name="connsiteX2" fmla="*/ 1601768 w 1601768"/>
                  <a:gd name="connsiteY2" fmla="*/ 3212258 h 3212258"/>
                  <a:gd name="connsiteX3" fmla="*/ 1601768 w 1601768"/>
                  <a:gd name="connsiteY3" fmla="*/ 3212258 h 3212258"/>
                  <a:gd name="connsiteX4" fmla="*/ 989768 w 1601768"/>
                  <a:gd name="connsiteY4" fmla="*/ 3212258 h 3212258"/>
                  <a:gd name="connsiteX5" fmla="*/ 989768 w 1601768"/>
                  <a:gd name="connsiteY5" fmla="*/ 3212258 h 3212258"/>
                  <a:gd name="connsiteX6" fmla="*/ 904708 w 1601768"/>
                  <a:gd name="connsiteY6" fmla="*/ 1062764 h 3212258"/>
                  <a:gd name="connsiteX7" fmla="*/ 276501 w 1601768"/>
                  <a:gd name="connsiteY7" fmla="*/ 1390793 h 3212258"/>
                  <a:gd name="connsiteX8" fmla="*/ 693588 w 1601768"/>
                  <a:gd name="connsiteY8" fmla="*/ 80 h 3212258"/>
                  <a:gd name="connsiteX0" fmla="*/ 693588 w 1601768"/>
                  <a:gd name="connsiteY0" fmla="*/ 80 h 3212258"/>
                  <a:gd name="connsiteX1" fmla="*/ 1563041 w 1601768"/>
                  <a:gd name="connsiteY1" fmla="*/ 954860 h 3212258"/>
                  <a:gd name="connsiteX2" fmla="*/ 1601768 w 1601768"/>
                  <a:gd name="connsiteY2" fmla="*/ 3212258 h 3212258"/>
                  <a:gd name="connsiteX3" fmla="*/ 1601768 w 1601768"/>
                  <a:gd name="connsiteY3" fmla="*/ 3212258 h 3212258"/>
                  <a:gd name="connsiteX4" fmla="*/ 989768 w 1601768"/>
                  <a:gd name="connsiteY4" fmla="*/ 3212258 h 3212258"/>
                  <a:gd name="connsiteX5" fmla="*/ 989768 w 1601768"/>
                  <a:gd name="connsiteY5" fmla="*/ 3212258 h 3212258"/>
                  <a:gd name="connsiteX6" fmla="*/ 904708 w 1601768"/>
                  <a:gd name="connsiteY6" fmla="*/ 1062764 h 3212258"/>
                  <a:gd name="connsiteX7" fmla="*/ 276501 w 1601768"/>
                  <a:gd name="connsiteY7" fmla="*/ 1390793 h 3212258"/>
                  <a:gd name="connsiteX8" fmla="*/ 693588 w 1601768"/>
                  <a:gd name="connsiteY8" fmla="*/ 80 h 3212258"/>
                  <a:gd name="connsiteX0" fmla="*/ 693588 w 1601768"/>
                  <a:gd name="connsiteY0" fmla="*/ 80 h 3212258"/>
                  <a:gd name="connsiteX1" fmla="*/ 1563041 w 1601768"/>
                  <a:gd name="connsiteY1" fmla="*/ 954860 h 3212258"/>
                  <a:gd name="connsiteX2" fmla="*/ 1601768 w 1601768"/>
                  <a:gd name="connsiteY2" fmla="*/ 3212258 h 3212258"/>
                  <a:gd name="connsiteX3" fmla="*/ 1601768 w 1601768"/>
                  <a:gd name="connsiteY3" fmla="*/ 3212258 h 3212258"/>
                  <a:gd name="connsiteX4" fmla="*/ 989768 w 1601768"/>
                  <a:gd name="connsiteY4" fmla="*/ 3212258 h 3212258"/>
                  <a:gd name="connsiteX5" fmla="*/ 989768 w 1601768"/>
                  <a:gd name="connsiteY5" fmla="*/ 3212258 h 3212258"/>
                  <a:gd name="connsiteX6" fmla="*/ 904708 w 1601768"/>
                  <a:gd name="connsiteY6" fmla="*/ 1062764 h 3212258"/>
                  <a:gd name="connsiteX7" fmla="*/ 276501 w 1601768"/>
                  <a:gd name="connsiteY7" fmla="*/ 1390793 h 3212258"/>
                  <a:gd name="connsiteX8" fmla="*/ 693588 w 1601768"/>
                  <a:gd name="connsiteY8" fmla="*/ 80 h 3212258"/>
                  <a:gd name="connsiteX0" fmla="*/ 693588 w 1601768"/>
                  <a:gd name="connsiteY0" fmla="*/ 80 h 3212258"/>
                  <a:gd name="connsiteX1" fmla="*/ 1563041 w 1601768"/>
                  <a:gd name="connsiteY1" fmla="*/ 954860 h 3212258"/>
                  <a:gd name="connsiteX2" fmla="*/ 1601768 w 1601768"/>
                  <a:gd name="connsiteY2" fmla="*/ 3212258 h 3212258"/>
                  <a:gd name="connsiteX3" fmla="*/ 1601768 w 1601768"/>
                  <a:gd name="connsiteY3" fmla="*/ 3212258 h 3212258"/>
                  <a:gd name="connsiteX4" fmla="*/ 989768 w 1601768"/>
                  <a:gd name="connsiteY4" fmla="*/ 3212258 h 3212258"/>
                  <a:gd name="connsiteX5" fmla="*/ 989768 w 1601768"/>
                  <a:gd name="connsiteY5" fmla="*/ 3212258 h 3212258"/>
                  <a:gd name="connsiteX6" fmla="*/ 904708 w 1601768"/>
                  <a:gd name="connsiteY6" fmla="*/ 1062764 h 3212258"/>
                  <a:gd name="connsiteX7" fmla="*/ 276501 w 1601768"/>
                  <a:gd name="connsiteY7" fmla="*/ 1390793 h 3212258"/>
                  <a:gd name="connsiteX8" fmla="*/ 693588 w 1601768"/>
                  <a:gd name="connsiteY8" fmla="*/ 80 h 3212258"/>
                  <a:gd name="connsiteX0" fmla="*/ 693588 w 1601768"/>
                  <a:gd name="connsiteY0" fmla="*/ 119 h 3212297"/>
                  <a:gd name="connsiteX1" fmla="*/ 1563041 w 1601768"/>
                  <a:gd name="connsiteY1" fmla="*/ 954899 h 3212297"/>
                  <a:gd name="connsiteX2" fmla="*/ 1601768 w 1601768"/>
                  <a:gd name="connsiteY2" fmla="*/ 3212297 h 3212297"/>
                  <a:gd name="connsiteX3" fmla="*/ 1601768 w 1601768"/>
                  <a:gd name="connsiteY3" fmla="*/ 3212297 h 3212297"/>
                  <a:gd name="connsiteX4" fmla="*/ 989768 w 1601768"/>
                  <a:gd name="connsiteY4" fmla="*/ 3212297 h 3212297"/>
                  <a:gd name="connsiteX5" fmla="*/ 989768 w 1601768"/>
                  <a:gd name="connsiteY5" fmla="*/ 3212297 h 3212297"/>
                  <a:gd name="connsiteX6" fmla="*/ 904708 w 1601768"/>
                  <a:gd name="connsiteY6" fmla="*/ 1062803 h 3212297"/>
                  <a:gd name="connsiteX7" fmla="*/ 276501 w 1601768"/>
                  <a:gd name="connsiteY7" fmla="*/ 1390832 h 3212297"/>
                  <a:gd name="connsiteX8" fmla="*/ 693588 w 1601768"/>
                  <a:gd name="connsiteY8" fmla="*/ 119 h 3212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01768" h="3212297">
                    <a:moveTo>
                      <a:pt x="693588" y="119"/>
                    </a:moveTo>
                    <a:cubicBezTo>
                      <a:pt x="979449" y="3664"/>
                      <a:pt x="1431633" y="-71482"/>
                      <a:pt x="1563041" y="954899"/>
                    </a:cubicBezTo>
                    <a:lnTo>
                      <a:pt x="1601768" y="3212297"/>
                    </a:lnTo>
                    <a:lnTo>
                      <a:pt x="1601768" y="3212297"/>
                    </a:lnTo>
                    <a:lnTo>
                      <a:pt x="989768" y="3212297"/>
                    </a:lnTo>
                    <a:lnTo>
                      <a:pt x="989768" y="3212297"/>
                    </a:lnTo>
                    <a:cubicBezTo>
                      <a:pt x="961415" y="2495799"/>
                      <a:pt x="964958" y="1779301"/>
                      <a:pt x="904708" y="1062803"/>
                    </a:cubicBezTo>
                    <a:cubicBezTo>
                      <a:pt x="781622" y="431278"/>
                      <a:pt x="46520" y="738644"/>
                      <a:pt x="276501" y="1390832"/>
                    </a:cubicBezTo>
                    <a:cubicBezTo>
                      <a:pt x="-283870" y="827698"/>
                      <a:pt x="84955" y="-9337"/>
                      <a:pt x="693588" y="11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15" name="Frame 1">
              <a:extLst>
                <a:ext uri="{FF2B5EF4-FFF2-40B4-BE49-F238E27FC236}">
                  <a16:creationId xmlns:a16="http://schemas.microsoft.com/office/drawing/2014/main" xmlns="" id="{2572D0B9-91BB-46BE-BE73-83A5DE078817}"/>
                </a:ext>
              </a:extLst>
            </p:cNvPr>
            <p:cNvSpPr/>
            <p:nvPr/>
          </p:nvSpPr>
          <p:spPr>
            <a:xfrm>
              <a:off x="3459679" y="2564932"/>
              <a:ext cx="981073" cy="1325555"/>
            </a:xfrm>
            <a:custGeom>
              <a:avLst/>
              <a:gdLst/>
              <a:ahLst/>
              <a:cxnLst/>
              <a:rect l="l" t="t" r="r" b="b"/>
              <a:pathLst>
                <a:path w="2823581" h="3962432">
                  <a:moveTo>
                    <a:pt x="1366785" y="3230945"/>
                  </a:moveTo>
                  <a:cubicBezTo>
                    <a:pt x="1292218" y="3230945"/>
                    <a:pt x="1231770" y="3291393"/>
                    <a:pt x="1231770" y="3365960"/>
                  </a:cubicBezTo>
                  <a:cubicBezTo>
                    <a:pt x="1231770" y="3440527"/>
                    <a:pt x="1292218" y="3500975"/>
                    <a:pt x="1366785" y="3500975"/>
                  </a:cubicBezTo>
                  <a:cubicBezTo>
                    <a:pt x="1441352" y="3500975"/>
                    <a:pt x="1501800" y="3440527"/>
                    <a:pt x="1501800" y="3365960"/>
                  </a:cubicBezTo>
                  <a:cubicBezTo>
                    <a:pt x="1501800" y="3291393"/>
                    <a:pt x="1441352" y="3230945"/>
                    <a:pt x="1366785" y="3230945"/>
                  </a:cubicBezTo>
                  <a:close/>
                  <a:moveTo>
                    <a:pt x="1699205" y="3185940"/>
                  </a:moveTo>
                  <a:cubicBezTo>
                    <a:pt x="1674349" y="3185940"/>
                    <a:pt x="1654200" y="3206089"/>
                    <a:pt x="1654200" y="3230945"/>
                  </a:cubicBezTo>
                  <a:cubicBezTo>
                    <a:pt x="1654200" y="3255801"/>
                    <a:pt x="1674349" y="3275950"/>
                    <a:pt x="1699205" y="3275950"/>
                  </a:cubicBezTo>
                  <a:cubicBezTo>
                    <a:pt x="1724061" y="3275950"/>
                    <a:pt x="1744210" y="3255801"/>
                    <a:pt x="1744210" y="3230945"/>
                  </a:cubicBezTo>
                  <a:cubicBezTo>
                    <a:pt x="1744210" y="3206089"/>
                    <a:pt x="1724061" y="3185940"/>
                    <a:pt x="1699205" y="3185940"/>
                  </a:cubicBezTo>
                  <a:close/>
                  <a:moveTo>
                    <a:pt x="1501800" y="2830204"/>
                  </a:moveTo>
                  <a:cubicBezTo>
                    <a:pt x="1452089" y="2830204"/>
                    <a:pt x="1411790" y="2870503"/>
                    <a:pt x="1411790" y="2920214"/>
                  </a:cubicBezTo>
                  <a:cubicBezTo>
                    <a:pt x="1411790" y="2969925"/>
                    <a:pt x="1452089" y="3010224"/>
                    <a:pt x="1501800" y="3010224"/>
                  </a:cubicBezTo>
                  <a:cubicBezTo>
                    <a:pt x="1551511" y="3010224"/>
                    <a:pt x="1591810" y="2969925"/>
                    <a:pt x="1591810" y="2920214"/>
                  </a:cubicBezTo>
                  <a:cubicBezTo>
                    <a:pt x="1591810" y="2870503"/>
                    <a:pt x="1551511" y="2830204"/>
                    <a:pt x="1501800" y="2830204"/>
                  </a:cubicBezTo>
                  <a:close/>
                  <a:moveTo>
                    <a:pt x="322536" y="2413264"/>
                  </a:moveTo>
                  <a:lnTo>
                    <a:pt x="1264147" y="2413264"/>
                  </a:lnTo>
                  <a:lnTo>
                    <a:pt x="682536" y="3458376"/>
                  </a:lnTo>
                  <a:lnTo>
                    <a:pt x="898974" y="3458376"/>
                  </a:lnTo>
                  <a:lnTo>
                    <a:pt x="1480585" y="2413264"/>
                  </a:lnTo>
                  <a:lnTo>
                    <a:pt x="1978720" y="2413264"/>
                  </a:lnTo>
                  <a:lnTo>
                    <a:pt x="1978720" y="3628270"/>
                  </a:lnTo>
                  <a:lnTo>
                    <a:pt x="322536" y="3628270"/>
                  </a:lnTo>
                  <a:close/>
                  <a:moveTo>
                    <a:pt x="322536" y="2153598"/>
                  </a:moveTo>
                  <a:lnTo>
                    <a:pt x="682536" y="2153598"/>
                  </a:lnTo>
                  <a:lnTo>
                    <a:pt x="682536" y="2261598"/>
                  </a:lnTo>
                  <a:lnTo>
                    <a:pt x="322536" y="2261598"/>
                  </a:lnTo>
                  <a:close/>
                  <a:moveTo>
                    <a:pt x="322536" y="1870494"/>
                  </a:moveTo>
                  <a:lnTo>
                    <a:pt x="826536" y="1870494"/>
                  </a:lnTo>
                  <a:lnTo>
                    <a:pt x="826536" y="1978494"/>
                  </a:lnTo>
                  <a:lnTo>
                    <a:pt x="322536" y="1978494"/>
                  </a:lnTo>
                  <a:close/>
                  <a:moveTo>
                    <a:pt x="322536" y="1587391"/>
                  </a:moveTo>
                  <a:lnTo>
                    <a:pt x="682536" y="1587391"/>
                  </a:lnTo>
                  <a:lnTo>
                    <a:pt x="682536" y="1695391"/>
                  </a:lnTo>
                  <a:lnTo>
                    <a:pt x="322536" y="1695391"/>
                  </a:lnTo>
                  <a:close/>
                  <a:moveTo>
                    <a:pt x="322536" y="1304288"/>
                  </a:moveTo>
                  <a:lnTo>
                    <a:pt x="826536" y="1304288"/>
                  </a:lnTo>
                  <a:lnTo>
                    <a:pt x="826536" y="1412288"/>
                  </a:lnTo>
                  <a:lnTo>
                    <a:pt x="322536" y="1412288"/>
                  </a:lnTo>
                  <a:close/>
                  <a:moveTo>
                    <a:pt x="1733633" y="1039034"/>
                  </a:moveTo>
                  <a:lnTo>
                    <a:pt x="1735422" y="1042133"/>
                  </a:lnTo>
                  <a:lnTo>
                    <a:pt x="176045" y="1042133"/>
                  </a:lnTo>
                  <a:lnTo>
                    <a:pt x="176045" y="3786387"/>
                  </a:lnTo>
                  <a:lnTo>
                    <a:pt x="2128211" y="3786387"/>
                  </a:lnTo>
                  <a:lnTo>
                    <a:pt x="2128211" y="1722464"/>
                  </a:lnTo>
                  <a:lnTo>
                    <a:pt x="2131710" y="1728524"/>
                  </a:lnTo>
                  <a:lnTo>
                    <a:pt x="2527059" y="1040609"/>
                  </a:lnTo>
                  <a:lnTo>
                    <a:pt x="2244788" y="1040049"/>
                  </a:lnTo>
                  <a:lnTo>
                    <a:pt x="1480585" y="2413264"/>
                  </a:lnTo>
                  <a:lnTo>
                    <a:pt x="1264147" y="2413264"/>
                  </a:lnTo>
                  <a:lnTo>
                    <a:pt x="2028589" y="1039620"/>
                  </a:lnTo>
                  <a:close/>
                  <a:moveTo>
                    <a:pt x="2607143" y="0"/>
                  </a:moveTo>
                  <a:lnTo>
                    <a:pt x="2823581" y="0"/>
                  </a:lnTo>
                  <a:lnTo>
                    <a:pt x="2342071" y="865238"/>
                  </a:lnTo>
                  <a:lnTo>
                    <a:pt x="2823581" y="866194"/>
                  </a:lnTo>
                  <a:lnTo>
                    <a:pt x="2304256" y="1769829"/>
                  </a:lnTo>
                  <a:lnTo>
                    <a:pt x="2304256" y="3962432"/>
                  </a:lnTo>
                  <a:lnTo>
                    <a:pt x="0" y="3962432"/>
                  </a:lnTo>
                  <a:lnTo>
                    <a:pt x="0" y="866088"/>
                  </a:lnTo>
                  <a:lnTo>
                    <a:pt x="1767662" y="866088"/>
                  </a:lnTo>
                  <a:lnTo>
                    <a:pt x="1766512" y="864096"/>
                  </a:lnTo>
                  <a:lnTo>
                    <a:pt x="2125872" y="8648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>
                <a:solidFill>
                  <a:schemeClr val="tx1"/>
                </a:solidFill>
              </a:endParaRPr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xmlns="" id="{07837B4D-D1A1-4F44-83EB-6DF617E78E27}"/>
                </a:ext>
              </a:extLst>
            </p:cNvPr>
            <p:cNvSpPr/>
            <p:nvPr/>
          </p:nvSpPr>
          <p:spPr>
            <a:xfrm rot="14306008">
              <a:off x="5552875" y="2870125"/>
              <a:ext cx="1064408" cy="877308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</p:grpSp>
    </p:spTree>
    <p:extLst>
      <p:ext uri="{BB962C8B-B14F-4D97-AF65-F5344CB8AC3E}">
        <p14:creationId xmlns:p14="http://schemas.microsoft.com/office/powerpoint/2010/main" val="406402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xmlns="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36BA39E4-4787-4A57-95AF-71D0542315A0}"/>
              </a:ext>
            </a:extLst>
          </p:cNvPr>
          <p:cNvGrpSpPr/>
          <p:nvPr userDrawn="1"/>
        </p:nvGrpSpPr>
        <p:grpSpPr>
          <a:xfrm flipV="1">
            <a:off x="5427361" y="1143268"/>
            <a:ext cx="1337278" cy="220479"/>
            <a:chOff x="5809673" y="3008118"/>
            <a:chExt cx="2419398" cy="39888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xmlns="" id="{6C99468F-7C27-4A33-B8CC-5794F45C6159}"/>
                </a:ext>
              </a:extLst>
            </p:cNvPr>
            <p:cNvSpPr/>
            <p:nvPr userDrawn="1"/>
          </p:nvSpPr>
          <p:spPr>
            <a:xfrm>
              <a:off x="5809673" y="3008118"/>
              <a:ext cx="398888" cy="3988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xmlns="" id="{EDA484AE-33CE-4979-81A4-360C2226ECDF}"/>
                </a:ext>
              </a:extLst>
            </p:cNvPr>
            <p:cNvSpPr/>
            <p:nvPr userDrawn="1"/>
          </p:nvSpPr>
          <p:spPr>
            <a:xfrm>
              <a:off x="6314801" y="3008118"/>
              <a:ext cx="398888" cy="3988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xmlns="" id="{688CA5D0-B787-4DFD-87F1-332795E33C1F}"/>
                </a:ext>
              </a:extLst>
            </p:cNvPr>
            <p:cNvSpPr/>
            <p:nvPr userDrawn="1"/>
          </p:nvSpPr>
          <p:spPr>
            <a:xfrm>
              <a:off x="6819928" y="3008118"/>
              <a:ext cx="398888" cy="398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xmlns="" id="{42618CF6-3DC5-4866-ACB7-14F89F22C719}"/>
                </a:ext>
              </a:extLst>
            </p:cNvPr>
            <p:cNvSpPr/>
            <p:nvPr userDrawn="1"/>
          </p:nvSpPr>
          <p:spPr>
            <a:xfrm>
              <a:off x="7325056" y="3008118"/>
              <a:ext cx="398888" cy="39888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xmlns="" id="{C471A078-94EE-430C-8990-77DD907780E6}"/>
                </a:ext>
              </a:extLst>
            </p:cNvPr>
            <p:cNvSpPr/>
            <p:nvPr userDrawn="1"/>
          </p:nvSpPr>
          <p:spPr>
            <a:xfrm>
              <a:off x="7830183" y="3008118"/>
              <a:ext cx="398888" cy="39888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385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23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457DA700-D493-4724-A7E6-2C18A3598372}"/>
              </a:ext>
            </a:extLst>
          </p:cNvPr>
          <p:cNvGrpSpPr/>
          <p:nvPr userDrawn="1"/>
        </p:nvGrpSpPr>
        <p:grpSpPr>
          <a:xfrm flipH="1">
            <a:off x="592779" y="1333500"/>
            <a:ext cx="4034462" cy="4935026"/>
            <a:chOff x="6446339" y="1280897"/>
            <a:chExt cx="4320717" cy="528517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xmlns="" id="{0315FDDC-CB08-4F29-898E-B915DE387084}"/>
                </a:ext>
              </a:extLst>
            </p:cNvPr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718ED047-E415-4002-A4AF-11B7D0A2933D}"/>
                </a:ext>
              </a:extLst>
            </p:cNvPr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A95A626E-BA13-409F-A2BA-1FCB370FDB9B}"/>
                </a:ext>
              </a:extLst>
            </p:cNvPr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E8248B3A-FAE1-4F80-BB8B-D195C0E2A022}"/>
                </a:ext>
              </a:extLst>
            </p:cNvPr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EC73273F-F0D9-4D38-B99A-17BF52577CFE}"/>
                </a:ext>
              </a:extLst>
            </p:cNvPr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14DA78C4-87F2-446E-AE34-0432570E280A}"/>
                </a:ext>
              </a:extLst>
            </p:cNvPr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201B44D6-F92F-461D-A50C-E9045F317764}"/>
                </a:ext>
              </a:extLst>
            </p:cNvPr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Text Placeholder 9">
            <a:extLst>
              <a:ext uri="{FF2B5EF4-FFF2-40B4-BE49-F238E27FC236}">
                <a16:creationId xmlns:a16="http://schemas.microsoft.com/office/drawing/2014/main" xmlns="" id="{8F734703-4A61-4A31-BB9E-0C690EB352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54D90936-42A8-407A-87C1-0A47569609F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59407" y="1640713"/>
            <a:ext cx="3631408" cy="3157745"/>
          </a:xfrm>
          <a:custGeom>
            <a:avLst/>
            <a:gdLst>
              <a:gd name="connsiteX0" fmla="*/ 0 w 3631408"/>
              <a:gd name="connsiteY0" fmla="*/ 0 h 3157745"/>
              <a:gd name="connsiteX1" fmla="*/ 3518328 w 3631408"/>
              <a:gd name="connsiteY1" fmla="*/ 797970 h 3157745"/>
              <a:gd name="connsiteX2" fmla="*/ 3631408 w 3631408"/>
              <a:gd name="connsiteY2" fmla="*/ 3025461 h 3157745"/>
              <a:gd name="connsiteX3" fmla="*/ 198427 w 3631408"/>
              <a:gd name="connsiteY3" fmla="*/ 3157745 h 3157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31408" h="3157745">
                <a:moveTo>
                  <a:pt x="0" y="0"/>
                </a:moveTo>
                <a:lnTo>
                  <a:pt x="3518328" y="797970"/>
                </a:lnTo>
                <a:lnTo>
                  <a:pt x="3631408" y="3025461"/>
                </a:lnTo>
                <a:lnTo>
                  <a:pt x="198427" y="315774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83239325-648E-4C47-A0FE-7713B34A5F6E}"/>
              </a:ext>
            </a:extLst>
          </p:cNvPr>
          <p:cNvGrpSpPr/>
          <p:nvPr userDrawn="1"/>
        </p:nvGrpSpPr>
        <p:grpSpPr>
          <a:xfrm flipV="1">
            <a:off x="5427361" y="1143268"/>
            <a:ext cx="1337278" cy="220479"/>
            <a:chOff x="5809673" y="3008118"/>
            <a:chExt cx="2419398" cy="39888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C34544F-4AFB-4567-9A14-BD40476D91DB}"/>
                </a:ext>
              </a:extLst>
            </p:cNvPr>
            <p:cNvSpPr/>
            <p:nvPr userDrawn="1"/>
          </p:nvSpPr>
          <p:spPr>
            <a:xfrm>
              <a:off x="5809673" y="3008118"/>
              <a:ext cx="398888" cy="3988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EC347462-2243-4988-88A7-D48FDFC67F8A}"/>
                </a:ext>
              </a:extLst>
            </p:cNvPr>
            <p:cNvSpPr/>
            <p:nvPr userDrawn="1"/>
          </p:nvSpPr>
          <p:spPr>
            <a:xfrm>
              <a:off x="6314801" y="3008118"/>
              <a:ext cx="398888" cy="3988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3AAED053-508E-4B0B-9E07-60D6E23602BC}"/>
                </a:ext>
              </a:extLst>
            </p:cNvPr>
            <p:cNvSpPr/>
            <p:nvPr userDrawn="1"/>
          </p:nvSpPr>
          <p:spPr>
            <a:xfrm>
              <a:off x="6819928" y="3008118"/>
              <a:ext cx="398888" cy="398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89D32752-7C30-4517-952B-8736B7299F1D}"/>
                </a:ext>
              </a:extLst>
            </p:cNvPr>
            <p:cNvSpPr/>
            <p:nvPr userDrawn="1"/>
          </p:nvSpPr>
          <p:spPr>
            <a:xfrm>
              <a:off x="7325056" y="3008118"/>
              <a:ext cx="398888" cy="39888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D7307619-FF7D-47F2-9979-458DC7E6076E}"/>
                </a:ext>
              </a:extLst>
            </p:cNvPr>
            <p:cNvSpPr/>
            <p:nvPr userDrawn="1"/>
          </p:nvSpPr>
          <p:spPr>
            <a:xfrm>
              <a:off x="7830183" y="3008118"/>
              <a:ext cx="398888" cy="39888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0559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983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24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9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8" r:id="rId2"/>
    <p:sldLayoutId id="2147483658" r:id="rId3"/>
    <p:sldLayoutId id="2147483662" r:id="rId4"/>
    <p:sldLayoutId id="214748366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55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rapezoid 24">
            <a:extLst>
              <a:ext uri="{FF2B5EF4-FFF2-40B4-BE49-F238E27FC236}">
                <a16:creationId xmlns="" xmlns:a16="http://schemas.microsoft.com/office/drawing/2014/main" id="{716EB2F4-BEFD-43D9-8FDF-7867DCFA0E4B}"/>
              </a:ext>
            </a:extLst>
          </p:cNvPr>
          <p:cNvSpPr>
            <a:spLocks noChangeAspect="1"/>
          </p:cNvSpPr>
          <p:nvPr/>
        </p:nvSpPr>
        <p:spPr>
          <a:xfrm rot="8369018">
            <a:off x="6543420" y="2652942"/>
            <a:ext cx="1146181" cy="1157102"/>
          </a:xfrm>
          <a:custGeom>
            <a:avLst/>
            <a:gdLst/>
            <a:ahLst/>
            <a:cxnLst/>
            <a:rect l="l" t="t" r="r" b="b"/>
            <a:pathLst>
              <a:path w="4411086" h="4453092">
                <a:moveTo>
                  <a:pt x="3095887" y="1153910"/>
                </a:moveTo>
                <a:cubicBezTo>
                  <a:pt x="3119009" y="1174647"/>
                  <a:pt x="3146597" y="1191685"/>
                  <a:pt x="3177861" y="1203446"/>
                </a:cubicBezTo>
                <a:cubicBezTo>
                  <a:pt x="3302917" y="1250492"/>
                  <a:pt x="3439398" y="1195315"/>
                  <a:pt x="3482703" y="1080205"/>
                </a:cubicBezTo>
                <a:cubicBezTo>
                  <a:pt x="3526008" y="965093"/>
                  <a:pt x="3459737" y="833641"/>
                  <a:pt x="3334683" y="786595"/>
                </a:cubicBezTo>
                <a:cubicBezTo>
                  <a:pt x="3209628" y="739549"/>
                  <a:pt x="3073147" y="794724"/>
                  <a:pt x="3029841" y="909836"/>
                </a:cubicBezTo>
                <a:cubicBezTo>
                  <a:pt x="2997363" y="996169"/>
                  <a:pt x="3026521" y="1091695"/>
                  <a:pt x="3095887" y="1153910"/>
                </a:cubicBezTo>
                <a:close/>
                <a:moveTo>
                  <a:pt x="3521423" y="1860548"/>
                </a:moveTo>
                <a:cubicBezTo>
                  <a:pt x="3544546" y="1881285"/>
                  <a:pt x="3572135" y="1898322"/>
                  <a:pt x="3603399" y="1910084"/>
                </a:cubicBezTo>
                <a:cubicBezTo>
                  <a:pt x="3728453" y="1957130"/>
                  <a:pt x="3864935" y="1901953"/>
                  <a:pt x="3908240" y="1786842"/>
                </a:cubicBezTo>
                <a:cubicBezTo>
                  <a:pt x="3951546" y="1671732"/>
                  <a:pt x="3885275" y="1540278"/>
                  <a:pt x="3760220" y="1493232"/>
                </a:cubicBezTo>
                <a:cubicBezTo>
                  <a:pt x="3635166" y="1446186"/>
                  <a:pt x="3498684" y="1501363"/>
                  <a:pt x="3455379" y="1616474"/>
                </a:cubicBezTo>
                <a:cubicBezTo>
                  <a:pt x="3422900" y="1702807"/>
                  <a:pt x="3452057" y="1798333"/>
                  <a:pt x="3521423" y="1860548"/>
                </a:cubicBezTo>
                <a:close/>
                <a:moveTo>
                  <a:pt x="3507502" y="2659088"/>
                </a:moveTo>
                <a:cubicBezTo>
                  <a:pt x="3530625" y="2679826"/>
                  <a:pt x="3558214" y="2696863"/>
                  <a:pt x="3589478" y="2708624"/>
                </a:cubicBezTo>
                <a:cubicBezTo>
                  <a:pt x="3714532" y="2755670"/>
                  <a:pt x="3851014" y="2700494"/>
                  <a:pt x="3894319" y="2585383"/>
                </a:cubicBezTo>
                <a:cubicBezTo>
                  <a:pt x="3937624" y="2470273"/>
                  <a:pt x="3871353" y="2338820"/>
                  <a:pt x="3746299" y="2291774"/>
                </a:cubicBezTo>
                <a:cubicBezTo>
                  <a:pt x="3621245" y="2244728"/>
                  <a:pt x="3484763" y="2299905"/>
                  <a:pt x="3441458" y="2415014"/>
                </a:cubicBezTo>
                <a:cubicBezTo>
                  <a:pt x="3408979" y="2501348"/>
                  <a:pt x="3438136" y="2596873"/>
                  <a:pt x="3507502" y="2659088"/>
                </a:cubicBezTo>
                <a:close/>
                <a:moveTo>
                  <a:pt x="2750047" y="3029987"/>
                </a:moveTo>
                <a:cubicBezTo>
                  <a:pt x="2773168" y="3050726"/>
                  <a:pt x="2800759" y="3067763"/>
                  <a:pt x="2832021" y="3079524"/>
                </a:cubicBezTo>
                <a:cubicBezTo>
                  <a:pt x="2957076" y="3126570"/>
                  <a:pt x="3093558" y="3071393"/>
                  <a:pt x="3136863" y="2956283"/>
                </a:cubicBezTo>
                <a:cubicBezTo>
                  <a:pt x="3180168" y="2841172"/>
                  <a:pt x="3113897" y="2709719"/>
                  <a:pt x="2988843" y="2662673"/>
                </a:cubicBezTo>
                <a:cubicBezTo>
                  <a:pt x="2863789" y="2615627"/>
                  <a:pt x="2727307" y="2670804"/>
                  <a:pt x="2684001" y="2785914"/>
                </a:cubicBezTo>
                <a:cubicBezTo>
                  <a:pt x="2651523" y="2872247"/>
                  <a:pt x="2680681" y="2967773"/>
                  <a:pt x="2750047" y="3029987"/>
                </a:cubicBezTo>
                <a:close/>
                <a:moveTo>
                  <a:pt x="1666926" y="2573567"/>
                </a:moveTo>
                <a:lnTo>
                  <a:pt x="1775047" y="423729"/>
                </a:lnTo>
                <a:lnTo>
                  <a:pt x="1991290" y="423729"/>
                </a:lnTo>
                <a:lnTo>
                  <a:pt x="2099411" y="2573567"/>
                </a:lnTo>
                <a:close/>
                <a:moveTo>
                  <a:pt x="1154974" y="2568578"/>
                </a:moveTo>
                <a:cubicBezTo>
                  <a:pt x="1178096" y="2589317"/>
                  <a:pt x="1205685" y="2606354"/>
                  <a:pt x="1236949" y="2618115"/>
                </a:cubicBezTo>
                <a:cubicBezTo>
                  <a:pt x="1362003" y="2665161"/>
                  <a:pt x="1498485" y="2609985"/>
                  <a:pt x="1541790" y="2494874"/>
                </a:cubicBezTo>
                <a:cubicBezTo>
                  <a:pt x="1585096" y="2379763"/>
                  <a:pt x="1518825" y="2248310"/>
                  <a:pt x="1393770" y="2201264"/>
                </a:cubicBezTo>
                <a:cubicBezTo>
                  <a:pt x="1268716" y="2154218"/>
                  <a:pt x="1132234" y="2209394"/>
                  <a:pt x="1088929" y="2324505"/>
                </a:cubicBezTo>
                <a:cubicBezTo>
                  <a:pt x="1056450" y="2410839"/>
                  <a:pt x="1085608" y="2506364"/>
                  <a:pt x="1154974" y="2568578"/>
                </a:cubicBezTo>
                <a:close/>
                <a:moveTo>
                  <a:pt x="1811301" y="3132571"/>
                </a:moveTo>
                <a:lnTo>
                  <a:pt x="1704026" y="2663196"/>
                </a:lnTo>
                <a:lnTo>
                  <a:pt x="2117930" y="2682436"/>
                </a:lnTo>
                <a:lnTo>
                  <a:pt x="1967575" y="3139835"/>
                </a:lnTo>
                <a:close/>
                <a:moveTo>
                  <a:pt x="474734" y="2026084"/>
                </a:moveTo>
                <a:cubicBezTo>
                  <a:pt x="497856" y="2046823"/>
                  <a:pt x="525445" y="2063859"/>
                  <a:pt x="556709" y="2075621"/>
                </a:cubicBezTo>
                <a:cubicBezTo>
                  <a:pt x="681763" y="2122667"/>
                  <a:pt x="818245" y="2067490"/>
                  <a:pt x="861550" y="1952380"/>
                </a:cubicBezTo>
                <a:cubicBezTo>
                  <a:pt x="904855" y="1837269"/>
                  <a:pt x="838584" y="1705816"/>
                  <a:pt x="713530" y="1658770"/>
                </a:cubicBezTo>
                <a:cubicBezTo>
                  <a:pt x="588476" y="1611724"/>
                  <a:pt x="451994" y="1666900"/>
                  <a:pt x="408689" y="1782011"/>
                </a:cubicBezTo>
                <a:cubicBezTo>
                  <a:pt x="376210" y="1868344"/>
                  <a:pt x="405367" y="1963870"/>
                  <a:pt x="474734" y="2026084"/>
                </a:cubicBezTo>
                <a:close/>
                <a:moveTo>
                  <a:pt x="470005" y="2517620"/>
                </a:moveTo>
                <a:cubicBezTo>
                  <a:pt x="142796" y="2243059"/>
                  <a:pt x="-69074" y="1913805"/>
                  <a:pt x="20698" y="1573981"/>
                </a:cubicBezTo>
                <a:cubicBezTo>
                  <a:pt x="290062" y="677171"/>
                  <a:pt x="1131284" y="1373424"/>
                  <a:pt x="1417683" y="1157395"/>
                </a:cubicBezTo>
                <a:cubicBezTo>
                  <a:pt x="1704082" y="941367"/>
                  <a:pt x="795764" y="512391"/>
                  <a:pt x="1486994" y="164947"/>
                </a:cubicBezTo>
                <a:cubicBezTo>
                  <a:pt x="1963635" y="-91969"/>
                  <a:pt x="2301495" y="-33140"/>
                  <a:pt x="2924035" y="233397"/>
                </a:cubicBezTo>
                <a:cubicBezTo>
                  <a:pt x="3546575" y="499935"/>
                  <a:pt x="4682373" y="1460700"/>
                  <a:pt x="4352060" y="2410274"/>
                </a:cubicBezTo>
                <a:cubicBezTo>
                  <a:pt x="4055563" y="3262631"/>
                  <a:pt x="2903863" y="3342769"/>
                  <a:pt x="2149143" y="3248705"/>
                </a:cubicBezTo>
                <a:cubicBezTo>
                  <a:pt x="2120485" y="3221681"/>
                  <a:pt x="2088781" y="3200633"/>
                  <a:pt x="2056697" y="3184977"/>
                </a:cubicBezTo>
                <a:lnTo>
                  <a:pt x="2029525" y="3174239"/>
                </a:lnTo>
                <a:lnTo>
                  <a:pt x="2074465" y="2961096"/>
                </a:lnTo>
                <a:cubicBezTo>
                  <a:pt x="2174448" y="2968058"/>
                  <a:pt x="2268303" y="2914369"/>
                  <a:pt x="2302852" y="2822534"/>
                </a:cubicBezTo>
                <a:cubicBezTo>
                  <a:pt x="2344980" y="2710550"/>
                  <a:pt x="2283405" y="2583099"/>
                  <a:pt x="2164586" y="2533664"/>
                </a:cubicBezTo>
                <a:lnTo>
                  <a:pt x="2177079" y="2474412"/>
                </a:lnTo>
                <a:lnTo>
                  <a:pt x="2181423" y="2474420"/>
                </a:lnTo>
                <a:lnTo>
                  <a:pt x="2180348" y="2458905"/>
                </a:lnTo>
                <a:lnTo>
                  <a:pt x="2183345" y="2444691"/>
                </a:lnTo>
                <a:lnTo>
                  <a:pt x="2179364" y="2444684"/>
                </a:lnTo>
                <a:lnTo>
                  <a:pt x="2069296" y="855315"/>
                </a:lnTo>
                <a:cubicBezTo>
                  <a:pt x="2264713" y="815272"/>
                  <a:pt x="2400776" y="670372"/>
                  <a:pt x="2376696" y="524656"/>
                </a:cubicBezTo>
                <a:cubicBezTo>
                  <a:pt x="2351678" y="373263"/>
                  <a:pt x="2163271" y="278317"/>
                  <a:pt x="1955875" y="312591"/>
                </a:cubicBezTo>
                <a:cubicBezTo>
                  <a:pt x="1748480" y="346862"/>
                  <a:pt x="1600634" y="497374"/>
                  <a:pt x="1625652" y="648768"/>
                </a:cubicBezTo>
                <a:cubicBezTo>
                  <a:pt x="1635034" y="705540"/>
                  <a:pt x="1667392" y="754373"/>
                  <a:pt x="1715112" y="791433"/>
                </a:cubicBezTo>
                <a:lnTo>
                  <a:pt x="1728511" y="799403"/>
                </a:lnTo>
                <a:lnTo>
                  <a:pt x="1608970" y="2443607"/>
                </a:lnTo>
                <a:lnTo>
                  <a:pt x="1608731" y="2443607"/>
                </a:lnTo>
                <a:lnTo>
                  <a:pt x="1608909" y="2444461"/>
                </a:lnTo>
                <a:lnTo>
                  <a:pt x="1606809" y="2473335"/>
                </a:lnTo>
                <a:lnTo>
                  <a:pt x="1614885" y="2473351"/>
                </a:lnTo>
                <a:lnTo>
                  <a:pt x="1760460" y="3176931"/>
                </a:lnTo>
                <a:cubicBezTo>
                  <a:pt x="1363839" y="3071567"/>
                  <a:pt x="842276" y="2829991"/>
                  <a:pt x="470005" y="2517620"/>
                </a:cubicBezTo>
                <a:close/>
                <a:moveTo>
                  <a:pt x="1703651" y="4144665"/>
                </a:moveTo>
                <a:cubicBezTo>
                  <a:pt x="1692426" y="4135382"/>
                  <a:pt x="1682479" y="4126471"/>
                  <a:pt x="1673433" y="4117764"/>
                </a:cubicBezTo>
                <a:cubicBezTo>
                  <a:pt x="1630012" y="4075967"/>
                  <a:pt x="1607344" y="4038835"/>
                  <a:pt x="1563711" y="3987474"/>
                </a:cubicBezTo>
                <a:cubicBezTo>
                  <a:pt x="1428119" y="3754817"/>
                  <a:pt x="1459551" y="3514918"/>
                  <a:pt x="1577437" y="3369529"/>
                </a:cubicBezTo>
                <a:cubicBezTo>
                  <a:pt x="1695323" y="3224139"/>
                  <a:pt x="1812160" y="3189516"/>
                  <a:pt x="1943877" y="3254126"/>
                </a:cubicBezTo>
                <a:cubicBezTo>
                  <a:pt x="2075594" y="3318736"/>
                  <a:pt x="2201944" y="3486346"/>
                  <a:pt x="2150195" y="3720844"/>
                </a:cubicBezTo>
                <a:cubicBezTo>
                  <a:pt x="2053054" y="4010881"/>
                  <a:pt x="2046121" y="3999957"/>
                  <a:pt x="2256634" y="4453092"/>
                </a:cubicBezTo>
                <a:cubicBezTo>
                  <a:pt x="1923422" y="4292924"/>
                  <a:pt x="1782225" y="4209649"/>
                  <a:pt x="1703651" y="41446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9D8C9F72-DCEA-4778-9B06-162CCEAE54C6}"/>
              </a:ext>
            </a:extLst>
          </p:cNvPr>
          <p:cNvSpPr txBox="1"/>
          <p:nvPr/>
        </p:nvSpPr>
        <p:spPr>
          <a:xfrm>
            <a:off x="3244333" y="1230821"/>
            <a:ext cx="5681487" cy="7848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altLang="ko-KR" sz="4800" dirty="0" err="1" smtClean="0">
                <a:solidFill>
                  <a:schemeClr val="accent6"/>
                </a:solidFill>
                <a:cs typeface="Arial" pitchFamily="34" charset="0"/>
              </a:rPr>
              <a:t>esm-runscripts</a:t>
            </a:r>
            <a:endParaRPr lang="ko-KR" altLang="en-US" sz="4800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9D8C9F72-DCEA-4778-9B06-162CCEAE54C6}"/>
              </a:ext>
            </a:extLst>
          </p:cNvPr>
          <p:cNvSpPr txBox="1"/>
          <p:nvPr/>
        </p:nvSpPr>
        <p:spPr>
          <a:xfrm>
            <a:off x="3407716" y="4332437"/>
            <a:ext cx="5354722" cy="7848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altLang="ko-KR" sz="4800" dirty="0" smtClean="0">
                <a:solidFill>
                  <a:schemeClr val="accent6"/>
                </a:solidFill>
                <a:cs typeface="Arial" pitchFamily="34" charset="0"/>
              </a:rPr>
              <a:t>Overview</a:t>
            </a:r>
            <a:endParaRPr lang="ko-KR" altLang="en-US" sz="4800" dirty="0">
              <a:solidFill>
                <a:schemeClr val="accent6"/>
              </a:solidFill>
              <a:cs typeface="Arial" pitchFamily="34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253" y="2476797"/>
            <a:ext cx="6605649" cy="150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30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471" y="223729"/>
            <a:ext cx="11191876" cy="724247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/>
              <a:t>1</a:t>
            </a:r>
            <a:r>
              <a:rPr lang="en-US" sz="3600" baseline="30000" dirty="0" smtClean="0"/>
              <a:t>st</a:t>
            </a:r>
            <a:r>
              <a:rPr lang="en-US" sz="3600" dirty="0" smtClean="0"/>
              <a:t>: Download </a:t>
            </a:r>
            <a:r>
              <a:rPr lang="en-US" sz="3600" dirty="0" err="1" smtClean="0"/>
              <a:t>esm-runscripts</a:t>
            </a:r>
            <a:endParaRPr lang="en-US" sz="3600" dirty="0"/>
          </a:p>
        </p:txBody>
      </p:sp>
      <p:grpSp>
        <p:nvGrpSpPr>
          <p:cNvPr id="6" name="Group 5"/>
          <p:cNvGrpSpPr/>
          <p:nvPr/>
        </p:nvGrpSpPr>
        <p:grpSpPr>
          <a:xfrm>
            <a:off x="2202052" y="1596696"/>
            <a:ext cx="7928714" cy="4556913"/>
            <a:chOff x="783487" y="1393496"/>
            <a:chExt cx="7928714" cy="4556913"/>
          </a:xfrm>
        </p:grpSpPr>
        <p:sp>
          <p:nvSpPr>
            <p:cNvPr id="8" name="Rectangle 7"/>
            <p:cNvSpPr/>
            <p:nvPr/>
          </p:nvSpPr>
          <p:spPr>
            <a:xfrm>
              <a:off x="2282315" y="4399403"/>
              <a:ext cx="6429886" cy="1477328"/>
            </a:xfrm>
            <a:prstGeom prst="rect">
              <a:avLst/>
            </a:prstGeom>
            <a:solidFill>
              <a:srgbClr val="96C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직사각형 1">
              <a:extLst>
                <a:ext uri="{FF2B5EF4-FFF2-40B4-BE49-F238E27FC236}">
                  <a16:creationId xmlns="" xmlns:a16="http://schemas.microsoft.com/office/drawing/2014/main" id="{C1D8CF82-5517-4B19-A173-148AB516E1FB}"/>
                </a:ext>
              </a:extLst>
            </p:cNvPr>
            <p:cNvSpPr/>
            <p:nvPr/>
          </p:nvSpPr>
          <p:spPr>
            <a:xfrm>
              <a:off x="853609" y="5355819"/>
              <a:ext cx="107273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</a:rPr>
                <a:t>Contents</a:t>
              </a:r>
            </a:p>
          </p:txBody>
        </p:sp>
        <p:sp>
          <p:nvSpPr>
            <p:cNvPr id="10" name="직사각형 2">
              <a:extLst>
                <a:ext uri="{FF2B5EF4-FFF2-40B4-BE49-F238E27FC236}">
                  <a16:creationId xmlns="" xmlns:a16="http://schemas.microsoft.com/office/drawing/2014/main" id="{227A3845-0A2D-4B88-90C8-ACD5795748AA}"/>
                </a:ext>
              </a:extLst>
            </p:cNvPr>
            <p:cNvSpPr/>
            <p:nvPr/>
          </p:nvSpPr>
          <p:spPr>
            <a:xfrm>
              <a:off x="853610" y="5673410"/>
              <a:ext cx="115550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Add Text Here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282315" y="1393496"/>
              <a:ext cx="6429886" cy="1477328"/>
            </a:xfrm>
            <a:prstGeom prst="rect">
              <a:avLst/>
            </a:prstGeom>
            <a:solidFill>
              <a:srgbClr val="E212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01029" y="1393496"/>
              <a:ext cx="610637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chemeClr val="bg1"/>
                  </a:solidFill>
                </a:rPr>
                <a:t>git</a:t>
              </a:r>
              <a:r>
                <a:rPr lang="en-US" dirty="0" smtClean="0">
                  <a:solidFill>
                    <a:schemeClr val="bg1"/>
                  </a:solidFill>
                </a:rPr>
                <a:t> clone https://gitlab.dkrz.de/esm-tools.de/esm-master.git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cd 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-master; make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make get-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-environment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make get-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</a:t>
              </a:r>
              <a:r>
                <a:rPr lang="en-US" dirty="0" err="1" smtClean="0">
                  <a:solidFill>
                    <a:schemeClr val="bg1"/>
                  </a:solidFill>
                </a:rPr>
                <a:t>runscripts</a:t>
              </a:r>
              <a:endParaRPr lang="en-US" dirty="0" smtClean="0">
                <a:solidFill>
                  <a:schemeClr val="bg1"/>
                </a:solidFill>
              </a:endParaRPr>
            </a:p>
            <a:p>
              <a:r>
                <a:rPr lang="en-US" dirty="0" smtClean="0">
                  <a:solidFill>
                    <a:schemeClr val="bg1"/>
                  </a:solidFill>
                </a:rPr>
                <a:t>make get-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</a:t>
              </a:r>
              <a:r>
                <a:rPr lang="en-US" dirty="0" err="1" smtClean="0">
                  <a:solidFill>
                    <a:schemeClr val="bg1"/>
                  </a:solidFill>
                </a:rPr>
                <a:t>usermanual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="" xmlns:a16="http://schemas.microsoft.com/office/drawing/2014/main" id="{01F40D94-2F20-4068-8CBF-4552469EA593}"/>
                </a:ext>
              </a:extLst>
            </p:cNvPr>
            <p:cNvGrpSpPr/>
            <p:nvPr/>
          </p:nvGrpSpPr>
          <p:grpSpPr>
            <a:xfrm>
              <a:off x="783489" y="1393496"/>
              <a:ext cx="1460499" cy="1477328"/>
              <a:chOff x="5567628" y="1852963"/>
              <a:chExt cx="1152130" cy="1152128"/>
            </a:xfrm>
            <a:solidFill>
              <a:srgbClr val="F0AD57"/>
            </a:solidFill>
          </p:grpSpPr>
          <p:sp>
            <p:nvSpPr>
              <p:cNvPr id="23" name="Rectangle 10">
                <a:extLst>
                  <a:ext uri="{FF2B5EF4-FFF2-40B4-BE49-F238E27FC236}">
                    <a16:creationId xmlns="" xmlns:a16="http://schemas.microsoft.com/office/drawing/2014/main" id="{43A7FD09-5514-4007-9AD4-9F6622906825}"/>
                  </a:ext>
                </a:extLst>
              </p:cNvPr>
              <p:cNvSpPr/>
              <p:nvPr/>
            </p:nvSpPr>
            <p:spPr>
              <a:xfrm>
                <a:off x="5567628" y="1852963"/>
                <a:ext cx="1152129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1152128" h="1152128">
                    <a:moveTo>
                      <a:pt x="99671" y="0"/>
                    </a:moveTo>
                    <a:lnTo>
                      <a:pt x="1152128" y="0"/>
                    </a:lnTo>
                    <a:lnTo>
                      <a:pt x="1152128" y="1152128"/>
                    </a:lnTo>
                    <a:lnTo>
                      <a:pt x="0" y="1152128"/>
                    </a:lnTo>
                    <a:lnTo>
                      <a:pt x="0" y="103999"/>
                    </a:lnTo>
                    <a:lnTo>
                      <a:pt x="125263" y="229261"/>
                    </a:lnTo>
                    <a:lnTo>
                      <a:pt x="74346" y="280179"/>
                    </a:lnTo>
                    <a:lnTo>
                      <a:pt x="278015" y="280179"/>
                    </a:lnTo>
                    <a:lnTo>
                      <a:pt x="278015" y="76509"/>
                    </a:lnTo>
                    <a:lnTo>
                      <a:pt x="227098" y="127427"/>
                    </a:lnTo>
                    <a:close/>
                  </a:path>
                </a:pathLst>
              </a:custGeom>
              <a:solidFill>
                <a:srgbClr val="E212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Text Placeholder 12">
                <a:extLst>
                  <a:ext uri="{FF2B5EF4-FFF2-40B4-BE49-F238E27FC236}">
                    <a16:creationId xmlns="" xmlns:a16="http://schemas.microsoft.com/office/drawing/2014/main" id="{6D7E88EE-3B4D-4D72-9A20-A952693C64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76505" y="2653697"/>
                <a:ext cx="1143253" cy="314666"/>
              </a:xfrm>
              <a:prstGeom prst="rect">
                <a:avLst/>
              </a:prstGeom>
              <a:solidFill>
                <a:srgbClr val="E2124E"/>
              </a:solidFill>
            </p:spPr>
            <p:txBody>
              <a:bodyPr lIns="0" tIns="0" rIns="0" bIns="0" anchor="ctr"/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FontTx/>
                  <a:buNone/>
                  <a:defRPr sz="3200" b="1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dirty="0" smtClean="0">
                    <a:solidFill>
                      <a:schemeClr val="bg1"/>
                    </a:solidFill>
                  </a:rPr>
                  <a:t>01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="" xmlns:a16="http://schemas.microsoft.com/office/drawing/2014/main" id="{45083598-B77F-43A8-A31A-E6C4A1D35243}"/>
                </a:ext>
              </a:extLst>
            </p:cNvPr>
            <p:cNvGrpSpPr/>
            <p:nvPr/>
          </p:nvGrpSpPr>
          <p:grpSpPr>
            <a:xfrm>
              <a:off x="799309" y="2897408"/>
              <a:ext cx="1460497" cy="1470356"/>
              <a:chOff x="5580109" y="1852963"/>
              <a:chExt cx="1152131" cy="1152128"/>
            </a:xfrm>
            <a:solidFill>
              <a:schemeClr val="accent1"/>
            </a:solidFill>
          </p:grpSpPr>
          <p:sp>
            <p:nvSpPr>
              <p:cNvPr id="21" name="Rectangle 10">
                <a:extLst>
                  <a:ext uri="{FF2B5EF4-FFF2-40B4-BE49-F238E27FC236}">
                    <a16:creationId xmlns="" xmlns:a16="http://schemas.microsoft.com/office/drawing/2014/main" id="{B97EBB9A-D01C-4F55-9AC5-31FC36A13F06}"/>
                  </a:ext>
                </a:extLst>
              </p:cNvPr>
              <p:cNvSpPr/>
              <p:nvPr/>
            </p:nvSpPr>
            <p:spPr>
              <a:xfrm>
                <a:off x="5580109" y="1852963"/>
                <a:ext cx="1152128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1152128" h="1152128">
                    <a:moveTo>
                      <a:pt x="99671" y="0"/>
                    </a:moveTo>
                    <a:lnTo>
                      <a:pt x="1152128" y="0"/>
                    </a:lnTo>
                    <a:lnTo>
                      <a:pt x="1152128" y="1152128"/>
                    </a:lnTo>
                    <a:lnTo>
                      <a:pt x="0" y="1152128"/>
                    </a:lnTo>
                    <a:lnTo>
                      <a:pt x="0" y="103999"/>
                    </a:lnTo>
                    <a:lnTo>
                      <a:pt x="125263" y="229261"/>
                    </a:lnTo>
                    <a:lnTo>
                      <a:pt x="74346" y="280179"/>
                    </a:lnTo>
                    <a:lnTo>
                      <a:pt x="278015" y="280179"/>
                    </a:lnTo>
                    <a:lnTo>
                      <a:pt x="278015" y="76509"/>
                    </a:lnTo>
                    <a:lnTo>
                      <a:pt x="227098" y="127427"/>
                    </a:lnTo>
                    <a:close/>
                  </a:path>
                </a:pathLst>
              </a:custGeom>
              <a:solidFill>
                <a:srgbClr val="EA71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 Placeholder 12">
                <a:extLst>
                  <a:ext uri="{FF2B5EF4-FFF2-40B4-BE49-F238E27FC236}">
                    <a16:creationId xmlns="" xmlns:a16="http://schemas.microsoft.com/office/drawing/2014/main" id="{229D7D7B-202F-4382-A1BD-2D6956654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97865" y="2638066"/>
                <a:ext cx="1134375" cy="314666"/>
              </a:xfrm>
              <a:prstGeom prst="rect">
                <a:avLst/>
              </a:prstGeom>
              <a:noFill/>
            </p:spPr>
            <p:txBody>
              <a:bodyPr lIns="0" tIns="0" rIns="0" bIns="0" anchor="ctr"/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FontTx/>
                  <a:buNone/>
                  <a:defRPr sz="3200" b="1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dirty="0">
                    <a:solidFill>
                      <a:schemeClr val="bg1"/>
                    </a:solidFill>
                  </a:rPr>
                  <a:t>02</a:t>
                </a:r>
              </a:p>
            </p:txBody>
          </p:sp>
        </p:grpSp>
        <p:sp>
          <p:nvSpPr>
            <p:cNvPr id="15" name="Rectangle 14"/>
            <p:cNvSpPr/>
            <p:nvPr/>
          </p:nvSpPr>
          <p:spPr>
            <a:xfrm>
              <a:off x="2282315" y="2890436"/>
              <a:ext cx="6429886" cy="1477328"/>
            </a:xfrm>
            <a:prstGeom prst="rect">
              <a:avLst/>
            </a:prstGeom>
            <a:solidFill>
              <a:srgbClr val="EA71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29920" y="4673763"/>
              <a:ext cx="610637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chemeClr val="bg1"/>
                  </a:solidFill>
                </a:rPr>
                <a:t>git</a:t>
              </a:r>
              <a:r>
                <a:rPr lang="en-US" dirty="0" smtClean="0">
                  <a:solidFill>
                    <a:schemeClr val="bg1"/>
                  </a:solidFill>
                </a:rPr>
                <a:t> clone https://</a:t>
              </a:r>
              <a:r>
                <a:rPr lang="en-US" dirty="0" err="1" smtClean="0">
                  <a:solidFill>
                    <a:schemeClr val="bg1"/>
                  </a:solidFill>
                </a:rPr>
                <a:t>gitlab.dkrz.de</a:t>
              </a:r>
              <a:r>
                <a:rPr lang="en-US" dirty="0" smtClean="0">
                  <a:solidFill>
                    <a:schemeClr val="bg1"/>
                  </a:solidFill>
                </a:rPr>
                <a:t>/</a:t>
              </a:r>
              <a:r>
                <a:rPr lang="en-US" dirty="0" err="1" smtClean="0">
                  <a:solidFill>
                    <a:schemeClr val="bg1"/>
                  </a:solidFill>
                </a:rPr>
                <a:t>esm-tools.de</a:t>
              </a:r>
              <a:r>
                <a:rPr lang="en-US" dirty="0" smtClean="0">
                  <a:solidFill>
                    <a:schemeClr val="bg1"/>
                  </a:solidFill>
                </a:rPr>
                <a:t>/</a:t>
              </a:r>
              <a:r>
                <a:rPr lang="en-US" dirty="0" err="1" smtClean="0">
                  <a:solidFill>
                    <a:schemeClr val="bg1"/>
                  </a:solidFill>
                </a:rPr>
                <a:t>esm-tools.git</a:t>
              </a:r>
              <a:endParaRPr lang="en-US" dirty="0" smtClean="0">
                <a:solidFill>
                  <a:schemeClr val="bg1"/>
                </a:solidFill>
              </a:endParaRPr>
            </a:p>
            <a:p>
              <a:r>
                <a:rPr lang="en-US" dirty="0" smtClean="0">
                  <a:solidFill>
                    <a:schemeClr val="bg1"/>
                  </a:solidFill>
                </a:rPr>
                <a:t>cd 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-tools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./</a:t>
              </a:r>
              <a:r>
                <a:rPr lang="en-US" dirty="0" err="1" smtClean="0">
                  <a:solidFill>
                    <a:schemeClr val="bg1"/>
                  </a:solidFill>
                </a:rPr>
                <a:t>install.sh</a:t>
              </a:r>
              <a:endParaRPr lang="en-US" dirty="0" smtClean="0">
                <a:solidFill>
                  <a:schemeClr val="bg1"/>
                </a:solidFill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="" xmlns:a16="http://schemas.microsoft.com/office/drawing/2014/main" id="{A2C7B1C4-D368-4D0F-9B3B-CD19CA3A7CF9}"/>
                </a:ext>
              </a:extLst>
            </p:cNvPr>
            <p:cNvGrpSpPr/>
            <p:nvPr/>
          </p:nvGrpSpPr>
          <p:grpSpPr>
            <a:xfrm>
              <a:off x="783487" y="4394348"/>
              <a:ext cx="1476315" cy="1482383"/>
              <a:chOff x="5580109" y="1852963"/>
              <a:chExt cx="1152131" cy="1152128"/>
            </a:xfrm>
            <a:solidFill>
              <a:schemeClr val="accent1"/>
            </a:solidFill>
          </p:grpSpPr>
          <p:sp>
            <p:nvSpPr>
              <p:cNvPr id="19" name="Rectangle 10">
                <a:extLst>
                  <a:ext uri="{FF2B5EF4-FFF2-40B4-BE49-F238E27FC236}">
                    <a16:creationId xmlns="" xmlns:a16="http://schemas.microsoft.com/office/drawing/2014/main" id="{436F92B2-7F5E-4FE3-A647-414B84E2D2E4}"/>
                  </a:ext>
                </a:extLst>
              </p:cNvPr>
              <p:cNvSpPr/>
              <p:nvPr/>
            </p:nvSpPr>
            <p:spPr>
              <a:xfrm>
                <a:off x="5580109" y="1852963"/>
                <a:ext cx="1152128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1152128" h="1152128">
                    <a:moveTo>
                      <a:pt x="99671" y="0"/>
                    </a:moveTo>
                    <a:lnTo>
                      <a:pt x="1152128" y="0"/>
                    </a:lnTo>
                    <a:lnTo>
                      <a:pt x="1152128" y="1152128"/>
                    </a:lnTo>
                    <a:lnTo>
                      <a:pt x="0" y="1152128"/>
                    </a:lnTo>
                    <a:lnTo>
                      <a:pt x="0" y="103999"/>
                    </a:lnTo>
                    <a:lnTo>
                      <a:pt x="125263" y="229261"/>
                    </a:lnTo>
                    <a:lnTo>
                      <a:pt x="74346" y="280179"/>
                    </a:lnTo>
                    <a:lnTo>
                      <a:pt x="278015" y="280179"/>
                    </a:lnTo>
                    <a:lnTo>
                      <a:pt x="278015" y="76509"/>
                    </a:lnTo>
                    <a:lnTo>
                      <a:pt x="227098" y="127427"/>
                    </a:lnTo>
                    <a:close/>
                  </a:path>
                </a:pathLst>
              </a:custGeom>
              <a:solidFill>
                <a:srgbClr val="96C1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 Placeholder 12">
                <a:extLst>
                  <a:ext uri="{FF2B5EF4-FFF2-40B4-BE49-F238E27FC236}">
                    <a16:creationId xmlns="" xmlns:a16="http://schemas.microsoft.com/office/drawing/2014/main" id="{BDD79654-A047-48CB-831F-111A15E94D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97865" y="2638066"/>
                <a:ext cx="1134375" cy="314666"/>
              </a:xfrm>
              <a:prstGeom prst="rect">
                <a:avLst/>
              </a:prstGeom>
              <a:noFill/>
            </p:spPr>
            <p:txBody>
              <a:bodyPr lIns="0" tIns="0" rIns="0" bIns="0" anchor="ctr"/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FontTx/>
                  <a:buNone/>
                  <a:defRPr sz="3200" b="1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dirty="0">
                    <a:solidFill>
                      <a:schemeClr val="bg1"/>
                    </a:solidFill>
                  </a:rPr>
                  <a:t>03</a:t>
                </a: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2313402" y="3167435"/>
              <a:ext cx="610637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chemeClr val="bg1"/>
                  </a:solidFill>
                </a:rPr>
                <a:t>git</a:t>
              </a:r>
              <a:r>
                <a:rPr lang="en-US" dirty="0" smtClean="0">
                  <a:solidFill>
                    <a:schemeClr val="bg1"/>
                  </a:solidFill>
                </a:rPr>
                <a:t> clone https://gitlab.dkrz.de/esm-tools.de/esm-master.git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cd 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-master; make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make get-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-tools</a:t>
              </a:r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28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 txBox="1">
            <a:spLocks/>
          </p:cNvSpPr>
          <p:nvPr/>
        </p:nvSpPr>
        <p:spPr>
          <a:xfrm>
            <a:off x="636607" y="985490"/>
            <a:ext cx="11191876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Three possible ways: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25824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8441" y="285581"/>
            <a:ext cx="11573197" cy="724247"/>
          </a:xfrm>
          <a:prstGeom prst="rect">
            <a:avLst/>
          </a:prstGeom>
        </p:spPr>
        <p:txBody>
          <a:bodyPr/>
          <a:lstStyle/>
          <a:p>
            <a:r>
              <a:rPr lang="en-US" sz="4800" dirty="0" err="1" smtClean="0"/>
              <a:t>esm-runscripts</a:t>
            </a:r>
            <a:r>
              <a:rPr lang="en-US" sz="4800" dirty="0" smtClean="0"/>
              <a:t> - folder layout</a:t>
            </a:r>
            <a:endParaRPr lang="en-US" sz="4800" dirty="0"/>
          </a:p>
        </p:txBody>
      </p:sp>
      <p:sp>
        <p:nvSpPr>
          <p:cNvPr id="6" name="Rectangle 5"/>
          <p:cNvSpPr/>
          <p:nvPr/>
        </p:nvSpPr>
        <p:spPr>
          <a:xfrm>
            <a:off x="709621" y="1375388"/>
            <a:ext cx="1993556" cy="37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esm-runscripts</a:t>
            </a:r>
            <a:endParaRPr lang="en-US" dirty="0"/>
          </a:p>
        </p:txBody>
      </p:sp>
      <p:sp>
        <p:nvSpPr>
          <p:cNvPr id="83" name="Rectangle 82"/>
          <p:cNvSpPr/>
          <p:nvPr/>
        </p:nvSpPr>
        <p:spPr>
          <a:xfrm>
            <a:off x="1146226" y="2229974"/>
            <a:ext cx="1556951" cy="37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functions</a:t>
            </a:r>
            <a:endParaRPr lang="en-US" sz="1400" dirty="0"/>
          </a:p>
        </p:txBody>
      </p:sp>
      <p:sp>
        <p:nvSpPr>
          <p:cNvPr id="84" name="Rectangle 83"/>
          <p:cNvSpPr/>
          <p:nvPr/>
        </p:nvSpPr>
        <p:spPr>
          <a:xfrm>
            <a:off x="3154199" y="2229974"/>
            <a:ext cx="1556951" cy="37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namelists</a:t>
            </a:r>
            <a:endParaRPr lang="en-US" sz="1400" dirty="0"/>
          </a:p>
        </p:txBody>
      </p:sp>
      <p:sp>
        <p:nvSpPr>
          <p:cNvPr id="85" name="Rectangle 84"/>
          <p:cNvSpPr/>
          <p:nvPr/>
        </p:nvSpPr>
        <p:spPr>
          <a:xfrm>
            <a:off x="6117762" y="2236389"/>
            <a:ext cx="1556951" cy="370702"/>
          </a:xfrm>
          <a:prstGeom prst="rect">
            <a:avLst/>
          </a:prstGeom>
          <a:solidFill>
            <a:srgbClr val="E21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runscripts</a:t>
            </a:r>
            <a:endParaRPr lang="en-US" sz="1400" dirty="0"/>
          </a:p>
        </p:txBody>
      </p:sp>
      <p:sp>
        <p:nvSpPr>
          <p:cNvPr id="87" name="Rectangle 86"/>
          <p:cNvSpPr/>
          <p:nvPr/>
        </p:nvSpPr>
        <p:spPr>
          <a:xfrm>
            <a:off x="3675243" y="3248845"/>
            <a:ext cx="852617" cy="37070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fesom</a:t>
            </a:r>
            <a:endParaRPr lang="en-US" sz="1400" dirty="0"/>
          </a:p>
        </p:txBody>
      </p:sp>
      <p:sp>
        <p:nvSpPr>
          <p:cNvPr id="88" name="Rectangle 87"/>
          <p:cNvSpPr/>
          <p:nvPr/>
        </p:nvSpPr>
        <p:spPr>
          <a:xfrm>
            <a:off x="2727891" y="3248845"/>
            <a:ext cx="852617" cy="37070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echam</a:t>
            </a:r>
            <a:endParaRPr lang="en-US" sz="1400" dirty="0"/>
          </a:p>
        </p:txBody>
      </p:sp>
      <p:cxnSp>
        <p:nvCxnSpPr>
          <p:cNvPr id="8" name="Straight Connector 7"/>
          <p:cNvCxnSpPr>
            <a:stCxn id="6" idx="2"/>
            <a:endCxn id="83" idx="0"/>
          </p:cNvCxnSpPr>
          <p:nvPr/>
        </p:nvCxnSpPr>
        <p:spPr>
          <a:xfrm>
            <a:off x="1706399" y="1746090"/>
            <a:ext cx="218303" cy="4838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6" idx="2"/>
            <a:endCxn id="84" idx="0"/>
          </p:cNvCxnSpPr>
          <p:nvPr/>
        </p:nvCxnSpPr>
        <p:spPr>
          <a:xfrm>
            <a:off x="1706399" y="1746090"/>
            <a:ext cx="2226276" cy="4838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6" idx="2"/>
            <a:endCxn id="85" idx="0"/>
          </p:cNvCxnSpPr>
          <p:nvPr/>
        </p:nvCxnSpPr>
        <p:spPr>
          <a:xfrm>
            <a:off x="1706399" y="1746090"/>
            <a:ext cx="5189839" cy="4902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87" idx="0"/>
            <a:endCxn id="84" idx="2"/>
          </p:cNvCxnSpPr>
          <p:nvPr/>
        </p:nvCxnSpPr>
        <p:spPr>
          <a:xfrm flipH="1" flipV="1">
            <a:off x="3932675" y="2600676"/>
            <a:ext cx="168877" cy="648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88" idx="0"/>
            <a:endCxn id="84" idx="2"/>
          </p:cNvCxnSpPr>
          <p:nvPr/>
        </p:nvCxnSpPr>
        <p:spPr>
          <a:xfrm flipV="1">
            <a:off x="3154200" y="2600676"/>
            <a:ext cx="778475" cy="648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486033" y="4489622"/>
            <a:ext cx="238897" cy="238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/>
          <p:cNvSpPr txBox="1"/>
          <p:nvPr/>
        </p:nvSpPr>
        <p:spPr>
          <a:xfrm>
            <a:off x="764059" y="4455181"/>
            <a:ext cx="1655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ESM-Tools</a:t>
            </a:r>
            <a:endParaRPr lang="en-US" sz="1400" dirty="0"/>
          </a:p>
        </p:txBody>
      </p:sp>
      <p:sp>
        <p:nvSpPr>
          <p:cNvPr id="113" name="Rectangle 112"/>
          <p:cNvSpPr/>
          <p:nvPr/>
        </p:nvSpPr>
        <p:spPr>
          <a:xfrm>
            <a:off x="486033" y="4826230"/>
            <a:ext cx="238897" cy="238897"/>
          </a:xfrm>
          <a:prstGeom prst="rect">
            <a:avLst/>
          </a:prstGeom>
          <a:solidFill>
            <a:srgbClr val="96C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764059" y="4791789"/>
            <a:ext cx="1655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Model</a:t>
            </a:r>
            <a:endParaRPr lang="en-US" sz="1400" dirty="0"/>
          </a:p>
        </p:txBody>
      </p:sp>
      <p:sp>
        <p:nvSpPr>
          <p:cNvPr id="115" name="Rectangle 114"/>
          <p:cNvSpPr/>
          <p:nvPr/>
        </p:nvSpPr>
        <p:spPr>
          <a:xfrm>
            <a:off x="486033" y="5181372"/>
            <a:ext cx="238897" cy="238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/>
          <p:cNvSpPr txBox="1"/>
          <p:nvPr/>
        </p:nvSpPr>
        <p:spPr>
          <a:xfrm>
            <a:off x="764059" y="5146931"/>
            <a:ext cx="1655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Coupled setup</a:t>
            </a:r>
            <a:endParaRPr lang="en-US" sz="1400" dirty="0"/>
          </a:p>
        </p:txBody>
      </p:sp>
      <p:sp>
        <p:nvSpPr>
          <p:cNvPr id="117" name="Rectangle 116"/>
          <p:cNvSpPr/>
          <p:nvPr/>
        </p:nvSpPr>
        <p:spPr>
          <a:xfrm>
            <a:off x="486033" y="5536514"/>
            <a:ext cx="238897" cy="238897"/>
          </a:xfrm>
          <a:prstGeom prst="rect">
            <a:avLst/>
          </a:prstGeom>
          <a:solidFill>
            <a:srgbClr val="EA71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/>
          <p:cNvSpPr txBox="1"/>
          <p:nvPr/>
        </p:nvSpPr>
        <p:spPr>
          <a:xfrm>
            <a:off x="764059" y="5502073"/>
            <a:ext cx="2028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Model version</a:t>
            </a:r>
            <a:endParaRPr lang="en-US" sz="1400" dirty="0"/>
          </a:p>
        </p:txBody>
      </p:sp>
      <p:sp>
        <p:nvSpPr>
          <p:cNvPr id="119" name="Rectangle 118"/>
          <p:cNvSpPr/>
          <p:nvPr/>
        </p:nvSpPr>
        <p:spPr>
          <a:xfrm>
            <a:off x="748379" y="3248845"/>
            <a:ext cx="836142" cy="370702"/>
          </a:xfrm>
          <a:prstGeom prst="rect">
            <a:avLst/>
          </a:prstGeom>
          <a:solidFill>
            <a:srgbClr val="E21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all</a:t>
            </a:r>
            <a:endParaRPr lang="en-US" sz="1400" dirty="0" smtClean="0"/>
          </a:p>
        </p:txBody>
      </p:sp>
      <p:cxnSp>
        <p:nvCxnSpPr>
          <p:cNvPr id="120" name="Straight Connector 119"/>
          <p:cNvCxnSpPr>
            <a:stCxn id="119" idx="0"/>
            <a:endCxn id="83" idx="2"/>
          </p:cNvCxnSpPr>
          <p:nvPr/>
        </p:nvCxnSpPr>
        <p:spPr>
          <a:xfrm flipV="1">
            <a:off x="1166450" y="2600676"/>
            <a:ext cx="758252" cy="648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Picture 1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3080058" y="3836703"/>
            <a:ext cx="852617" cy="370702"/>
          </a:xfrm>
          <a:prstGeom prst="rect">
            <a:avLst/>
          </a:prstGeom>
          <a:solidFill>
            <a:srgbClr val="E765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6.302p4</a:t>
            </a:r>
            <a:endParaRPr lang="en-US" sz="1400" dirty="0"/>
          </a:p>
        </p:txBody>
      </p:sp>
      <p:sp>
        <p:nvSpPr>
          <p:cNvPr id="47" name="Rectangle 46"/>
          <p:cNvSpPr/>
          <p:nvPr/>
        </p:nvSpPr>
        <p:spPr>
          <a:xfrm>
            <a:off x="4180186" y="3836703"/>
            <a:ext cx="852617" cy="370702"/>
          </a:xfrm>
          <a:prstGeom prst="rect">
            <a:avLst/>
          </a:prstGeom>
          <a:solidFill>
            <a:srgbClr val="EA71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6.304p1</a:t>
            </a:r>
            <a:endParaRPr lang="en-US" sz="1400" dirty="0"/>
          </a:p>
        </p:txBody>
      </p:sp>
      <p:sp>
        <p:nvSpPr>
          <p:cNvPr id="48" name="Rectangle 47"/>
          <p:cNvSpPr/>
          <p:nvPr/>
        </p:nvSpPr>
        <p:spPr>
          <a:xfrm>
            <a:off x="3580507" y="4415414"/>
            <a:ext cx="852617" cy="370702"/>
          </a:xfrm>
          <a:prstGeom prst="rect">
            <a:avLst/>
          </a:prstGeom>
          <a:solidFill>
            <a:srgbClr val="00A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PI-CTRL</a:t>
            </a:r>
            <a:endParaRPr lang="en-US" sz="1200" dirty="0"/>
          </a:p>
        </p:txBody>
      </p:sp>
      <p:sp>
        <p:nvSpPr>
          <p:cNvPr id="49" name="Rectangle 48"/>
          <p:cNvSpPr/>
          <p:nvPr/>
        </p:nvSpPr>
        <p:spPr>
          <a:xfrm>
            <a:off x="4606494" y="4415414"/>
            <a:ext cx="852617" cy="370702"/>
          </a:xfrm>
          <a:prstGeom prst="rect">
            <a:avLst/>
          </a:prstGeom>
          <a:solidFill>
            <a:srgbClr val="00A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smtClean="0"/>
              <a:t>HIST</a:t>
            </a:r>
            <a:endParaRPr lang="en-US" sz="1200" dirty="0"/>
          </a:p>
        </p:txBody>
      </p:sp>
      <p:sp>
        <p:nvSpPr>
          <p:cNvPr id="50" name="Rectangle 49"/>
          <p:cNvSpPr/>
          <p:nvPr/>
        </p:nvSpPr>
        <p:spPr>
          <a:xfrm>
            <a:off x="5643896" y="4415414"/>
            <a:ext cx="852617" cy="370702"/>
          </a:xfrm>
          <a:prstGeom prst="rect">
            <a:avLst/>
          </a:prstGeom>
          <a:solidFill>
            <a:srgbClr val="00A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PALEO</a:t>
            </a:r>
            <a:endParaRPr lang="en-US" sz="1200" dirty="0"/>
          </a:p>
        </p:txBody>
      </p:sp>
      <p:cxnSp>
        <p:nvCxnSpPr>
          <p:cNvPr id="51" name="Straight Connector 50"/>
          <p:cNvCxnSpPr>
            <a:stCxn id="45" idx="0"/>
          </p:cNvCxnSpPr>
          <p:nvPr/>
        </p:nvCxnSpPr>
        <p:spPr>
          <a:xfrm flipV="1">
            <a:off x="3506367" y="3608925"/>
            <a:ext cx="581519" cy="227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87" idx="2"/>
            <a:endCxn id="47" idx="0"/>
          </p:cNvCxnSpPr>
          <p:nvPr/>
        </p:nvCxnSpPr>
        <p:spPr>
          <a:xfrm>
            <a:off x="4101552" y="3619547"/>
            <a:ext cx="504943" cy="217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47" idx="2"/>
            <a:endCxn id="49" idx="0"/>
          </p:cNvCxnSpPr>
          <p:nvPr/>
        </p:nvCxnSpPr>
        <p:spPr>
          <a:xfrm>
            <a:off x="4606495" y="4207405"/>
            <a:ext cx="426308" cy="2080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47" idx="2"/>
            <a:endCxn id="48" idx="0"/>
          </p:cNvCxnSpPr>
          <p:nvPr/>
        </p:nvCxnSpPr>
        <p:spPr>
          <a:xfrm flipH="1">
            <a:off x="4006816" y="4207405"/>
            <a:ext cx="599679" cy="2080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50" idx="0"/>
            <a:endCxn id="47" idx="2"/>
          </p:cNvCxnSpPr>
          <p:nvPr/>
        </p:nvCxnSpPr>
        <p:spPr>
          <a:xfrm flipH="1" flipV="1">
            <a:off x="4606495" y="4207405"/>
            <a:ext cx="1463710" cy="2080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6385677" y="3248845"/>
            <a:ext cx="852617" cy="37070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echam</a:t>
            </a:r>
            <a:endParaRPr lang="en-US" sz="1400" dirty="0"/>
          </a:p>
        </p:txBody>
      </p:sp>
      <p:sp>
        <p:nvSpPr>
          <p:cNvPr id="66" name="Rectangle 65"/>
          <p:cNvSpPr/>
          <p:nvPr/>
        </p:nvSpPr>
        <p:spPr>
          <a:xfrm>
            <a:off x="7625658" y="3248845"/>
            <a:ext cx="852617" cy="37070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fesom</a:t>
            </a:r>
            <a:endParaRPr lang="en-US" sz="1400" dirty="0"/>
          </a:p>
        </p:txBody>
      </p:sp>
      <p:sp>
        <p:nvSpPr>
          <p:cNvPr id="67" name="Rectangle 66"/>
          <p:cNvSpPr/>
          <p:nvPr/>
        </p:nvSpPr>
        <p:spPr>
          <a:xfrm>
            <a:off x="8865639" y="3248845"/>
            <a:ext cx="852617" cy="370702"/>
          </a:xfrm>
          <a:prstGeom prst="rect">
            <a:avLst/>
          </a:prstGeom>
          <a:solidFill>
            <a:srgbClr val="AB4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awicm</a:t>
            </a:r>
            <a:endParaRPr lang="en-US" sz="1400" dirty="0"/>
          </a:p>
        </p:txBody>
      </p:sp>
      <p:cxnSp>
        <p:nvCxnSpPr>
          <p:cNvPr id="68" name="Straight Connector 67"/>
          <p:cNvCxnSpPr>
            <a:stCxn id="66" idx="0"/>
            <a:endCxn id="85" idx="2"/>
          </p:cNvCxnSpPr>
          <p:nvPr/>
        </p:nvCxnSpPr>
        <p:spPr>
          <a:xfrm flipH="1" flipV="1">
            <a:off x="6896238" y="2607091"/>
            <a:ext cx="1155729" cy="6417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67" idx="0"/>
          </p:cNvCxnSpPr>
          <p:nvPr/>
        </p:nvCxnSpPr>
        <p:spPr>
          <a:xfrm flipH="1" flipV="1">
            <a:off x="6896237" y="2600676"/>
            <a:ext cx="2395711" cy="648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5" idx="0"/>
            <a:endCxn id="85" idx="2"/>
          </p:cNvCxnSpPr>
          <p:nvPr/>
        </p:nvCxnSpPr>
        <p:spPr>
          <a:xfrm flipV="1">
            <a:off x="6811986" y="2607091"/>
            <a:ext cx="84252" cy="6417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9916154" y="2229974"/>
            <a:ext cx="1556951" cy="37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testing</a:t>
            </a:r>
            <a:endParaRPr lang="en-US" sz="1400" dirty="0"/>
          </a:p>
        </p:txBody>
      </p:sp>
      <p:cxnSp>
        <p:nvCxnSpPr>
          <p:cNvPr id="95" name="Straight Connector 94"/>
          <p:cNvCxnSpPr/>
          <p:nvPr/>
        </p:nvCxnSpPr>
        <p:spPr>
          <a:xfrm>
            <a:off x="1706399" y="1761553"/>
            <a:ext cx="8988231" cy="4838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486033" y="5900801"/>
            <a:ext cx="238897" cy="23889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764059" y="5866360"/>
            <a:ext cx="1655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Scenario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27917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3245" y="1104181"/>
            <a:ext cx="10515600" cy="4925683"/>
          </a:xfrm>
          <a:prstGeom prst="rect">
            <a:avLst/>
          </a:prstGeom>
          <a:solidFill>
            <a:srgbClr val="96C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607" y="241631"/>
            <a:ext cx="11191876" cy="724247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/>
              <a:t>Subfolder: </a:t>
            </a:r>
            <a:r>
              <a:rPr lang="en-US" sz="3600" dirty="0" err="1" smtClean="0"/>
              <a:t>esm-runscripts</a:t>
            </a:r>
            <a:r>
              <a:rPr lang="en-US" sz="3600" dirty="0" smtClean="0"/>
              <a:t>/</a:t>
            </a:r>
            <a:r>
              <a:rPr lang="en-US" sz="3600" dirty="0" err="1" smtClean="0"/>
              <a:t>runscripts</a:t>
            </a:r>
            <a:r>
              <a:rPr lang="en-US" sz="3600" dirty="0" smtClean="0"/>
              <a:t>/</a:t>
            </a:r>
            <a:r>
              <a:rPr lang="en-US" sz="3600" dirty="0" err="1" smtClean="0"/>
              <a:t>awicm</a:t>
            </a:r>
            <a:endParaRPr lang="en-US" sz="36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2309" y="11041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799E2E3-41C3-4C47-87EA-02219D3E7EF4}"/>
              </a:ext>
            </a:extLst>
          </p:cNvPr>
          <p:cNvSpPr txBox="1"/>
          <p:nvPr/>
        </p:nvSpPr>
        <p:spPr>
          <a:xfrm>
            <a:off x="1138459" y="1388528"/>
            <a:ext cx="98981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The subfolder </a:t>
            </a:r>
            <a:r>
              <a:rPr lang="en-US" altLang="ko-KR" dirty="0" err="1" smtClean="0">
                <a:solidFill>
                  <a:schemeClr val="bg1"/>
                </a:solidFill>
                <a:cs typeface="Arial" pitchFamily="34" charset="0"/>
              </a:rPr>
              <a:t>runscripts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 contains a collection of example </a:t>
            </a:r>
            <a:r>
              <a:rPr lang="en-US" altLang="ko-KR" dirty="0" err="1" smtClean="0">
                <a:solidFill>
                  <a:schemeClr val="bg1"/>
                </a:solidFill>
                <a:cs typeface="Arial" pitchFamily="34" charset="0"/>
              </a:rPr>
              <a:t>runscripts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, which have worked at some time at should in principle still be functional.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These need to be adapted, e.g. user defined paths, account information etc. need to be changed.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u="sng" dirty="0" smtClean="0">
                <a:solidFill>
                  <a:schemeClr val="bg1"/>
                </a:solidFill>
                <a:cs typeface="Arial" pitchFamily="34" charset="0"/>
              </a:rPr>
              <a:t>Best practice: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 Copy one of the </a:t>
            </a:r>
            <a:r>
              <a:rPr lang="en-US" altLang="ko-KR" dirty="0" err="1" smtClean="0">
                <a:solidFill>
                  <a:schemeClr val="bg1"/>
                </a:solidFill>
                <a:cs typeface="Arial" pitchFamily="34" charset="0"/>
              </a:rPr>
              <a:t>runscripts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 somewhere else, and edit and run from there, not in this folder.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153" y="3496472"/>
            <a:ext cx="8447330" cy="261509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098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3245" y="1104181"/>
            <a:ext cx="10515600" cy="4925683"/>
          </a:xfrm>
          <a:prstGeom prst="rect">
            <a:avLst/>
          </a:prstGeom>
          <a:solidFill>
            <a:srgbClr val="EA71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2309" y="241631"/>
            <a:ext cx="11466174" cy="724247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Subfolder: </a:t>
            </a:r>
            <a:r>
              <a:rPr lang="en-US" sz="3200" dirty="0" err="1" smtClean="0"/>
              <a:t>esm-runscripts</a:t>
            </a:r>
            <a:r>
              <a:rPr lang="en-US" sz="3200" dirty="0" smtClean="0"/>
              <a:t>/</a:t>
            </a:r>
            <a:r>
              <a:rPr lang="en-US" sz="3200" dirty="0" err="1" smtClean="0"/>
              <a:t>namelists</a:t>
            </a:r>
            <a:r>
              <a:rPr lang="en-US" sz="3200" dirty="0" smtClean="0"/>
              <a:t>/</a:t>
            </a:r>
            <a:r>
              <a:rPr lang="en-US" sz="3200" dirty="0" err="1" smtClean="0"/>
              <a:t>echam</a:t>
            </a:r>
            <a:r>
              <a:rPr lang="en-US" sz="3200" dirty="0" smtClean="0"/>
              <a:t>/6.304p1/PI-CTRL</a:t>
            </a:r>
            <a:endParaRPr lang="en-US" sz="32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2309" y="11041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799E2E3-41C3-4C47-87EA-02219D3E7EF4}"/>
              </a:ext>
            </a:extLst>
          </p:cNvPr>
          <p:cNvSpPr txBox="1"/>
          <p:nvPr/>
        </p:nvSpPr>
        <p:spPr>
          <a:xfrm>
            <a:off x="5916403" y="1536312"/>
            <a:ext cx="5081109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Default </a:t>
            </a:r>
            <a:r>
              <a:rPr lang="en-US" altLang="ko-KR" dirty="0" err="1" smtClean="0">
                <a:solidFill>
                  <a:schemeClr val="bg1"/>
                </a:solidFill>
                <a:cs typeface="Arial" pitchFamily="34" charset="0"/>
              </a:rPr>
              <a:t>namelists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 are sorted in a certain way:</a:t>
            </a:r>
          </a:p>
          <a:p>
            <a:endParaRPr lang="en-US" altLang="ko-KR" dirty="0" smtClean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6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model / version / scenario / resolution</a:t>
            </a:r>
          </a:p>
          <a:p>
            <a:endParaRPr lang="en-US" altLang="ko-KR" dirty="0" smtClean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(those that apply)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 err="1" smtClean="0">
                <a:solidFill>
                  <a:schemeClr val="bg1"/>
                </a:solidFill>
                <a:cs typeface="Arial" pitchFamily="34" charset="0"/>
              </a:rPr>
              <a:t>Namelists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 changes can be applied in a number of ways </a:t>
            </a:r>
            <a:r>
              <a:rPr lang="mr-IN" altLang="ko-KR" dirty="0" smtClean="0">
                <a:solidFill>
                  <a:schemeClr val="bg1"/>
                </a:solidFill>
                <a:cs typeface="Arial" pitchFamily="34" charset="0"/>
              </a:rPr>
              <a:t>–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 by changing the default file, by defining a different </a:t>
            </a:r>
            <a:r>
              <a:rPr lang="en-US" altLang="ko-KR" dirty="0" err="1" smtClean="0">
                <a:solidFill>
                  <a:schemeClr val="bg1"/>
                </a:solidFill>
                <a:cs typeface="Arial" pitchFamily="34" charset="0"/>
              </a:rPr>
              <a:t>namelist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, or by defining changes directly from the </a:t>
            </a:r>
            <a:r>
              <a:rPr lang="en-US" altLang="ko-KR" dirty="0" err="1" smtClean="0">
                <a:solidFill>
                  <a:schemeClr val="bg1"/>
                </a:solidFill>
                <a:cs typeface="Arial" pitchFamily="34" charset="0"/>
              </a:rPr>
              <a:t>runscript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Best practice: Small changes from the </a:t>
            </a:r>
            <a:r>
              <a:rPr lang="en-US" altLang="ko-KR" dirty="0" err="1" smtClean="0">
                <a:solidFill>
                  <a:schemeClr val="bg1"/>
                </a:solidFill>
                <a:cs typeface="Arial" pitchFamily="34" charset="0"/>
              </a:rPr>
              <a:t>runscript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, bigger changes in a new file NOT in this folder.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28" y="1288847"/>
            <a:ext cx="4474157" cy="1518148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41" y="2618172"/>
            <a:ext cx="3435059" cy="324860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0497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3245" y="1104181"/>
            <a:ext cx="10515600" cy="4925683"/>
          </a:xfrm>
          <a:prstGeom prst="rect">
            <a:avLst/>
          </a:prstGeom>
          <a:solidFill>
            <a:srgbClr val="00A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607" y="241631"/>
            <a:ext cx="11191876" cy="724247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/>
              <a:t>Subfolder: </a:t>
            </a:r>
            <a:r>
              <a:rPr lang="en-US" sz="3600" dirty="0" err="1" smtClean="0"/>
              <a:t>esm-runscripts</a:t>
            </a:r>
            <a:r>
              <a:rPr lang="en-US" sz="3600" dirty="0" smtClean="0"/>
              <a:t>/functions</a:t>
            </a:r>
            <a:endParaRPr lang="en-US" sz="36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2309" y="11041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799E2E3-41C3-4C47-87EA-02219D3E7EF4}"/>
              </a:ext>
            </a:extLst>
          </p:cNvPr>
          <p:cNvSpPr txBox="1"/>
          <p:nvPr/>
        </p:nvSpPr>
        <p:spPr>
          <a:xfrm>
            <a:off x="1084991" y="1228550"/>
            <a:ext cx="454564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solidFill>
                  <a:schemeClr val="bg1"/>
                </a:solidFill>
                <a:cs typeface="Arial" pitchFamily="34" charset="0"/>
              </a:rPr>
              <a:t>esm-runscripts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/functions contains dozens of SHELL and PYTHON functions, sorted into folders. A special folder is 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		</a:t>
            </a:r>
            <a:r>
              <a:rPr lang="en-US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all</a:t>
            </a: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that contains links to all functions. all is setup by the script </a:t>
            </a:r>
            <a:r>
              <a:rPr lang="en-US" altLang="ko-KR" dirty="0" err="1" smtClean="0">
                <a:solidFill>
                  <a:schemeClr val="bg1"/>
                </a:solidFill>
                <a:cs typeface="Arial" pitchFamily="34" charset="0"/>
              </a:rPr>
              <a:t>set_links.sh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mr-IN" altLang="ko-KR" dirty="0" smtClean="0">
                <a:solidFill>
                  <a:schemeClr val="bg1"/>
                </a:solidFill>
                <a:cs typeface="Arial" pitchFamily="34" charset="0"/>
              </a:rPr>
              <a:t>–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 if something goes missing, it is save to remove </a:t>
            </a: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	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	</a:t>
            </a: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   </a:t>
            </a:r>
            <a:r>
              <a:rPr lang="en-US" altLang="ko-KR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esm-runscripts</a:t>
            </a:r>
            <a:r>
              <a:rPr lang="en-US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/functions/all</a:t>
            </a:r>
          </a:p>
          <a:p>
            <a:endParaRPr lang="en-US" altLang="ko-KR" dirty="0" smtClean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and then call </a:t>
            </a: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	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	</a:t>
            </a:r>
          </a:p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	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./</a:t>
            </a:r>
            <a:r>
              <a:rPr lang="en-US" altLang="ko-KR" dirty="0" err="1" smtClean="0">
                <a:solidFill>
                  <a:schemeClr val="bg1"/>
                </a:solidFill>
                <a:cs typeface="Arial" pitchFamily="34" charset="0"/>
              </a:rPr>
              <a:t>set_links.sh</a:t>
            </a:r>
            <a:endParaRPr lang="en-US" altLang="ko-KR" dirty="0" smtClean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639" y="2182462"/>
            <a:ext cx="5533653" cy="2921166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2462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3245" y="1104181"/>
            <a:ext cx="10515600" cy="4925683"/>
          </a:xfrm>
          <a:prstGeom prst="rect">
            <a:avLst/>
          </a:prstGeom>
          <a:solidFill>
            <a:srgbClr val="AB4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2309" y="241631"/>
            <a:ext cx="11466174" cy="724247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functions you can edit</a:t>
            </a:r>
            <a:endParaRPr lang="en-US" sz="32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2309" y="11041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799E2E3-41C3-4C47-87EA-02219D3E7EF4}"/>
              </a:ext>
            </a:extLst>
          </p:cNvPr>
          <p:cNvSpPr txBox="1"/>
          <p:nvPr/>
        </p:nvSpPr>
        <p:spPr>
          <a:xfrm>
            <a:off x="6359611" y="1536312"/>
            <a:ext cx="46379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You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can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/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sometimes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need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to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modify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some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of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the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functions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.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It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is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quite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safe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to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edit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model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/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setup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/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machine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functions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. </a:t>
            </a:r>
          </a:p>
          <a:p>
            <a:endParaRPr lang="de-DE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These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are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named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in a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certain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way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, e.g.:</a:t>
            </a:r>
          </a:p>
          <a:p>
            <a:endParaRPr lang="de-DE" altLang="ko-KR" dirty="0">
              <a:solidFill>
                <a:schemeClr val="bg1"/>
              </a:solidFill>
              <a:cs typeface="Arial" pitchFamily="34" charset="0"/>
            </a:endParaRPr>
          </a:p>
          <a:p>
            <a:pPr algn="ctr"/>
            <a:r>
              <a:rPr lang="de-DE" altLang="ko-KR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echam_set_defaults</a:t>
            </a:r>
            <a:endParaRPr lang="de-DE" altLang="ko-KR" dirty="0" smtClean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  <a:p>
            <a:pPr algn="ctr"/>
            <a:r>
              <a:rPr lang="de-DE" altLang="ko-KR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echam_prepare_forcings</a:t>
            </a:r>
            <a:endParaRPr lang="de-DE" altLang="ko-KR" dirty="0" smtClean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  <a:p>
            <a:pPr algn="ctr"/>
            <a:r>
              <a:rPr lang="de-DE" altLang="ko-KR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echam_cleanup</a:t>
            </a:r>
            <a:endParaRPr lang="de-DE" altLang="ko-KR" dirty="0" smtClean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  <a:p>
            <a:pPr algn="ctr"/>
            <a:endParaRPr lang="de-DE" altLang="ko-KR" dirty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  <a:p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These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are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called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automatically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from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the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general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functions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.</a:t>
            </a:r>
          </a:p>
          <a:p>
            <a:endParaRPr lang="de-DE" altLang="ko-KR" dirty="0">
              <a:solidFill>
                <a:schemeClr val="bg1"/>
              </a:solidFill>
              <a:ea typeface="Andale Mono" charset="0"/>
              <a:cs typeface="Andale Mono" charset="0"/>
            </a:endParaRPr>
          </a:p>
          <a:p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This will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be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much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nicer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once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we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release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the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python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version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.</a:t>
            </a:r>
            <a:endParaRPr lang="en-US" altLang="ko-KR" dirty="0">
              <a:solidFill>
                <a:schemeClr val="bg1"/>
              </a:solidFill>
              <a:ea typeface="Andale Mono" charset="0"/>
              <a:cs typeface="Andale Mono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62" y="1417432"/>
            <a:ext cx="5148334" cy="4827181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2641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3245" y="1104181"/>
            <a:ext cx="10515600" cy="4925683"/>
          </a:xfrm>
          <a:prstGeom prst="rect">
            <a:avLst/>
          </a:prstGeom>
          <a:solidFill>
            <a:srgbClr val="E21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2309" y="241631"/>
            <a:ext cx="11466174" cy="724247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functions you shouldn’t edit</a:t>
            </a:r>
            <a:endParaRPr lang="en-US" sz="32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2309" y="11041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799E2E3-41C3-4C47-87EA-02219D3E7EF4}"/>
              </a:ext>
            </a:extLst>
          </p:cNvPr>
          <p:cNvSpPr txBox="1"/>
          <p:nvPr/>
        </p:nvSpPr>
        <p:spPr>
          <a:xfrm>
            <a:off x="1120346" y="1415065"/>
            <a:ext cx="97690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Some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functions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have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grown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for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a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long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while,becoming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more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and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more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abstract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and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difficult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to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change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.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Especially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,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these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are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the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ones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starting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with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</a:p>
          <a:p>
            <a:endParaRPr lang="de-DE" altLang="ko-KR" dirty="0">
              <a:solidFill>
                <a:schemeClr val="bg1"/>
              </a:solidFill>
              <a:ea typeface="Andale Mono" charset="0"/>
              <a:cs typeface="Arial" pitchFamily="34" charset="0"/>
            </a:endParaRPr>
          </a:p>
          <a:p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	            </a:t>
            </a:r>
            <a:r>
              <a:rPr lang="de-DE" altLang="ko-KR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general</a:t>
            </a:r>
            <a:r>
              <a:rPr lang="de-DE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_*</a:t>
            </a:r>
          </a:p>
          <a:p>
            <a:endParaRPr lang="de-DE" altLang="ko-KR" dirty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  <a:p>
            <a:r>
              <a:rPr lang="en-US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Be prepared for total carnage if you try to change some of </a:t>
            </a:r>
            <a:r>
              <a:rPr lang="en-US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these.This</a:t>
            </a:r>
            <a:r>
              <a:rPr lang="en-US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en-US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is also why we recode this part in python.</a:t>
            </a:r>
          </a:p>
          <a:p>
            <a:endParaRPr lang="en-US" altLang="ko-KR" dirty="0">
              <a:solidFill>
                <a:schemeClr val="bg1"/>
              </a:solidFill>
              <a:ea typeface="Andale Mono" charset="0"/>
              <a:cs typeface="Andale Mono" charset="0"/>
            </a:endParaRPr>
          </a:p>
          <a:p>
            <a:r>
              <a:rPr lang="en-US" altLang="ko-KR" b="1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Good news: No real reason </a:t>
            </a:r>
            <a:r>
              <a:rPr lang="en-US" altLang="ko-KR" b="1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to</a:t>
            </a:r>
          </a:p>
          <a:p>
            <a:r>
              <a:rPr lang="en-US" altLang="ko-KR" b="1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en-US" altLang="ko-KR" b="1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touch these</a:t>
            </a:r>
            <a:r>
              <a:rPr lang="en-US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.</a:t>
            </a:r>
            <a:endParaRPr lang="en-US" altLang="ko-KR" dirty="0">
              <a:solidFill>
                <a:schemeClr val="bg1"/>
              </a:solidFill>
              <a:ea typeface="Andale Mono" charset="0"/>
              <a:cs typeface="Andale Mono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727" y="3260522"/>
            <a:ext cx="6209414" cy="285104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55121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xmlns="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Adapt </a:t>
            </a:r>
            <a:r>
              <a:rPr lang="en-US" dirty="0" err="1" smtClean="0"/>
              <a:t>esm-runscripts</a:t>
            </a:r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8F4A13C-49BC-4CFC-B4E1-2A0B4E9F201A}"/>
              </a:ext>
            </a:extLst>
          </p:cNvPr>
          <p:cNvSpPr/>
          <p:nvPr/>
        </p:nvSpPr>
        <p:spPr>
          <a:xfrm>
            <a:off x="7534106" y="4309444"/>
            <a:ext cx="2557245" cy="149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101AB1C-D707-4480-948A-9C11B31684D6}"/>
              </a:ext>
            </a:extLst>
          </p:cNvPr>
          <p:cNvSpPr/>
          <p:nvPr/>
        </p:nvSpPr>
        <p:spPr>
          <a:xfrm>
            <a:off x="5120669" y="3492872"/>
            <a:ext cx="2350800" cy="2289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1037931-7D5B-45E7-B9ED-2F065DCDDAA2}"/>
              </a:ext>
            </a:extLst>
          </p:cNvPr>
          <p:cNvSpPr/>
          <p:nvPr/>
        </p:nvSpPr>
        <p:spPr>
          <a:xfrm>
            <a:off x="2088054" y="2098876"/>
            <a:ext cx="2969978" cy="367173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057DF71-E5BA-4FD3-9EF3-1E98A7BF86BE}"/>
              </a:ext>
            </a:extLst>
          </p:cNvPr>
          <p:cNvSpPr txBox="1"/>
          <p:nvPr/>
        </p:nvSpPr>
        <p:spPr>
          <a:xfrm>
            <a:off x="6210437" y="1923692"/>
            <a:ext cx="5616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cs typeface="Arial" pitchFamily="34" charset="0"/>
              </a:rPr>
              <a:t>Changes that can potentially be helpful for other users should be </a:t>
            </a:r>
            <a:r>
              <a:rPr lang="en-US" altLang="ko-KR" sz="1600" dirty="0" err="1" smtClean="0">
                <a:cs typeface="Arial" pitchFamily="34" charset="0"/>
              </a:rPr>
              <a:t>commited</a:t>
            </a:r>
            <a:r>
              <a:rPr lang="en-US" altLang="ko-KR" sz="1600" dirty="0" smtClean="0">
                <a:cs typeface="Arial" pitchFamily="34" charset="0"/>
              </a:rPr>
              <a:t> back</a:t>
            </a:r>
            <a:r>
              <a:rPr lang="mr-IN" altLang="ko-KR" sz="1600" dirty="0" smtClean="0">
                <a:cs typeface="Arial" pitchFamily="34" charset="0"/>
              </a:rPr>
              <a:t>…</a:t>
            </a:r>
            <a:r>
              <a:rPr lang="de-DE" altLang="ko-KR" sz="1600" dirty="0" smtClean="0">
                <a:cs typeface="Arial" pitchFamily="34" charset="0"/>
              </a:rPr>
              <a:t> </a:t>
            </a:r>
          </a:p>
          <a:p>
            <a:r>
              <a:rPr lang="de-DE" altLang="ko-KR" sz="1600" dirty="0" err="1" smtClean="0">
                <a:cs typeface="Arial" pitchFamily="34" charset="0"/>
              </a:rPr>
              <a:t>It‘s</a:t>
            </a:r>
            <a:r>
              <a:rPr lang="de-DE" altLang="ko-KR" sz="1600" dirty="0" smtClean="0">
                <a:cs typeface="Arial" pitchFamily="34" charset="0"/>
              </a:rPr>
              <a:t> an </a:t>
            </a:r>
            <a:r>
              <a:rPr lang="de-DE" altLang="ko-KR" sz="1600" dirty="0" err="1" smtClean="0">
                <a:cs typeface="Arial" pitchFamily="34" charset="0"/>
              </a:rPr>
              <a:t>OpenSource</a:t>
            </a:r>
            <a:r>
              <a:rPr lang="de-DE" altLang="ko-KR" sz="1600" dirty="0" smtClean="0">
                <a:cs typeface="Arial" pitchFamily="34" charset="0"/>
              </a:rPr>
              <a:t> </a:t>
            </a:r>
            <a:r>
              <a:rPr lang="de-DE" altLang="ko-KR" sz="1600" dirty="0" err="1" smtClean="0">
                <a:cs typeface="Arial" pitchFamily="34" charset="0"/>
              </a:rPr>
              <a:t>project</a:t>
            </a:r>
            <a:r>
              <a:rPr lang="de-DE" altLang="ko-KR" sz="1600" dirty="0" smtClean="0">
                <a:cs typeface="Arial" pitchFamily="34" charset="0"/>
              </a:rPr>
              <a:t> after all!</a:t>
            </a:r>
            <a:endParaRPr lang="ko-KR" altLang="en-US" sz="1600" dirty="0">
              <a:cs typeface="Arial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A257BE8-454F-44BA-92FE-516B3B400CD0}"/>
              </a:ext>
            </a:extLst>
          </p:cNvPr>
          <p:cNvGrpSpPr/>
          <p:nvPr/>
        </p:nvGrpSpPr>
        <p:grpSpPr>
          <a:xfrm>
            <a:off x="7614575" y="4403365"/>
            <a:ext cx="2485755" cy="1107995"/>
            <a:chOff x="263825" y="1671304"/>
            <a:chExt cx="1715886" cy="111907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FA6287DE-745E-498A-94AF-3B8E6B1A6555}"/>
                </a:ext>
              </a:extLst>
            </p:cNvPr>
            <p:cNvSpPr txBox="1"/>
            <p:nvPr/>
          </p:nvSpPr>
          <p:spPr>
            <a:xfrm>
              <a:off x="263825" y="2137585"/>
              <a:ext cx="1709688" cy="652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If you need changes to the general functions </a:t>
              </a:r>
              <a:r>
                <a:rPr lang="mr-IN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–</a:t>
              </a:r>
              <a:r>
                <a:rPr lang="de-DE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maybe ask us, </a:t>
              </a:r>
              <a:r>
                <a:rPr lang="en-US" altLang="ko-KR" sz="1200" dirty="0" err="1" smtClean="0">
                  <a:solidFill>
                    <a:schemeClr val="bg1"/>
                  </a:solidFill>
                  <a:cs typeface="Arial" pitchFamily="34" charset="0"/>
                </a:rPr>
                <a:t>info@esm-tools.net</a:t>
              </a:r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.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3F5654E2-840D-4CB1-8C32-14EB09FC0535}"/>
                </a:ext>
              </a:extLst>
            </p:cNvPr>
            <p:cNvSpPr txBox="1"/>
            <p:nvPr/>
          </p:nvSpPr>
          <p:spPr>
            <a:xfrm>
              <a:off x="270023" y="1671304"/>
              <a:ext cx="1709688" cy="652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bg1"/>
                  </a:solidFill>
                  <a:cs typeface="Arial" pitchFamily="34" charset="0"/>
                </a:rPr>
                <a:t>No changes</a:t>
              </a:r>
            </a:p>
            <a:p>
              <a:endParaRPr lang="en-US" altLang="ko-KR" sz="1200" b="1" dirty="0">
                <a:solidFill>
                  <a:schemeClr val="bg1"/>
                </a:solidFill>
                <a:cs typeface="Arial" pitchFamily="34" charset="0"/>
              </a:endParaRPr>
            </a:p>
            <a:p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9F80604A-B0C5-4E21-B575-D30B1A2F6D7C}"/>
              </a:ext>
            </a:extLst>
          </p:cNvPr>
          <p:cNvGrpSpPr/>
          <p:nvPr/>
        </p:nvGrpSpPr>
        <p:grpSpPr>
          <a:xfrm>
            <a:off x="2225114" y="2173944"/>
            <a:ext cx="2775253" cy="2509860"/>
            <a:chOff x="270023" y="1671304"/>
            <a:chExt cx="2524348" cy="105591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DB57B12E-2C26-4105-9401-D8A8BD12B93D}"/>
                </a:ext>
              </a:extLst>
            </p:cNvPr>
            <p:cNvSpPr txBox="1"/>
            <p:nvPr/>
          </p:nvSpPr>
          <p:spPr>
            <a:xfrm>
              <a:off x="270024" y="1911471"/>
              <a:ext cx="2524347" cy="815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1200" dirty="0" err="1" smtClean="0">
                  <a:solidFill>
                    <a:schemeClr val="bg1"/>
                  </a:solidFill>
                  <a:cs typeface="Arial" pitchFamily="34" charset="0"/>
                </a:rPr>
                <a:t>Runscripts</a:t>
              </a:r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:</a:t>
              </a: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Copy one to the default scripts somewhere, and adapt paths and user information. Add details for your simulation</a:t>
              </a:r>
            </a:p>
            <a:p>
              <a:pPr marL="228600" indent="-228600">
                <a:buAutoNum type="arabicPeriod"/>
              </a:pPr>
              <a:r>
                <a:rPr lang="en-US" altLang="ko-KR" sz="1200" dirty="0" err="1" smtClean="0">
                  <a:solidFill>
                    <a:schemeClr val="bg1"/>
                  </a:solidFill>
                  <a:cs typeface="Arial" pitchFamily="34" charset="0"/>
                </a:rPr>
                <a:t>Namelists</a:t>
              </a:r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: Make small </a:t>
              </a:r>
              <a:r>
                <a:rPr lang="en-US" altLang="ko-KR" sz="1200" dirty="0" err="1" smtClean="0">
                  <a:solidFill>
                    <a:schemeClr val="bg1"/>
                  </a:solidFill>
                  <a:cs typeface="Arial" pitchFamily="34" charset="0"/>
                </a:rPr>
                <a:t>namelist</a:t>
              </a:r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 changes from the </a:t>
              </a:r>
              <a:r>
                <a:rPr lang="en-US" altLang="ko-KR" sz="1200" dirty="0" err="1" smtClean="0">
                  <a:solidFill>
                    <a:schemeClr val="bg1"/>
                  </a:solidFill>
                  <a:cs typeface="Arial" pitchFamily="34" charset="0"/>
                </a:rPr>
                <a:t>runscript</a:t>
              </a:r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, bigger ones by copying one of the default </a:t>
              </a:r>
              <a:r>
                <a:rPr lang="en-US" altLang="ko-KR" sz="1200" dirty="0" err="1" smtClean="0">
                  <a:solidFill>
                    <a:schemeClr val="bg1"/>
                  </a:solidFill>
                  <a:cs typeface="Arial" pitchFamily="34" charset="0"/>
                </a:rPr>
                <a:t>namelists</a:t>
              </a:r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 somewhere, editing them, and then referring to them from the </a:t>
              </a:r>
              <a:r>
                <a:rPr lang="en-US" altLang="ko-KR" sz="1200" dirty="0" err="1" smtClean="0">
                  <a:solidFill>
                    <a:schemeClr val="bg1"/>
                  </a:solidFill>
                  <a:cs typeface="Arial" pitchFamily="34" charset="0"/>
                </a:rPr>
                <a:t>runscript</a:t>
              </a:r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. </a:t>
              </a:r>
              <a:endParaRPr lang="de-DE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0E3087C0-438A-446E-9A5A-ECAC0EC9F80F}"/>
                </a:ext>
              </a:extLst>
            </p:cNvPr>
            <p:cNvSpPr txBox="1"/>
            <p:nvPr/>
          </p:nvSpPr>
          <p:spPr>
            <a:xfrm>
              <a:off x="270023" y="1671304"/>
              <a:ext cx="2307049" cy="116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bg1"/>
                  </a:solidFill>
                  <a:cs typeface="Arial" pitchFamily="34" charset="0"/>
                </a:rPr>
                <a:t>Adaptations needed often 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E4EA1FD-F9DE-4E52-94A1-19F26E8B952A}"/>
              </a:ext>
            </a:extLst>
          </p:cNvPr>
          <p:cNvGrpSpPr/>
          <p:nvPr/>
        </p:nvGrpSpPr>
        <p:grpSpPr>
          <a:xfrm>
            <a:off x="5160905" y="3618534"/>
            <a:ext cx="2341884" cy="2142399"/>
            <a:chOff x="276532" y="1678330"/>
            <a:chExt cx="1709688" cy="216382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4303FDF0-94B9-44FF-8833-E48FF49B69DE}"/>
                </a:ext>
              </a:extLst>
            </p:cNvPr>
            <p:cNvSpPr txBox="1"/>
            <p:nvPr/>
          </p:nvSpPr>
          <p:spPr>
            <a:xfrm>
              <a:off x="276532" y="2256797"/>
              <a:ext cx="1709688" cy="15853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Model / setup functions: E.g. defining a new scenario needs  changes to the model functions</a:t>
              </a:r>
            </a:p>
            <a:p>
              <a:pPr marL="228600" indent="-228600">
                <a:buAutoNum type="arabicPeriod"/>
              </a:pPr>
              <a:r>
                <a:rPr lang="en-US" altLang="ko-KR" sz="1200" dirty="0" err="1" smtClean="0">
                  <a:solidFill>
                    <a:schemeClr val="bg1"/>
                  </a:solidFill>
                  <a:cs typeface="Arial" pitchFamily="34" charset="0"/>
                </a:rPr>
                <a:t>esm</a:t>
              </a:r>
              <a:r>
                <a:rPr lang="en-US" altLang="ko-KR" sz="1200" dirty="0" smtClean="0">
                  <a:solidFill>
                    <a:schemeClr val="bg1"/>
                  </a:solidFill>
                  <a:cs typeface="Arial" pitchFamily="34" charset="0"/>
                </a:rPr>
                <a:t>-environment: If the machine / your needs change, that should be done here.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624C12E0-7E88-4624-A8CE-BF3CB7136CFD}"/>
                </a:ext>
              </a:extLst>
            </p:cNvPr>
            <p:cNvSpPr txBox="1"/>
            <p:nvPr/>
          </p:nvSpPr>
          <p:spPr>
            <a:xfrm>
              <a:off x="276532" y="1678330"/>
              <a:ext cx="1709688" cy="466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bg1"/>
                  </a:solidFill>
                  <a:cs typeface="Arial" pitchFamily="34" charset="0"/>
                </a:rPr>
                <a:t>Adaptations needed rarely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4057988" y="1063756"/>
            <a:ext cx="3583460" cy="576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95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Basic </a:t>
            </a:r>
            <a:r>
              <a:rPr lang="en-US" dirty="0" err="1" smtClean="0"/>
              <a:t>runscript</a:t>
            </a:r>
            <a:r>
              <a:rPr lang="en-US" dirty="0" smtClean="0"/>
              <a:t> functionality</a:t>
            </a:r>
            <a:endParaRPr lang="en-US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xmlns="" id="{59CE63A8-7174-46AD-A56B-DD76CC4D8074}"/>
              </a:ext>
            </a:extLst>
          </p:cNvPr>
          <p:cNvCxnSpPr>
            <a:cxnSpLocks/>
          </p:cNvCxnSpPr>
          <p:nvPr/>
        </p:nvCxnSpPr>
        <p:spPr>
          <a:xfrm flipV="1">
            <a:off x="1249026" y="1995099"/>
            <a:ext cx="9369547" cy="43570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xmlns="" id="{504E02B4-34F1-4372-A3C1-B69874EF9083}"/>
              </a:ext>
            </a:extLst>
          </p:cNvPr>
          <p:cNvSpPr/>
          <p:nvPr/>
        </p:nvSpPr>
        <p:spPr>
          <a:xfrm>
            <a:off x="783842" y="1511675"/>
            <a:ext cx="540000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xmlns="" id="{F65A1A5C-20DD-4718-A55C-9B56AA359C09}"/>
              </a:ext>
            </a:extLst>
          </p:cNvPr>
          <p:cNvCxnSpPr>
            <a:cxnSpLocks/>
          </p:cNvCxnSpPr>
          <p:nvPr/>
        </p:nvCxnSpPr>
        <p:spPr>
          <a:xfrm flipV="1">
            <a:off x="1249026" y="2649443"/>
            <a:ext cx="9369547" cy="33114"/>
          </a:xfrm>
          <a:prstGeom prst="line">
            <a:avLst/>
          </a:prstGeom>
          <a:ln>
            <a:solidFill>
              <a:schemeClr val="accent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xmlns="" id="{FB5814E6-4BDC-4116-8AA1-5AD02673D091}"/>
              </a:ext>
            </a:extLst>
          </p:cNvPr>
          <p:cNvGrpSpPr/>
          <p:nvPr/>
        </p:nvGrpSpPr>
        <p:grpSpPr>
          <a:xfrm>
            <a:off x="1395236" y="2158156"/>
            <a:ext cx="9165669" cy="483713"/>
            <a:chOff x="6324699" y="2409576"/>
            <a:chExt cx="2736305" cy="483713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xmlns="" id="{801B101F-A50C-403F-B355-3D868C2CAF71}"/>
                </a:ext>
              </a:extLst>
            </p:cNvPr>
            <p:cNvSpPr txBox="1"/>
            <p:nvPr/>
          </p:nvSpPr>
          <p:spPr>
            <a:xfrm>
              <a:off x="6324700" y="2616290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Namelist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changes, restart file manipulations etc. are performed in the experiment folder, and documented.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xmlns="" id="{E4A425E9-6307-4B0B-AED6-4F771F645B83}"/>
                </a:ext>
              </a:extLst>
            </p:cNvPr>
            <p:cNvSpPr txBox="1"/>
            <p:nvPr/>
          </p:nvSpPr>
          <p:spPr>
            <a:xfrm>
              <a:off x="6324699" y="2409576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Apply changes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xmlns="" id="{91ECF159-E603-4752-933F-E5A59CB442EA}"/>
              </a:ext>
            </a:extLst>
          </p:cNvPr>
          <p:cNvSpPr/>
          <p:nvPr/>
        </p:nvSpPr>
        <p:spPr>
          <a:xfrm>
            <a:off x="783842" y="2160337"/>
            <a:ext cx="540000" cy="5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xmlns="" id="{35696C00-7017-43EA-B0BD-652FE621ABF8}"/>
              </a:ext>
            </a:extLst>
          </p:cNvPr>
          <p:cNvSpPr txBox="1"/>
          <p:nvPr/>
        </p:nvSpPr>
        <p:spPr>
          <a:xfrm>
            <a:off x="807345" y="1597010"/>
            <a:ext cx="502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F562756D-F5B9-4F13-AB32-AF46CBA04CCE}"/>
              </a:ext>
            </a:extLst>
          </p:cNvPr>
          <p:cNvSpPr txBox="1"/>
          <p:nvPr/>
        </p:nvSpPr>
        <p:spPr>
          <a:xfrm>
            <a:off x="807345" y="2245672"/>
            <a:ext cx="502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xmlns="" id="{99E9CFBF-9AF6-4B96-A081-0B0F01F2B0A1}"/>
              </a:ext>
            </a:extLst>
          </p:cNvPr>
          <p:cNvCxnSpPr/>
          <p:nvPr/>
        </p:nvCxnSpPr>
        <p:spPr>
          <a:xfrm>
            <a:off x="1249026" y="3321600"/>
            <a:ext cx="9369547" cy="6486"/>
          </a:xfrm>
          <a:prstGeom prst="line">
            <a:avLst/>
          </a:prstGeom>
          <a:ln>
            <a:solidFill>
              <a:schemeClr val="accent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xmlns="" id="{975B712B-D10F-47E7-BAAD-C1F953FA3E18}"/>
              </a:ext>
            </a:extLst>
          </p:cNvPr>
          <p:cNvGrpSpPr/>
          <p:nvPr/>
        </p:nvGrpSpPr>
        <p:grpSpPr>
          <a:xfrm>
            <a:off x="1395237" y="2795309"/>
            <a:ext cx="9223336" cy="483713"/>
            <a:chOff x="6324699" y="2409576"/>
            <a:chExt cx="2736305" cy="483713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1E14E781-E883-4852-8926-D2C629933A85}"/>
                </a:ext>
              </a:extLst>
            </p:cNvPr>
            <p:cNvSpPr txBox="1"/>
            <p:nvPr/>
          </p:nvSpPr>
          <p:spPr>
            <a:xfrm>
              <a:off x="6324700" y="2616290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Link the previously prepared files into the work folder. When launched as a ‘check’ the run will stop here, and report.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xmlns="" id="{2488668F-679F-4120-809F-DFF23EC046DC}"/>
                </a:ext>
              </a:extLst>
            </p:cNvPr>
            <p:cNvSpPr txBox="1"/>
            <p:nvPr/>
          </p:nvSpPr>
          <p:spPr>
            <a:xfrm>
              <a:off x="6324699" y="2409576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Prepare work folder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9E76D6CD-9B32-43F0-82CB-2A1DD81D3916}"/>
              </a:ext>
            </a:extLst>
          </p:cNvPr>
          <p:cNvSpPr/>
          <p:nvPr/>
        </p:nvSpPr>
        <p:spPr>
          <a:xfrm>
            <a:off x="783841" y="2799382"/>
            <a:ext cx="540001" cy="54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xmlns="" id="{B179C04F-B546-45D5-A71E-5E91D3DA361D}"/>
              </a:ext>
            </a:extLst>
          </p:cNvPr>
          <p:cNvCxnSpPr/>
          <p:nvPr/>
        </p:nvCxnSpPr>
        <p:spPr>
          <a:xfrm flipV="1">
            <a:off x="1249026" y="3954162"/>
            <a:ext cx="9369547" cy="17352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xmlns="" id="{3E8223E1-A5F4-4FC3-BD9E-36EB93A86D0A}"/>
              </a:ext>
            </a:extLst>
          </p:cNvPr>
          <p:cNvGrpSpPr/>
          <p:nvPr/>
        </p:nvGrpSpPr>
        <p:grpSpPr>
          <a:xfrm>
            <a:off x="1395237" y="3443331"/>
            <a:ext cx="9223336" cy="483713"/>
            <a:chOff x="6324699" y="2409576"/>
            <a:chExt cx="2736305" cy="483713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xmlns="" id="{15814AF3-E3EC-43C7-8884-9976634CE55D}"/>
                </a:ext>
              </a:extLst>
            </p:cNvPr>
            <p:cNvSpPr txBox="1"/>
            <p:nvPr/>
          </p:nvSpPr>
          <p:spPr>
            <a:xfrm>
              <a:off x="6324700" y="2616290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During the actual execution of the simulation, error and graphical monitoring can provide online information about your run.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xmlns="" id="{4BCB8B9B-7710-4801-8D35-99ADA4FE9806}"/>
                </a:ext>
              </a:extLst>
            </p:cNvPr>
            <p:cNvSpPr txBox="1"/>
            <p:nvPr/>
          </p:nvSpPr>
          <p:spPr>
            <a:xfrm>
              <a:off x="6324699" y="2409576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Execute and monitor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xmlns="" id="{64325792-0BE5-4639-AADE-8B0D5C52CD69}"/>
              </a:ext>
            </a:extLst>
          </p:cNvPr>
          <p:cNvSpPr/>
          <p:nvPr/>
        </p:nvSpPr>
        <p:spPr>
          <a:xfrm>
            <a:off x="783841" y="3449296"/>
            <a:ext cx="540001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xmlns="" id="{E886719F-EB3E-46C9-B640-56F33C798BCA}"/>
              </a:ext>
            </a:extLst>
          </p:cNvPr>
          <p:cNvSpPr txBox="1"/>
          <p:nvPr/>
        </p:nvSpPr>
        <p:spPr>
          <a:xfrm>
            <a:off x="807345" y="2884717"/>
            <a:ext cx="516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EEEDAD56-9617-4EAB-8D19-A7D134DF67A7}"/>
              </a:ext>
            </a:extLst>
          </p:cNvPr>
          <p:cNvSpPr txBox="1"/>
          <p:nvPr/>
        </p:nvSpPr>
        <p:spPr>
          <a:xfrm>
            <a:off x="807345" y="3534631"/>
            <a:ext cx="502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xmlns="" id="{E866C9AC-4F34-461D-8B12-5F973E742438}"/>
              </a:ext>
            </a:extLst>
          </p:cNvPr>
          <p:cNvCxnSpPr/>
          <p:nvPr/>
        </p:nvCxnSpPr>
        <p:spPr>
          <a:xfrm flipV="1">
            <a:off x="1249026" y="4621427"/>
            <a:ext cx="9369547" cy="2"/>
          </a:xfrm>
          <a:prstGeom prst="line">
            <a:avLst/>
          </a:prstGeom>
          <a:ln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xmlns="" id="{39655990-5622-481C-9C1D-88C27E93B376}"/>
              </a:ext>
            </a:extLst>
          </p:cNvPr>
          <p:cNvGrpSpPr/>
          <p:nvPr/>
        </p:nvGrpSpPr>
        <p:grpSpPr>
          <a:xfrm>
            <a:off x="1395237" y="4091352"/>
            <a:ext cx="9117606" cy="483713"/>
            <a:chOff x="6324699" y="2409576"/>
            <a:chExt cx="2736305" cy="483713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xmlns="" id="{EC2DCD95-4322-45EE-8164-95AC0BA97B2A}"/>
                </a:ext>
              </a:extLst>
            </p:cNvPr>
            <p:cNvSpPr txBox="1"/>
            <p:nvPr/>
          </p:nvSpPr>
          <p:spPr>
            <a:xfrm>
              <a:off x="6324700" y="2616290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After successful ending of the simulation, restart files and output files are sorted and copied to the folder structure.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xmlns="" id="{B8588C66-EDBE-4D63-A6CC-3BBABD2BF32B}"/>
                </a:ext>
              </a:extLst>
            </p:cNvPr>
            <p:cNvSpPr txBox="1"/>
            <p:nvPr/>
          </p:nvSpPr>
          <p:spPr>
            <a:xfrm>
              <a:off x="6324699" y="2409576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Cleanup output and restart files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3DFA5089-3127-4F2F-BB0E-224714D9B4E5}"/>
              </a:ext>
            </a:extLst>
          </p:cNvPr>
          <p:cNvSpPr/>
          <p:nvPr/>
        </p:nvSpPr>
        <p:spPr>
          <a:xfrm>
            <a:off x="783842" y="4099211"/>
            <a:ext cx="525834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658AF46E-32C9-4634-8515-7A9BA8B7D409}"/>
              </a:ext>
            </a:extLst>
          </p:cNvPr>
          <p:cNvSpPr txBox="1"/>
          <p:nvPr/>
        </p:nvSpPr>
        <p:spPr>
          <a:xfrm>
            <a:off x="807345" y="4184545"/>
            <a:ext cx="46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05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08" name="Group 52">
            <a:extLst>
              <a:ext uri="{FF2B5EF4-FFF2-40B4-BE49-F238E27FC236}">
                <a16:creationId xmlns:a16="http://schemas.microsoft.com/office/drawing/2014/main" xmlns="" id="{5FB35578-D523-40F0-8C3E-9A27DD946A90}"/>
              </a:ext>
            </a:extLst>
          </p:cNvPr>
          <p:cNvGrpSpPr/>
          <p:nvPr/>
        </p:nvGrpSpPr>
        <p:grpSpPr>
          <a:xfrm>
            <a:off x="1395238" y="1511386"/>
            <a:ext cx="9294730" cy="483713"/>
            <a:chOff x="6324699" y="2409576"/>
            <a:chExt cx="2774834" cy="483713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xmlns="" id="{F6D8B20A-53C9-4654-9C74-9A0A37955B4D}"/>
                </a:ext>
              </a:extLst>
            </p:cNvPr>
            <p:cNvSpPr txBox="1"/>
            <p:nvPr/>
          </p:nvSpPr>
          <p:spPr>
            <a:xfrm>
              <a:off x="6324700" y="2616290"/>
              <a:ext cx="27748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Initial data, forcing data,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config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files (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namelists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 and executables are copied into distinct folders, you get a report about what isn’t found.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xmlns="" id="{3A362763-82D1-4C03-9D23-682F05B859C3}"/>
                </a:ext>
              </a:extLst>
            </p:cNvPr>
            <p:cNvSpPr txBox="1"/>
            <p:nvPr/>
          </p:nvSpPr>
          <p:spPr>
            <a:xfrm>
              <a:off x="6324699" y="2409576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Prepare Input Data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xmlns="" id="{E866C9AC-4F34-461D-8B12-5F973E742438}"/>
              </a:ext>
            </a:extLst>
          </p:cNvPr>
          <p:cNvCxnSpPr/>
          <p:nvPr/>
        </p:nvCxnSpPr>
        <p:spPr>
          <a:xfrm flipV="1">
            <a:off x="1249025" y="5284325"/>
            <a:ext cx="9369547" cy="2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xmlns="" id="{39655990-5622-481C-9C1D-88C27E93B376}"/>
              </a:ext>
            </a:extLst>
          </p:cNvPr>
          <p:cNvGrpSpPr/>
          <p:nvPr/>
        </p:nvGrpSpPr>
        <p:grpSpPr>
          <a:xfrm>
            <a:off x="1395236" y="4754250"/>
            <a:ext cx="9117606" cy="483713"/>
            <a:chOff x="6324699" y="2409576"/>
            <a:chExt cx="2736305" cy="483713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EC2DCD95-4322-45EE-8164-95AC0BA97B2A}"/>
                </a:ext>
              </a:extLst>
            </p:cNvPr>
            <p:cNvSpPr txBox="1"/>
            <p:nvPr/>
          </p:nvSpPr>
          <p:spPr>
            <a:xfrm>
              <a:off x="6324700" y="2616290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 separate jobs,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postprocess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your data. Default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postprocessing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methods are pre-defined. Tar and archive.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B8588C66-EDBE-4D63-A6CC-3BBABD2BF32B}"/>
                </a:ext>
              </a:extLst>
            </p:cNvPr>
            <p:cNvSpPr txBox="1"/>
            <p:nvPr/>
          </p:nvSpPr>
          <p:spPr>
            <a:xfrm>
              <a:off x="6324699" y="2409576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Asynchronous </a:t>
              </a:r>
              <a:r>
                <a:rPr lang="en-US" altLang="ko-KR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postprocessing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xmlns="" id="{3DFA5089-3127-4F2F-BB0E-224714D9B4E5}"/>
              </a:ext>
            </a:extLst>
          </p:cNvPr>
          <p:cNvSpPr/>
          <p:nvPr/>
        </p:nvSpPr>
        <p:spPr>
          <a:xfrm>
            <a:off x="783841" y="4762109"/>
            <a:ext cx="525834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658AF46E-32C9-4634-8515-7A9BA8B7D409}"/>
              </a:ext>
            </a:extLst>
          </p:cNvPr>
          <p:cNvSpPr txBox="1"/>
          <p:nvPr/>
        </p:nvSpPr>
        <p:spPr>
          <a:xfrm>
            <a:off x="807344" y="4847443"/>
            <a:ext cx="46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06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xmlns="" id="{E866C9AC-4F34-461D-8B12-5F973E742438}"/>
              </a:ext>
            </a:extLst>
          </p:cNvPr>
          <p:cNvCxnSpPr/>
          <p:nvPr/>
        </p:nvCxnSpPr>
        <p:spPr>
          <a:xfrm flipV="1">
            <a:off x="1249022" y="5941271"/>
            <a:ext cx="9369547" cy="2"/>
          </a:xfrm>
          <a:prstGeom prst="line">
            <a:avLst/>
          </a:prstGeom>
          <a:ln>
            <a:solidFill>
              <a:srgbClr val="0070C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xmlns="" id="{39655990-5622-481C-9C1D-88C27E93B376}"/>
              </a:ext>
            </a:extLst>
          </p:cNvPr>
          <p:cNvGrpSpPr/>
          <p:nvPr/>
        </p:nvGrpSpPr>
        <p:grpSpPr>
          <a:xfrm>
            <a:off x="1395233" y="5411196"/>
            <a:ext cx="9117606" cy="483713"/>
            <a:chOff x="6324699" y="2409576"/>
            <a:chExt cx="2736305" cy="48371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EC2DCD95-4322-45EE-8164-95AC0BA97B2A}"/>
                </a:ext>
              </a:extLst>
            </p:cNvPr>
            <p:cNvSpPr txBox="1"/>
            <p:nvPr/>
          </p:nvSpPr>
          <p:spPr>
            <a:xfrm>
              <a:off x="6324700" y="2616290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WIP: Register your work in a personal / project data base, let others know where to find model results.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B8588C66-EDBE-4D63-A6CC-3BBABD2BF32B}"/>
                </a:ext>
              </a:extLst>
            </p:cNvPr>
            <p:cNvSpPr txBox="1"/>
            <p:nvPr/>
          </p:nvSpPr>
          <p:spPr>
            <a:xfrm>
              <a:off x="6324699" y="2409576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Data base registering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xmlns="" id="{3DFA5089-3127-4F2F-BB0E-224714D9B4E5}"/>
              </a:ext>
            </a:extLst>
          </p:cNvPr>
          <p:cNvSpPr/>
          <p:nvPr/>
        </p:nvSpPr>
        <p:spPr>
          <a:xfrm>
            <a:off x="783838" y="5419055"/>
            <a:ext cx="525834" cy="54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658AF46E-32C9-4634-8515-7A9BA8B7D409}"/>
              </a:ext>
            </a:extLst>
          </p:cNvPr>
          <p:cNvSpPr txBox="1"/>
          <p:nvPr/>
        </p:nvSpPr>
        <p:spPr>
          <a:xfrm>
            <a:off x="807341" y="5504389"/>
            <a:ext cx="46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06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25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rapezoid 24">
            <a:extLst>
              <a:ext uri="{FF2B5EF4-FFF2-40B4-BE49-F238E27FC236}">
                <a16:creationId xmlns="" xmlns:a16="http://schemas.microsoft.com/office/drawing/2014/main" id="{716EB2F4-BEFD-43D9-8FDF-7867DCFA0E4B}"/>
              </a:ext>
            </a:extLst>
          </p:cNvPr>
          <p:cNvSpPr>
            <a:spLocks noChangeAspect="1"/>
          </p:cNvSpPr>
          <p:nvPr/>
        </p:nvSpPr>
        <p:spPr>
          <a:xfrm rot="8369018">
            <a:off x="6543420" y="2652942"/>
            <a:ext cx="1146181" cy="1157102"/>
          </a:xfrm>
          <a:custGeom>
            <a:avLst/>
            <a:gdLst/>
            <a:ahLst/>
            <a:cxnLst/>
            <a:rect l="l" t="t" r="r" b="b"/>
            <a:pathLst>
              <a:path w="4411086" h="4453092">
                <a:moveTo>
                  <a:pt x="3095887" y="1153910"/>
                </a:moveTo>
                <a:cubicBezTo>
                  <a:pt x="3119009" y="1174647"/>
                  <a:pt x="3146597" y="1191685"/>
                  <a:pt x="3177861" y="1203446"/>
                </a:cubicBezTo>
                <a:cubicBezTo>
                  <a:pt x="3302917" y="1250492"/>
                  <a:pt x="3439398" y="1195315"/>
                  <a:pt x="3482703" y="1080205"/>
                </a:cubicBezTo>
                <a:cubicBezTo>
                  <a:pt x="3526008" y="965093"/>
                  <a:pt x="3459737" y="833641"/>
                  <a:pt x="3334683" y="786595"/>
                </a:cubicBezTo>
                <a:cubicBezTo>
                  <a:pt x="3209628" y="739549"/>
                  <a:pt x="3073147" y="794724"/>
                  <a:pt x="3029841" y="909836"/>
                </a:cubicBezTo>
                <a:cubicBezTo>
                  <a:pt x="2997363" y="996169"/>
                  <a:pt x="3026521" y="1091695"/>
                  <a:pt x="3095887" y="1153910"/>
                </a:cubicBezTo>
                <a:close/>
                <a:moveTo>
                  <a:pt x="3521423" y="1860548"/>
                </a:moveTo>
                <a:cubicBezTo>
                  <a:pt x="3544546" y="1881285"/>
                  <a:pt x="3572135" y="1898322"/>
                  <a:pt x="3603399" y="1910084"/>
                </a:cubicBezTo>
                <a:cubicBezTo>
                  <a:pt x="3728453" y="1957130"/>
                  <a:pt x="3864935" y="1901953"/>
                  <a:pt x="3908240" y="1786842"/>
                </a:cubicBezTo>
                <a:cubicBezTo>
                  <a:pt x="3951546" y="1671732"/>
                  <a:pt x="3885275" y="1540278"/>
                  <a:pt x="3760220" y="1493232"/>
                </a:cubicBezTo>
                <a:cubicBezTo>
                  <a:pt x="3635166" y="1446186"/>
                  <a:pt x="3498684" y="1501363"/>
                  <a:pt x="3455379" y="1616474"/>
                </a:cubicBezTo>
                <a:cubicBezTo>
                  <a:pt x="3422900" y="1702807"/>
                  <a:pt x="3452057" y="1798333"/>
                  <a:pt x="3521423" y="1860548"/>
                </a:cubicBezTo>
                <a:close/>
                <a:moveTo>
                  <a:pt x="3507502" y="2659088"/>
                </a:moveTo>
                <a:cubicBezTo>
                  <a:pt x="3530625" y="2679826"/>
                  <a:pt x="3558214" y="2696863"/>
                  <a:pt x="3589478" y="2708624"/>
                </a:cubicBezTo>
                <a:cubicBezTo>
                  <a:pt x="3714532" y="2755670"/>
                  <a:pt x="3851014" y="2700494"/>
                  <a:pt x="3894319" y="2585383"/>
                </a:cubicBezTo>
                <a:cubicBezTo>
                  <a:pt x="3937624" y="2470273"/>
                  <a:pt x="3871353" y="2338820"/>
                  <a:pt x="3746299" y="2291774"/>
                </a:cubicBezTo>
                <a:cubicBezTo>
                  <a:pt x="3621245" y="2244728"/>
                  <a:pt x="3484763" y="2299905"/>
                  <a:pt x="3441458" y="2415014"/>
                </a:cubicBezTo>
                <a:cubicBezTo>
                  <a:pt x="3408979" y="2501348"/>
                  <a:pt x="3438136" y="2596873"/>
                  <a:pt x="3507502" y="2659088"/>
                </a:cubicBezTo>
                <a:close/>
                <a:moveTo>
                  <a:pt x="2750047" y="3029987"/>
                </a:moveTo>
                <a:cubicBezTo>
                  <a:pt x="2773168" y="3050726"/>
                  <a:pt x="2800759" y="3067763"/>
                  <a:pt x="2832021" y="3079524"/>
                </a:cubicBezTo>
                <a:cubicBezTo>
                  <a:pt x="2957076" y="3126570"/>
                  <a:pt x="3093558" y="3071393"/>
                  <a:pt x="3136863" y="2956283"/>
                </a:cubicBezTo>
                <a:cubicBezTo>
                  <a:pt x="3180168" y="2841172"/>
                  <a:pt x="3113897" y="2709719"/>
                  <a:pt x="2988843" y="2662673"/>
                </a:cubicBezTo>
                <a:cubicBezTo>
                  <a:pt x="2863789" y="2615627"/>
                  <a:pt x="2727307" y="2670804"/>
                  <a:pt x="2684001" y="2785914"/>
                </a:cubicBezTo>
                <a:cubicBezTo>
                  <a:pt x="2651523" y="2872247"/>
                  <a:pt x="2680681" y="2967773"/>
                  <a:pt x="2750047" y="3029987"/>
                </a:cubicBezTo>
                <a:close/>
                <a:moveTo>
                  <a:pt x="1666926" y="2573567"/>
                </a:moveTo>
                <a:lnTo>
                  <a:pt x="1775047" y="423729"/>
                </a:lnTo>
                <a:lnTo>
                  <a:pt x="1991290" y="423729"/>
                </a:lnTo>
                <a:lnTo>
                  <a:pt x="2099411" y="2573567"/>
                </a:lnTo>
                <a:close/>
                <a:moveTo>
                  <a:pt x="1154974" y="2568578"/>
                </a:moveTo>
                <a:cubicBezTo>
                  <a:pt x="1178096" y="2589317"/>
                  <a:pt x="1205685" y="2606354"/>
                  <a:pt x="1236949" y="2618115"/>
                </a:cubicBezTo>
                <a:cubicBezTo>
                  <a:pt x="1362003" y="2665161"/>
                  <a:pt x="1498485" y="2609985"/>
                  <a:pt x="1541790" y="2494874"/>
                </a:cubicBezTo>
                <a:cubicBezTo>
                  <a:pt x="1585096" y="2379763"/>
                  <a:pt x="1518825" y="2248310"/>
                  <a:pt x="1393770" y="2201264"/>
                </a:cubicBezTo>
                <a:cubicBezTo>
                  <a:pt x="1268716" y="2154218"/>
                  <a:pt x="1132234" y="2209394"/>
                  <a:pt x="1088929" y="2324505"/>
                </a:cubicBezTo>
                <a:cubicBezTo>
                  <a:pt x="1056450" y="2410839"/>
                  <a:pt x="1085608" y="2506364"/>
                  <a:pt x="1154974" y="2568578"/>
                </a:cubicBezTo>
                <a:close/>
                <a:moveTo>
                  <a:pt x="1811301" y="3132571"/>
                </a:moveTo>
                <a:lnTo>
                  <a:pt x="1704026" y="2663196"/>
                </a:lnTo>
                <a:lnTo>
                  <a:pt x="2117930" y="2682436"/>
                </a:lnTo>
                <a:lnTo>
                  <a:pt x="1967575" y="3139835"/>
                </a:lnTo>
                <a:close/>
                <a:moveTo>
                  <a:pt x="474734" y="2026084"/>
                </a:moveTo>
                <a:cubicBezTo>
                  <a:pt x="497856" y="2046823"/>
                  <a:pt x="525445" y="2063859"/>
                  <a:pt x="556709" y="2075621"/>
                </a:cubicBezTo>
                <a:cubicBezTo>
                  <a:pt x="681763" y="2122667"/>
                  <a:pt x="818245" y="2067490"/>
                  <a:pt x="861550" y="1952380"/>
                </a:cubicBezTo>
                <a:cubicBezTo>
                  <a:pt x="904855" y="1837269"/>
                  <a:pt x="838584" y="1705816"/>
                  <a:pt x="713530" y="1658770"/>
                </a:cubicBezTo>
                <a:cubicBezTo>
                  <a:pt x="588476" y="1611724"/>
                  <a:pt x="451994" y="1666900"/>
                  <a:pt x="408689" y="1782011"/>
                </a:cubicBezTo>
                <a:cubicBezTo>
                  <a:pt x="376210" y="1868344"/>
                  <a:pt x="405367" y="1963870"/>
                  <a:pt x="474734" y="2026084"/>
                </a:cubicBezTo>
                <a:close/>
                <a:moveTo>
                  <a:pt x="470005" y="2517620"/>
                </a:moveTo>
                <a:cubicBezTo>
                  <a:pt x="142796" y="2243059"/>
                  <a:pt x="-69074" y="1913805"/>
                  <a:pt x="20698" y="1573981"/>
                </a:cubicBezTo>
                <a:cubicBezTo>
                  <a:pt x="290062" y="677171"/>
                  <a:pt x="1131284" y="1373424"/>
                  <a:pt x="1417683" y="1157395"/>
                </a:cubicBezTo>
                <a:cubicBezTo>
                  <a:pt x="1704082" y="941367"/>
                  <a:pt x="795764" y="512391"/>
                  <a:pt x="1486994" y="164947"/>
                </a:cubicBezTo>
                <a:cubicBezTo>
                  <a:pt x="1963635" y="-91969"/>
                  <a:pt x="2301495" y="-33140"/>
                  <a:pt x="2924035" y="233397"/>
                </a:cubicBezTo>
                <a:cubicBezTo>
                  <a:pt x="3546575" y="499935"/>
                  <a:pt x="4682373" y="1460700"/>
                  <a:pt x="4352060" y="2410274"/>
                </a:cubicBezTo>
                <a:cubicBezTo>
                  <a:pt x="4055563" y="3262631"/>
                  <a:pt x="2903863" y="3342769"/>
                  <a:pt x="2149143" y="3248705"/>
                </a:cubicBezTo>
                <a:cubicBezTo>
                  <a:pt x="2120485" y="3221681"/>
                  <a:pt x="2088781" y="3200633"/>
                  <a:pt x="2056697" y="3184977"/>
                </a:cubicBezTo>
                <a:lnTo>
                  <a:pt x="2029525" y="3174239"/>
                </a:lnTo>
                <a:lnTo>
                  <a:pt x="2074465" y="2961096"/>
                </a:lnTo>
                <a:cubicBezTo>
                  <a:pt x="2174448" y="2968058"/>
                  <a:pt x="2268303" y="2914369"/>
                  <a:pt x="2302852" y="2822534"/>
                </a:cubicBezTo>
                <a:cubicBezTo>
                  <a:pt x="2344980" y="2710550"/>
                  <a:pt x="2283405" y="2583099"/>
                  <a:pt x="2164586" y="2533664"/>
                </a:cubicBezTo>
                <a:lnTo>
                  <a:pt x="2177079" y="2474412"/>
                </a:lnTo>
                <a:lnTo>
                  <a:pt x="2181423" y="2474420"/>
                </a:lnTo>
                <a:lnTo>
                  <a:pt x="2180348" y="2458905"/>
                </a:lnTo>
                <a:lnTo>
                  <a:pt x="2183345" y="2444691"/>
                </a:lnTo>
                <a:lnTo>
                  <a:pt x="2179364" y="2444684"/>
                </a:lnTo>
                <a:lnTo>
                  <a:pt x="2069296" y="855315"/>
                </a:lnTo>
                <a:cubicBezTo>
                  <a:pt x="2264713" y="815272"/>
                  <a:pt x="2400776" y="670372"/>
                  <a:pt x="2376696" y="524656"/>
                </a:cubicBezTo>
                <a:cubicBezTo>
                  <a:pt x="2351678" y="373263"/>
                  <a:pt x="2163271" y="278317"/>
                  <a:pt x="1955875" y="312591"/>
                </a:cubicBezTo>
                <a:cubicBezTo>
                  <a:pt x="1748480" y="346862"/>
                  <a:pt x="1600634" y="497374"/>
                  <a:pt x="1625652" y="648768"/>
                </a:cubicBezTo>
                <a:cubicBezTo>
                  <a:pt x="1635034" y="705540"/>
                  <a:pt x="1667392" y="754373"/>
                  <a:pt x="1715112" y="791433"/>
                </a:cubicBezTo>
                <a:lnTo>
                  <a:pt x="1728511" y="799403"/>
                </a:lnTo>
                <a:lnTo>
                  <a:pt x="1608970" y="2443607"/>
                </a:lnTo>
                <a:lnTo>
                  <a:pt x="1608731" y="2443607"/>
                </a:lnTo>
                <a:lnTo>
                  <a:pt x="1608909" y="2444461"/>
                </a:lnTo>
                <a:lnTo>
                  <a:pt x="1606809" y="2473335"/>
                </a:lnTo>
                <a:lnTo>
                  <a:pt x="1614885" y="2473351"/>
                </a:lnTo>
                <a:lnTo>
                  <a:pt x="1760460" y="3176931"/>
                </a:lnTo>
                <a:cubicBezTo>
                  <a:pt x="1363839" y="3071567"/>
                  <a:pt x="842276" y="2829991"/>
                  <a:pt x="470005" y="2517620"/>
                </a:cubicBezTo>
                <a:close/>
                <a:moveTo>
                  <a:pt x="1703651" y="4144665"/>
                </a:moveTo>
                <a:cubicBezTo>
                  <a:pt x="1692426" y="4135382"/>
                  <a:pt x="1682479" y="4126471"/>
                  <a:pt x="1673433" y="4117764"/>
                </a:cubicBezTo>
                <a:cubicBezTo>
                  <a:pt x="1630012" y="4075967"/>
                  <a:pt x="1607344" y="4038835"/>
                  <a:pt x="1563711" y="3987474"/>
                </a:cubicBezTo>
                <a:cubicBezTo>
                  <a:pt x="1428119" y="3754817"/>
                  <a:pt x="1459551" y="3514918"/>
                  <a:pt x="1577437" y="3369529"/>
                </a:cubicBezTo>
                <a:cubicBezTo>
                  <a:pt x="1695323" y="3224139"/>
                  <a:pt x="1812160" y="3189516"/>
                  <a:pt x="1943877" y="3254126"/>
                </a:cubicBezTo>
                <a:cubicBezTo>
                  <a:pt x="2075594" y="3318736"/>
                  <a:pt x="2201944" y="3486346"/>
                  <a:pt x="2150195" y="3720844"/>
                </a:cubicBezTo>
                <a:cubicBezTo>
                  <a:pt x="2053054" y="4010881"/>
                  <a:pt x="2046121" y="3999957"/>
                  <a:pt x="2256634" y="4453092"/>
                </a:cubicBezTo>
                <a:cubicBezTo>
                  <a:pt x="1923422" y="4292924"/>
                  <a:pt x="1782225" y="4209649"/>
                  <a:pt x="1703651" y="41446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9D8C9F72-DCEA-4778-9B06-162CCEAE54C6}"/>
              </a:ext>
            </a:extLst>
          </p:cNvPr>
          <p:cNvSpPr txBox="1"/>
          <p:nvPr/>
        </p:nvSpPr>
        <p:spPr>
          <a:xfrm>
            <a:off x="3244333" y="1230821"/>
            <a:ext cx="5681487" cy="7848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altLang="ko-KR" sz="4800" dirty="0" smtClean="0">
                <a:solidFill>
                  <a:schemeClr val="accent6"/>
                </a:solidFill>
                <a:cs typeface="Arial" pitchFamily="34" charset="0"/>
              </a:rPr>
              <a:t>First standard run</a:t>
            </a:r>
            <a:endParaRPr lang="ko-KR" altLang="en-US" sz="4800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9D8C9F72-DCEA-4778-9B06-162CCEAE54C6}"/>
              </a:ext>
            </a:extLst>
          </p:cNvPr>
          <p:cNvSpPr txBox="1"/>
          <p:nvPr/>
        </p:nvSpPr>
        <p:spPr>
          <a:xfrm>
            <a:off x="3407716" y="3986188"/>
            <a:ext cx="5354722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altLang="ko-KR" sz="4800" dirty="0" smtClean="0">
                <a:solidFill>
                  <a:schemeClr val="accent6"/>
                </a:solidFill>
                <a:cs typeface="Arial" pitchFamily="34" charset="0"/>
              </a:rPr>
              <a:t>Example:</a:t>
            </a:r>
            <a:endParaRPr lang="en-US" altLang="ko-KR" sz="4800" dirty="0" smtClean="0">
              <a:solidFill>
                <a:schemeClr val="accent6"/>
              </a:solidFill>
              <a:cs typeface="Arial" pitchFamily="34" charset="0"/>
            </a:endParaRPr>
          </a:p>
          <a:p>
            <a:pPr algn="ctr">
              <a:lnSpc>
                <a:spcPts val="5400"/>
              </a:lnSpc>
            </a:pPr>
            <a:r>
              <a:rPr lang="en-US" altLang="ko-KR" sz="4800" dirty="0" err="1" smtClean="0">
                <a:solidFill>
                  <a:schemeClr val="accent6"/>
                </a:solidFill>
                <a:cs typeface="Arial" pitchFamily="34" charset="0"/>
              </a:rPr>
              <a:t>awicm</a:t>
            </a:r>
            <a:r>
              <a:rPr lang="en-US" altLang="ko-KR" sz="4800" dirty="0" smtClean="0">
                <a:solidFill>
                  <a:schemeClr val="accent6"/>
                </a:solidFill>
                <a:cs typeface="Arial" pitchFamily="34" charset="0"/>
              </a:rPr>
              <a:t>-test</a:t>
            </a:r>
            <a:endParaRPr lang="ko-KR" altLang="en-US" sz="4800" dirty="0">
              <a:solidFill>
                <a:schemeClr val="accent6"/>
              </a:solidFill>
              <a:cs typeface="Arial" pitchFamily="34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253" y="2476797"/>
            <a:ext cx="6605649" cy="150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68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471" y="223729"/>
            <a:ext cx="11191876" cy="724247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/>
              <a:t>1</a:t>
            </a:r>
            <a:r>
              <a:rPr lang="en-US" sz="3600" baseline="30000" dirty="0" smtClean="0"/>
              <a:t>st</a:t>
            </a:r>
            <a:r>
              <a:rPr lang="en-US" sz="3600" dirty="0" smtClean="0"/>
              <a:t>: Download </a:t>
            </a:r>
            <a:r>
              <a:rPr lang="en-US" sz="3600" dirty="0" err="1" smtClean="0"/>
              <a:t>esm</a:t>
            </a:r>
            <a:r>
              <a:rPr lang="en-US" sz="3600" dirty="0" smtClean="0"/>
              <a:t>-tools</a:t>
            </a:r>
            <a:endParaRPr lang="en-US" sz="3600" dirty="0"/>
          </a:p>
        </p:txBody>
      </p:sp>
      <p:grpSp>
        <p:nvGrpSpPr>
          <p:cNvPr id="6" name="Group 5"/>
          <p:cNvGrpSpPr/>
          <p:nvPr/>
        </p:nvGrpSpPr>
        <p:grpSpPr>
          <a:xfrm>
            <a:off x="2202052" y="1596696"/>
            <a:ext cx="7928714" cy="4556913"/>
            <a:chOff x="783487" y="1393496"/>
            <a:chExt cx="7928714" cy="4556913"/>
          </a:xfrm>
        </p:grpSpPr>
        <p:sp>
          <p:nvSpPr>
            <p:cNvPr id="8" name="Rectangle 7"/>
            <p:cNvSpPr/>
            <p:nvPr/>
          </p:nvSpPr>
          <p:spPr>
            <a:xfrm>
              <a:off x="2282315" y="4399403"/>
              <a:ext cx="6429886" cy="1477328"/>
            </a:xfrm>
            <a:prstGeom prst="rect">
              <a:avLst/>
            </a:prstGeom>
            <a:solidFill>
              <a:srgbClr val="96C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직사각형 1">
              <a:extLst>
                <a:ext uri="{FF2B5EF4-FFF2-40B4-BE49-F238E27FC236}">
                  <a16:creationId xmlns="" xmlns:a16="http://schemas.microsoft.com/office/drawing/2014/main" id="{C1D8CF82-5517-4B19-A173-148AB516E1FB}"/>
                </a:ext>
              </a:extLst>
            </p:cNvPr>
            <p:cNvSpPr/>
            <p:nvPr/>
          </p:nvSpPr>
          <p:spPr>
            <a:xfrm>
              <a:off x="853609" y="5355819"/>
              <a:ext cx="107273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</a:rPr>
                <a:t>Contents</a:t>
              </a:r>
            </a:p>
          </p:txBody>
        </p:sp>
        <p:sp>
          <p:nvSpPr>
            <p:cNvPr id="10" name="직사각형 2">
              <a:extLst>
                <a:ext uri="{FF2B5EF4-FFF2-40B4-BE49-F238E27FC236}">
                  <a16:creationId xmlns="" xmlns:a16="http://schemas.microsoft.com/office/drawing/2014/main" id="{227A3845-0A2D-4B88-90C8-ACD5795748AA}"/>
                </a:ext>
              </a:extLst>
            </p:cNvPr>
            <p:cNvSpPr/>
            <p:nvPr/>
          </p:nvSpPr>
          <p:spPr>
            <a:xfrm>
              <a:off x="853610" y="5673410"/>
              <a:ext cx="115550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Add Text Here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282315" y="1393496"/>
              <a:ext cx="6429886" cy="1477328"/>
            </a:xfrm>
            <a:prstGeom prst="rect">
              <a:avLst/>
            </a:prstGeom>
            <a:solidFill>
              <a:srgbClr val="E212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01029" y="1393496"/>
              <a:ext cx="610637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chemeClr val="bg1"/>
                  </a:solidFill>
                </a:rPr>
                <a:t>git</a:t>
              </a:r>
              <a:r>
                <a:rPr lang="en-US" dirty="0" smtClean="0">
                  <a:solidFill>
                    <a:schemeClr val="bg1"/>
                  </a:solidFill>
                </a:rPr>
                <a:t> clone https://gitlab.dkrz.de/esm-tools.de/esm-master.git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cd 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-master; make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make get-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-environment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make get-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</a:t>
              </a:r>
              <a:r>
                <a:rPr lang="en-US" dirty="0" err="1" smtClean="0">
                  <a:solidFill>
                    <a:schemeClr val="bg1"/>
                  </a:solidFill>
                </a:rPr>
                <a:t>runscripts</a:t>
              </a:r>
              <a:endParaRPr lang="en-US" dirty="0" smtClean="0">
                <a:solidFill>
                  <a:schemeClr val="bg1"/>
                </a:solidFill>
              </a:endParaRPr>
            </a:p>
            <a:p>
              <a:r>
                <a:rPr lang="en-US" dirty="0" smtClean="0">
                  <a:solidFill>
                    <a:schemeClr val="bg1"/>
                  </a:solidFill>
                </a:rPr>
                <a:t>make get-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</a:t>
              </a:r>
              <a:r>
                <a:rPr lang="en-US" dirty="0" err="1" smtClean="0">
                  <a:solidFill>
                    <a:schemeClr val="bg1"/>
                  </a:solidFill>
                </a:rPr>
                <a:t>usermanual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="" xmlns:a16="http://schemas.microsoft.com/office/drawing/2014/main" id="{01F40D94-2F20-4068-8CBF-4552469EA593}"/>
                </a:ext>
              </a:extLst>
            </p:cNvPr>
            <p:cNvGrpSpPr/>
            <p:nvPr/>
          </p:nvGrpSpPr>
          <p:grpSpPr>
            <a:xfrm>
              <a:off x="783489" y="1393496"/>
              <a:ext cx="1460499" cy="1477328"/>
              <a:chOff x="5567628" y="1852963"/>
              <a:chExt cx="1152130" cy="1152128"/>
            </a:xfrm>
            <a:solidFill>
              <a:srgbClr val="F0AD57"/>
            </a:solidFill>
          </p:grpSpPr>
          <p:sp>
            <p:nvSpPr>
              <p:cNvPr id="23" name="Rectangle 10">
                <a:extLst>
                  <a:ext uri="{FF2B5EF4-FFF2-40B4-BE49-F238E27FC236}">
                    <a16:creationId xmlns="" xmlns:a16="http://schemas.microsoft.com/office/drawing/2014/main" id="{43A7FD09-5514-4007-9AD4-9F6622906825}"/>
                  </a:ext>
                </a:extLst>
              </p:cNvPr>
              <p:cNvSpPr/>
              <p:nvPr/>
            </p:nvSpPr>
            <p:spPr>
              <a:xfrm>
                <a:off x="5567628" y="1852963"/>
                <a:ext cx="1152129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1152128" h="1152128">
                    <a:moveTo>
                      <a:pt x="99671" y="0"/>
                    </a:moveTo>
                    <a:lnTo>
                      <a:pt x="1152128" y="0"/>
                    </a:lnTo>
                    <a:lnTo>
                      <a:pt x="1152128" y="1152128"/>
                    </a:lnTo>
                    <a:lnTo>
                      <a:pt x="0" y="1152128"/>
                    </a:lnTo>
                    <a:lnTo>
                      <a:pt x="0" y="103999"/>
                    </a:lnTo>
                    <a:lnTo>
                      <a:pt x="125263" y="229261"/>
                    </a:lnTo>
                    <a:lnTo>
                      <a:pt x="74346" y="280179"/>
                    </a:lnTo>
                    <a:lnTo>
                      <a:pt x="278015" y="280179"/>
                    </a:lnTo>
                    <a:lnTo>
                      <a:pt x="278015" y="76509"/>
                    </a:lnTo>
                    <a:lnTo>
                      <a:pt x="227098" y="127427"/>
                    </a:lnTo>
                    <a:close/>
                  </a:path>
                </a:pathLst>
              </a:custGeom>
              <a:solidFill>
                <a:srgbClr val="E212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Text Placeholder 12">
                <a:extLst>
                  <a:ext uri="{FF2B5EF4-FFF2-40B4-BE49-F238E27FC236}">
                    <a16:creationId xmlns="" xmlns:a16="http://schemas.microsoft.com/office/drawing/2014/main" id="{6D7E88EE-3B4D-4D72-9A20-A952693C64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76505" y="2653697"/>
                <a:ext cx="1143253" cy="314666"/>
              </a:xfrm>
              <a:prstGeom prst="rect">
                <a:avLst/>
              </a:prstGeom>
              <a:solidFill>
                <a:srgbClr val="E2124E"/>
              </a:solidFill>
            </p:spPr>
            <p:txBody>
              <a:bodyPr lIns="0" tIns="0" rIns="0" bIns="0" anchor="ctr"/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FontTx/>
                  <a:buNone/>
                  <a:defRPr sz="3200" b="1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dirty="0" smtClean="0">
                    <a:solidFill>
                      <a:schemeClr val="bg1"/>
                    </a:solidFill>
                  </a:rPr>
                  <a:t>01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="" xmlns:a16="http://schemas.microsoft.com/office/drawing/2014/main" id="{45083598-B77F-43A8-A31A-E6C4A1D35243}"/>
                </a:ext>
              </a:extLst>
            </p:cNvPr>
            <p:cNvGrpSpPr/>
            <p:nvPr/>
          </p:nvGrpSpPr>
          <p:grpSpPr>
            <a:xfrm>
              <a:off x="799309" y="2897408"/>
              <a:ext cx="1460497" cy="1470356"/>
              <a:chOff x="5580109" y="1852963"/>
              <a:chExt cx="1152131" cy="1152128"/>
            </a:xfrm>
            <a:solidFill>
              <a:schemeClr val="accent1"/>
            </a:solidFill>
          </p:grpSpPr>
          <p:sp>
            <p:nvSpPr>
              <p:cNvPr id="21" name="Rectangle 10">
                <a:extLst>
                  <a:ext uri="{FF2B5EF4-FFF2-40B4-BE49-F238E27FC236}">
                    <a16:creationId xmlns="" xmlns:a16="http://schemas.microsoft.com/office/drawing/2014/main" id="{B97EBB9A-D01C-4F55-9AC5-31FC36A13F06}"/>
                  </a:ext>
                </a:extLst>
              </p:cNvPr>
              <p:cNvSpPr/>
              <p:nvPr/>
            </p:nvSpPr>
            <p:spPr>
              <a:xfrm>
                <a:off x="5580109" y="1852963"/>
                <a:ext cx="1152128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1152128" h="1152128">
                    <a:moveTo>
                      <a:pt x="99671" y="0"/>
                    </a:moveTo>
                    <a:lnTo>
                      <a:pt x="1152128" y="0"/>
                    </a:lnTo>
                    <a:lnTo>
                      <a:pt x="1152128" y="1152128"/>
                    </a:lnTo>
                    <a:lnTo>
                      <a:pt x="0" y="1152128"/>
                    </a:lnTo>
                    <a:lnTo>
                      <a:pt x="0" y="103999"/>
                    </a:lnTo>
                    <a:lnTo>
                      <a:pt x="125263" y="229261"/>
                    </a:lnTo>
                    <a:lnTo>
                      <a:pt x="74346" y="280179"/>
                    </a:lnTo>
                    <a:lnTo>
                      <a:pt x="278015" y="280179"/>
                    </a:lnTo>
                    <a:lnTo>
                      <a:pt x="278015" y="76509"/>
                    </a:lnTo>
                    <a:lnTo>
                      <a:pt x="227098" y="127427"/>
                    </a:lnTo>
                    <a:close/>
                  </a:path>
                </a:pathLst>
              </a:custGeom>
              <a:solidFill>
                <a:srgbClr val="EA71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 Placeholder 12">
                <a:extLst>
                  <a:ext uri="{FF2B5EF4-FFF2-40B4-BE49-F238E27FC236}">
                    <a16:creationId xmlns="" xmlns:a16="http://schemas.microsoft.com/office/drawing/2014/main" id="{229D7D7B-202F-4382-A1BD-2D6956654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97865" y="2638066"/>
                <a:ext cx="1134375" cy="314666"/>
              </a:xfrm>
              <a:prstGeom prst="rect">
                <a:avLst/>
              </a:prstGeom>
              <a:noFill/>
            </p:spPr>
            <p:txBody>
              <a:bodyPr lIns="0" tIns="0" rIns="0" bIns="0" anchor="ctr"/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FontTx/>
                  <a:buNone/>
                  <a:defRPr sz="3200" b="1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dirty="0">
                    <a:solidFill>
                      <a:schemeClr val="bg1"/>
                    </a:solidFill>
                  </a:rPr>
                  <a:t>02</a:t>
                </a:r>
              </a:p>
            </p:txBody>
          </p:sp>
        </p:grpSp>
        <p:sp>
          <p:nvSpPr>
            <p:cNvPr id="15" name="Rectangle 14"/>
            <p:cNvSpPr/>
            <p:nvPr/>
          </p:nvSpPr>
          <p:spPr>
            <a:xfrm>
              <a:off x="2282315" y="2890436"/>
              <a:ext cx="6429886" cy="1477328"/>
            </a:xfrm>
            <a:prstGeom prst="rect">
              <a:avLst/>
            </a:prstGeom>
            <a:solidFill>
              <a:srgbClr val="EA71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29920" y="4673763"/>
              <a:ext cx="610637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chemeClr val="bg1"/>
                  </a:solidFill>
                </a:rPr>
                <a:t>git</a:t>
              </a:r>
              <a:r>
                <a:rPr lang="en-US" dirty="0" smtClean="0">
                  <a:solidFill>
                    <a:schemeClr val="bg1"/>
                  </a:solidFill>
                </a:rPr>
                <a:t> clone https://</a:t>
              </a:r>
              <a:r>
                <a:rPr lang="en-US" dirty="0" err="1" smtClean="0">
                  <a:solidFill>
                    <a:schemeClr val="bg1"/>
                  </a:solidFill>
                </a:rPr>
                <a:t>gitlab.dkrz.de</a:t>
              </a:r>
              <a:r>
                <a:rPr lang="en-US" dirty="0" smtClean="0">
                  <a:solidFill>
                    <a:schemeClr val="bg1"/>
                  </a:solidFill>
                </a:rPr>
                <a:t>/</a:t>
              </a:r>
              <a:r>
                <a:rPr lang="en-US" dirty="0" err="1" smtClean="0">
                  <a:solidFill>
                    <a:schemeClr val="bg1"/>
                  </a:solidFill>
                </a:rPr>
                <a:t>esm-tools.de</a:t>
              </a:r>
              <a:r>
                <a:rPr lang="en-US" dirty="0" smtClean="0">
                  <a:solidFill>
                    <a:schemeClr val="bg1"/>
                  </a:solidFill>
                </a:rPr>
                <a:t>/</a:t>
              </a:r>
              <a:r>
                <a:rPr lang="en-US" dirty="0" err="1" smtClean="0">
                  <a:solidFill>
                    <a:schemeClr val="bg1"/>
                  </a:solidFill>
                </a:rPr>
                <a:t>esm-tools.git</a:t>
              </a:r>
              <a:endParaRPr lang="en-US" dirty="0" smtClean="0">
                <a:solidFill>
                  <a:schemeClr val="bg1"/>
                </a:solidFill>
              </a:endParaRPr>
            </a:p>
            <a:p>
              <a:r>
                <a:rPr lang="en-US" dirty="0" smtClean="0">
                  <a:solidFill>
                    <a:schemeClr val="bg1"/>
                  </a:solidFill>
                </a:rPr>
                <a:t>cd 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-tools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./</a:t>
              </a:r>
              <a:r>
                <a:rPr lang="en-US" dirty="0" err="1" smtClean="0">
                  <a:solidFill>
                    <a:schemeClr val="bg1"/>
                  </a:solidFill>
                </a:rPr>
                <a:t>install.sh</a:t>
              </a:r>
              <a:endParaRPr lang="en-US" dirty="0" smtClean="0">
                <a:solidFill>
                  <a:schemeClr val="bg1"/>
                </a:solidFill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="" xmlns:a16="http://schemas.microsoft.com/office/drawing/2014/main" id="{A2C7B1C4-D368-4D0F-9B3B-CD19CA3A7CF9}"/>
                </a:ext>
              </a:extLst>
            </p:cNvPr>
            <p:cNvGrpSpPr/>
            <p:nvPr/>
          </p:nvGrpSpPr>
          <p:grpSpPr>
            <a:xfrm>
              <a:off x="783487" y="4394348"/>
              <a:ext cx="1476315" cy="1482383"/>
              <a:chOff x="5580109" y="1852963"/>
              <a:chExt cx="1152131" cy="1152128"/>
            </a:xfrm>
            <a:solidFill>
              <a:schemeClr val="accent1"/>
            </a:solidFill>
          </p:grpSpPr>
          <p:sp>
            <p:nvSpPr>
              <p:cNvPr id="19" name="Rectangle 10">
                <a:extLst>
                  <a:ext uri="{FF2B5EF4-FFF2-40B4-BE49-F238E27FC236}">
                    <a16:creationId xmlns="" xmlns:a16="http://schemas.microsoft.com/office/drawing/2014/main" id="{436F92B2-7F5E-4FE3-A647-414B84E2D2E4}"/>
                  </a:ext>
                </a:extLst>
              </p:cNvPr>
              <p:cNvSpPr/>
              <p:nvPr/>
            </p:nvSpPr>
            <p:spPr>
              <a:xfrm>
                <a:off x="5580109" y="1852963"/>
                <a:ext cx="1152128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1152128" h="1152128">
                    <a:moveTo>
                      <a:pt x="99671" y="0"/>
                    </a:moveTo>
                    <a:lnTo>
                      <a:pt x="1152128" y="0"/>
                    </a:lnTo>
                    <a:lnTo>
                      <a:pt x="1152128" y="1152128"/>
                    </a:lnTo>
                    <a:lnTo>
                      <a:pt x="0" y="1152128"/>
                    </a:lnTo>
                    <a:lnTo>
                      <a:pt x="0" y="103999"/>
                    </a:lnTo>
                    <a:lnTo>
                      <a:pt x="125263" y="229261"/>
                    </a:lnTo>
                    <a:lnTo>
                      <a:pt x="74346" y="280179"/>
                    </a:lnTo>
                    <a:lnTo>
                      <a:pt x="278015" y="280179"/>
                    </a:lnTo>
                    <a:lnTo>
                      <a:pt x="278015" y="76509"/>
                    </a:lnTo>
                    <a:lnTo>
                      <a:pt x="227098" y="127427"/>
                    </a:lnTo>
                    <a:close/>
                  </a:path>
                </a:pathLst>
              </a:custGeom>
              <a:solidFill>
                <a:srgbClr val="96C1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 Placeholder 12">
                <a:extLst>
                  <a:ext uri="{FF2B5EF4-FFF2-40B4-BE49-F238E27FC236}">
                    <a16:creationId xmlns="" xmlns:a16="http://schemas.microsoft.com/office/drawing/2014/main" id="{BDD79654-A047-48CB-831F-111A15E94D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97865" y="2638066"/>
                <a:ext cx="1134375" cy="314666"/>
              </a:xfrm>
              <a:prstGeom prst="rect">
                <a:avLst/>
              </a:prstGeom>
              <a:noFill/>
            </p:spPr>
            <p:txBody>
              <a:bodyPr lIns="0" tIns="0" rIns="0" bIns="0" anchor="ctr"/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FontTx/>
                  <a:buNone/>
                  <a:defRPr sz="3200" b="1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dirty="0">
                    <a:solidFill>
                      <a:schemeClr val="bg1"/>
                    </a:solidFill>
                  </a:rPr>
                  <a:t>03</a:t>
                </a: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2313402" y="3167435"/>
              <a:ext cx="610637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chemeClr val="bg1"/>
                  </a:solidFill>
                </a:rPr>
                <a:t>git</a:t>
              </a:r>
              <a:r>
                <a:rPr lang="en-US" dirty="0" smtClean="0">
                  <a:solidFill>
                    <a:schemeClr val="bg1"/>
                  </a:solidFill>
                </a:rPr>
                <a:t> clone https://gitlab.dkrz.de/esm-tools.de/esm-master.git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cd 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-master; make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make get-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-tools</a:t>
              </a:r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28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 txBox="1">
            <a:spLocks/>
          </p:cNvSpPr>
          <p:nvPr/>
        </p:nvSpPr>
        <p:spPr>
          <a:xfrm>
            <a:off x="636607" y="985490"/>
            <a:ext cx="11191876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Three possible ways: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917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36607" y="1185886"/>
            <a:ext cx="10515600" cy="4925683"/>
          </a:xfrm>
          <a:prstGeom prst="rect">
            <a:avLst/>
          </a:prstGeom>
          <a:solidFill>
            <a:srgbClr val="96C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607" y="241631"/>
            <a:ext cx="11191876" cy="724247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/>
              <a:t>2</a:t>
            </a:r>
            <a:r>
              <a:rPr lang="en-US" sz="3600" baseline="30000" dirty="0" smtClean="0"/>
              <a:t>nd</a:t>
            </a:r>
            <a:r>
              <a:rPr lang="en-US" sz="3600" dirty="0" smtClean="0"/>
              <a:t>: </a:t>
            </a:r>
            <a:r>
              <a:rPr lang="en-US" sz="3600" dirty="0" smtClean="0"/>
              <a:t>Download / configure / compile the model </a:t>
            </a:r>
            <a:endParaRPr lang="en-US" sz="36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2309" y="11041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799E2E3-41C3-4C47-87EA-02219D3E7EF4}"/>
              </a:ext>
            </a:extLst>
          </p:cNvPr>
          <p:cNvSpPr txBox="1"/>
          <p:nvPr/>
        </p:nvSpPr>
        <p:spPr>
          <a:xfrm>
            <a:off x="1249296" y="1738230"/>
            <a:ext cx="4373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From the </a:t>
            </a:r>
            <a:r>
              <a:rPr lang="en-US" altLang="ko-KR" dirty="0" err="1" smtClean="0">
                <a:solidFill>
                  <a:schemeClr val="bg1"/>
                </a:solidFill>
                <a:cs typeface="Arial" pitchFamily="34" charset="0"/>
              </a:rPr>
              <a:t>esm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-master folder, type:</a:t>
            </a:r>
          </a:p>
          <a:p>
            <a:endParaRPr lang="en-US" altLang="ko-KR" dirty="0" smtClean="0">
              <a:solidFill>
                <a:schemeClr val="bg1"/>
              </a:solidFill>
              <a:cs typeface="Arial" pitchFamily="34" charset="0"/>
            </a:endParaRPr>
          </a:p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make get-</a:t>
            </a:r>
            <a:r>
              <a:rPr lang="en-US" altLang="ko-KR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awicm</a:t>
            </a:r>
            <a:r>
              <a:rPr lang="en-US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-test</a:t>
            </a:r>
          </a:p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make comp-</a:t>
            </a:r>
            <a:r>
              <a:rPr lang="en-US" altLang="ko-KR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awicm</a:t>
            </a:r>
            <a:r>
              <a:rPr lang="en-US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-test</a:t>
            </a:r>
            <a:endParaRPr lang="en-US" altLang="ko-KR" dirty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116" y="1823816"/>
            <a:ext cx="5358809" cy="68771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654" y="3149460"/>
            <a:ext cx="7406923" cy="137205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6141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3245" y="1104181"/>
            <a:ext cx="10515600" cy="4925683"/>
          </a:xfrm>
          <a:prstGeom prst="rect">
            <a:avLst/>
          </a:prstGeom>
          <a:solidFill>
            <a:srgbClr val="EA71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2309" y="241631"/>
            <a:ext cx="11466174" cy="724247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Pick a sample </a:t>
            </a:r>
            <a:r>
              <a:rPr lang="en-US" sz="3200" dirty="0" err="1" smtClean="0"/>
              <a:t>runscript</a:t>
            </a:r>
            <a:endParaRPr lang="en-US" sz="32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2309" y="11041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799E2E3-41C3-4C47-87EA-02219D3E7EF4}"/>
              </a:ext>
            </a:extLst>
          </p:cNvPr>
          <p:cNvSpPr txBox="1"/>
          <p:nvPr/>
        </p:nvSpPr>
        <p:spPr>
          <a:xfrm>
            <a:off x="1109258" y="1473513"/>
            <a:ext cx="997227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From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the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esm-runscripts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/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runscripts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/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folder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, pick an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example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script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,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and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copy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it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to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a save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place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to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edit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it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later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:</a:t>
            </a:r>
          </a:p>
          <a:p>
            <a:endParaRPr lang="de-DE" altLang="ko-KR" dirty="0">
              <a:solidFill>
                <a:schemeClr val="bg1"/>
              </a:solidFill>
              <a:cs typeface="Arial" pitchFamily="34" charset="0"/>
            </a:endParaRPr>
          </a:p>
          <a:p>
            <a:pPr algn="ctr"/>
            <a:r>
              <a:rPr lang="de-DE" altLang="ko-KR" sz="1600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mkdir</a:t>
            </a:r>
            <a:r>
              <a:rPr lang="de-DE" altLang="ko-KR" sz="16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de-DE" altLang="ko-KR" sz="1600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scripts</a:t>
            </a:r>
            <a:r>
              <a:rPr lang="de-DE" altLang="ko-KR" sz="16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; cd </a:t>
            </a:r>
            <a:r>
              <a:rPr lang="de-DE" altLang="ko-KR" sz="1600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scripts</a:t>
            </a:r>
            <a:endParaRPr lang="de-DE" altLang="ko-KR" sz="1600" dirty="0" smtClean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  <a:p>
            <a:pPr algn="ctr"/>
            <a:r>
              <a:rPr lang="de-DE" altLang="ko-KR" sz="1600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cp</a:t>
            </a:r>
            <a:r>
              <a:rPr lang="de-DE" altLang="ko-KR" sz="16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de-DE" altLang="ko-KR" sz="1600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esm-runscripts</a:t>
            </a:r>
            <a:r>
              <a:rPr lang="de-DE" altLang="ko-KR" sz="16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/</a:t>
            </a:r>
            <a:r>
              <a:rPr lang="de-DE" altLang="ko-KR" sz="1600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runscripts</a:t>
            </a:r>
            <a:r>
              <a:rPr lang="de-DE" altLang="ko-KR" sz="16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/</a:t>
            </a:r>
            <a:r>
              <a:rPr lang="de-DE" altLang="ko-KR" sz="1600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awicm</a:t>
            </a:r>
            <a:r>
              <a:rPr lang="de-DE" altLang="ko-KR" sz="16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/awicm-1.1_monthly_initial_ollie.run </a:t>
            </a:r>
            <a:r>
              <a:rPr lang="de-DE" altLang="ko-KR" sz="1600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awicm.run</a:t>
            </a:r>
            <a:endParaRPr lang="de-DE" altLang="ko-KR" sz="1600" dirty="0" smtClean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  <a:p>
            <a:pPr algn="ctr"/>
            <a:endParaRPr lang="de-DE" altLang="ko-KR" sz="1600" dirty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  <a:p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There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are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plenty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of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runscripts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available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, </a:t>
            </a:r>
          </a:p>
          <a:p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depending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on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the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machine</a:t>
            </a:r>
            <a:r>
              <a:rPr lang="de-DE" altLang="ko-KR" dirty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you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are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about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</a:p>
          <a:p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to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use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,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whether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you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want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monthly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or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yearly</a:t>
            </a:r>
            <a:endParaRPr lang="de-DE" altLang="ko-KR" dirty="0" smtClean="0">
              <a:solidFill>
                <a:schemeClr val="bg1"/>
              </a:solidFill>
              <a:ea typeface="Andale Mono" charset="0"/>
              <a:cs typeface="Andale Mono" charset="0"/>
            </a:endParaRPr>
          </a:p>
          <a:p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restarts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, initial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or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restart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from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a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previous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run</a:t>
            </a:r>
            <a:r>
              <a:rPr lang="mr-IN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…</a:t>
            </a:r>
            <a:endParaRPr lang="de-DE" altLang="ko-KR" dirty="0" smtClean="0">
              <a:solidFill>
                <a:schemeClr val="bg1"/>
              </a:solidFill>
              <a:ea typeface="Andale Mono" charset="0"/>
              <a:cs typeface="Andale Mono" charset="0"/>
            </a:endParaRPr>
          </a:p>
          <a:p>
            <a:endParaRPr lang="en-US" altLang="ko-KR" sz="1600" dirty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396" y="3151035"/>
            <a:ext cx="4548486" cy="301713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54548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3245" y="1104181"/>
            <a:ext cx="10515600" cy="4925683"/>
          </a:xfrm>
          <a:prstGeom prst="rect">
            <a:avLst/>
          </a:prstGeom>
          <a:solidFill>
            <a:srgbClr val="00A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607" y="241631"/>
            <a:ext cx="11191876" cy="724247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/>
              <a:t>Adapt the </a:t>
            </a:r>
            <a:r>
              <a:rPr lang="en-US" sz="3600" dirty="0" err="1" smtClean="0"/>
              <a:t>runscript</a:t>
            </a:r>
            <a:endParaRPr lang="en-US" sz="36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2309" y="11041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799E2E3-41C3-4C47-87EA-02219D3E7EF4}"/>
              </a:ext>
            </a:extLst>
          </p:cNvPr>
          <p:cNvSpPr txBox="1"/>
          <p:nvPr/>
        </p:nvSpPr>
        <p:spPr>
          <a:xfrm>
            <a:off x="1084991" y="1228550"/>
            <a:ext cx="858548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There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are</a:t>
            </a:r>
            <a:r>
              <a:rPr lang="de-DE" altLang="ko-KR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a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couple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of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entries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in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the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runscript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you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need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to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adapt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:</a:t>
            </a:r>
          </a:p>
          <a:p>
            <a:endParaRPr lang="de-DE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FUNCTION_PATH:	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full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path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to</a:t>
            </a:r>
            <a:r>
              <a:rPr lang="de-DE" altLang="ko-KR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esm-runscripts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/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functions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/all</a:t>
            </a:r>
          </a:p>
          <a:p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ACCOUNT:		on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some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machines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, an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account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(like ab0995 on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mistral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)</a:t>
            </a:r>
          </a:p>
          <a:p>
            <a:r>
              <a:rPr lang="de-DE" altLang="ko-KR" dirty="0">
                <a:solidFill>
                  <a:schemeClr val="bg1"/>
                </a:solidFill>
                <a:cs typeface="Arial" pitchFamily="34" charset="0"/>
              </a:rPr>
              <a:t>	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		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needs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to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be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given</a:t>
            </a:r>
            <a:endParaRPr lang="de-DE" altLang="ko-KR" dirty="0" smtClean="0">
              <a:solidFill>
                <a:schemeClr val="bg1"/>
              </a:solidFill>
              <a:cs typeface="Arial" pitchFamily="34" charset="0"/>
            </a:endParaRPr>
          </a:p>
          <a:p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machine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:		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name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of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the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computer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you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want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to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use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(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ollie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,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mistral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,</a:t>
            </a:r>
            <a:r>
              <a:rPr lang="mr-IN" altLang="ko-KR" dirty="0" smtClean="0">
                <a:solidFill>
                  <a:schemeClr val="bg1"/>
                </a:solidFill>
                <a:cs typeface="Arial" pitchFamily="34" charset="0"/>
              </a:rPr>
              <a:t>…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)</a:t>
            </a:r>
          </a:p>
          <a:p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INITIAL_DATE_awicm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:	Start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date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of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your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simulation</a:t>
            </a:r>
            <a:endParaRPr lang="de-DE" altLang="ko-KR" dirty="0" smtClean="0">
              <a:solidFill>
                <a:schemeClr val="bg1"/>
              </a:solidFill>
              <a:cs typeface="Arial" pitchFamily="34" charset="0"/>
            </a:endParaRPr>
          </a:p>
          <a:p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FINAL_DATE_awicm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:	End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date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of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your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simulation</a:t>
            </a:r>
            <a:endParaRPr lang="de-DE" altLang="ko-KR" dirty="0" smtClean="0">
              <a:solidFill>
                <a:schemeClr val="bg1"/>
              </a:solidFill>
              <a:cs typeface="Arial" pitchFamily="34" charset="0"/>
            </a:endParaRPr>
          </a:p>
          <a:p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NYEAR_awicm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:		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Number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of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years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per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restart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(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default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: 1)</a:t>
            </a:r>
          </a:p>
          <a:p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NMONTH_awicm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:	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Number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of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months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per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restart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(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default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: 0)</a:t>
            </a:r>
          </a:p>
          <a:p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MODEL_DIR_awicm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:	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full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path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to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esm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-master/awicm-CMIP6</a:t>
            </a:r>
          </a:p>
          <a:p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BIN_DIR_awic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m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:		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full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path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to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esm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-master/awicm-CMIP6/bin</a:t>
            </a:r>
          </a:p>
          <a:p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	</a:t>
            </a:r>
            <a:endParaRPr lang="en-US" altLang="ko-KR" dirty="0" smtClean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 err="1" smtClean="0">
                <a:solidFill>
                  <a:schemeClr val="bg1"/>
                </a:solidFill>
                <a:cs typeface="Arial" pitchFamily="34" charset="0"/>
              </a:rPr>
              <a:t>POOL_DIR_echam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:</a:t>
            </a:r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	full path to input/forcing data 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pool ECHAM</a:t>
            </a:r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dirty="0" err="1" smtClean="0">
                <a:solidFill>
                  <a:schemeClr val="bg1"/>
                </a:solidFill>
                <a:cs typeface="Arial" pitchFamily="34" charset="0"/>
              </a:rPr>
              <a:t>POOL_DIR_fesom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:	full </a:t>
            </a:r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path 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to </a:t>
            </a:r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input/forcing data 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pool FESOM</a:t>
            </a:r>
          </a:p>
          <a:p>
            <a:r>
              <a:rPr lang="en-US" altLang="ko-KR" dirty="0" err="1" smtClean="0">
                <a:solidFill>
                  <a:schemeClr val="bg1"/>
                </a:solidFill>
                <a:cs typeface="Arial" pitchFamily="34" charset="0"/>
              </a:rPr>
              <a:t>MESH_DIR_fesom</a:t>
            </a:r>
            <a:r>
              <a:rPr lang="en-US" altLang="ko-KR" dirty="0" smtClean="0">
                <a:solidFill>
                  <a:schemeClr val="bg1"/>
                </a:solidFill>
                <a:cs typeface="Arial" pitchFamily="34" charset="0"/>
              </a:rPr>
              <a:t>:	full path to FESOM meshes</a:t>
            </a:r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502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3245" y="1104181"/>
            <a:ext cx="10515600" cy="4925683"/>
          </a:xfrm>
          <a:prstGeom prst="rect">
            <a:avLst/>
          </a:prstGeom>
          <a:solidFill>
            <a:srgbClr val="AB4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2309" y="241631"/>
            <a:ext cx="11466174" cy="724247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run a first check</a:t>
            </a:r>
            <a:endParaRPr lang="en-US" sz="32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2309" y="11041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799E2E3-41C3-4C47-87EA-02219D3E7EF4}"/>
              </a:ext>
            </a:extLst>
          </p:cNvPr>
          <p:cNvSpPr txBox="1"/>
          <p:nvPr/>
        </p:nvSpPr>
        <p:spPr>
          <a:xfrm>
            <a:off x="988540" y="1230399"/>
            <a:ext cx="97371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Launch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the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runscript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with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:</a:t>
            </a:r>
          </a:p>
          <a:p>
            <a:endParaRPr lang="de-DE" altLang="ko-KR" dirty="0">
              <a:solidFill>
                <a:schemeClr val="bg1"/>
              </a:solidFill>
              <a:ea typeface="Andale Mono" charset="0"/>
              <a:cs typeface="Arial" pitchFamily="34" charset="0"/>
            </a:endParaRPr>
          </a:p>
          <a:p>
            <a:pPr algn="ctr"/>
            <a:r>
              <a:rPr lang="de-DE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./</a:t>
            </a:r>
            <a:r>
              <a:rPr lang="de-DE" altLang="ko-KR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awicm.run</a:t>
            </a:r>
            <a:r>
              <a:rPr lang="de-DE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mr-IN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–</a:t>
            </a:r>
            <a:r>
              <a:rPr lang="de-DE" altLang="ko-KR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e</a:t>
            </a:r>
            <a:r>
              <a:rPr lang="de-DE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mytest</a:t>
            </a:r>
            <a:r>
              <a:rPr lang="de-DE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mr-IN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–</a:t>
            </a:r>
            <a:r>
              <a:rPr lang="de-DE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c</a:t>
            </a:r>
          </a:p>
          <a:p>
            <a:pPr algn="ctr"/>
            <a:endParaRPr lang="de-DE" altLang="ko-KR" dirty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  <a:p>
            <a:r>
              <a:rPr lang="en-US" altLang="ko-KR" dirty="0" smtClean="0">
                <a:solidFill>
                  <a:schemeClr val="bg1"/>
                </a:solidFill>
                <a:ea typeface="Andale Mono" charset="0"/>
                <a:cs typeface="Andale Mono" charset="0"/>
              </a:rPr>
              <a:t>This starts the run on the login node, doing everything but does not start the actual execution. Gives a report. Results go to </a:t>
            </a:r>
          </a:p>
          <a:p>
            <a:endParaRPr lang="en-US" altLang="ko-KR" dirty="0">
              <a:solidFill>
                <a:schemeClr val="bg1"/>
              </a:solidFill>
              <a:ea typeface="Andale Mono" charset="0"/>
              <a:cs typeface="Andale Mono" charset="0"/>
            </a:endParaRPr>
          </a:p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$BASE_DIR/$EXP_ID</a:t>
            </a:r>
            <a:endParaRPr lang="en-US" altLang="ko-KR" dirty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68" y="2702498"/>
            <a:ext cx="7516997" cy="370253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97042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Phases of the run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B137766C-9FD8-402E-B310-95B5F726C055}"/>
              </a:ext>
            </a:extLst>
          </p:cNvPr>
          <p:cNvGrpSpPr/>
          <p:nvPr/>
        </p:nvGrpSpPr>
        <p:grpSpPr>
          <a:xfrm>
            <a:off x="943315" y="3595297"/>
            <a:ext cx="1194503" cy="1237333"/>
            <a:chOff x="724537" y="3258286"/>
            <a:chExt cx="1194503" cy="1237333"/>
          </a:xfrm>
        </p:grpSpPr>
        <p:sp>
          <p:nvSpPr>
            <p:cNvPr id="4" name="Rounded Rectangle 8">
              <a:extLst>
                <a:ext uri="{FF2B5EF4-FFF2-40B4-BE49-F238E27FC236}">
                  <a16:creationId xmlns:a16="http://schemas.microsoft.com/office/drawing/2014/main" xmlns="" id="{E435BFE8-58FB-4B0F-957E-CE6EF43EADB8}"/>
                </a:ext>
              </a:extLst>
            </p:cNvPr>
            <p:cNvSpPr/>
            <p:nvPr/>
          </p:nvSpPr>
          <p:spPr>
            <a:xfrm>
              <a:off x="724537" y="3258286"/>
              <a:ext cx="1064066" cy="1064066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xmlns="" id="{92D52478-F30E-4E56-ACAA-CE6BDA074EA3}"/>
                </a:ext>
              </a:extLst>
            </p:cNvPr>
            <p:cNvGrpSpPr/>
            <p:nvPr/>
          </p:nvGrpSpPr>
          <p:grpSpPr>
            <a:xfrm>
              <a:off x="915494" y="4117515"/>
              <a:ext cx="1003546" cy="378104"/>
              <a:chOff x="1271057" y="3783817"/>
              <a:chExt cx="1003546" cy="378104"/>
            </a:xfrm>
            <a:solidFill>
              <a:srgbClr val="262626"/>
            </a:solidFill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0812885F-334E-484A-945A-71602289BDB7}"/>
                  </a:ext>
                </a:extLst>
              </p:cNvPr>
              <p:cNvSpPr/>
              <p:nvPr/>
            </p:nvSpPr>
            <p:spPr>
              <a:xfrm>
                <a:off x="1271057" y="3783817"/>
                <a:ext cx="996687" cy="37810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3F9CB82D-524A-4E2C-B2AB-8D02D7E14618}"/>
                  </a:ext>
                </a:extLst>
              </p:cNvPr>
              <p:cNvSpPr txBox="1"/>
              <p:nvPr/>
            </p:nvSpPr>
            <p:spPr>
              <a:xfrm>
                <a:off x="1288522" y="3834370"/>
                <a:ext cx="986081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200" b="1" smtClean="0">
                    <a:solidFill>
                      <a:schemeClr val="bg1"/>
                    </a:solidFill>
                  </a:rPr>
                  <a:t>BASE_DIR</a:t>
                </a:r>
                <a:endParaRPr lang="ko-KR" altLang="en-US" sz="12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6687479B-0596-48CE-A865-C9906C6874C2}"/>
              </a:ext>
            </a:extLst>
          </p:cNvPr>
          <p:cNvGrpSpPr/>
          <p:nvPr/>
        </p:nvGrpSpPr>
        <p:grpSpPr>
          <a:xfrm>
            <a:off x="7619410" y="3595297"/>
            <a:ext cx="1266047" cy="1237333"/>
            <a:chOff x="7081717" y="3258286"/>
            <a:chExt cx="1266047" cy="1237333"/>
          </a:xfrm>
        </p:grpSpPr>
        <p:sp>
          <p:nvSpPr>
            <p:cNvPr id="9" name="Rounded Rectangle 13">
              <a:extLst>
                <a:ext uri="{FF2B5EF4-FFF2-40B4-BE49-F238E27FC236}">
                  <a16:creationId xmlns:a16="http://schemas.microsoft.com/office/drawing/2014/main" xmlns="" id="{133B1BA9-C8E8-42AB-BEFD-0ACB9789E493}"/>
                </a:ext>
              </a:extLst>
            </p:cNvPr>
            <p:cNvSpPr/>
            <p:nvPr/>
          </p:nvSpPr>
          <p:spPr>
            <a:xfrm>
              <a:off x="7081717" y="3258286"/>
              <a:ext cx="1064066" cy="1064066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DB66EC92-4B35-4B5D-A14A-5ABAFCC72853}"/>
                </a:ext>
              </a:extLst>
            </p:cNvPr>
            <p:cNvGrpSpPr/>
            <p:nvPr/>
          </p:nvGrpSpPr>
          <p:grpSpPr>
            <a:xfrm>
              <a:off x="7351077" y="4117515"/>
              <a:ext cx="996687" cy="378104"/>
              <a:chOff x="1271057" y="3783817"/>
              <a:chExt cx="996687" cy="378104"/>
            </a:xfrm>
            <a:solidFill>
              <a:srgbClr val="F07927"/>
            </a:solidFill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="" id="{84C900AD-D08B-4C0E-A7F3-680B70EA57B3}"/>
                  </a:ext>
                </a:extLst>
              </p:cNvPr>
              <p:cNvSpPr/>
              <p:nvPr/>
            </p:nvSpPr>
            <p:spPr>
              <a:xfrm>
                <a:off x="1271057" y="3783817"/>
                <a:ext cx="996687" cy="37810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FAD233A3-ED01-4F17-9024-B531515263EC}"/>
                  </a:ext>
                </a:extLst>
              </p:cNvPr>
              <p:cNvSpPr txBox="1"/>
              <p:nvPr/>
            </p:nvSpPr>
            <p:spPr>
              <a:xfrm>
                <a:off x="1343065" y="3834370"/>
                <a:ext cx="852670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200" b="1" dirty="0" smtClean="0">
                    <a:solidFill>
                      <a:schemeClr val="bg1"/>
                    </a:solidFill>
                  </a:rPr>
                  <a:t>Cleanup</a:t>
                </a:r>
                <a:endParaRPr lang="ko-KR" altLang="en-US" sz="12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6642A331-610F-41E8-90C7-314B752C6887}"/>
              </a:ext>
            </a:extLst>
          </p:cNvPr>
          <p:cNvGrpSpPr/>
          <p:nvPr/>
        </p:nvGrpSpPr>
        <p:grpSpPr>
          <a:xfrm>
            <a:off x="4242160" y="3595297"/>
            <a:ext cx="1226846" cy="1237333"/>
            <a:chOff x="3903127" y="3258286"/>
            <a:chExt cx="1226846" cy="1237333"/>
          </a:xfrm>
        </p:grpSpPr>
        <p:sp>
          <p:nvSpPr>
            <p:cNvPr id="14" name="Rounded Rectangle 18">
              <a:extLst>
                <a:ext uri="{FF2B5EF4-FFF2-40B4-BE49-F238E27FC236}">
                  <a16:creationId xmlns:a16="http://schemas.microsoft.com/office/drawing/2014/main" xmlns="" id="{43B43D99-A687-4939-A07A-BAEBC763464D}"/>
                </a:ext>
              </a:extLst>
            </p:cNvPr>
            <p:cNvSpPr/>
            <p:nvPr/>
          </p:nvSpPr>
          <p:spPr>
            <a:xfrm>
              <a:off x="3903127" y="3258286"/>
              <a:ext cx="1064066" cy="1064066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35688DF3-F0FD-4984-A73E-6F0A99B15B77}"/>
                </a:ext>
              </a:extLst>
            </p:cNvPr>
            <p:cNvGrpSpPr/>
            <p:nvPr/>
          </p:nvGrpSpPr>
          <p:grpSpPr>
            <a:xfrm>
              <a:off x="4133286" y="4117515"/>
              <a:ext cx="996687" cy="378104"/>
              <a:chOff x="1271057" y="3783817"/>
              <a:chExt cx="996687" cy="378104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xmlns="" id="{6EDA9C29-AC35-4428-8AB0-521AED642658}"/>
                  </a:ext>
                </a:extLst>
              </p:cNvPr>
              <p:cNvSpPr/>
              <p:nvPr/>
            </p:nvSpPr>
            <p:spPr>
              <a:xfrm>
                <a:off x="1271057" y="3783817"/>
                <a:ext cx="996687" cy="3781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19A042C9-DC7B-4099-AF86-E61B15F08082}"/>
                  </a:ext>
                </a:extLst>
              </p:cNvPr>
              <p:cNvSpPr txBox="1"/>
              <p:nvPr/>
            </p:nvSpPr>
            <p:spPr>
              <a:xfrm>
                <a:off x="1343065" y="3834370"/>
                <a:ext cx="852670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200" b="1" dirty="0" smtClean="0">
                    <a:solidFill>
                      <a:schemeClr val="bg1"/>
                    </a:solidFill>
                  </a:rPr>
                  <a:t>Prepare</a:t>
                </a:r>
                <a:endParaRPr lang="ko-KR" altLang="en-US" sz="12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BE50236E-C28B-4E1A-9F31-FEA5283C2ADE}"/>
              </a:ext>
            </a:extLst>
          </p:cNvPr>
          <p:cNvGrpSpPr/>
          <p:nvPr/>
        </p:nvGrpSpPr>
        <p:grpSpPr>
          <a:xfrm>
            <a:off x="2582938" y="3412329"/>
            <a:ext cx="1207245" cy="1247032"/>
            <a:chOff x="2313832" y="3075320"/>
            <a:chExt cx="1207245" cy="1247032"/>
          </a:xfrm>
        </p:grpSpPr>
        <p:sp>
          <p:nvSpPr>
            <p:cNvPr id="19" name="Rounded Rectangle 23">
              <a:extLst>
                <a:ext uri="{FF2B5EF4-FFF2-40B4-BE49-F238E27FC236}">
                  <a16:creationId xmlns:a16="http://schemas.microsoft.com/office/drawing/2014/main" xmlns="" id="{5777C9A3-5363-4E11-B5AD-06B3878E26F9}"/>
                </a:ext>
              </a:extLst>
            </p:cNvPr>
            <p:cNvSpPr/>
            <p:nvPr/>
          </p:nvSpPr>
          <p:spPr>
            <a:xfrm>
              <a:off x="2313832" y="3258286"/>
              <a:ext cx="1064066" cy="1064066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xmlns="" id="{CF8509B8-39E3-4485-92F3-C180445A5018}"/>
                </a:ext>
              </a:extLst>
            </p:cNvPr>
            <p:cNvGrpSpPr/>
            <p:nvPr/>
          </p:nvGrpSpPr>
          <p:grpSpPr>
            <a:xfrm>
              <a:off x="2524390" y="3075320"/>
              <a:ext cx="996687" cy="378104"/>
              <a:chOff x="1271057" y="3783817"/>
              <a:chExt cx="996687" cy="378104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xmlns="" id="{EA10D428-09D4-4844-BEAA-9116B0B90F72}"/>
                  </a:ext>
                </a:extLst>
              </p:cNvPr>
              <p:cNvSpPr/>
              <p:nvPr/>
            </p:nvSpPr>
            <p:spPr>
              <a:xfrm>
                <a:off x="1271057" y="3783817"/>
                <a:ext cx="996687" cy="37810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0779646A-2C25-4657-955E-A7EE7446BAF1}"/>
                  </a:ext>
                </a:extLst>
              </p:cNvPr>
              <p:cNvSpPr txBox="1"/>
              <p:nvPr/>
            </p:nvSpPr>
            <p:spPr>
              <a:xfrm>
                <a:off x="1343065" y="3834370"/>
                <a:ext cx="852670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200" b="1" dirty="0" smtClean="0">
                    <a:solidFill>
                      <a:schemeClr val="bg1"/>
                    </a:solidFill>
                  </a:rPr>
                  <a:t>Collect</a:t>
                </a:r>
                <a:endParaRPr lang="ko-KR" altLang="en-US" sz="12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9172BF3F-159D-44A0-95C8-459ED764EC5D}"/>
              </a:ext>
            </a:extLst>
          </p:cNvPr>
          <p:cNvGrpSpPr/>
          <p:nvPr/>
        </p:nvGrpSpPr>
        <p:grpSpPr>
          <a:xfrm>
            <a:off x="5920985" y="3412329"/>
            <a:ext cx="1246447" cy="1247032"/>
            <a:chOff x="5492422" y="3075320"/>
            <a:chExt cx="1246447" cy="1247032"/>
          </a:xfrm>
        </p:grpSpPr>
        <p:sp>
          <p:nvSpPr>
            <p:cNvPr id="24" name="Rounded Rectangle 28">
              <a:extLst>
                <a:ext uri="{FF2B5EF4-FFF2-40B4-BE49-F238E27FC236}">
                  <a16:creationId xmlns:a16="http://schemas.microsoft.com/office/drawing/2014/main" xmlns="" id="{AD53DF4E-5046-4FAC-9E8E-2C392E4783A2}"/>
                </a:ext>
              </a:extLst>
            </p:cNvPr>
            <p:cNvSpPr/>
            <p:nvPr/>
          </p:nvSpPr>
          <p:spPr>
            <a:xfrm>
              <a:off x="5492422" y="3258286"/>
              <a:ext cx="1064066" cy="1064066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xmlns="" id="{E298847F-89B6-43ED-AE3D-B08D4FFD4533}"/>
                </a:ext>
              </a:extLst>
            </p:cNvPr>
            <p:cNvGrpSpPr/>
            <p:nvPr/>
          </p:nvGrpSpPr>
          <p:grpSpPr>
            <a:xfrm>
              <a:off x="5742182" y="3075320"/>
              <a:ext cx="996687" cy="378104"/>
              <a:chOff x="1271057" y="3783817"/>
              <a:chExt cx="996687" cy="378104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xmlns="" id="{AEE38B85-34F9-47DB-9B41-5A64458D13BF}"/>
                  </a:ext>
                </a:extLst>
              </p:cNvPr>
              <p:cNvSpPr/>
              <p:nvPr/>
            </p:nvSpPr>
            <p:spPr>
              <a:xfrm>
                <a:off x="1271057" y="3783817"/>
                <a:ext cx="996687" cy="37810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DA190404-9BA7-4624-81F0-B168A9FE4B12}"/>
                  </a:ext>
                </a:extLst>
              </p:cNvPr>
              <p:cNvSpPr txBox="1"/>
              <p:nvPr/>
            </p:nvSpPr>
            <p:spPr>
              <a:xfrm>
                <a:off x="1343065" y="3834370"/>
                <a:ext cx="852670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200" b="1" dirty="0" smtClean="0">
                    <a:solidFill>
                      <a:schemeClr val="bg1"/>
                    </a:solidFill>
                  </a:rPr>
                  <a:t>Execute</a:t>
                </a:r>
                <a:endParaRPr lang="ko-KR" altLang="en-US" sz="12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E700ED11-BD42-4C05-BC0F-046D8D6CEF57}"/>
              </a:ext>
            </a:extLst>
          </p:cNvPr>
          <p:cNvGrpSpPr/>
          <p:nvPr/>
        </p:nvGrpSpPr>
        <p:grpSpPr>
          <a:xfrm>
            <a:off x="3149607" y="5065185"/>
            <a:ext cx="1411829" cy="1292662"/>
            <a:chOff x="6210997" y="1433695"/>
            <a:chExt cx="1457348" cy="91963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1B77C5F3-417C-4CA6-9725-8E5EB1D6AD0F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bg1"/>
                  </a:solidFill>
                  <a:cs typeface="Arial" pitchFamily="34" charset="0"/>
                </a:rPr>
                <a:t>Collect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06F4C082-5A89-4703-A039-82D6B1242990}"/>
                </a:ext>
              </a:extLst>
            </p:cNvPr>
            <p:cNvSpPr txBox="1"/>
            <p:nvPr/>
          </p:nvSpPr>
          <p:spPr>
            <a:xfrm>
              <a:off x="6210997" y="1630759"/>
              <a:ext cx="145734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Information about the run, the needed data, calendar etc. is collected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F8AAF305-5A52-4837-A85E-675E1502AA69}"/>
              </a:ext>
            </a:extLst>
          </p:cNvPr>
          <p:cNvGrpSpPr/>
          <p:nvPr/>
        </p:nvGrpSpPr>
        <p:grpSpPr>
          <a:xfrm>
            <a:off x="6497413" y="5065187"/>
            <a:ext cx="1411829" cy="738664"/>
            <a:chOff x="6210997" y="1433695"/>
            <a:chExt cx="1457348" cy="52550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567845F3-EF74-455F-938A-D75A05FA4572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 smtClean="0">
                  <a:solidFill>
                    <a:schemeClr val="bg1"/>
                  </a:solidFill>
                  <a:cs typeface="Arial" pitchFamily="34" charset="0"/>
                </a:rPr>
                <a:t>Excecute</a:t>
              </a:r>
              <a:r>
                <a:rPr lang="en-US" altLang="ko-KR" sz="1200" b="1" dirty="0" smtClean="0">
                  <a:solidFill>
                    <a:schemeClr val="bg1"/>
                  </a:solidFill>
                  <a:cs typeface="Arial" pitchFamily="34" charset="0"/>
                </a:rPr>
                <a:t> Run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8D3C97D9-C2D7-4053-8F2A-A0C74CB57167}"/>
                </a:ext>
              </a:extLst>
            </p:cNvPr>
            <p:cNvSpPr txBox="1"/>
            <p:nvPr/>
          </p:nvSpPr>
          <p:spPr>
            <a:xfrm>
              <a:off x="6210997" y="1630759"/>
              <a:ext cx="1457346" cy="328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The actual simulation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xmlns="" id="{02F53FC4-CB26-4355-9CCB-85616B1CE219}"/>
              </a:ext>
            </a:extLst>
          </p:cNvPr>
          <p:cNvGrpSpPr/>
          <p:nvPr/>
        </p:nvGrpSpPr>
        <p:grpSpPr>
          <a:xfrm>
            <a:off x="559356" y="1893921"/>
            <a:ext cx="1428444" cy="1333742"/>
            <a:chOff x="6193846" y="1433695"/>
            <a:chExt cx="1474499" cy="94885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678DF3DF-1656-4853-B421-1F83180EBAB1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bg1"/>
                  </a:solidFill>
                  <a:cs typeface="Arial" pitchFamily="34" charset="0"/>
                </a:rPr>
                <a:t>BASE_DIR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69A6355C-8168-4F76-B5F0-00D3A2B8E47E}"/>
                </a:ext>
              </a:extLst>
            </p:cNvPr>
            <p:cNvSpPr txBox="1"/>
            <p:nvPr/>
          </p:nvSpPr>
          <p:spPr>
            <a:xfrm>
              <a:off x="6193846" y="1659984"/>
              <a:ext cx="145734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Creates main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exp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folder and copies ESM-Tools to scripts (1</a:t>
              </a:r>
              <a:r>
                <a:rPr lang="en-US" altLang="ko-KR" sz="1200" baseline="30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run only).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xmlns="" id="{4FD5477A-C4DB-4F79-A836-C9E370B1A23A}"/>
              </a:ext>
            </a:extLst>
          </p:cNvPr>
          <p:cNvGrpSpPr/>
          <p:nvPr/>
        </p:nvGrpSpPr>
        <p:grpSpPr>
          <a:xfrm>
            <a:off x="4823510" y="1965360"/>
            <a:ext cx="1411829" cy="1292662"/>
            <a:chOff x="6210997" y="1433695"/>
            <a:chExt cx="1457348" cy="91963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9F1005E8-8BF8-446F-97B3-C8893833F3A1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bg1"/>
                  </a:solidFill>
                  <a:cs typeface="Arial" pitchFamily="34" charset="0"/>
                </a:rPr>
                <a:t>Prepare Files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A12991FF-1379-42B0-AC80-213282D3B23A}"/>
                </a:ext>
              </a:extLst>
            </p:cNvPr>
            <p:cNvSpPr txBox="1"/>
            <p:nvPr/>
          </p:nvSpPr>
          <p:spPr>
            <a:xfrm>
              <a:off x="6210997" y="1630759"/>
              <a:ext cx="145734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Files are copied to the experiment folders, the manipulated, then brought to work.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xmlns="" id="{A7ABB662-5ED9-4249-9463-146DF3C7F675}"/>
              </a:ext>
            </a:extLst>
          </p:cNvPr>
          <p:cNvGrpSpPr/>
          <p:nvPr/>
        </p:nvGrpSpPr>
        <p:grpSpPr>
          <a:xfrm>
            <a:off x="8171316" y="1965360"/>
            <a:ext cx="1411829" cy="1292662"/>
            <a:chOff x="6210997" y="1433695"/>
            <a:chExt cx="1457348" cy="91963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FC1825D5-F289-453B-AA35-A2DC72C3C909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bg1"/>
                  </a:solidFill>
                  <a:cs typeface="Arial" pitchFamily="34" charset="0"/>
                </a:rPr>
                <a:t>Cleanup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949596C3-5775-4476-BBB2-B7285B6DC8CF}"/>
                </a:ext>
              </a:extLst>
            </p:cNvPr>
            <p:cNvSpPr txBox="1"/>
            <p:nvPr/>
          </p:nvSpPr>
          <p:spPr>
            <a:xfrm>
              <a:off x="6210997" y="1630759"/>
              <a:ext cx="145734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Take the written logs, output, restarts,</a:t>
              </a:r>
              <a:r>
                <a:rPr lang="mr-IN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…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and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sort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them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back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to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the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folders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3" name="Group 27">
            <a:extLst>
              <a:ext uri="{FF2B5EF4-FFF2-40B4-BE49-F238E27FC236}">
                <a16:creationId xmlns:a16="http://schemas.microsoft.com/office/drawing/2014/main" xmlns="" id="{D631DB75-FE1D-4845-AE70-1E44D1FE9214}"/>
              </a:ext>
            </a:extLst>
          </p:cNvPr>
          <p:cNvGrpSpPr/>
          <p:nvPr/>
        </p:nvGrpSpPr>
        <p:grpSpPr>
          <a:xfrm>
            <a:off x="9337436" y="3412329"/>
            <a:ext cx="1246447" cy="1247032"/>
            <a:chOff x="5492422" y="3075320"/>
            <a:chExt cx="1246447" cy="1247032"/>
          </a:xfrm>
        </p:grpSpPr>
        <p:sp>
          <p:nvSpPr>
            <p:cNvPr id="44" name="Rounded Rectangle 28">
              <a:extLst>
                <a:ext uri="{FF2B5EF4-FFF2-40B4-BE49-F238E27FC236}">
                  <a16:creationId xmlns:a16="http://schemas.microsoft.com/office/drawing/2014/main" xmlns="" id="{7333FF33-9431-453C-9131-61D8E2AD6307}"/>
                </a:ext>
              </a:extLst>
            </p:cNvPr>
            <p:cNvSpPr/>
            <p:nvPr/>
          </p:nvSpPr>
          <p:spPr>
            <a:xfrm>
              <a:off x="5492422" y="3258286"/>
              <a:ext cx="1064066" cy="1064066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grpSp>
          <p:nvGrpSpPr>
            <p:cNvPr id="45" name="Group 29">
              <a:extLst>
                <a:ext uri="{FF2B5EF4-FFF2-40B4-BE49-F238E27FC236}">
                  <a16:creationId xmlns:a16="http://schemas.microsoft.com/office/drawing/2014/main" xmlns="" id="{C76748E9-C035-40D7-9B1D-E1A14F96FCD8}"/>
                </a:ext>
              </a:extLst>
            </p:cNvPr>
            <p:cNvGrpSpPr/>
            <p:nvPr/>
          </p:nvGrpSpPr>
          <p:grpSpPr>
            <a:xfrm>
              <a:off x="5738129" y="3075320"/>
              <a:ext cx="1000740" cy="378104"/>
              <a:chOff x="1267004" y="3783817"/>
              <a:chExt cx="1000740" cy="378104"/>
            </a:xfrm>
          </p:grpSpPr>
          <p:sp>
            <p:nvSpPr>
              <p:cNvPr id="46" name="Rectangle 30">
                <a:extLst>
                  <a:ext uri="{FF2B5EF4-FFF2-40B4-BE49-F238E27FC236}">
                    <a16:creationId xmlns:a16="http://schemas.microsoft.com/office/drawing/2014/main" xmlns="" id="{1A0598C0-8D26-4D2F-B4C6-49FD893BD584}"/>
                  </a:ext>
                </a:extLst>
              </p:cNvPr>
              <p:cNvSpPr/>
              <p:nvPr/>
            </p:nvSpPr>
            <p:spPr>
              <a:xfrm>
                <a:off x="1271057" y="3783817"/>
                <a:ext cx="996687" cy="378104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xmlns="" id="{116B48EA-156B-4DEB-B3F8-99A4F8C8D192}"/>
                  </a:ext>
                </a:extLst>
              </p:cNvPr>
              <p:cNvSpPr txBox="1"/>
              <p:nvPr/>
            </p:nvSpPr>
            <p:spPr>
              <a:xfrm>
                <a:off x="1267004" y="3834370"/>
                <a:ext cx="928731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200" b="1" smtClean="0">
                    <a:solidFill>
                      <a:schemeClr val="bg1"/>
                    </a:solidFill>
                  </a:rPr>
                  <a:t>Resubmit</a:t>
                </a:r>
                <a:endParaRPr lang="ko-KR" altLang="en-US" sz="12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8" name="Block Arc 32">
            <a:extLst>
              <a:ext uri="{FF2B5EF4-FFF2-40B4-BE49-F238E27FC236}">
                <a16:creationId xmlns:a16="http://schemas.microsoft.com/office/drawing/2014/main" xmlns="" id="{9B92A18D-3E63-4B41-A766-BBC44B06823C}"/>
              </a:ext>
            </a:extLst>
          </p:cNvPr>
          <p:cNvSpPr/>
          <p:nvPr/>
        </p:nvSpPr>
        <p:spPr>
          <a:xfrm rot="10800000">
            <a:off x="8357384" y="4016882"/>
            <a:ext cx="1496058" cy="1496058"/>
          </a:xfrm>
          <a:prstGeom prst="blockArc">
            <a:avLst>
              <a:gd name="adj1" fmla="val 10800000"/>
              <a:gd name="adj2" fmla="val 21403479"/>
              <a:gd name="adj3" fmla="val 368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grpSp>
        <p:nvGrpSpPr>
          <p:cNvPr id="49" name="Group 43">
            <a:extLst>
              <a:ext uri="{FF2B5EF4-FFF2-40B4-BE49-F238E27FC236}">
                <a16:creationId xmlns:a16="http://schemas.microsoft.com/office/drawing/2014/main" xmlns="" id="{F6D7A365-F4BB-41B9-A385-E26FCF4AECEB}"/>
              </a:ext>
            </a:extLst>
          </p:cNvPr>
          <p:cNvGrpSpPr/>
          <p:nvPr/>
        </p:nvGrpSpPr>
        <p:grpSpPr>
          <a:xfrm>
            <a:off x="9845220" y="5065186"/>
            <a:ext cx="1411829" cy="923330"/>
            <a:chOff x="6210997" y="1433695"/>
            <a:chExt cx="1457348" cy="656879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D91AA749-5958-4CC6-8698-0F94F8EBEC0F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solidFill>
              <a:schemeClr val="accent5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bg1"/>
                  </a:solidFill>
                  <a:cs typeface="Arial" pitchFamily="34" charset="0"/>
                </a:rPr>
                <a:t>Resubmit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FB03CFC8-A4C1-4759-AAF5-88962E029FDF}"/>
                </a:ext>
              </a:extLst>
            </p:cNvPr>
            <p:cNvSpPr txBox="1"/>
            <p:nvPr/>
          </p:nvSpPr>
          <p:spPr>
            <a:xfrm>
              <a:off x="6210997" y="1630759"/>
              <a:ext cx="1457346" cy="459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Submits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Postprocessing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and next run.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52" name="Block Arc 32">
            <a:extLst>
              <a:ext uri="{FF2B5EF4-FFF2-40B4-BE49-F238E27FC236}">
                <a16:creationId xmlns:a16="http://schemas.microsoft.com/office/drawing/2014/main" xmlns="" id="{841B512A-7E36-421F-B56D-73A02F4EF81D}"/>
              </a:ext>
            </a:extLst>
          </p:cNvPr>
          <p:cNvSpPr/>
          <p:nvPr/>
        </p:nvSpPr>
        <p:spPr>
          <a:xfrm rot="10800000">
            <a:off x="4999372" y="4016882"/>
            <a:ext cx="1496058" cy="1496058"/>
          </a:xfrm>
          <a:prstGeom prst="blockArc">
            <a:avLst>
              <a:gd name="adj1" fmla="val 10800000"/>
              <a:gd name="adj2" fmla="val 21403479"/>
              <a:gd name="adj3" fmla="val 368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3" name="Block Arc 32">
            <a:extLst>
              <a:ext uri="{FF2B5EF4-FFF2-40B4-BE49-F238E27FC236}">
                <a16:creationId xmlns:a16="http://schemas.microsoft.com/office/drawing/2014/main" xmlns="" id="{8E2D972B-E98D-4D91-8BF5-7171B6234E94}"/>
              </a:ext>
            </a:extLst>
          </p:cNvPr>
          <p:cNvSpPr/>
          <p:nvPr/>
        </p:nvSpPr>
        <p:spPr>
          <a:xfrm rot="10800000">
            <a:off x="1641360" y="4016882"/>
            <a:ext cx="1496058" cy="1496058"/>
          </a:xfrm>
          <a:prstGeom prst="blockArc">
            <a:avLst>
              <a:gd name="adj1" fmla="val 10800000"/>
              <a:gd name="adj2" fmla="val 21403479"/>
              <a:gd name="adj3" fmla="val 3685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4" name="Block Arc 32">
            <a:extLst>
              <a:ext uri="{FF2B5EF4-FFF2-40B4-BE49-F238E27FC236}">
                <a16:creationId xmlns:a16="http://schemas.microsoft.com/office/drawing/2014/main" xmlns="" id="{34F7960B-F8FF-4B3A-9C28-F43EB799330D}"/>
              </a:ext>
            </a:extLst>
          </p:cNvPr>
          <p:cNvSpPr/>
          <p:nvPr/>
        </p:nvSpPr>
        <p:spPr>
          <a:xfrm>
            <a:off x="6678378" y="2702808"/>
            <a:ext cx="1496058" cy="1496058"/>
          </a:xfrm>
          <a:prstGeom prst="blockArc">
            <a:avLst>
              <a:gd name="adj1" fmla="val 10800000"/>
              <a:gd name="adj2" fmla="val 21403479"/>
              <a:gd name="adj3" fmla="val 368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5" name="Block Arc 32">
            <a:extLst>
              <a:ext uri="{FF2B5EF4-FFF2-40B4-BE49-F238E27FC236}">
                <a16:creationId xmlns:a16="http://schemas.microsoft.com/office/drawing/2014/main" xmlns="" id="{FFDC29CA-3D79-49BA-A307-29C94DC6BEE1}"/>
              </a:ext>
            </a:extLst>
          </p:cNvPr>
          <p:cNvSpPr/>
          <p:nvPr/>
        </p:nvSpPr>
        <p:spPr>
          <a:xfrm>
            <a:off x="3320366" y="2702808"/>
            <a:ext cx="1496058" cy="1496058"/>
          </a:xfrm>
          <a:prstGeom prst="blockArc">
            <a:avLst>
              <a:gd name="adj1" fmla="val 10800000"/>
              <a:gd name="adj2" fmla="val 21403479"/>
              <a:gd name="adj3" fmla="val 368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6" name="Rectangle 16">
            <a:extLst>
              <a:ext uri="{FF2B5EF4-FFF2-40B4-BE49-F238E27FC236}">
                <a16:creationId xmlns:a16="http://schemas.microsoft.com/office/drawing/2014/main" xmlns="" id="{194F0E43-315A-4846-9687-95674234A6E2}"/>
              </a:ext>
            </a:extLst>
          </p:cNvPr>
          <p:cNvSpPr/>
          <p:nvPr/>
        </p:nvSpPr>
        <p:spPr>
          <a:xfrm rot="2700000">
            <a:off x="9738675" y="3896051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7" name="Round Same Side Corner Rectangle 11">
            <a:extLst>
              <a:ext uri="{FF2B5EF4-FFF2-40B4-BE49-F238E27FC236}">
                <a16:creationId xmlns:a16="http://schemas.microsoft.com/office/drawing/2014/main" xmlns="" id="{08C4C1EB-EE34-4917-9463-9011905B8540}"/>
              </a:ext>
            </a:extLst>
          </p:cNvPr>
          <p:cNvSpPr/>
          <p:nvPr/>
        </p:nvSpPr>
        <p:spPr>
          <a:xfrm rot="9900000">
            <a:off x="1348174" y="3904732"/>
            <a:ext cx="404737" cy="34374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8" name="Rounded Rectangle 27">
            <a:extLst>
              <a:ext uri="{FF2B5EF4-FFF2-40B4-BE49-F238E27FC236}">
                <a16:creationId xmlns:a16="http://schemas.microsoft.com/office/drawing/2014/main" xmlns="" id="{0456229C-F013-4AD7-9892-6FDAA9B8270A}"/>
              </a:ext>
            </a:extLst>
          </p:cNvPr>
          <p:cNvSpPr/>
          <p:nvPr/>
        </p:nvSpPr>
        <p:spPr>
          <a:xfrm>
            <a:off x="2918626" y="3981162"/>
            <a:ext cx="437585" cy="336125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xmlns="" id="{873288E4-383B-4C83-9D07-DD6026AD66B8}"/>
              </a:ext>
            </a:extLst>
          </p:cNvPr>
          <p:cNvSpPr/>
          <p:nvPr/>
        </p:nvSpPr>
        <p:spPr>
          <a:xfrm>
            <a:off x="4640336" y="3940849"/>
            <a:ext cx="352176" cy="30392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0" name="Round Same Side Corner Rectangle 36">
            <a:extLst>
              <a:ext uri="{FF2B5EF4-FFF2-40B4-BE49-F238E27FC236}">
                <a16:creationId xmlns:a16="http://schemas.microsoft.com/office/drawing/2014/main" xmlns="" id="{2C374189-18B9-406F-B23E-7982D7BA79EF}"/>
              </a:ext>
            </a:extLst>
          </p:cNvPr>
          <p:cNvSpPr/>
          <p:nvPr/>
        </p:nvSpPr>
        <p:spPr>
          <a:xfrm>
            <a:off x="6271600" y="3984902"/>
            <a:ext cx="406779" cy="321606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1" name="Oval 21">
            <a:extLst>
              <a:ext uri="{FF2B5EF4-FFF2-40B4-BE49-F238E27FC236}">
                <a16:creationId xmlns:a16="http://schemas.microsoft.com/office/drawing/2014/main" xmlns="" id="{CD0DB039-269C-453D-99AC-C110647F644B}"/>
              </a:ext>
            </a:extLst>
          </p:cNvPr>
          <p:cNvSpPr>
            <a:spLocks noChangeAspect="1"/>
          </p:cNvSpPr>
          <p:nvPr/>
        </p:nvSpPr>
        <p:spPr>
          <a:xfrm>
            <a:off x="7973070" y="3934522"/>
            <a:ext cx="396491" cy="399802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4730421" y="1079475"/>
            <a:ext cx="2254630" cy="59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69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8441" y="285581"/>
            <a:ext cx="11573197" cy="724247"/>
          </a:xfrm>
          <a:prstGeom prst="rect">
            <a:avLst/>
          </a:prstGeom>
        </p:spPr>
        <p:txBody>
          <a:bodyPr/>
          <a:lstStyle/>
          <a:p>
            <a:r>
              <a:rPr lang="en-US" sz="4800" dirty="0" smtClean="0"/>
              <a:t>Experiment </a:t>
            </a:r>
            <a:r>
              <a:rPr lang="en-US" sz="4800" dirty="0" smtClean="0"/>
              <a:t>- folder layout</a:t>
            </a:r>
            <a:endParaRPr lang="en-US" sz="4800" dirty="0"/>
          </a:p>
        </p:txBody>
      </p:sp>
      <p:sp>
        <p:nvSpPr>
          <p:cNvPr id="6" name="Rectangle 5"/>
          <p:cNvSpPr/>
          <p:nvPr/>
        </p:nvSpPr>
        <p:spPr>
          <a:xfrm>
            <a:off x="709621" y="1375388"/>
            <a:ext cx="1993556" cy="37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$BASE_DIR/$EXP_ID</a:t>
            </a:r>
            <a:endParaRPr lang="en-US" sz="1400" dirty="0"/>
          </a:p>
        </p:txBody>
      </p:sp>
      <p:sp>
        <p:nvSpPr>
          <p:cNvPr id="83" name="Rectangle 82"/>
          <p:cNvSpPr/>
          <p:nvPr/>
        </p:nvSpPr>
        <p:spPr>
          <a:xfrm>
            <a:off x="242032" y="2251852"/>
            <a:ext cx="980209" cy="3707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scripts</a:t>
            </a:r>
            <a:endParaRPr lang="en-US" sz="1400" dirty="0"/>
          </a:p>
        </p:txBody>
      </p:sp>
      <p:sp>
        <p:nvSpPr>
          <p:cNvPr id="84" name="Rectangle 83"/>
          <p:cNvSpPr/>
          <p:nvPr/>
        </p:nvSpPr>
        <p:spPr>
          <a:xfrm>
            <a:off x="1297822" y="2251852"/>
            <a:ext cx="977236" cy="370702"/>
          </a:xfrm>
          <a:prstGeom prst="rect">
            <a:avLst/>
          </a:prstGeom>
          <a:solidFill>
            <a:srgbClr val="EA71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log</a:t>
            </a:r>
            <a:endParaRPr lang="en-US" sz="1400" dirty="0"/>
          </a:p>
        </p:txBody>
      </p:sp>
      <p:sp>
        <p:nvSpPr>
          <p:cNvPr id="85" name="Rectangle 84"/>
          <p:cNvSpPr/>
          <p:nvPr/>
        </p:nvSpPr>
        <p:spPr>
          <a:xfrm>
            <a:off x="2350639" y="2251852"/>
            <a:ext cx="977236" cy="370702"/>
          </a:xfrm>
          <a:prstGeom prst="rect">
            <a:avLst/>
          </a:prstGeom>
          <a:solidFill>
            <a:srgbClr val="EA71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input</a:t>
            </a:r>
            <a:endParaRPr lang="en-US" sz="1400" dirty="0"/>
          </a:p>
        </p:txBody>
      </p:sp>
      <p:sp>
        <p:nvSpPr>
          <p:cNvPr id="87" name="Rectangle 86"/>
          <p:cNvSpPr/>
          <p:nvPr/>
        </p:nvSpPr>
        <p:spPr>
          <a:xfrm>
            <a:off x="3947063" y="3460328"/>
            <a:ext cx="852617" cy="37070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fesom</a:t>
            </a:r>
            <a:endParaRPr lang="en-US" sz="1400" dirty="0"/>
          </a:p>
        </p:txBody>
      </p:sp>
      <p:sp>
        <p:nvSpPr>
          <p:cNvPr id="88" name="Rectangle 87"/>
          <p:cNvSpPr/>
          <p:nvPr/>
        </p:nvSpPr>
        <p:spPr>
          <a:xfrm>
            <a:off x="4937571" y="3459392"/>
            <a:ext cx="852617" cy="37070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echam</a:t>
            </a:r>
            <a:endParaRPr lang="en-US" sz="1400" dirty="0"/>
          </a:p>
        </p:txBody>
      </p:sp>
      <p:cxnSp>
        <p:nvCxnSpPr>
          <p:cNvPr id="8" name="Straight Connector 7"/>
          <p:cNvCxnSpPr>
            <a:stCxn id="6" idx="2"/>
            <a:endCxn id="83" idx="0"/>
          </p:cNvCxnSpPr>
          <p:nvPr/>
        </p:nvCxnSpPr>
        <p:spPr>
          <a:xfrm flipH="1">
            <a:off x="732137" y="1746090"/>
            <a:ext cx="974262" cy="5057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6" idx="2"/>
            <a:endCxn id="84" idx="0"/>
          </p:cNvCxnSpPr>
          <p:nvPr/>
        </p:nvCxnSpPr>
        <p:spPr>
          <a:xfrm>
            <a:off x="1706399" y="1746090"/>
            <a:ext cx="80041" cy="5057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6" idx="2"/>
            <a:endCxn id="85" idx="0"/>
          </p:cNvCxnSpPr>
          <p:nvPr/>
        </p:nvCxnSpPr>
        <p:spPr>
          <a:xfrm>
            <a:off x="1706399" y="1746090"/>
            <a:ext cx="1132858" cy="5057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88" idx="0"/>
            <a:endCxn id="85" idx="2"/>
          </p:cNvCxnSpPr>
          <p:nvPr/>
        </p:nvCxnSpPr>
        <p:spPr>
          <a:xfrm flipH="1" flipV="1">
            <a:off x="2839257" y="2622554"/>
            <a:ext cx="2524623" cy="836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486033" y="4489622"/>
            <a:ext cx="238897" cy="238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/>
          <p:cNvSpPr txBox="1"/>
          <p:nvPr/>
        </p:nvSpPr>
        <p:spPr>
          <a:xfrm>
            <a:off x="764059" y="4455181"/>
            <a:ext cx="2563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mtClean="0"/>
              <a:t>Top Level for this experiment</a:t>
            </a:r>
            <a:endParaRPr lang="en-US" sz="1400" dirty="0"/>
          </a:p>
        </p:txBody>
      </p:sp>
      <p:sp>
        <p:nvSpPr>
          <p:cNvPr id="113" name="Rectangle 112"/>
          <p:cNvSpPr/>
          <p:nvPr/>
        </p:nvSpPr>
        <p:spPr>
          <a:xfrm>
            <a:off x="486033" y="4826230"/>
            <a:ext cx="238897" cy="238897"/>
          </a:xfrm>
          <a:prstGeom prst="rect">
            <a:avLst/>
          </a:prstGeom>
          <a:solidFill>
            <a:srgbClr val="96C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764059" y="4791789"/>
            <a:ext cx="1655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Model</a:t>
            </a:r>
            <a:endParaRPr lang="en-US" sz="1400" dirty="0"/>
          </a:p>
        </p:txBody>
      </p:sp>
      <p:sp>
        <p:nvSpPr>
          <p:cNvPr id="115" name="Rectangle 114"/>
          <p:cNvSpPr/>
          <p:nvPr/>
        </p:nvSpPr>
        <p:spPr>
          <a:xfrm>
            <a:off x="486033" y="5181372"/>
            <a:ext cx="238897" cy="238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/>
          <p:cNvSpPr txBox="1"/>
          <p:nvPr/>
        </p:nvSpPr>
        <p:spPr>
          <a:xfrm>
            <a:off x="764059" y="5146931"/>
            <a:ext cx="1655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Coupled setup</a:t>
            </a:r>
            <a:endParaRPr lang="en-US" sz="1400" dirty="0"/>
          </a:p>
        </p:txBody>
      </p:sp>
      <p:sp>
        <p:nvSpPr>
          <p:cNvPr id="117" name="Rectangle 116"/>
          <p:cNvSpPr/>
          <p:nvPr/>
        </p:nvSpPr>
        <p:spPr>
          <a:xfrm>
            <a:off x="486033" y="5536514"/>
            <a:ext cx="238897" cy="238897"/>
          </a:xfrm>
          <a:prstGeom prst="rect">
            <a:avLst/>
          </a:prstGeom>
          <a:solidFill>
            <a:srgbClr val="EA71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/>
          <p:cNvSpPr txBox="1"/>
          <p:nvPr/>
        </p:nvSpPr>
        <p:spPr>
          <a:xfrm>
            <a:off x="764059" y="5502073"/>
            <a:ext cx="2028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Data types (sorted)</a:t>
            </a:r>
            <a:endParaRPr lang="en-US" sz="1400" dirty="0"/>
          </a:p>
        </p:txBody>
      </p:sp>
      <p:sp>
        <p:nvSpPr>
          <p:cNvPr id="119" name="Rectangle 118"/>
          <p:cNvSpPr/>
          <p:nvPr/>
        </p:nvSpPr>
        <p:spPr>
          <a:xfrm>
            <a:off x="636821" y="3322274"/>
            <a:ext cx="1093418" cy="370702"/>
          </a:xfrm>
          <a:prstGeom prst="rect">
            <a:avLst/>
          </a:prstGeom>
          <a:solidFill>
            <a:srgbClr val="00A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esm</a:t>
            </a:r>
            <a:r>
              <a:rPr lang="en-US" sz="1400" dirty="0" smtClean="0"/>
              <a:t>-tools</a:t>
            </a:r>
            <a:endParaRPr lang="en-US" sz="1400" dirty="0" smtClean="0"/>
          </a:p>
        </p:txBody>
      </p:sp>
      <p:cxnSp>
        <p:nvCxnSpPr>
          <p:cNvPr id="120" name="Straight Connector 119"/>
          <p:cNvCxnSpPr>
            <a:stCxn id="119" idx="0"/>
            <a:endCxn id="83" idx="2"/>
          </p:cNvCxnSpPr>
          <p:nvPr/>
        </p:nvCxnSpPr>
        <p:spPr>
          <a:xfrm flipH="1" flipV="1">
            <a:off x="732137" y="2622554"/>
            <a:ext cx="451393" cy="699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Picture 1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5986286" y="3459392"/>
            <a:ext cx="852617" cy="37070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oasis</a:t>
            </a:r>
            <a:endParaRPr lang="en-US" sz="1400" dirty="0"/>
          </a:p>
        </p:txBody>
      </p:sp>
      <p:sp>
        <p:nvSpPr>
          <p:cNvPr id="67" name="Rectangle 66"/>
          <p:cNvSpPr/>
          <p:nvPr/>
        </p:nvSpPr>
        <p:spPr>
          <a:xfrm>
            <a:off x="2989329" y="3460328"/>
            <a:ext cx="852617" cy="370702"/>
          </a:xfrm>
          <a:prstGeom prst="rect">
            <a:avLst/>
          </a:prstGeom>
          <a:solidFill>
            <a:srgbClr val="AB4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awicm</a:t>
            </a:r>
            <a:endParaRPr lang="en-US" sz="1400" dirty="0"/>
          </a:p>
        </p:txBody>
      </p:sp>
      <p:cxnSp>
        <p:nvCxnSpPr>
          <p:cNvPr id="68" name="Straight Connector 67"/>
          <p:cNvCxnSpPr>
            <a:stCxn id="87" idx="0"/>
            <a:endCxn id="85" idx="2"/>
          </p:cNvCxnSpPr>
          <p:nvPr/>
        </p:nvCxnSpPr>
        <p:spPr>
          <a:xfrm flipH="1" flipV="1">
            <a:off x="2839257" y="2622554"/>
            <a:ext cx="1534115" cy="8377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7" idx="0"/>
            <a:endCxn id="85" idx="2"/>
          </p:cNvCxnSpPr>
          <p:nvPr/>
        </p:nvCxnSpPr>
        <p:spPr>
          <a:xfrm flipH="1" flipV="1">
            <a:off x="2839257" y="2622554"/>
            <a:ext cx="576381" cy="8377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endCxn id="79" idx="0"/>
          </p:cNvCxnSpPr>
          <p:nvPr/>
        </p:nvCxnSpPr>
        <p:spPr>
          <a:xfrm>
            <a:off x="1706399" y="1761553"/>
            <a:ext cx="2165921" cy="4902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486033" y="5900801"/>
            <a:ext cx="238897" cy="23889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764059" y="5857215"/>
            <a:ext cx="2225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Copy of </a:t>
            </a:r>
            <a:r>
              <a:rPr lang="en-US" sz="1400" smtClean="0"/>
              <a:t>the ESM-Tools</a:t>
            </a:r>
            <a:endParaRPr lang="en-US" sz="1400" dirty="0"/>
          </a:p>
        </p:txBody>
      </p:sp>
      <p:sp>
        <p:nvSpPr>
          <p:cNvPr id="79" name="Rectangle 78"/>
          <p:cNvSpPr/>
          <p:nvPr/>
        </p:nvSpPr>
        <p:spPr>
          <a:xfrm>
            <a:off x="3383702" y="2251852"/>
            <a:ext cx="977236" cy="370702"/>
          </a:xfrm>
          <a:prstGeom prst="rect">
            <a:avLst/>
          </a:prstGeom>
          <a:solidFill>
            <a:srgbClr val="EA71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forcing</a:t>
            </a:r>
            <a:endParaRPr lang="en-US" sz="1400" dirty="0"/>
          </a:p>
        </p:txBody>
      </p:sp>
      <p:sp>
        <p:nvSpPr>
          <p:cNvPr id="80" name="Rectangle 79"/>
          <p:cNvSpPr/>
          <p:nvPr/>
        </p:nvSpPr>
        <p:spPr>
          <a:xfrm>
            <a:off x="4427388" y="2251852"/>
            <a:ext cx="977236" cy="370702"/>
          </a:xfrm>
          <a:prstGeom prst="rect">
            <a:avLst/>
          </a:prstGeom>
          <a:solidFill>
            <a:srgbClr val="EA71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restart</a:t>
            </a:r>
            <a:endParaRPr lang="en-US" sz="1400" dirty="0"/>
          </a:p>
        </p:txBody>
      </p:sp>
      <p:sp>
        <p:nvSpPr>
          <p:cNvPr id="81" name="Rectangle 80"/>
          <p:cNvSpPr/>
          <p:nvPr/>
        </p:nvSpPr>
        <p:spPr>
          <a:xfrm>
            <a:off x="5488875" y="2251852"/>
            <a:ext cx="977236" cy="370702"/>
          </a:xfrm>
          <a:prstGeom prst="rect">
            <a:avLst/>
          </a:prstGeom>
          <a:solidFill>
            <a:srgbClr val="EA71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config</a:t>
            </a:r>
            <a:endParaRPr lang="en-US" sz="1400" dirty="0"/>
          </a:p>
        </p:txBody>
      </p:sp>
      <p:sp>
        <p:nvSpPr>
          <p:cNvPr id="82" name="Rectangle 81"/>
          <p:cNvSpPr/>
          <p:nvPr/>
        </p:nvSpPr>
        <p:spPr>
          <a:xfrm>
            <a:off x="6551728" y="2251852"/>
            <a:ext cx="977236" cy="370702"/>
          </a:xfrm>
          <a:prstGeom prst="rect">
            <a:avLst/>
          </a:prstGeom>
          <a:solidFill>
            <a:srgbClr val="EA71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outdata</a:t>
            </a:r>
            <a:endParaRPr lang="en-US" sz="1400" dirty="0"/>
          </a:p>
        </p:txBody>
      </p:sp>
      <p:sp>
        <p:nvSpPr>
          <p:cNvPr id="86" name="Rectangle 85"/>
          <p:cNvSpPr/>
          <p:nvPr/>
        </p:nvSpPr>
        <p:spPr>
          <a:xfrm>
            <a:off x="8377021" y="2245437"/>
            <a:ext cx="977236" cy="37070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work</a:t>
            </a:r>
            <a:endParaRPr lang="en-US" sz="1400" dirty="0"/>
          </a:p>
        </p:txBody>
      </p:sp>
      <p:sp>
        <p:nvSpPr>
          <p:cNvPr id="89" name="Rectangle 88"/>
          <p:cNvSpPr/>
          <p:nvPr/>
        </p:nvSpPr>
        <p:spPr>
          <a:xfrm>
            <a:off x="9438508" y="2237550"/>
            <a:ext cx="977236" cy="37070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post_***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90" name="Straight Connector 89"/>
          <p:cNvCxnSpPr>
            <a:stCxn id="6" idx="2"/>
            <a:endCxn id="80" idx="0"/>
          </p:cNvCxnSpPr>
          <p:nvPr/>
        </p:nvCxnSpPr>
        <p:spPr>
          <a:xfrm>
            <a:off x="1706399" y="1746090"/>
            <a:ext cx="3209607" cy="5057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6" idx="2"/>
            <a:endCxn id="81" idx="0"/>
          </p:cNvCxnSpPr>
          <p:nvPr/>
        </p:nvCxnSpPr>
        <p:spPr>
          <a:xfrm>
            <a:off x="1706399" y="1746090"/>
            <a:ext cx="4271094" cy="5057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6" idx="2"/>
            <a:endCxn id="82" idx="0"/>
          </p:cNvCxnSpPr>
          <p:nvPr/>
        </p:nvCxnSpPr>
        <p:spPr>
          <a:xfrm>
            <a:off x="1706399" y="1746090"/>
            <a:ext cx="5333947" cy="5057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6" idx="2"/>
            <a:endCxn id="86" idx="0"/>
          </p:cNvCxnSpPr>
          <p:nvPr/>
        </p:nvCxnSpPr>
        <p:spPr>
          <a:xfrm>
            <a:off x="1706399" y="1746090"/>
            <a:ext cx="7159240" cy="4993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6" idx="2"/>
            <a:endCxn id="89" idx="0"/>
          </p:cNvCxnSpPr>
          <p:nvPr/>
        </p:nvCxnSpPr>
        <p:spPr>
          <a:xfrm>
            <a:off x="1706399" y="1746090"/>
            <a:ext cx="8220727" cy="4914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65" idx="0"/>
            <a:endCxn id="85" idx="2"/>
          </p:cNvCxnSpPr>
          <p:nvPr/>
        </p:nvCxnSpPr>
        <p:spPr>
          <a:xfrm flipH="1" flipV="1">
            <a:off x="2839257" y="2622554"/>
            <a:ext cx="3573338" cy="836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4426352" y="4489622"/>
            <a:ext cx="238897" cy="23889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/>
          <p:cNvSpPr txBox="1"/>
          <p:nvPr/>
        </p:nvSpPr>
        <p:spPr>
          <a:xfrm>
            <a:off x="4704378" y="4455181"/>
            <a:ext cx="299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Runscripts</a:t>
            </a:r>
            <a:r>
              <a:rPr lang="en-US" sz="1400" dirty="0" smtClean="0"/>
              <a:t>, main log files, date files</a:t>
            </a:r>
            <a:endParaRPr lang="en-US" sz="1400" dirty="0"/>
          </a:p>
        </p:txBody>
      </p:sp>
      <p:sp>
        <p:nvSpPr>
          <p:cNvPr id="125" name="Rectangle 124"/>
          <p:cNvSpPr/>
          <p:nvPr/>
        </p:nvSpPr>
        <p:spPr>
          <a:xfrm>
            <a:off x="4426352" y="4826230"/>
            <a:ext cx="238897" cy="23889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/>
          <p:cNvSpPr txBox="1"/>
          <p:nvPr/>
        </p:nvSpPr>
        <p:spPr>
          <a:xfrm>
            <a:off x="4704378" y="4791789"/>
            <a:ext cx="2563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Main work folder </a:t>
            </a:r>
            <a:endParaRPr lang="en-US" sz="1400" dirty="0"/>
          </a:p>
        </p:txBody>
      </p:sp>
      <p:sp>
        <p:nvSpPr>
          <p:cNvPr id="127" name="Rectangle 126"/>
          <p:cNvSpPr/>
          <p:nvPr/>
        </p:nvSpPr>
        <p:spPr>
          <a:xfrm>
            <a:off x="4417559" y="5177893"/>
            <a:ext cx="238897" cy="2388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/>
          <p:cNvSpPr txBox="1"/>
          <p:nvPr/>
        </p:nvSpPr>
        <p:spPr>
          <a:xfrm>
            <a:off x="4695584" y="5143452"/>
            <a:ext cx="2833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Maybe: One / more </a:t>
            </a:r>
            <a:r>
              <a:rPr lang="en-US" sz="1400" smtClean="0"/>
              <a:t>post folders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51708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Main log files</a:t>
            </a:r>
            <a:endParaRPr lang="en-US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xmlns="" id="{59CE63A8-7174-46AD-A56B-DD76CC4D8074}"/>
              </a:ext>
            </a:extLst>
          </p:cNvPr>
          <p:cNvCxnSpPr>
            <a:cxnSpLocks/>
          </p:cNvCxnSpPr>
          <p:nvPr/>
        </p:nvCxnSpPr>
        <p:spPr>
          <a:xfrm flipV="1">
            <a:off x="1249026" y="1995099"/>
            <a:ext cx="9369547" cy="43570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xmlns="" id="{504E02B4-34F1-4372-A3C1-B69874EF9083}"/>
              </a:ext>
            </a:extLst>
          </p:cNvPr>
          <p:cNvSpPr/>
          <p:nvPr/>
        </p:nvSpPr>
        <p:spPr>
          <a:xfrm>
            <a:off x="783842" y="1511675"/>
            <a:ext cx="540000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xmlns="" id="{F65A1A5C-20DD-4718-A55C-9B56AA359C09}"/>
              </a:ext>
            </a:extLst>
          </p:cNvPr>
          <p:cNvCxnSpPr>
            <a:cxnSpLocks/>
          </p:cNvCxnSpPr>
          <p:nvPr/>
        </p:nvCxnSpPr>
        <p:spPr>
          <a:xfrm flipV="1">
            <a:off x="1249026" y="2649443"/>
            <a:ext cx="9369547" cy="33114"/>
          </a:xfrm>
          <a:prstGeom prst="line">
            <a:avLst/>
          </a:prstGeom>
          <a:ln>
            <a:solidFill>
              <a:schemeClr val="accent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xmlns="" id="{FB5814E6-4BDC-4116-8AA1-5AD02673D091}"/>
              </a:ext>
            </a:extLst>
          </p:cNvPr>
          <p:cNvGrpSpPr/>
          <p:nvPr/>
        </p:nvGrpSpPr>
        <p:grpSpPr>
          <a:xfrm>
            <a:off x="1395236" y="2158156"/>
            <a:ext cx="9165669" cy="483713"/>
            <a:chOff x="6324699" y="2409576"/>
            <a:chExt cx="2736305" cy="483713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xmlns="" id="{801B101F-A50C-403F-B355-3D868C2CAF71}"/>
                </a:ext>
              </a:extLst>
            </p:cNvPr>
            <p:cNvSpPr txBox="1"/>
            <p:nvPr/>
          </p:nvSpPr>
          <p:spPr>
            <a:xfrm>
              <a:off x="6324700" y="2616290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Main experiment tracking file, just the info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xmlns="" id="{E4A425E9-6307-4B0B-AED6-4F771F645B83}"/>
                </a:ext>
              </a:extLst>
            </p:cNvPr>
            <p:cNvSpPr txBox="1"/>
            <p:nvPr/>
          </p:nvSpPr>
          <p:spPr>
            <a:xfrm>
              <a:off x="6324699" y="2409576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scripts/$EXPID_$</a:t>
              </a:r>
              <a:r>
                <a:rPr lang="en-US" altLang="ko-KR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setup_name_compute.log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xmlns="" id="{91ECF159-E603-4752-933F-E5A59CB442EA}"/>
              </a:ext>
            </a:extLst>
          </p:cNvPr>
          <p:cNvSpPr/>
          <p:nvPr/>
        </p:nvSpPr>
        <p:spPr>
          <a:xfrm>
            <a:off x="783842" y="2160337"/>
            <a:ext cx="540000" cy="5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xmlns="" id="{35696C00-7017-43EA-B0BD-652FE621ABF8}"/>
              </a:ext>
            </a:extLst>
          </p:cNvPr>
          <p:cNvSpPr txBox="1"/>
          <p:nvPr/>
        </p:nvSpPr>
        <p:spPr>
          <a:xfrm>
            <a:off x="807345" y="1597010"/>
            <a:ext cx="502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F562756D-F5B9-4F13-AB32-AF46CBA04CCE}"/>
              </a:ext>
            </a:extLst>
          </p:cNvPr>
          <p:cNvSpPr txBox="1"/>
          <p:nvPr/>
        </p:nvSpPr>
        <p:spPr>
          <a:xfrm>
            <a:off x="807345" y="2245672"/>
            <a:ext cx="502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xmlns="" id="{99E9CFBF-9AF6-4B96-A081-0B0F01F2B0A1}"/>
              </a:ext>
            </a:extLst>
          </p:cNvPr>
          <p:cNvCxnSpPr/>
          <p:nvPr/>
        </p:nvCxnSpPr>
        <p:spPr>
          <a:xfrm>
            <a:off x="1249026" y="3321600"/>
            <a:ext cx="9369547" cy="6486"/>
          </a:xfrm>
          <a:prstGeom prst="line">
            <a:avLst/>
          </a:prstGeom>
          <a:ln>
            <a:solidFill>
              <a:schemeClr val="accent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xmlns="" id="{975B712B-D10F-47E7-BAAD-C1F953FA3E18}"/>
              </a:ext>
            </a:extLst>
          </p:cNvPr>
          <p:cNvGrpSpPr/>
          <p:nvPr/>
        </p:nvGrpSpPr>
        <p:grpSpPr>
          <a:xfrm>
            <a:off x="1395237" y="2795309"/>
            <a:ext cx="9223336" cy="483713"/>
            <a:chOff x="6324699" y="2409576"/>
            <a:chExt cx="2736305" cy="483713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1E14E781-E883-4852-8926-D2C629933A85}"/>
                </a:ext>
              </a:extLst>
            </p:cNvPr>
            <p:cNvSpPr txBox="1"/>
            <p:nvPr/>
          </p:nvSpPr>
          <p:spPr>
            <a:xfrm>
              <a:off x="6324700" y="2616290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“Dump” file containing a lot more output from the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runscript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not easily readable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xmlns="" id="{2488668F-679F-4120-809F-DFF23EC046DC}"/>
                </a:ext>
              </a:extLst>
            </p:cNvPr>
            <p:cNvSpPr txBox="1"/>
            <p:nvPr/>
          </p:nvSpPr>
          <p:spPr>
            <a:xfrm>
              <a:off x="6324699" y="2409576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log/</a:t>
              </a:r>
              <a:r>
                <a:rPr lang="en-US" altLang="ko-KR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awicm</a:t>
              </a:r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/*.dump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9E76D6CD-9B32-43F0-82CB-2A1DD81D3916}"/>
              </a:ext>
            </a:extLst>
          </p:cNvPr>
          <p:cNvSpPr/>
          <p:nvPr/>
        </p:nvSpPr>
        <p:spPr>
          <a:xfrm>
            <a:off x="783841" y="2799382"/>
            <a:ext cx="540001" cy="54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xmlns="" id="{B179C04F-B546-45D5-A71E-5E91D3DA361D}"/>
              </a:ext>
            </a:extLst>
          </p:cNvPr>
          <p:cNvCxnSpPr/>
          <p:nvPr/>
        </p:nvCxnSpPr>
        <p:spPr>
          <a:xfrm flipV="1">
            <a:off x="1249026" y="3954162"/>
            <a:ext cx="9369547" cy="17352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xmlns="" id="{3E8223E1-A5F4-4FC3-BD9E-36EB93A86D0A}"/>
              </a:ext>
            </a:extLst>
          </p:cNvPr>
          <p:cNvGrpSpPr/>
          <p:nvPr/>
        </p:nvGrpSpPr>
        <p:grpSpPr>
          <a:xfrm>
            <a:off x="1395237" y="3443331"/>
            <a:ext cx="9223336" cy="483713"/>
            <a:chOff x="6324699" y="2409576"/>
            <a:chExt cx="2736305" cy="483713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xmlns="" id="{15814AF3-E3EC-43C7-8884-9976634CE55D}"/>
                </a:ext>
              </a:extLst>
            </p:cNvPr>
            <p:cNvSpPr txBox="1"/>
            <p:nvPr/>
          </p:nvSpPr>
          <p:spPr>
            <a:xfrm>
              <a:off x="6324700" y="2616290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Contains the information about the version of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esm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-tools you are using, also local changes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xmlns="" id="{4BCB8B9B-7710-4801-8D35-99ADA4FE9806}"/>
                </a:ext>
              </a:extLst>
            </p:cNvPr>
            <p:cNvSpPr txBox="1"/>
            <p:nvPr/>
          </p:nvSpPr>
          <p:spPr>
            <a:xfrm>
              <a:off x="6324699" y="2409576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scripts/</a:t>
              </a:r>
              <a:r>
                <a:rPr lang="en-US" altLang="ko-KR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gitstatus</a:t>
              </a:r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(if exists) and scripts/</a:t>
              </a:r>
              <a:r>
                <a:rPr lang="en-US" altLang="ko-KR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es</a:t>
              </a:r>
              <a:r>
                <a:rPr lang="en-US" altLang="ko-KR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</a:t>
              </a:r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-tools/*/</a:t>
              </a:r>
              <a:r>
                <a:rPr lang="en-US" altLang="ko-KR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gitstatus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xmlns="" id="{64325792-0BE5-4639-AADE-8B0D5C52CD69}"/>
              </a:ext>
            </a:extLst>
          </p:cNvPr>
          <p:cNvSpPr/>
          <p:nvPr/>
        </p:nvSpPr>
        <p:spPr>
          <a:xfrm>
            <a:off x="783841" y="3449296"/>
            <a:ext cx="540001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xmlns="" id="{E886719F-EB3E-46C9-B640-56F33C798BCA}"/>
              </a:ext>
            </a:extLst>
          </p:cNvPr>
          <p:cNvSpPr txBox="1"/>
          <p:nvPr/>
        </p:nvSpPr>
        <p:spPr>
          <a:xfrm>
            <a:off x="807345" y="2884717"/>
            <a:ext cx="516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EEEDAD56-9617-4EAB-8D19-A7D134DF67A7}"/>
              </a:ext>
            </a:extLst>
          </p:cNvPr>
          <p:cNvSpPr txBox="1"/>
          <p:nvPr/>
        </p:nvSpPr>
        <p:spPr>
          <a:xfrm>
            <a:off x="807345" y="3534631"/>
            <a:ext cx="502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xmlns="" id="{E866C9AC-4F34-461D-8B12-5F973E742438}"/>
              </a:ext>
            </a:extLst>
          </p:cNvPr>
          <p:cNvCxnSpPr/>
          <p:nvPr/>
        </p:nvCxnSpPr>
        <p:spPr>
          <a:xfrm flipV="1">
            <a:off x="1249026" y="4621427"/>
            <a:ext cx="9369547" cy="2"/>
          </a:xfrm>
          <a:prstGeom prst="line">
            <a:avLst/>
          </a:prstGeom>
          <a:ln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xmlns="" id="{39655990-5622-481C-9C1D-88C27E93B376}"/>
              </a:ext>
            </a:extLst>
          </p:cNvPr>
          <p:cNvGrpSpPr/>
          <p:nvPr/>
        </p:nvGrpSpPr>
        <p:grpSpPr>
          <a:xfrm>
            <a:off x="1395237" y="4091352"/>
            <a:ext cx="9117606" cy="483713"/>
            <a:chOff x="6324699" y="2409576"/>
            <a:chExt cx="2736305" cy="483713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xmlns="" id="{EC2DCD95-4322-45EE-8164-95AC0BA97B2A}"/>
                </a:ext>
              </a:extLst>
            </p:cNvPr>
            <p:cNvSpPr txBox="1"/>
            <p:nvPr/>
          </p:nvSpPr>
          <p:spPr>
            <a:xfrm>
              <a:off x="6324700" y="2616290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Keeps track about the files that were copied fo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 use in your experiment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xmlns="" id="{B8588C66-EDBE-4D63-A6CC-3BBABD2BF32B}"/>
                </a:ext>
              </a:extLst>
            </p:cNvPr>
            <p:cNvSpPr txBox="1"/>
            <p:nvPr/>
          </p:nvSpPr>
          <p:spPr>
            <a:xfrm>
              <a:off x="6324699" y="2409576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scripts/setup*.txt and forcing/</a:t>
              </a:r>
              <a:r>
                <a:rPr lang="en-US" altLang="ko-KR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awicm</a:t>
              </a:r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/setup*.txt (and other folders)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3DFA5089-3127-4F2F-BB0E-224714D9B4E5}"/>
              </a:ext>
            </a:extLst>
          </p:cNvPr>
          <p:cNvSpPr/>
          <p:nvPr/>
        </p:nvSpPr>
        <p:spPr>
          <a:xfrm>
            <a:off x="783842" y="4099211"/>
            <a:ext cx="525834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658AF46E-32C9-4634-8515-7A9BA8B7D409}"/>
              </a:ext>
            </a:extLst>
          </p:cNvPr>
          <p:cNvSpPr txBox="1"/>
          <p:nvPr/>
        </p:nvSpPr>
        <p:spPr>
          <a:xfrm>
            <a:off x="807345" y="4184545"/>
            <a:ext cx="46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05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08" name="Group 52">
            <a:extLst>
              <a:ext uri="{FF2B5EF4-FFF2-40B4-BE49-F238E27FC236}">
                <a16:creationId xmlns:a16="http://schemas.microsoft.com/office/drawing/2014/main" xmlns="" id="{5FB35578-D523-40F0-8C3E-9A27DD946A90}"/>
              </a:ext>
            </a:extLst>
          </p:cNvPr>
          <p:cNvGrpSpPr/>
          <p:nvPr/>
        </p:nvGrpSpPr>
        <p:grpSpPr>
          <a:xfrm>
            <a:off x="1395238" y="1511386"/>
            <a:ext cx="9294730" cy="483713"/>
            <a:chOff x="6324699" y="2409576"/>
            <a:chExt cx="2774834" cy="483713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xmlns="" id="{F6D8B20A-53C9-4654-9C74-9A0A37955B4D}"/>
                </a:ext>
              </a:extLst>
            </p:cNvPr>
            <p:cNvSpPr txBox="1"/>
            <p:nvPr/>
          </p:nvSpPr>
          <p:spPr>
            <a:xfrm>
              <a:off x="6324700" y="2616290"/>
              <a:ext cx="27748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Standard output of the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runscript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/ your job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xmlns="" id="{3A362763-82D1-4C03-9D23-682F05B859C3}"/>
                </a:ext>
              </a:extLst>
            </p:cNvPr>
            <p:cNvSpPr txBox="1"/>
            <p:nvPr/>
          </p:nvSpPr>
          <p:spPr>
            <a:xfrm>
              <a:off x="6324699" y="2409576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scripts/$EXPID_compute_$</a:t>
              </a:r>
              <a:r>
                <a:rPr lang="en-US" altLang="ko-KR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JOBID.log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xmlns="" id="{E866C9AC-4F34-461D-8B12-5F973E742438}"/>
              </a:ext>
            </a:extLst>
          </p:cNvPr>
          <p:cNvCxnSpPr/>
          <p:nvPr/>
        </p:nvCxnSpPr>
        <p:spPr>
          <a:xfrm flipV="1">
            <a:off x="1249025" y="5284325"/>
            <a:ext cx="9369547" cy="2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xmlns="" id="{39655990-5622-481C-9C1D-88C27E93B376}"/>
              </a:ext>
            </a:extLst>
          </p:cNvPr>
          <p:cNvGrpSpPr/>
          <p:nvPr/>
        </p:nvGrpSpPr>
        <p:grpSpPr>
          <a:xfrm>
            <a:off x="1395236" y="4754250"/>
            <a:ext cx="9117606" cy="483713"/>
            <a:chOff x="6324699" y="2409576"/>
            <a:chExt cx="2736305" cy="483713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EC2DCD95-4322-45EE-8164-95AC0BA97B2A}"/>
                </a:ext>
              </a:extLst>
            </p:cNvPr>
            <p:cNvSpPr txBox="1"/>
            <p:nvPr/>
          </p:nvSpPr>
          <p:spPr>
            <a:xfrm>
              <a:off x="6324700" y="2616290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Keeps track about files that should have been copied, but were not found.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B8588C66-EDBE-4D63-A6CC-3BBABD2BF32B}"/>
                </a:ext>
              </a:extLst>
            </p:cNvPr>
            <p:cNvSpPr txBox="1"/>
            <p:nvPr/>
          </p:nvSpPr>
          <p:spPr>
            <a:xfrm>
              <a:off x="6324699" y="2409576"/>
              <a:ext cx="27363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scripts/missing*.txt and forcing/</a:t>
              </a:r>
              <a:r>
                <a:rPr lang="en-US" altLang="ko-KR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awicm</a:t>
              </a:r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/missing*.txt (if exists)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xmlns="" id="{3DFA5089-3127-4F2F-BB0E-224714D9B4E5}"/>
              </a:ext>
            </a:extLst>
          </p:cNvPr>
          <p:cNvSpPr/>
          <p:nvPr/>
        </p:nvSpPr>
        <p:spPr>
          <a:xfrm>
            <a:off x="783841" y="4762109"/>
            <a:ext cx="525834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658AF46E-32C9-4634-8515-7A9BA8B7D409}"/>
              </a:ext>
            </a:extLst>
          </p:cNvPr>
          <p:cNvSpPr txBox="1"/>
          <p:nvPr/>
        </p:nvSpPr>
        <p:spPr>
          <a:xfrm>
            <a:off x="807344" y="4847443"/>
            <a:ext cx="46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06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53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3245" y="1104181"/>
            <a:ext cx="10515600" cy="4925683"/>
          </a:xfrm>
          <a:prstGeom prst="rect">
            <a:avLst/>
          </a:prstGeom>
          <a:solidFill>
            <a:srgbClr val="E21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2309" y="241631"/>
            <a:ext cx="11466174" cy="724247"/>
          </a:xfrm>
          <a:prstGeom prst="rect">
            <a:avLst/>
          </a:prstGeom>
        </p:spPr>
        <p:txBody>
          <a:bodyPr/>
          <a:lstStyle/>
          <a:p>
            <a:r>
              <a:rPr lang="de-DE" sz="3200" dirty="0" smtClean="0"/>
              <a:t>Start </a:t>
            </a:r>
            <a:r>
              <a:rPr lang="de-DE" sz="3200" dirty="0" err="1" smtClean="0"/>
              <a:t>the</a:t>
            </a:r>
            <a:r>
              <a:rPr lang="de-DE" sz="3200" dirty="0" smtClean="0"/>
              <a:t> </a:t>
            </a:r>
            <a:r>
              <a:rPr lang="de-DE" sz="3200" dirty="0" err="1" smtClean="0"/>
              <a:t>actual</a:t>
            </a:r>
            <a:r>
              <a:rPr lang="de-DE" sz="3200" dirty="0" smtClean="0"/>
              <a:t> </a:t>
            </a:r>
            <a:r>
              <a:rPr lang="de-DE" sz="3200" dirty="0" err="1" smtClean="0"/>
              <a:t>simulation</a:t>
            </a:r>
            <a:endParaRPr lang="en-US" sz="32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2309" y="11041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799E2E3-41C3-4C47-87EA-02219D3E7EF4}"/>
              </a:ext>
            </a:extLst>
          </p:cNvPr>
          <p:cNvSpPr txBox="1"/>
          <p:nvPr/>
        </p:nvSpPr>
        <p:spPr>
          <a:xfrm>
            <a:off x="1120346" y="1415065"/>
            <a:ext cx="46379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Start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your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simulation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cs typeface="Arial" pitchFamily="34" charset="0"/>
              </a:rPr>
              <a:t>with</a:t>
            </a:r>
            <a:r>
              <a:rPr lang="de-DE" altLang="ko-KR" dirty="0" smtClean="0">
                <a:solidFill>
                  <a:schemeClr val="bg1"/>
                </a:solidFill>
                <a:cs typeface="Arial" pitchFamily="34" charset="0"/>
              </a:rPr>
              <a:t>:</a:t>
            </a:r>
          </a:p>
          <a:p>
            <a:endParaRPr lang="de-DE" altLang="ko-KR" dirty="0">
              <a:solidFill>
                <a:schemeClr val="bg1"/>
              </a:solidFill>
              <a:ea typeface="Andale Mono" charset="0"/>
              <a:cs typeface="Arial" pitchFamily="34" charset="0"/>
            </a:endParaRPr>
          </a:p>
          <a:p>
            <a:pPr algn="ctr"/>
            <a:r>
              <a:rPr lang="de-DE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./</a:t>
            </a:r>
            <a:r>
              <a:rPr lang="de-DE" altLang="ko-KR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awicm.run</a:t>
            </a:r>
            <a:r>
              <a:rPr lang="de-DE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mr-IN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–</a:t>
            </a:r>
            <a:r>
              <a:rPr lang="de-DE" altLang="ko-KR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e</a:t>
            </a:r>
            <a:r>
              <a:rPr lang="de-DE" altLang="ko-KR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myrun</a:t>
            </a:r>
            <a:endParaRPr lang="de-DE" altLang="ko-KR" dirty="0" smtClean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  <a:p>
            <a:endParaRPr lang="de-DE" altLang="ko-KR" dirty="0">
              <a:solidFill>
                <a:schemeClr val="bg1"/>
              </a:solidFill>
              <a:ea typeface="Andale Mono" charset="0"/>
              <a:cs typeface="Arial" pitchFamily="34" charset="0"/>
            </a:endParaRPr>
          </a:p>
          <a:p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You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will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see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less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output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than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from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the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check. In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the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end,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the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job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submits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itself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to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the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batch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 </a:t>
            </a:r>
            <a:r>
              <a:rPr lang="de-DE" altLang="ko-KR" dirty="0" err="1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system</a:t>
            </a:r>
            <a:r>
              <a:rPr lang="de-DE" altLang="ko-KR" dirty="0" smtClean="0">
                <a:solidFill>
                  <a:schemeClr val="bg1"/>
                </a:solidFill>
                <a:ea typeface="Andale Mono" charset="0"/>
                <a:cs typeface="Arial" pitchFamily="34" charset="0"/>
              </a:rPr>
              <a:t>.</a:t>
            </a:r>
            <a:endParaRPr lang="en-US" altLang="ko-KR" dirty="0">
              <a:solidFill>
                <a:schemeClr val="bg1"/>
              </a:solidFill>
              <a:ea typeface="Andale Mono" charset="0"/>
              <a:cs typeface="Andale Mono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703" y="3351529"/>
            <a:ext cx="7455243" cy="2519143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2966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rapezoid 24">
            <a:extLst>
              <a:ext uri="{FF2B5EF4-FFF2-40B4-BE49-F238E27FC236}">
                <a16:creationId xmlns="" xmlns:a16="http://schemas.microsoft.com/office/drawing/2014/main" id="{716EB2F4-BEFD-43D9-8FDF-7867DCFA0E4B}"/>
              </a:ext>
            </a:extLst>
          </p:cNvPr>
          <p:cNvSpPr>
            <a:spLocks noChangeAspect="1"/>
          </p:cNvSpPr>
          <p:nvPr/>
        </p:nvSpPr>
        <p:spPr>
          <a:xfrm rot="8369018">
            <a:off x="6543420" y="2652942"/>
            <a:ext cx="1146181" cy="1157102"/>
          </a:xfrm>
          <a:custGeom>
            <a:avLst/>
            <a:gdLst/>
            <a:ahLst/>
            <a:cxnLst/>
            <a:rect l="l" t="t" r="r" b="b"/>
            <a:pathLst>
              <a:path w="4411086" h="4453092">
                <a:moveTo>
                  <a:pt x="3095887" y="1153910"/>
                </a:moveTo>
                <a:cubicBezTo>
                  <a:pt x="3119009" y="1174647"/>
                  <a:pt x="3146597" y="1191685"/>
                  <a:pt x="3177861" y="1203446"/>
                </a:cubicBezTo>
                <a:cubicBezTo>
                  <a:pt x="3302917" y="1250492"/>
                  <a:pt x="3439398" y="1195315"/>
                  <a:pt x="3482703" y="1080205"/>
                </a:cubicBezTo>
                <a:cubicBezTo>
                  <a:pt x="3526008" y="965093"/>
                  <a:pt x="3459737" y="833641"/>
                  <a:pt x="3334683" y="786595"/>
                </a:cubicBezTo>
                <a:cubicBezTo>
                  <a:pt x="3209628" y="739549"/>
                  <a:pt x="3073147" y="794724"/>
                  <a:pt x="3029841" y="909836"/>
                </a:cubicBezTo>
                <a:cubicBezTo>
                  <a:pt x="2997363" y="996169"/>
                  <a:pt x="3026521" y="1091695"/>
                  <a:pt x="3095887" y="1153910"/>
                </a:cubicBezTo>
                <a:close/>
                <a:moveTo>
                  <a:pt x="3521423" y="1860548"/>
                </a:moveTo>
                <a:cubicBezTo>
                  <a:pt x="3544546" y="1881285"/>
                  <a:pt x="3572135" y="1898322"/>
                  <a:pt x="3603399" y="1910084"/>
                </a:cubicBezTo>
                <a:cubicBezTo>
                  <a:pt x="3728453" y="1957130"/>
                  <a:pt x="3864935" y="1901953"/>
                  <a:pt x="3908240" y="1786842"/>
                </a:cubicBezTo>
                <a:cubicBezTo>
                  <a:pt x="3951546" y="1671732"/>
                  <a:pt x="3885275" y="1540278"/>
                  <a:pt x="3760220" y="1493232"/>
                </a:cubicBezTo>
                <a:cubicBezTo>
                  <a:pt x="3635166" y="1446186"/>
                  <a:pt x="3498684" y="1501363"/>
                  <a:pt x="3455379" y="1616474"/>
                </a:cubicBezTo>
                <a:cubicBezTo>
                  <a:pt x="3422900" y="1702807"/>
                  <a:pt x="3452057" y="1798333"/>
                  <a:pt x="3521423" y="1860548"/>
                </a:cubicBezTo>
                <a:close/>
                <a:moveTo>
                  <a:pt x="3507502" y="2659088"/>
                </a:moveTo>
                <a:cubicBezTo>
                  <a:pt x="3530625" y="2679826"/>
                  <a:pt x="3558214" y="2696863"/>
                  <a:pt x="3589478" y="2708624"/>
                </a:cubicBezTo>
                <a:cubicBezTo>
                  <a:pt x="3714532" y="2755670"/>
                  <a:pt x="3851014" y="2700494"/>
                  <a:pt x="3894319" y="2585383"/>
                </a:cubicBezTo>
                <a:cubicBezTo>
                  <a:pt x="3937624" y="2470273"/>
                  <a:pt x="3871353" y="2338820"/>
                  <a:pt x="3746299" y="2291774"/>
                </a:cubicBezTo>
                <a:cubicBezTo>
                  <a:pt x="3621245" y="2244728"/>
                  <a:pt x="3484763" y="2299905"/>
                  <a:pt x="3441458" y="2415014"/>
                </a:cubicBezTo>
                <a:cubicBezTo>
                  <a:pt x="3408979" y="2501348"/>
                  <a:pt x="3438136" y="2596873"/>
                  <a:pt x="3507502" y="2659088"/>
                </a:cubicBezTo>
                <a:close/>
                <a:moveTo>
                  <a:pt x="2750047" y="3029987"/>
                </a:moveTo>
                <a:cubicBezTo>
                  <a:pt x="2773168" y="3050726"/>
                  <a:pt x="2800759" y="3067763"/>
                  <a:pt x="2832021" y="3079524"/>
                </a:cubicBezTo>
                <a:cubicBezTo>
                  <a:pt x="2957076" y="3126570"/>
                  <a:pt x="3093558" y="3071393"/>
                  <a:pt x="3136863" y="2956283"/>
                </a:cubicBezTo>
                <a:cubicBezTo>
                  <a:pt x="3180168" y="2841172"/>
                  <a:pt x="3113897" y="2709719"/>
                  <a:pt x="2988843" y="2662673"/>
                </a:cubicBezTo>
                <a:cubicBezTo>
                  <a:pt x="2863789" y="2615627"/>
                  <a:pt x="2727307" y="2670804"/>
                  <a:pt x="2684001" y="2785914"/>
                </a:cubicBezTo>
                <a:cubicBezTo>
                  <a:pt x="2651523" y="2872247"/>
                  <a:pt x="2680681" y="2967773"/>
                  <a:pt x="2750047" y="3029987"/>
                </a:cubicBezTo>
                <a:close/>
                <a:moveTo>
                  <a:pt x="1666926" y="2573567"/>
                </a:moveTo>
                <a:lnTo>
                  <a:pt x="1775047" y="423729"/>
                </a:lnTo>
                <a:lnTo>
                  <a:pt x="1991290" y="423729"/>
                </a:lnTo>
                <a:lnTo>
                  <a:pt x="2099411" y="2573567"/>
                </a:lnTo>
                <a:close/>
                <a:moveTo>
                  <a:pt x="1154974" y="2568578"/>
                </a:moveTo>
                <a:cubicBezTo>
                  <a:pt x="1178096" y="2589317"/>
                  <a:pt x="1205685" y="2606354"/>
                  <a:pt x="1236949" y="2618115"/>
                </a:cubicBezTo>
                <a:cubicBezTo>
                  <a:pt x="1362003" y="2665161"/>
                  <a:pt x="1498485" y="2609985"/>
                  <a:pt x="1541790" y="2494874"/>
                </a:cubicBezTo>
                <a:cubicBezTo>
                  <a:pt x="1585096" y="2379763"/>
                  <a:pt x="1518825" y="2248310"/>
                  <a:pt x="1393770" y="2201264"/>
                </a:cubicBezTo>
                <a:cubicBezTo>
                  <a:pt x="1268716" y="2154218"/>
                  <a:pt x="1132234" y="2209394"/>
                  <a:pt x="1088929" y="2324505"/>
                </a:cubicBezTo>
                <a:cubicBezTo>
                  <a:pt x="1056450" y="2410839"/>
                  <a:pt x="1085608" y="2506364"/>
                  <a:pt x="1154974" y="2568578"/>
                </a:cubicBezTo>
                <a:close/>
                <a:moveTo>
                  <a:pt x="1811301" y="3132571"/>
                </a:moveTo>
                <a:lnTo>
                  <a:pt x="1704026" y="2663196"/>
                </a:lnTo>
                <a:lnTo>
                  <a:pt x="2117930" y="2682436"/>
                </a:lnTo>
                <a:lnTo>
                  <a:pt x="1967575" y="3139835"/>
                </a:lnTo>
                <a:close/>
                <a:moveTo>
                  <a:pt x="474734" y="2026084"/>
                </a:moveTo>
                <a:cubicBezTo>
                  <a:pt x="497856" y="2046823"/>
                  <a:pt x="525445" y="2063859"/>
                  <a:pt x="556709" y="2075621"/>
                </a:cubicBezTo>
                <a:cubicBezTo>
                  <a:pt x="681763" y="2122667"/>
                  <a:pt x="818245" y="2067490"/>
                  <a:pt x="861550" y="1952380"/>
                </a:cubicBezTo>
                <a:cubicBezTo>
                  <a:pt x="904855" y="1837269"/>
                  <a:pt x="838584" y="1705816"/>
                  <a:pt x="713530" y="1658770"/>
                </a:cubicBezTo>
                <a:cubicBezTo>
                  <a:pt x="588476" y="1611724"/>
                  <a:pt x="451994" y="1666900"/>
                  <a:pt x="408689" y="1782011"/>
                </a:cubicBezTo>
                <a:cubicBezTo>
                  <a:pt x="376210" y="1868344"/>
                  <a:pt x="405367" y="1963870"/>
                  <a:pt x="474734" y="2026084"/>
                </a:cubicBezTo>
                <a:close/>
                <a:moveTo>
                  <a:pt x="470005" y="2517620"/>
                </a:moveTo>
                <a:cubicBezTo>
                  <a:pt x="142796" y="2243059"/>
                  <a:pt x="-69074" y="1913805"/>
                  <a:pt x="20698" y="1573981"/>
                </a:cubicBezTo>
                <a:cubicBezTo>
                  <a:pt x="290062" y="677171"/>
                  <a:pt x="1131284" y="1373424"/>
                  <a:pt x="1417683" y="1157395"/>
                </a:cubicBezTo>
                <a:cubicBezTo>
                  <a:pt x="1704082" y="941367"/>
                  <a:pt x="795764" y="512391"/>
                  <a:pt x="1486994" y="164947"/>
                </a:cubicBezTo>
                <a:cubicBezTo>
                  <a:pt x="1963635" y="-91969"/>
                  <a:pt x="2301495" y="-33140"/>
                  <a:pt x="2924035" y="233397"/>
                </a:cubicBezTo>
                <a:cubicBezTo>
                  <a:pt x="3546575" y="499935"/>
                  <a:pt x="4682373" y="1460700"/>
                  <a:pt x="4352060" y="2410274"/>
                </a:cubicBezTo>
                <a:cubicBezTo>
                  <a:pt x="4055563" y="3262631"/>
                  <a:pt x="2903863" y="3342769"/>
                  <a:pt x="2149143" y="3248705"/>
                </a:cubicBezTo>
                <a:cubicBezTo>
                  <a:pt x="2120485" y="3221681"/>
                  <a:pt x="2088781" y="3200633"/>
                  <a:pt x="2056697" y="3184977"/>
                </a:cubicBezTo>
                <a:lnTo>
                  <a:pt x="2029525" y="3174239"/>
                </a:lnTo>
                <a:lnTo>
                  <a:pt x="2074465" y="2961096"/>
                </a:lnTo>
                <a:cubicBezTo>
                  <a:pt x="2174448" y="2968058"/>
                  <a:pt x="2268303" y="2914369"/>
                  <a:pt x="2302852" y="2822534"/>
                </a:cubicBezTo>
                <a:cubicBezTo>
                  <a:pt x="2344980" y="2710550"/>
                  <a:pt x="2283405" y="2583099"/>
                  <a:pt x="2164586" y="2533664"/>
                </a:cubicBezTo>
                <a:lnTo>
                  <a:pt x="2177079" y="2474412"/>
                </a:lnTo>
                <a:lnTo>
                  <a:pt x="2181423" y="2474420"/>
                </a:lnTo>
                <a:lnTo>
                  <a:pt x="2180348" y="2458905"/>
                </a:lnTo>
                <a:lnTo>
                  <a:pt x="2183345" y="2444691"/>
                </a:lnTo>
                <a:lnTo>
                  <a:pt x="2179364" y="2444684"/>
                </a:lnTo>
                <a:lnTo>
                  <a:pt x="2069296" y="855315"/>
                </a:lnTo>
                <a:cubicBezTo>
                  <a:pt x="2264713" y="815272"/>
                  <a:pt x="2400776" y="670372"/>
                  <a:pt x="2376696" y="524656"/>
                </a:cubicBezTo>
                <a:cubicBezTo>
                  <a:pt x="2351678" y="373263"/>
                  <a:pt x="2163271" y="278317"/>
                  <a:pt x="1955875" y="312591"/>
                </a:cubicBezTo>
                <a:cubicBezTo>
                  <a:pt x="1748480" y="346862"/>
                  <a:pt x="1600634" y="497374"/>
                  <a:pt x="1625652" y="648768"/>
                </a:cubicBezTo>
                <a:cubicBezTo>
                  <a:pt x="1635034" y="705540"/>
                  <a:pt x="1667392" y="754373"/>
                  <a:pt x="1715112" y="791433"/>
                </a:cubicBezTo>
                <a:lnTo>
                  <a:pt x="1728511" y="799403"/>
                </a:lnTo>
                <a:lnTo>
                  <a:pt x="1608970" y="2443607"/>
                </a:lnTo>
                <a:lnTo>
                  <a:pt x="1608731" y="2443607"/>
                </a:lnTo>
                <a:lnTo>
                  <a:pt x="1608909" y="2444461"/>
                </a:lnTo>
                <a:lnTo>
                  <a:pt x="1606809" y="2473335"/>
                </a:lnTo>
                <a:lnTo>
                  <a:pt x="1614885" y="2473351"/>
                </a:lnTo>
                <a:lnTo>
                  <a:pt x="1760460" y="3176931"/>
                </a:lnTo>
                <a:cubicBezTo>
                  <a:pt x="1363839" y="3071567"/>
                  <a:pt x="842276" y="2829991"/>
                  <a:pt x="470005" y="2517620"/>
                </a:cubicBezTo>
                <a:close/>
                <a:moveTo>
                  <a:pt x="1703651" y="4144665"/>
                </a:moveTo>
                <a:cubicBezTo>
                  <a:pt x="1692426" y="4135382"/>
                  <a:pt x="1682479" y="4126471"/>
                  <a:pt x="1673433" y="4117764"/>
                </a:cubicBezTo>
                <a:cubicBezTo>
                  <a:pt x="1630012" y="4075967"/>
                  <a:pt x="1607344" y="4038835"/>
                  <a:pt x="1563711" y="3987474"/>
                </a:cubicBezTo>
                <a:cubicBezTo>
                  <a:pt x="1428119" y="3754817"/>
                  <a:pt x="1459551" y="3514918"/>
                  <a:pt x="1577437" y="3369529"/>
                </a:cubicBezTo>
                <a:cubicBezTo>
                  <a:pt x="1695323" y="3224139"/>
                  <a:pt x="1812160" y="3189516"/>
                  <a:pt x="1943877" y="3254126"/>
                </a:cubicBezTo>
                <a:cubicBezTo>
                  <a:pt x="2075594" y="3318736"/>
                  <a:pt x="2201944" y="3486346"/>
                  <a:pt x="2150195" y="3720844"/>
                </a:cubicBezTo>
                <a:cubicBezTo>
                  <a:pt x="2053054" y="4010881"/>
                  <a:pt x="2046121" y="3999957"/>
                  <a:pt x="2256634" y="4453092"/>
                </a:cubicBezTo>
                <a:cubicBezTo>
                  <a:pt x="1923422" y="4292924"/>
                  <a:pt x="1782225" y="4209649"/>
                  <a:pt x="1703651" y="41446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9D8C9F72-DCEA-4778-9B06-162CCEAE54C6}"/>
              </a:ext>
            </a:extLst>
          </p:cNvPr>
          <p:cNvSpPr txBox="1"/>
          <p:nvPr/>
        </p:nvSpPr>
        <p:spPr>
          <a:xfrm>
            <a:off x="3337161" y="2839078"/>
            <a:ext cx="5681487" cy="7848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altLang="ko-KR" sz="6000" dirty="0" smtClean="0">
                <a:solidFill>
                  <a:schemeClr val="accent6"/>
                </a:solidFill>
                <a:cs typeface="Arial" pitchFamily="34" charset="0"/>
              </a:rPr>
              <a:t>Congratulations!</a:t>
            </a:r>
            <a:endParaRPr lang="ko-KR" altLang="en-US" sz="6000" dirty="0">
              <a:solidFill>
                <a:schemeClr val="accent6"/>
              </a:solidFill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9055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STEA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1358"/>
      </a:accent1>
      <a:accent2>
        <a:srgbClr val="ED7D1F"/>
      </a:accent2>
      <a:accent3>
        <a:srgbClr val="A0C82F"/>
      </a:accent3>
      <a:accent4>
        <a:srgbClr val="32B5D3"/>
      </a:accent4>
      <a:accent5>
        <a:srgbClr val="B44B97"/>
      </a:accent5>
      <a:accent6>
        <a:srgbClr val="435E71"/>
      </a:accent6>
      <a:hlink>
        <a:srgbClr val="0563C1"/>
      </a:hlink>
      <a:folHlink>
        <a:srgbClr val="954F72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STEA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1358"/>
      </a:accent1>
      <a:accent2>
        <a:srgbClr val="ED7D1F"/>
      </a:accent2>
      <a:accent3>
        <a:srgbClr val="A0C82F"/>
      </a:accent3>
      <a:accent4>
        <a:srgbClr val="32B5D3"/>
      </a:accent4>
      <a:accent5>
        <a:srgbClr val="B44B97"/>
      </a:accent5>
      <a:accent6>
        <a:srgbClr val="435E71"/>
      </a:accent6>
      <a:hlink>
        <a:srgbClr val="0563C1"/>
      </a:hlink>
      <a:folHlink>
        <a:srgbClr val="954F72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STEA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1358"/>
      </a:accent1>
      <a:accent2>
        <a:srgbClr val="ED7D1F"/>
      </a:accent2>
      <a:accent3>
        <a:srgbClr val="A0C82F"/>
      </a:accent3>
      <a:accent4>
        <a:srgbClr val="32B5D3"/>
      </a:accent4>
      <a:accent5>
        <a:srgbClr val="B44B97"/>
      </a:accent5>
      <a:accent6>
        <a:srgbClr val="435E71"/>
      </a:accent6>
      <a:hlink>
        <a:srgbClr val="0563C1"/>
      </a:hlink>
      <a:folHlink>
        <a:srgbClr val="954F72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4180</TotalTime>
  <Words>1180</Words>
  <Application>Microsoft Macintosh PowerPoint</Application>
  <PresentationFormat>Widescreen</PresentationFormat>
  <Paragraphs>255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Andale Mono</vt:lpstr>
      <vt:lpstr>Arial Unicode MS</vt:lpstr>
      <vt:lpstr>Calibri</vt:lpstr>
      <vt:lpstr>Arial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Microsoft Office User</cp:lastModifiedBy>
  <cp:revision>128</cp:revision>
  <dcterms:created xsi:type="dcterms:W3CDTF">2019-01-14T06:35:35Z</dcterms:created>
  <dcterms:modified xsi:type="dcterms:W3CDTF">2019-05-19T15:21:32Z</dcterms:modified>
</cp:coreProperties>
</file>