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7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2"/>
    <p:restoredTop sz="94707"/>
  </p:normalViewPr>
  <p:slideViewPr>
    <p:cSldViewPr snapToGrid="0" snapToObjects="1">
      <p:cViewPr varScale="1">
        <p:scale>
          <a:sx n="174" d="100"/>
          <a:sy n="174" d="100"/>
        </p:scale>
        <p:origin x="4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8" name="Rectangle 7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562842" y="6133646"/>
              <a:ext cx="7982712" cy="1472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3950"/>
            <a:ext cx="7342188" cy="1924050"/>
          </a:xfrm>
        </p:spPr>
        <p:txBody>
          <a:bodyPr anchor="b" anchorCtr="0">
            <a:noAutofit/>
          </a:bodyPr>
          <a:lstStyle>
            <a:lvl1pPr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7342188" cy="1752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3741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2894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122894"/>
            <a:ext cx="762000" cy="271463"/>
          </a:xfrm>
        </p:spPr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9" name="Rectangle 18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" name="Rectangle 20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2" name="Rectangle 11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2" name="Rectangle 11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7" name="Rectangle 26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371600"/>
            <a:ext cx="7345362" cy="1676400"/>
          </a:xfrm>
        </p:spPr>
        <p:txBody>
          <a:bodyPr anchor="b" anchorCtr="0">
            <a:noAutofit/>
          </a:bodyPr>
          <a:lstStyle>
            <a:lvl1pPr algn="ctr">
              <a:defRPr sz="5400" b="0"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3134566"/>
            <a:ext cx="7345362" cy="1500187"/>
          </a:xfrm>
        </p:spPr>
        <p:txBody>
          <a:bodyPr anchor="t" anchorCtr="0"/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1" name="Rectangle 2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3" name="Rectangle 2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1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9" name="Rectangle 2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 w="3175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rot="16200000" flipH="1">
              <a:off x="2217480" y="4026438"/>
              <a:ext cx="4711326" cy="2286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01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5539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5539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5" name="Rectangle 14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1" name="Rectangle 1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3" name="Rectangle 1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33" name="Rectangle 3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169892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147888"/>
            <a:ext cx="3008313" cy="326231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noFill/>
                </a:ln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Front" fov="4800000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10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31" name="Rectangle 30"/>
                  <p:cNvSpPr>
                    <a:spLocks/>
                  </p:cNvSpPr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28" name="Rectangle 27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694329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672323"/>
            <a:ext cx="3008313" cy="340304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52892" y="310123"/>
            <a:ext cx="3398837" cy="1204912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0" name="Rectangle 19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7" name="Rectangle 16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691640"/>
            <a:ext cx="3008376" cy="914400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38559" y="612775"/>
            <a:ext cx="4114800" cy="546811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2670048"/>
            <a:ext cx="3008376" cy="34015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7" name="Group 16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2" name="Rectangle 21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20" name="Rectangle 19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287819"/>
            <a:ext cx="8021977" cy="916193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6347" y="331694"/>
            <a:ext cx="8421624" cy="37831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1" y="5271247"/>
            <a:ext cx="8021977" cy="101301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4" name="Rectangle 1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6" name="Rectangle 15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" name="Group 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8" name="Rectangle 17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399" y="609600"/>
            <a:ext cx="1416423" cy="5516563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2" y="609600"/>
            <a:ext cx="6279777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</a:defRPr>
            </a:lvl1pPr>
          </a:lstStyle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94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66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652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85900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12913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47863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74875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dirk.barbi@awi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esm</a:t>
            </a:r>
            <a:r>
              <a:rPr lang="de-DE" dirty="0" smtClean="0"/>
              <a:t>-environment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All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machine</a:t>
            </a:r>
            <a:r>
              <a:rPr lang="de-DE" dirty="0" smtClean="0"/>
              <a:t> </a:t>
            </a:r>
            <a:r>
              <a:rPr lang="de-DE" dirty="0" err="1" smtClean="0"/>
              <a:t>settings</a:t>
            </a:r>
            <a:r>
              <a:rPr lang="de-DE" dirty="0" smtClean="0"/>
              <a:t> in </a:t>
            </a:r>
            <a:r>
              <a:rPr lang="de-DE" dirty="0" err="1" smtClean="0"/>
              <a:t>one</a:t>
            </a:r>
            <a:r>
              <a:rPr lang="de-DE" dirty="0" smtClean="0"/>
              <a:t> </a:t>
            </a:r>
            <a:r>
              <a:rPr lang="de-DE" dirty="0" err="1" smtClean="0"/>
              <a:t>place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Download </a:t>
            </a:r>
            <a:r>
              <a:rPr lang="de-DE" dirty="0" err="1" smtClean="0"/>
              <a:t>esm</a:t>
            </a:r>
            <a:r>
              <a:rPr lang="de-DE" dirty="0" smtClean="0"/>
              <a:t>-environment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latin typeface="STIXNonUnicode-Regular"/>
                <a:cs typeface="STIXNonUnicode-Regular"/>
              </a:rPr>
              <a:t>'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</a:t>
            </a:r>
            <a:r>
              <a:rPr lang="de-DE" i="1" dirty="0" smtClean="0">
                <a:latin typeface="STIXNonUnicode-Regular"/>
                <a:cs typeface="STIXNonUnicode-Regular"/>
              </a:rPr>
              <a:t> </a:t>
            </a:r>
            <a:r>
              <a:rPr lang="de-DE" i="1" dirty="0" err="1" smtClean="0">
                <a:latin typeface="STIXNonUnicode-Regular"/>
                <a:cs typeface="STIXNonUnicode-Regular"/>
              </a:rPr>
              <a:t>clone</a:t>
            </a:r>
            <a:r>
              <a:rPr lang="de-DE" i="1" dirty="0" smtClean="0">
                <a:latin typeface="STIXNonUnicode-Regular"/>
                <a:cs typeface="STIXNonUnicode-Regular"/>
              </a:rPr>
              <a:t> https</a:t>
            </a:r>
            <a:r>
              <a:rPr lang="de-DE" i="1" dirty="0">
                <a:latin typeface="STIXNonUnicode-Regular"/>
                <a:cs typeface="STIXNonUnicode-Regular"/>
              </a:rPr>
              <a:t>//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gitlab.dkrz.de</a:t>
            </a:r>
            <a:r>
              <a:rPr lang="de-DE" i="1" dirty="0" smtClean="0">
                <a:latin typeface="STIXNonUnicode-Regular"/>
                <a:cs typeface="STIXNonUnicode-Regular"/>
              </a:rPr>
              <a:t>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</a:t>
            </a:r>
            <a:r>
              <a:rPr lang="de-DE" i="1" dirty="0" smtClean="0">
                <a:latin typeface="STIXNonUnicode-Regular"/>
                <a:cs typeface="STIXNonUnicode-Regular"/>
              </a:rPr>
              <a:t>-tools/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esm-environment.git</a:t>
            </a:r>
            <a:r>
              <a:rPr lang="de-DE" dirty="0">
                <a:latin typeface="STIXNonUnicode-Regular"/>
                <a:cs typeface="STIXNonUnicode-Regular"/>
              </a:rPr>
              <a:t>'</a:t>
            </a:r>
            <a:endParaRPr lang="de-DE" dirty="0" smtClean="0">
              <a:latin typeface="STIXNonUnicode-Regular"/>
              <a:cs typeface="STIXNonUnicode-Regular"/>
            </a:endParaRPr>
          </a:p>
          <a:p>
            <a:pPr marL="0" indent="0" algn="ctr">
              <a:buNone/>
            </a:pP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-master</a:t>
            </a:r>
            <a:r>
              <a:rPr lang="de-DE" dirty="0" smtClean="0"/>
              <a:t>:</a:t>
            </a:r>
          </a:p>
          <a:p>
            <a:pPr marL="0" indent="0" algn="ctr">
              <a:buNone/>
            </a:pPr>
            <a:r>
              <a:rPr lang="de-DE" dirty="0"/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-environment</a:t>
            </a:r>
            <a:r>
              <a:rPr lang="de-DE" dirty="0" smtClean="0"/>
              <a:t>'</a:t>
            </a: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installation</a:t>
            </a:r>
            <a:r>
              <a:rPr lang="de-DE" dirty="0" smtClean="0"/>
              <a:t> / </a:t>
            </a:r>
            <a:r>
              <a:rPr lang="de-DE" dirty="0" err="1" smtClean="0"/>
              <a:t>configuration</a:t>
            </a:r>
            <a:r>
              <a:rPr lang="de-DE" dirty="0" smtClean="0"/>
              <a:t> </a:t>
            </a:r>
            <a:r>
              <a:rPr lang="de-DE" dirty="0" err="1" smtClean="0"/>
              <a:t>required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esm</a:t>
            </a:r>
            <a:r>
              <a:rPr lang="de-DE" dirty="0" smtClean="0"/>
              <a:t>-environment was </a:t>
            </a:r>
            <a:r>
              <a:rPr lang="de-DE" dirty="0" err="1" smtClean="0"/>
              <a:t>originally</a:t>
            </a:r>
            <a:r>
              <a:rPr lang="de-DE" dirty="0" smtClean="0"/>
              <a:t> </a:t>
            </a:r>
            <a:r>
              <a:rPr lang="de-DE" dirty="0" err="1" smtClean="0"/>
              <a:t>based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cmake</a:t>
            </a:r>
            <a:r>
              <a:rPr lang="de-DE" dirty="0" smtClean="0"/>
              <a:t>-</a:t>
            </a:r>
            <a:r>
              <a:rPr lang="de-DE" dirty="0" err="1" smtClean="0"/>
              <a:t>build</a:t>
            </a:r>
            <a:r>
              <a:rPr lang="de-DE" dirty="0" smtClean="0"/>
              <a:t>-environment </a:t>
            </a:r>
            <a:r>
              <a:rPr lang="de-DE" dirty="0" err="1" smtClean="0"/>
              <a:t>developed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Jan Hegewald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awicm</a:t>
            </a:r>
            <a:r>
              <a:rPr lang="de-DE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85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Machines </a:t>
            </a:r>
            <a:r>
              <a:rPr lang="de-DE" dirty="0" err="1" smtClean="0"/>
              <a:t>supported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50822" y="2114886"/>
            <a:ext cx="7205494" cy="393192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de-DE" dirty="0" err="1" smtClean="0"/>
              <a:t>ollie</a:t>
            </a:r>
            <a:r>
              <a:rPr lang="de-DE" dirty="0" smtClean="0"/>
              <a:t> &amp; </a:t>
            </a:r>
            <a:r>
              <a:rPr lang="de-DE" dirty="0" err="1" smtClean="0"/>
              <a:t>mistral</a:t>
            </a:r>
            <a:r>
              <a:rPr lang="de-DE" dirty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</a:t>
            </a:r>
            <a:r>
              <a:rPr lang="de-DE" dirty="0" err="1" smtClean="0"/>
              <a:t>models</a:t>
            </a:r>
            <a:endParaRPr lang="de-DE" dirty="0"/>
          </a:p>
          <a:p>
            <a:pPr>
              <a:spcBef>
                <a:spcPts val="200"/>
              </a:spcBef>
            </a:pPr>
            <a:r>
              <a:rPr lang="de-DE" dirty="0" err="1" smtClean="0"/>
              <a:t>hlrn</a:t>
            </a:r>
            <a:r>
              <a:rPr lang="de-DE" dirty="0" smtClean="0"/>
              <a:t> / </a:t>
            </a:r>
            <a:r>
              <a:rPr lang="de-DE" dirty="0" err="1" smtClean="0"/>
              <a:t>hazelhen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awicm</a:t>
            </a:r>
            <a:r>
              <a:rPr lang="de-DE" dirty="0" smtClean="0"/>
              <a:t> / </a:t>
            </a:r>
            <a:r>
              <a:rPr lang="de-DE" dirty="0" err="1" smtClean="0"/>
              <a:t>fesom</a:t>
            </a:r>
            <a:r>
              <a:rPr lang="de-DE" dirty="0" smtClean="0"/>
              <a:t> / </a:t>
            </a:r>
            <a:r>
              <a:rPr lang="de-DE" dirty="0" err="1" smtClean="0"/>
              <a:t>echam</a:t>
            </a:r>
            <a:endParaRPr lang="de-D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328" y="3019349"/>
            <a:ext cx="5472932" cy="3281746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1300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Integration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esm</a:t>
            </a:r>
            <a:r>
              <a:rPr lang="de-DE" dirty="0" smtClean="0"/>
              <a:t>-tools: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5" y="2114886"/>
            <a:ext cx="8038421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With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sz="2000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-master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:</a:t>
            </a:r>
            <a:endParaRPr lang="de-DE" sz="2000" dirty="0">
              <a:ea typeface="STIXNonUnicode-Regular" charset="0"/>
              <a:cs typeface="STIXNonUnicode-Regular" charset="0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If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sz="2000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-environment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present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esm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-master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compiles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using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these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machine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setting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.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If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not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present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esm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-master will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try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to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compile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with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model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defined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settings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.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With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esm-runscripts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: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>
                <a:ea typeface="STIXNonUnicode-Regular" charset="0"/>
                <a:cs typeface="STIXNonUnicode-Regular" charset="0"/>
              </a:rPr>
              <a:t>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If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sz="2000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-environment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present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esm-runscripts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will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up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runs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according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to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these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setting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if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not,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it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will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use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some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probably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not 	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up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-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to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-date)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defaults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85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esm</a:t>
            </a:r>
            <a:r>
              <a:rPr lang="de-DE" dirty="0" smtClean="0"/>
              <a:t>-environment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compile</a:t>
            </a:r>
            <a:r>
              <a:rPr lang="de-DE" dirty="0" smtClean="0"/>
              <a:t> </a:t>
            </a:r>
            <a:r>
              <a:rPr lang="de-DE" dirty="0" err="1" smtClean="0"/>
              <a:t>without</a:t>
            </a:r>
            <a:r>
              <a:rPr lang="de-DE" dirty="0" smtClean="0"/>
              <a:t> </a:t>
            </a:r>
            <a:r>
              <a:rPr lang="de-DE" dirty="0" err="1" smtClean="0"/>
              <a:t>esm</a:t>
            </a:r>
            <a:r>
              <a:rPr lang="de-DE" dirty="0" smtClean="0"/>
              <a:t>-master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04595" y="2114886"/>
            <a:ext cx="6868974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Make</a:t>
            </a:r>
            <a:r>
              <a:rPr lang="de-DE" dirty="0" smtClean="0"/>
              <a:t> </a:t>
            </a:r>
            <a:r>
              <a:rPr lang="de-DE" dirty="0" err="1" smtClean="0"/>
              <a:t>tools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/>
              <a:t> </a:t>
            </a:r>
            <a:r>
              <a:rPr lang="de-DE" dirty="0" err="1" smtClean="0"/>
              <a:t>some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/>
              <a:t> </a:t>
            </a:r>
            <a:r>
              <a:rPr lang="de-DE" dirty="0" err="1" smtClean="0"/>
              <a:t>been</a:t>
            </a:r>
            <a:r>
              <a:rPr lang="de-DE" dirty="0" smtClean="0"/>
              <a:t> </a:t>
            </a:r>
            <a:r>
              <a:rPr lang="de-DE" dirty="0" err="1" smtClean="0"/>
              <a:t>prepared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skip</a:t>
            </a:r>
            <a:r>
              <a:rPr lang="de-DE" dirty="0" smtClean="0"/>
              <a:t> </a:t>
            </a:r>
            <a:r>
              <a:rPr lang="de-DE" dirty="0" err="1" smtClean="0"/>
              <a:t>setting</a:t>
            </a:r>
            <a:r>
              <a:rPr lang="de-DE" dirty="0" smtClean="0"/>
              <a:t> </a:t>
            </a:r>
            <a:r>
              <a:rPr lang="de-DE" dirty="0" err="1" smtClean="0"/>
              <a:t>machine</a:t>
            </a:r>
            <a:r>
              <a:rPr lang="de-DE" dirty="0" smtClean="0"/>
              <a:t> </a:t>
            </a:r>
            <a:r>
              <a:rPr lang="de-DE" dirty="0" err="1" smtClean="0"/>
              <a:t>depending</a:t>
            </a:r>
            <a:r>
              <a:rPr lang="de-DE" dirty="0" smtClean="0"/>
              <a:t> variables </a:t>
            </a:r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that</a:t>
            </a:r>
            <a:r>
              <a:rPr lang="de-DE" dirty="0" smtClean="0"/>
              <a:t> was </a:t>
            </a:r>
            <a:r>
              <a:rPr lang="de-DE" dirty="0" err="1" smtClean="0"/>
              <a:t>already</a:t>
            </a:r>
            <a:r>
              <a:rPr lang="de-DE" dirty="0" smtClean="0"/>
              <a:t> </a:t>
            </a:r>
            <a:r>
              <a:rPr lang="de-DE" dirty="0" err="1" smtClean="0"/>
              <a:t>done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-environment</a:t>
            </a:r>
            <a:r>
              <a:rPr lang="de-DE" dirty="0" smtClean="0"/>
              <a:t> (</a:t>
            </a:r>
            <a:r>
              <a:rPr lang="de-DE" dirty="0" err="1" smtClean="0"/>
              <a:t>works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awicm</a:t>
            </a:r>
            <a:r>
              <a:rPr lang="de-DE" dirty="0" smtClean="0"/>
              <a:t>, </a:t>
            </a:r>
            <a:r>
              <a:rPr lang="de-DE" dirty="0" err="1" smtClean="0"/>
              <a:t>fesom</a:t>
            </a:r>
            <a:r>
              <a:rPr lang="de-DE" dirty="0" smtClean="0"/>
              <a:t>, </a:t>
            </a:r>
            <a:r>
              <a:rPr lang="de-DE" dirty="0" err="1" smtClean="0"/>
              <a:t>echam</a:t>
            </a:r>
            <a:r>
              <a:rPr lang="de-DE" dirty="0" smtClean="0"/>
              <a:t> </a:t>
            </a:r>
            <a:r>
              <a:rPr lang="de-DE" dirty="0" err="1" smtClean="0"/>
              <a:t>standalone</a:t>
            </a:r>
            <a:r>
              <a:rPr lang="de-DE" dirty="0" smtClean="0"/>
              <a:t>).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054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Learn</a:t>
            </a:r>
            <a:r>
              <a:rPr lang="de-DE" dirty="0" smtClean="0"/>
              <a:t> </a:t>
            </a:r>
            <a:r>
              <a:rPr lang="de-DE" dirty="0" err="1" smtClean="0"/>
              <a:t>more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Check out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documentation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available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by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typing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get-esm-usermanual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or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clone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https://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gitlab.dkrz.de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-tools/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esm-usermanual.git</a:t>
            </a: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endParaRPr lang="de-DE" dirty="0">
              <a:latin typeface="STIXNonUnicode-Regular" charset="0"/>
              <a:ea typeface="STIXNonUnicode-Regular" charset="0"/>
              <a:cs typeface="STIXNonUnicode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313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More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come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dirty="0" smtClean="0">
                <a:ea typeface="STIXNonUnicode-Regular" charset="0"/>
                <a:cs typeface="STIXNonUnicode-Regular" charset="0"/>
              </a:rPr>
              <a:t>Support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for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more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machines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currently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ollie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mistral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for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everything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hlrn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/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hlrs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for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awicm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/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fesom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/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echam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dirty="0" err="1" smtClean="0">
                <a:ea typeface="STIXNonUnicode-Regular" charset="0"/>
                <a:cs typeface="STIXNonUnicode-Regular" charset="0"/>
              </a:rPr>
              <a:t>Full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integration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on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model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side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mpiesm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)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any</a:t>
            </a:r>
            <a:r>
              <a:rPr lang="de-DE" dirty="0" smtClean="0"/>
              <a:t> </a:t>
            </a:r>
            <a:r>
              <a:rPr lang="de-DE" dirty="0" err="1" smtClean="0"/>
              <a:t>ideas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side</a:t>
            </a:r>
            <a:r>
              <a:rPr lang="de-DE" dirty="0" smtClean="0"/>
              <a:t> (</a:t>
            </a:r>
            <a:r>
              <a:rPr lang="de-DE" dirty="0" err="1" smtClean="0"/>
              <a:t>Please</a:t>
            </a:r>
            <a:r>
              <a:rPr lang="de-DE" dirty="0" smtClean="0"/>
              <a:t> </a:t>
            </a:r>
            <a:r>
              <a:rPr lang="de-DE" dirty="0" err="1" smtClean="0"/>
              <a:t>let</a:t>
            </a:r>
            <a:r>
              <a:rPr lang="de-DE" dirty="0" smtClean="0"/>
              <a:t> </a:t>
            </a:r>
            <a:r>
              <a:rPr lang="de-DE" dirty="0" err="1" smtClean="0"/>
              <a:t>me</a:t>
            </a:r>
            <a:r>
              <a:rPr lang="de-DE" dirty="0" smtClean="0"/>
              <a:t> </a:t>
            </a:r>
            <a:r>
              <a:rPr lang="de-DE" dirty="0" err="1" smtClean="0"/>
              <a:t>know</a:t>
            </a:r>
            <a:r>
              <a:rPr lang="de-DE" dirty="0" smtClean="0"/>
              <a:t>, </a:t>
            </a:r>
            <a:r>
              <a:rPr lang="de-DE" dirty="0" smtClean="0">
                <a:solidFill>
                  <a:schemeClr val="accent3"/>
                </a:solidFill>
                <a:hlinkClick r:id="rId2"/>
              </a:rPr>
              <a:t>dirk.barbi@awi.de</a:t>
            </a:r>
            <a:r>
              <a:rPr lang="de-DE" dirty="0" smtClean="0"/>
              <a:t>, -1561)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7478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apital">
  <a:themeElements>
    <a:clrScheme name="Custom 3">
      <a:dk1>
        <a:srgbClr val="000000"/>
      </a:dk1>
      <a:lt1>
        <a:srgbClr val="FFFFFF"/>
      </a:lt1>
      <a:dk2>
        <a:srgbClr val="7C9BA5"/>
      </a:dk2>
      <a:lt2>
        <a:srgbClr val="A895D0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1F93EC"/>
      </a:hlink>
      <a:folHlink>
        <a:srgbClr val="0D00F4"/>
      </a:folHlink>
    </a:clrScheme>
    <a:fontScheme name="Capital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Capit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atMod val="150000"/>
                <a:lumMod val="50000"/>
              </a:schemeClr>
              <a:schemeClr val="phClr">
                <a:satMod val="300000"/>
                <a:lumMod val="125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atMod val="135000"/>
                <a:lumMod val="80000"/>
              </a:schemeClr>
              <a:schemeClr val="phClr">
                <a:satMod val="250000"/>
                <a:lumMod val="15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44450" cap="flat" cmpd="sng" algn="ctr">
          <a:solidFill>
            <a:schemeClr val="phClr">
              <a:shade val="85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sx="101000" sy="101000" algn="ctr" rotWithShape="0">
              <a:srgbClr val="000000">
                <a:alpha val="40000"/>
              </a:srgbClr>
            </a:outerShdw>
          </a:effectLst>
          <a:scene3d>
            <a:camera prst="perspectiveFront" fov="3000000"/>
            <a:lightRig rig="threePt" dir="tl"/>
          </a:scene3d>
          <a:sp3d>
            <a:bevelT w="0" h="0"/>
          </a:sp3d>
        </a:effectStyle>
        <a:effectStyle>
          <a:effectLst>
            <a:innerShdw blurRad="190500">
              <a:srgbClr val="000000">
                <a:alpha val="50000"/>
              </a:srgbClr>
            </a:innerShdw>
          </a:effectLst>
          <a:scene3d>
            <a:camera prst="perspectiveFront" fov="4800000"/>
            <a:lightRig rig="twoPt" dir="t">
              <a:rot lat="0" lon="0" rev="48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atMod val="150000"/>
                <a:lumMod val="50000"/>
              </a:schemeClr>
              <a:schemeClr val="phClr">
                <a:satMod val="400000"/>
                <a:lumMod val="16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Theia.thmx</Template>
  <TotalTime>80</TotalTime>
  <Words>170</Words>
  <Application>Microsoft Macintosh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Brush Script MT</vt:lpstr>
      <vt:lpstr>Calisto MT</vt:lpstr>
      <vt:lpstr>STIXNonUnicode-Regular</vt:lpstr>
      <vt:lpstr>Arial</vt:lpstr>
      <vt:lpstr>Capital</vt:lpstr>
      <vt:lpstr>esm-environment</vt:lpstr>
      <vt:lpstr>Download esm-environment</vt:lpstr>
      <vt:lpstr>Machines supported:</vt:lpstr>
      <vt:lpstr>Integration with esm-tools:</vt:lpstr>
      <vt:lpstr>Use esm-environment to compile without esm-master</vt:lpstr>
      <vt:lpstr>Learn more:</vt:lpstr>
      <vt:lpstr>More to come: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esm-master</dc:title>
  <dc:creator>Dirk Barbi</dc:creator>
  <cp:lastModifiedBy>Microsoft Office User</cp:lastModifiedBy>
  <cp:revision>20</cp:revision>
  <dcterms:created xsi:type="dcterms:W3CDTF">2018-06-14T14:28:16Z</dcterms:created>
  <dcterms:modified xsi:type="dcterms:W3CDTF">2018-06-16T09:10:30Z</dcterms:modified>
</cp:coreProperties>
</file>