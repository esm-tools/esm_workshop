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5" d="100"/>
          <a:sy n="95" d="100"/>
        </p:scale>
        <p:origin x="-1288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printerSettings" Target="printerSettings/printerSettings1.bin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8" name="Rectangle 7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>
              <a:spLocks/>
            </p:cNvSpPr>
            <p:nvPr/>
          </p:nvSpPr>
          <p:spPr>
            <a:xfrm>
              <a:off x="562843" y="475488"/>
              <a:ext cx="7982712" cy="5888736"/>
            </a:xfrm>
            <a:prstGeom prst="rect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562842" y="6133646"/>
              <a:ext cx="7982712" cy="1472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17" name="Rectangle 16"/>
            <p:cNvSpPr/>
            <p:nvPr/>
          </p:nvSpPr>
          <p:spPr>
            <a:xfrm>
              <a:off x="562843" y="457200"/>
              <a:ext cx="7982712" cy="25786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3950"/>
            <a:ext cx="7342188" cy="1924050"/>
          </a:xfrm>
        </p:spPr>
        <p:txBody>
          <a:bodyPr anchor="b" anchorCtr="0">
            <a:noAutofit/>
          </a:bodyPr>
          <a:lstStyle>
            <a:lvl1pPr>
              <a:defRPr sz="5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29000"/>
            <a:ext cx="7342188" cy="175260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3741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2894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191000" y="6122894"/>
            <a:ext cx="762000" cy="271463"/>
          </a:xfrm>
        </p:spPr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9" name="Rectangle 18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0" name="Straight Connector 19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1" name="Rectangle 20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486873" y="411480"/>
            <a:ext cx="8170254" cy="6035040"/>
            <a:chOff x="486873" y="411480"/>
            <a:chExt cx="8170254" cy="6035040"/>
          </a:xfrm>
        </p:grpSpPr>
        <p:sp>
          <p:nvSpPr>
            <p:cNvPr id="12" name="Rectangle 11"/>
            <p:cNvSpPr/>
            <p:nvPr/>
          </p:nvSpPr>
          <p:spPr>
            <a:xfrm>
              <a:off x="486873" y="411480"/>
              <a:ext cx="8170254" cy="60350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" name="Group 11"/>
            <p:cNvGrpSpPr/>
            <p:nvPr/>
          </p:nvGrpSpPr>
          <p:grpSpPr>
            <a:xfrm>
              <a:off x="562842" y="475488"/>
              <a:ext cx="7982713" cy="5888736"/>
              <a:chOff x="562842" y="475488"/>
              <a:chExt cx="7982713" cy="5888736"/>
            </a:xfrm>
          </p:grpSpPr>
          <p:sp>
            <p:nvSpPr>
              <p:cNvPr id="8" name="Rectangle 7"/>
              <p:cNvSpPr>
                <a:spLocks/>
              </p:cNvSpPr>
              <p:nvPr/>
            </p:nvSpPr>
            <p:spPr>
              <a:xfrm>
                <a:off x="562843" y="475488"/>
                <a:ext cx="7982712" cy="5888736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9" name="Straight Connector 8"/>
              <p:cNvCxnSpPr/>
              <p:nvPr/>
            </p:nvCxnSpPr>
            <p:spPr>
              <a:xfrm>
                <a:off x="562842" y="6133646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562842" y="3427528"/>
                <a:ext cx="7982712" cy="1472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00113" y="3442447"/>
            <a:ext cx="7345362" cy="1532965"/>
          </a:xfrm>
        </p:spPr>
        <p:txBody>
          <a:bodyPr anchor="b" anchorCtr="0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0113" y="5029200"/>
            <a:ext cx="7345362" cy="990600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9259" y="6122894"/>
            <a:ext cx="2133600" cy="259317"/>
          </a:xfrm>
        </p:spPr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124401"/>
            <a:ext cx="2895600" cy="257810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2"/>
          </p:nvPr>
        </p:nvSpPr>
        <p:spPr>
          <a:xfrm>
            <a:off x="636493" y="533400"/>
            <a:ext cx="7836408" cy="2828925"/>
          </a:xfrm>
        </p:spPr>
        <p:txBody>
          <a:bodyPr>
            <a:normAutofit/>
          </a:bodyPr>
          <a:lstStyle>
            <a:lvl1pPr>
              <a:buNone/>
              <a:defRPr sz="20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2" name="Rectangle 11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7" name="Rectangle 26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8" name="Straight Connector 27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113" y="1371600"/>
            <a:ext cx="7345362" cy="1676400"/>
          </a:xfrm>
        </p:spPr>
        <p:txBody>
          <a:bodyPr anchor="b" anchorCtr="0">
            <a:noAutofit/>
          </a:bodyPr>
          <a:lstStyle>
            <a:lvl1pPr algn="ctr">
              <a:defRPr sz="5400" b="0" i="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3" y="3134566"/>
            <a:ext cx="7345362" cy="1500187"/>
          </a:xfrm>
        </p:spPr>
        <p:txBody>
          <a:bodyPr anchor="t" anchorCtr="0"/>
          <a:lstStyle>
            <a:lvl1pPr marL="0" indent="0" algn="ctr">
              <a:spcBef>
                <a:spcPts val="300"/>
              </a:spcBef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21" name="Rectangle 2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23" name="Rectangle 2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24" name="Straight Connector 2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5" name="Rectangle 24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0111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2147888"/>
            <a:ext cx="3566160" cy="392747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27" name="Rectangle 2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9" name="Rectangle 2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31" name="Straight Connector 3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sp>
              <p:nvSpPr>
                <p:cNvPr id="32" name="Rectangle 31"/>
                <p:cNvSpPr/>
                <p:nvPr/>
              </p:nvSpPr>
              <p:spPr>
                <a:xfrm>
                  <a:off x="247157" y="1612392"/>
                  <a:ext cx="8622792" cy="64008"/>
                </a:xfrm>
                <a:prstGeom prst="rect">
                  <a:avLst/>
                </a:prstGeom>
                <a:solidFill>
                  <a:schemeClr val="bg2">
                    <a:lumMod val="40000"/>
                    <a:lumOff val="60000"/>
                  </a:schemeClr>
                </a:solidFill>
                <a:ln w="3175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</p:grpSp>
        </p:grpSp>
        <p:cxnSp>
          <p:nvCxnSpPr>
            <p:cNvPr id="23" name="Straight Connector 22"/>
            <p:cNvCxnSpPr/>
            <p:nvPr/>
          </p:nvCxnSpPr>
          <p:spPr>
            <a:xfrm rot="16200000" flipH="1">
              <a:off x="2217480" y="4026438"/>
              <a:ext cx="4711326" cy="2286"/>
            </a:xfrm>
            <a:prstGeom prst="line">
              <a:avLst/>
            </a:prstGeom>
            <a:noFill/>
            <a:ln w="127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01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301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45539" y="1708990"/>
            <a:ext cx="3566160" cy="832503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ts val="300"/>
              </a:spcBef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45539" y="2590801"/>
            <a:ext cx="3566160" cy="348456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3" name="Rectangle 12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5" name="Rectangle 14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1" name="Rectangle 10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3" name="Rectangle 12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4" name="Straight Connector 13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7" name="Rectangle 16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8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9" name="Rectangle 18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0" name="Straight Connector 19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33" name="Rectangle 32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169892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147888"/>
            <a:ext cx="3008313" cy="326231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26" name="Group 2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182880" y="173699"/>
                <a:ext cx="8778240" cy="6510602"/>
                <a:chOff x="182880" y="173699"/>
                <a:chExt cx="8778240" cy="6510602"/>
              </a:xfrm>
            </p:grpSpPr>
            <p:sp>
              <p:nvSpPr>
                <p:cNvPr id="29" name="Rectangle 28"/>
                <p:cNvSpPr/>
                <p:nvPr/>
              </p:nvSpPr>
              <p:spPr>
                <a:xfrm>
                  <a:off x="182880" y="173699"/>
                  <a:ext cx="8778240" cy="6510602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noFill/>
                </a:ln>
                <a:effectLst>
                  <a:outerShdw blurRad="63500" sx="101000" sy="101000" algn="ctr" rotWithShape="0">
                    <a:prstClr val="black">
                      <a:alpha val="40000"/>
                    </a:prstClr>
                  </a:outerShdw>
                </a:effectLst>
                <a:scene3d>
                  <a:camera prst="perspectiveFront" fov="4800000"/>
                  <a:lightRig rig="threePt" dir="t"/>
                </a:scene3d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grpSp>
              <p:nvGrpSpPr>
                <p:cNvPr id="30" name="Group 10"/>
                <p:cNvGrpSpPr/>
                <p:nvPr/>
              </p:nvGrpSpPr>
              <p:grpSpPr>
                <a:xfrm>
                  <a:off x="256032" y="237744"/>
                  <a:ext cx="8622792" cy="6364224"/>
                  <a:chOff x="247157" y="247430"/>
                  <a:chExt cx="8622792" cy="6364224"/>
                </a:xfrm>
              </p:grpSpPr>
              <p:sp>
                <p:nvSpPr>
                  <p:cNvPr id="31" name="Rectangle 30"/>
                  <p:cNvSpPr>
                    <a:spLocks/>
                  </p:cNvSpPr>
                  <p:nvPr/>
                </p:nvSpPr>
                <p:spPr>
                  <a:xfrm>
                    <a:off x="247157" y="247430"/>
                    <a:ext cx="8622792" cy="6364224"/>
                  </a:xfrm>
                  <a:prstGeom prst="rect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/>
                  </a:p>
                </p:txBody>
              </p:sp>
              <p:cxnSp>
                <p:nvCxnSpPr>
                  <p:cNvPr id="32" name="Straight Connector 31"/>
                  <p:cNvCxnSpPr/>
                  <p:nvPr/>
                </p:nvCxnSpPr>
                <p:spPr>
                  <a:xfrm>
                    <a:off x="247157" y="6389024"/>
                    <a:ext cx="8622792" cy="1588"/>
                  </a:xfrm>
                  <a:prstGeom prst="line">
                    <a:avLst/>
                  </a:prstGeom>
                  <a:noFill/>
                  <a:ln w="12700">
                    <a:solidFill>
                      <a:schemeClr val="tx2">
                        <a:lumMod val="40000"/>
                        <a:lumOff val="6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</p:grpSp>
          <p:sp>
            <p:nvSpPr>
              <p:cNvPr id="28" name="Rectangle 27"/>
              <p:cNvSpPr/>
              <p:nvPr/>
            </p:nvSpPr>
            <p:spPr>
              <a:xfrm rot="5400000">
                <a:off x="801086" y="3274090"/>
                <a:ext cx="6135624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5" name="Rectangle 24"/>
            <p:cNvSpPr/>
            <p:nvPr/>
          </p:nvSpPr>
          <p:spPr>
            <a:xfrm rot="10800000">
              <a:off x="258763" y="1594462"/>
              <a:ext cx="357530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225" y="1694329"/>
            <a:ext cx="3008313" cy="9144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8319" y="609600"/>
            <a:ext cx="4114800" cy="5465763"/>
          </a:xfrm>
        </p:spPr>
        <p:txBody>
          <a:bodyPr>
            <a:normAutofit/>
          </a:bodyPr>
          <a:lstStyle>
            <a:lvl1pPr>
              <a:defRPr sz="2400" baseline="0"/>
            </a:lvl1pPr>
            <a:lvl2pPr>
              <a:defRPr sz="22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225" y="2672323"/>
            <a:ext cx="3008313" cy="340304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  <p:sp>
        <p:nvSpPr>
          <p:cNvPr id="17" name="Picture Placeholder 16"/>
          <p:cNvSpPr>
            <a:spLocks noGrp="1"/>
          </p:cNvSpPr>
          <p:nvPr>
            <p:ph type="pic" sz="quarter" idx="13"/>
          </p:nvPr>
        </p:nvSpPr>
        <p:spPr>
          <a:xfrm>
            <a:off x="352892" y="310123"/>
            <a:ext cx="3398837" cy="1204912"/>
          </a:xfrm>
        </p:spPr>
        <p:txBody>
          <a:bodyPr>
            <a:normAutofit/>
          </a:bodyPr>
          <a:lstStyle>
            <a:lvl1pPr>
              <a:buNone/>
              <a:defRPr sz="1800"/>
            </a:lvl1pPr>
          </a:lstStyle>
          <a:p>
            <a:r>
              <a:rPr lang="en-US" smtClean="0"/>
              <a:t>Click icon to add picture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6" name="Group 15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9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0" name="Rectangle 19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1" name="Straight Connector 20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7" name="Rectangle 16"/>
            <p:cNvSpPr/>
            <p:nvPr/>
          </p:nvSpPr>
          <p:spPr>
            <a:xfrm rot="5400000">
              <a:off x="801086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691640"/>
            <a:ext cx="3008376" cy="914400"/>
          </a:xfrm>
        </p:spPr>
        <p:txBody>
          <a:bodyPr anchor="b">
            <a:noAutofit/>
          </a:bodyPr>
          <a:lstStyle>
            <a:lvl1pPr algn="l">
              <a:defRPr sz="28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338559" y="612775"/>
            <a:ext cx="4114800" cy="546811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2670048"/>
            <a:ext cx="3008376" cy="340156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20000"/>
              </a:lnSpc>
              <a:spcBef>
                <a:spcPts val="600"/>
              </a:spcBef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7" name="Group 16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22" name="Rectangle 21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23" name="Straight Connector 22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20" name="Rectangle 19"/>
            <p:cNvSpPr/>
            <p:nvPr/>
          </p:nvSpPr>
          <p:spPr>
            <a:xfrm>
              <a:off x="256032" y="4203192"/>
              <a:ext cx="8622792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1" y="4287819"/>
            <a:ext cx="8021977" cy="916193"/>
          </a:xfrm>
        </p:spPr>
        <p:txBody>
          <a:bodyPr anchor="b">
            <a:noAutofit/>
          </a:bodyPr>
          <a:lstStyle>
            <a:lvl1pPr algn="l">
              <a:defRPr sz="3600" b="0"/>
            </a:lvl1pPr>
          </a:lstStyle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6347" y="331694"/>
            <a:ext cx="8421624" cy="3783106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1" y="5271247"/>
            <a:ext cx="8021977" cy="101301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 algn="l" defTabSz="914400" rtl="0" eaLnBrk="1" latinLnBrk="0" hangingPunct="1">
              <a:lnSpc>
                <a:spcPct val="120000"/>
              </a:lnSpc>
              <a:spcBef>
                <a:spcPts val="2000"/>
              </a:spcBef>
              <a:buClr>
                <a:schemeClr val="bg1">
                  <a:lumMod val="75000"/>
                  <a:lumOff val="25000"/>
                </a:schemeClr>
              </a:buClr>
              <a:buFont typeface="Arial" pitchFamily="34" charset="0"/>
              <a:buNone/>
            </a:pPr>
            <a:r>
              <a:rPr lang="en-US" dirty="0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sp>
          <p:nvSpPr>
            <p:cNvPr id="14" name="Rectangle 13"/>
            <p:cNvSpPr/>
            <p:nvPr/>
          </p:nvSpPr>
          <p:spPr>
            <a:xfrm>
              <a:off x="182880" y="173699"/>
              <a:ext cx="8778240" cy="651060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  <a:effectLst>
              <a:outerShdw blurRad="63500" sx="101000" sy="101000" algn="ctr" rotWithShape="0">
                <a:prstClr val="black">
                  <a:alpha val="40000"/>
                </a:prstClr>
              </a:outerShdw>
            </a:effectLst>
            <a:scene3d>
              <a:camera prst="perspectiveFront" fov="4800000"/>
              <a:lightRig rig="threePt" dir="t"/>
            </a:scene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" name="Group 10"/>
            <p:cNvGrpSpPr/>
            <p:nvPr/>
          </p:nvGrpSpPr>
          <p:grpSpPr>
            <a:xfrm>
              <a:off x="256032" y="237744"/>
              <a:ext cx="8622792" cy="6364224"/>
              <a:chOff x="247157" y="247430"/>
              <a:chExt cx="8622792" cy="6364224"/>
            </a:xfrm>
          </p:grpSpPr>
          <p:sp>
            <p:nvSpPr>
              <p:cNvPr id="16" name="Rectangle 15"/>
              <p:cNvSpPr>
                <a:spLocks/>
              </p:cNvSpPr>
              <p:nvPr/>
            </p:nvSpPr>
            <p:spPr>
              <a:xfrm>
                <a:off x="247157" y="247430"/>
                <a:ext cx="8622792" cy="6364224"/>
              </a:xfrm>
              <a:prstGeom prst="rect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7" name="Straight Connector 16"/>
              <p:cNvCxnSpPr/>
              <p:nvPr/>
            </p:nvCxnSpPr>
            <p:spPr>
              <a:xfrm>
                <a:off x="247157" y="6389024"/>
                <a:ext cx="8622792" cy="1588"/>
              </a:xfrm>
              <a:prstGeom prst="line">
                <a:avLst/>
              </a:prstGeom>
              <a:noFill/>
              <a:ln w="12700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247157" y="1612392"/>
                <a:ext cx="8622792" cy="64008"/>
              </a:xfrm>
              <a:prstGeom prst="rect">
                <a:avLst/>
              </a:prstGeom>
              <a:solidFill>
                <a:schemeClr val="bg2">
                  <a:lumMod val="40000"/>
                  <a:lumOff val="60000"/>
                </a:schemeClr>
              </a:solidFill>
              <a:ln w="3175">
                <a:solidFill>
                  <a:schemeClr val="tx2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182880" y="173699"/>
            <a:ext cx="8778240" cy="6510602"/>
            <a:chOff x="182880" y="173699"/>
            <a:chExt cx="8778240" cy="6510602"/>
          </a:xfrm>
        </p:grpSpPr>
        <p:grpSp>
          <p:nvGrpSpPr>
            <p:cNvPr id="14" name="Group 13"/>
            <p:cNvGrpSpPr/>
            <p:nvPr/>
          </p:nvGrpSpPr>
          <p:grpSpPr>
            <a:xfrm>
              <a:off x="182880" y="173699"/>
              <a:ext cx="8778240" cy="6510602"/>
              <a:chOff x="182880" y="173699"/>
              <a:chExt cx="8778240" cy="6510602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182880" y="173699"/>
                <a:ext cx="8778240" cy="651060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12700">
                <a:noFill/>
              </a:ln>
              <a:effectLst>
                <a:outerShdw blurRad="63500" sx="101000" sy="101000" algn="ctr" rotWithShape="0">
                  <a:prstClr val="black">
                    <a:alpha val="40000"/>
                  </a:prstClr>
                </a:outerShdw>
              </a:effectLst>
              <a:scene3d>
                <a:camera prst="perspectiveFront" fov="4800000"/>
                <a:lightRig rig="threePt" dir="t"/>
              </a:scene3d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10"/>
              <p:cNvGrpSpPr/>
              <p:nvPr/>
            </p:nvGrpSpPr>
            <p:grpSpPr>
              <a:xfrm>
                <a:off x="256032" y="237744"/>
                <a:ext cx="8622792" cy="6364224"/>
                <a:chOff x="247157" y="247430"/>
                <a:chExt cx="8622792" cy="6364224"/>
              </a:xfrm>
            </p:grpSpPr>
            <p:sp>
              <p:nvSpPr>
                <p:cNvPr id="17" name="Rectangle 16"/>
                <p:cNvSpPr>
                  <a:spLocks/>
                </p:cNvSpPr>
                <p:nvPr/>
              </p:nvSpPr>
              <p:spPr>
                <a:xfrm>
                  <a:off x="247157" y="247430"/>
                  <a:ext cx="8622792" cy="6364224"/>
                </a:xfrm>
                <a:prstGeom prst="rect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/>
                </a:p>
              </p:txBody>
            </p: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247157" y="6389024"/>
                  <a:ext cx="8622792" cy="1588"/>
                </a:xfrm>
                <a:prstGeom prst="line">
                  <a:avLst/>
                </a:prstGeom>
                <a:noFill/>
                <a:ln w="12700">
                  <a:solidFill>
                    <a:schemeClr val="tx2">
                      <a:lumMod val="40000"/>
                      <a:lumOff val="6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</p:grpSp>
        <p:sp>
          <p:nvSpPr>
            <p:cNvPr id="18" name="Rectangle 17"/>
            <p:cNvSpPr/>
            <p:nvPr/>
          </p:nvSpPr>
          <p:spPr>
            <a:xfrm rot="5400000">
              <a:off x="4242277" y="3274090"/>
              <a:ext cx="6135624" cy="64008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 w="3175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399" y="609600"/>
            <a:ext cx="1416423" cy="5516563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222" y="609600"/>
            <a:ext cx="6279777" cy="5516563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00113" y="244158"/>
            <a:ext cx="7345362" cy="1339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112" y="2133601"/>
            <a:ext cx="7345363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  <a:p>
            <a:pPr lvl="5"/>
            <a:r>
              <a:rPr lang="en-US" dirty="0" smtClean="0"/>
              <a:t>Sixth level</a:t>
            </a:r>
          </a:p>
          <a:p>
            <a:pPr lvl="6"/>
            <a:r>
              <a:rPr lang="en-US" dirty="0" smtClean="0"/>
              <a:t>Seventh level</a:t>
            </a:r>
          </a:p>
          <a:p>
            <a:pPr lvl="7"/>
            <a:r>
              <a:rPr lang="en-US" dirty="0" smtClean="0"/>
              <a:t>Eighth level</a:t>
            </a:r>
          </a:p>
          <a:p>
            <a:pPr lvl="8"/>
            <a:r>
              <a:rPr lang="en-US" dirty="0" smtClean="0"/>
              <a:t>Ninth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3840" y="6371591"/>
            <a:ext cx="2133600" cy="2593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</a:defRPr>
            </a:lvl1pPr>
          </a:lstStyle>
          <a:p>
            <a:fld id="{7D290233-0DD1-4A80-BB1E-9ADC3556DBB6}" type="datetimeFigureOut">
              <a:rPr lang="en-US" smtClean="0"/>
              <a:t>14.06.18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58840" y="6371591"/>
            <a:ext cx="2895600" cy="2578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Brush Script MT" pitchFamily="66" charset="0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1000" y="6356350"/>
            <a:ext cx="762000" cy="271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defRPr sz="1200" kern="1200">
                <a:solidFill>
                  <a:schemeClr val="bg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CFE4BAC9-6D41-4691-9299-18EF07EF0177}" type="slidenum">
              <a:rPr lang="en-US" smtClean="0"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800" kern="120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794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080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36638" indent="-228600" algn="l" defTabSz="914400" rtl="0" eaLnBrk="1" latinLnBrk="0" hangingPunct="1">
        <a:spcBef>
          <a:spcPts val="6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265238" indent="-2286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485900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712913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947863" indent="-228600" algn="l" defTabSz="914400" rtl="0" eaLnBrk="1" latinLnBrk="0" hangingPunct="1">
        <a:spcBef>
          <a:spcPct val="20000"/>
        </a:spcBef>
        <a:buClr>
          <a:schemeClr val="bg2">
            <a:lumMod val="60000"/>
            <a:lumOff val="40000"/>
          </a:schemeClr>
        </a:buClr>
        <a:buFont typeface="Arial" pitchFamily="34" charset="0"/>
        <a:buChar char="•"/>
        <a:defRPr lang="en-US" sz="1800" kern="1200" dirty="0" smtClean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174875" indent="-228600" algn="l" defTabSz="914400" rtl="0" eaLnBrk="1" latinLnBrk="0" hangingPunct="1"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•"/>
        <a:defRPr lang="en-US" sz="1800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 smtClean="0"/>
              <a:t>esm</a:t>
            </a:r>
            <a:r>
              <a:rPr lang="de-DE" dirty="0" smtClean="0"/>
              <a:t>-master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Download, </a:t>
            </a:r>
            <a:r>
              <a:rPr lang="de-DE" dirty="0" err="1" smtClean="0"/>
              <a:t>configure</a:t>
            </a:r>
            <a:r>
              <a:rPr lang="de-DE" dirty="0" smtClean="0"/>
              <a:t> </a:t>
            </a:r>
            <a:r>
              <a:rPr lang="de-DE" dirty="0" err="1" smtClean="0"/>
              <a:t>and</a:t>
            </a:r>
            <a:r>
              <a:rPr lang="de-DE" dirty="0" smtClean="0"/>
              <a:t> </a:t>
            </a:r>
            <a:r>
              <a:rPr lang="de-DE" dirty="0" err="1" smtClean="0"/>
              <a:t>compile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46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Download: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4526" y="2114886"/>
            <a:ext cx="8301790" cy="39319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de-DE" dirty="0" smtClean="0">
                <a:latin typeface="STIXNonUnicode-Regular"/>
                <a:cs typeface="STIXNonUnicode-Regular"/>
              </a:rPr>
              <a:t>`</a:t>
            </a:r>
            <a:r>
              <a:rPr lang="de-DE" dirty="0" err="1" smtClean="0">
                <a:latin typeface="STIXNonUnicode-Regular"/>
                <a:cs typeface="STIXNonUnicode-Regular"/>
              </a:rPr>
              <a:t>git</a:t>
            </a:r>
            <a:r>
              <a:rPr lang="de-DE" dirty="0" smtClean="0">
                <a:latin typeface="STIXNonUnicode-Regular"/>
                <a:cs typeface="STIXNonUnicode-Regular"/>
              </a:rPr>
              <a:t> </a:t>
            </a:r>
            <a:r>
              <a:rPr lang="de-DE" dirty="0" err="1" smtClean="0">
                <a:latin typeface="STIXNonUnicode-Regular"/>
                <a:cs typeface="STIXNonUnicode-Regular"/>
              </a:rPr>
              <a:t>clone</a:t>
            </a:r>
            <a:r>
              <a:rPr lang="de-DE" dirty="0" smtClean="0">
                <a:latin typeface="STIXNonUnicode-Regular"/>
                <a:cs typeface="STIXNonUnicode-Regular"/>
              </a:rPr>
              <a:t> https</a:t>
            </a:r>
            <a:r>
              <a:rPr lang="de-DE" dirty="0">
                <a:latin typeface="STIXNonUnicode-Regular"/>
                <a:cs typeface="STIXNonUnicode-Regular"/>
              </a:rPr>
              <a:t>//</a:t>
            </a:r>
            <a:r>
              <a:rPr lang="de-DE" dirty="0" err="1">
                <a:latin typeface="STIXNonUnicode-Regular"/>
                <a:cs typeface="STIXNonUnicode-Regular"/>
              </a:rPr>
              <a:t>gitlab.dkrz.de</a:t>
            </a:r>
            <a:r>
              <a:rPr lang="de-DE" dirty="0">
                <a:latin typeface="STIXNonUnicode-Regular"/>
                <a:cs typeface="STIXNonUnicode-Regular"/>
              </a:rPr>
              <a:t>/</a:t>
            </a:r>
            <a:r>
              <a:rPr lang="de-DE" dirty="0" err="1">
                <a:latin typeface="STIXNonUnicode-Regular"/>
                <a:cs typeface="STIXNonUnicode-Regular"/>
              </a:rPr>
              <a:t>esm</a:t>
            </a:r>
            <a:r>
              <a:rPr lang="de-DE" dirty="0">
                <a:latin typeface="STIXNonUnicode-Regular"/>
                <a:cs typeface="STIXNonUnicode-Regular"/>
              </a:rPr>
              <a:t>-tools/</a:t>
            </a:r>
            <a:r>
              <a:rPr lang="de-DE" dirty="0" err="1">
                <a:latin typeface="STIXNonUnicode-Regular"/>
                <a:cs typeface="STIXNonUnicode-Regular"/>
              </a:rPr>
              <a:t>esm-</a:t>
            </a:r>
            <a:r>
              <a:rPr lang="de-DE" dirty="0" err="1" smtClean="0">
                <a:latin typeface="STIXNonUnicode-Regular"/>
                <a:cs typeface="STIXNonUnicode-Regular"/>
              </a:rPr>
              <a:t>master.git</a:t>
            </a:r>
            <a:r>
              <a:rPr lang="de-DE" dirty="0" smtClean="0">
                <a:latin typeface="STIXNonUnicode-Regular"/>
                <a:cs typeface="STIXNonUnicode-Regular"/>
              </a:rPr>
              <a:t>`</a:t>
            </a:r>
            <a:endParaRPr lang="de-DE" dirty="0" smtClean="0">
              <a:latin typeface="STIXNonUnicode-Regular"/>
              <a:cs typeface="STIXNonUnicode-Regular"/>
            </a:endParaRPr>
          </a:p>
          <a:p>
            <a:pPr marL="0" indent="0" algn="ctr">
              <a:buNone/>
            </a:pPr>
            <a:endParaRPr lang="de-DE" dirty="0"/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No</a:t>
            </a:r>
            <a:r>
              <a:rPr lang="de-DE" dirty="0" smtClean="0"/>
              <a:t> </a:t>
            </a:r>
            <a:r>
              <a:rPr lang="de-DE" dirty="0" err="1" smtClean="0"/>
              <a:t>installation</a:t>
            </a:r>
            <a:r>
              <a:rPr lang="de-DE" dirty="0" smtClean="0"/>
              <a:t> </a:t>
            </a:r>
            <a:r>
              <a:rPr lang="de-DE" dirty="0" err="1" smtClean="0"/>
              <a:t>required</a:t>
            </a:r>
            <a:r>
              <a:rPr lang="de-DE" dirty="0" smtClean="0"/>
              <a:t>, 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de-DE" dirty="0" err="1" smtClean="0"/>
              <a:t>configuration</a:t>
            </a:r>
            <a:r>
              <a:rPr lang="de-DE" dirty="0" smtClean="0"/>
              <a:t> </a:t>
            </a:r>
            <a:r>
              <a:rPr lang="de-DE" dirty="0" err="1" smtClean="0"/>
              <a:t>happens</a:t>
            </a:r>
            <a:r>
              <a:rPr lang="de-DE" dirty="0" smtClean="0"/>
              <a:t> </a:t>
            </a:r>
            <a:r>
              <a:rPr lang="de-DE" dirty="0" err="1" smtClean="0"/>
              <a:t>automatically</a:t>
            </a: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endParaRPr lang="de-DE" dirty="0" smtClean="0"/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/>
              <a:t>N</a:t>
            </a:r>
            <a:r>
              <a:rPr lang="de-DE" dirty="0" err="1" smtClean="0"/>
              <a:t>ow</a:t>
            </a:r>
            <a:r>
              <a:rPr lang="de-DE" dirty="0" smtClean="0"/>
              <a:t> type 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smtClean="0"/>
              <a:t>`</a:t>
            </a:r>
            <a:r>
              <a:rPr lang="de-DE" dirty="0" err="1" smtClean="0">
                <a:latin typeface="STIXNonUnicode-Regular"/>
                <a:cs typeface="STIXNonUnicode-Regular"/>
              </a:rPr>
              <a:t>make</a:t>
            </a:r>
            <a:r>
              <a:rPr lang="de-DE" dirty="0" smtClean="0"/>
              <a:t>`</a:t>
            </a:r>
            <a:r>
              <a:rPr lang="de-DE" dirty="0" smtClean="0"/>
              <a:t> </a:t>
            </a:r>
          </a:p>
          <a:p>
            <a:pPr marL="0" indent="0" algn="ctr">
              <a:spcBef>
                <a:spcPts val="800"/>
              </a:spcBef>
              <a:buNone/>
            </a:pPr>
            <a:r>
              <a:rPr lang="de-DE" dirty="0" err="1" smtClean="0"/>
              <a:t>to</a:t>
            </a:r>
            <a:r>
              <a:rPr lang="de-DE" dirty="0" smtClean="0"/>
              <a:t> </a:t>
            </a:r>
            <a:r>
              <a:rPr lang="de-DE" dirty="0" err="1" smtClean="0"/>
              <a:t>see</a:t>
            </a:r>
            <a:r>
              <a:rPr lang="de-DE" dirty="0" smtClean="0"/>
              <a:t> </a:t>
            </a:r>
            <a:r>
              <a:rPr lang="de-DE" dirty="0" err="1" smtClean="0"/>
              <a:t>what</a:t>
            </a:r>
            <a:r>
              <a:rPr lang="de-DE" dirty="0" smtClean="0"/>
              <a:t> </a:t>
            </a:r>
            <a:r>
              <a:rPr lang="de-DE" dirty="0" err="1" smtClean="0"/>
              <a:t>happens</a:t>
            </a:r>
            <a:r>
              <a:rPr lang="de-DE" dirty="0" smtClean="0"/>
              <a:t>!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278524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Capital">
  <a:themeElements>
    <a:clrScheme name="Mnemosyne">
      <a:dk1>
        <a:srgbClr val="000000"/>
      </a:dk1>
      <a:lt1>
        <a:srgbClr val="FFFFFF"/>
      </a:lt1>
      <a:dk2>
        <a:srgbClr val="7C9BA5"/>
      </a:dk2>
      <a:lt2>
        <a:srgbClr val="C1D0CA"/>
      </a:lt2>
      <a:accent1>
        <a:srgbClr val="F2D908"/>
      </a:accent1>
      <a:accent2>
        <a:srgbClr val="9DE61E"/>
      </a:accent2>
      <a:accent3>
        <a:srgbClr val="0D8BE6"/>
      </a:accent3>
      <a:accent4>
        <a:srgbClr val="C61B1B"/>
      </a:accent4>
      <a:accent5>
        <a:srgbClr val="E26F08"/>
      </a:accent5>
      <a:accent6>
        <a:srgbClr val="8D35D1"/>
      </a:accent6>
      <a:hlink>
        <a:srgbClr val="ECBF0B"/>
      </a:hlink>
      <a:folHlink>
        <a:srgbClr val="F4E5A8"/>
      </a:folHlink>
    </a:clrScheme>
    <a:fontScheme name="Capital">
      <a:majorFont>
        <a:latin typeface="Calisto MT"/>
        <a:ea typeface=""/>
        <a:cs typeface=""/>
        <a:font script="Jpan" typeface="ＭＳ 明朝"/>
        <a:font script="Hans" typeface="宋体"/>
        <a:font script="Hant" typeface="新細明體"/>
      </a:majorFont>
      <a:minorFont>
        <a:latin typeface="Calisto MT"/>
        <a:ea typeface=""/>
        <a:cs typeface=""/>
        <a:font script="Jpan" typeface="ＭＳ 明朝"/>
        <a:font script="Hans" typeface="宋体"/>
        <a:font script="Hant" typeface="新細明體"/>
      </a:minorFont>
    </a:fontScheme>
    <a:fmtScheme name="Capital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atMod val="150000"/>
                <a:lumMod val="50000"/>
              </a:schemeClr>
              <a:schemeClr val="phClr">
                <a:satMod val="300000"/>
                <a:lumMod val="125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satMod val="135000"/>
                <a:lumMod val="80000"/>
              </a:schemeClr>
              <a:schemeClr val="phClr">
                <a:satMod val="250000"/>
                <a:lumMod val="150000"/>
              </a:schemeClr>
            </a:duotone>
          </a:blip>
          <a:stretch/>
        </a:blip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31750" cap="flat" cmpd="sng" algn="ctr">
          <a:solidFill>
            <a:schemeClr val="phClr">
              <a:shade val="90000"/>
            </a:schemeClr>
          </a:solidFill>
          <a:prstDash val="solid"/>
        </a:ln>
        <a:ln w="44450" cap="flat" cmpd="sng" algn="ctr">
          <a:solidFill>
            <a:schemeClr val="phClr">
              <a:shade val="85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sx="101000" sy="101000" algn="ctr" rotWithShape="0">
              <a:srgbClr val="000000">
                <a:alpha val="40000"/>
              </a:srgbClr>
            </a:outerShdw>
          </a:effectLst>
          <a:scene3d>
            <a:camera prst="perspectiveFront" fov="3000000"/>
            <a:lightRig rig="threePt" dir="tl"/>
          </a:scene3d>
          <a:sp3d>
            <a:bevelT w="0" h="0"/>
          </a:sp3d>
        </a:effectStyle>
        <a:effectStyle>
          <a:effectLst>
            <a:innerShdw blurRad="190500">
              <a:srgbClr val="000000">
                <a:alpha val="50000"/>
              </a:srgbClr>
            </a:innerShdw>
          </a:effectLst>
          <a:scene3d>
            <a:camera prst="perspectiveFront" fov="4800000"/>
            <a:lightRig rig="twoPt" dir="t">
              <a:rot lat="0" lon="0" rev="4800000"/>
            </a:lightRig>
          </a:scene3d>
          <a:sp3d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3">
            <a:duotone>
              <a:schemeClr val="phClr">
                <a:satMod val="150000"/>
                <a:lumMod val="50000"/>
              </a:schemeClr>
              <a:schemeClr val="phClr">
                <a:satMod val="400000"/>
                <a:lumMod val="16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Theia.thmx</Template>
  <TotalTime>0</TotalTime>
  <Words>43</Words>
  <Application>Microsoft Macintosh PowerPoint</Application>
  <PresentationFormat>Bildschirmpräsentation (4:3)</PresentationFormat>
  <Paragraphs>11</Paragraphs>
  <Slides>2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3" baseType="lpstr">
      <vt:lpstr>Capital</vt:lpstr>
      <vt:lpstr>esm-master</vt:lpstr>
      <vt:lpstr>Download: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esm-master</dc:title>
  <dc:creator>Dirk Barbi</dc:creator>
  <cp:lastModifiedBy>Dirk Barbi</cp:lastModifiedBy>
  <cp:revision>4</cp:revision>
  <dcterms:created xsi:type="dcterms:W3CDTF">2018-06-14T14:28:16Z</dcterms:created>
  <dcterms:modified xsi:type="dcterms:W3CDTF">2018-06-14T14:43:53Z</dcterms:modified>
</cp:coreProperties>
</file>