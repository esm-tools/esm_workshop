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9" r:id="rId6"/>
    <p:sldId id="262" r:id="rId7"/>
    <p:sldId id="263" r:id="rId8"/>
    <p:sldId id="270" r:id="rId9"/>
    <p:sldId id="264" r:id="rId10"/>
    <p:sldId id="265" r:id="rId11"/>
    <p:sldId id="268" r:id="rId12"/>
    <p:sldId id="272" r:id="rId13"/>
    <p:sldId id="271" r:id="rId14"/>
    <p:sldId id="273" r:id="rId15"/>
    <p:sldId id="274" r:id="rId16"/>
    <p:sldId id="275" r:id="rId17"/>
    <p:sldId id="267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3"/>
    <p:restoredTop sz="94639"/>
  </p:normalViewPr>
  <p:slideViewPr>
    <p:cSldViewPr snapToGrid="0" snapToObjects="1">
      <p:cViewPr varScale="1">
        <p:scale>
          <a:sx n="124" d="100"/>
          <a:sy n="124" d="100"/>
        </p:scale>
        <p:origin x="7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85242C-A70E-324F-B7FD-725B4353976D}" type="doc">
      <dgm:prSet loTypeId="urn:microsoft.com/office/officeart/2005/8/layout/cycle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E1F1F4-360E-F84F-BD4A-319C018EB91D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Gather information</a:t>
          </a:r>
          <a:endParaRPr lang="en-US" dirty="0">
            <a:solidFill>
              <a:schemeClr val="tx1"/>
            </a:solidFill>
          </a:endParaRPr>
        </a:p>
      </dgm:t>
    </dgm:pt>
    <dgm:pt modelId="{08570987-67BB-9A4E-AF76-064C41F7187A}" type="parTrans" cxnId="{4F8D3375-F75B-D74F-8F3C-14BCF7BDE070}">
      <dgm:prSet/>
      <dgm:spPr/>
      <dgm:t>
        <a:bodyPr/>
        <a:lstStyle/>
        <a:p>
          <a:endParaRPr lang="en-US"/>
        </a:p>
      </dgm:t>
    </dgm:pt>
    <dgm:pt modelId="{6118C7D7-D409-3D49-B282-276DC5259E68}" type="sibTrans" cxnId="{4F8D3375-F75B-D74F-8F3C-14BCF7BDE070}">
      <dgm:prSet/>
      <dgm:spPr/>
      <dgm:t>
        <a:bodyPr/>
        <a:lstStyle/>
        <a:p>
          <a:endParaRPr lang="en-US"/>
        </a:p>
      </dgm:t>
    </dgm:pt>
    <dgm:pt modelId="{60E03644-B66B-404B-98C9-E2D9CCDEC1A0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Prepare Data Folders</a:t>
          </a:r>
        </a:p>
      </dgm:t>
    </dgm:pt>
    <dgm:pt modelId="{B16178DA-0F16-324C-B4A2-F361482EA82E}" type="parTrans" cxnId="{CAEFD771-F57E-4C47-A4BD-2BF1EB1A65BD}">
      <dgm:prSet/>
      <dgm:spPr/>
      <dgm:t>
        <a:bodyPr/>
        <a:lstStyle/>
        <a:p>
          <a:endParaRPr lang="en-US"/>
        </a:p>
      </dgm:t>
    </dgm:pt>
    <dgm:pt modelId="{E7B00188-239A-4347-9A3E-1C8EFA29B9AE}" type="sibTrans" cxnId="{CAEFD771-F57E-4C47-A4BD-2BF1EB1A65BD}">
      <dgm:prSet/>
      <dgm:spPr/>
      <dgm:t>
        <a:bodyPr/>
        <a:lstStyle/>
        <a:p>
          <a:endParaRPr lang="en-US"/>
        </a:p>
      </dgm:t>
    </dgm:pt>
    <dgm:pt modelId="{58410CE4-7655-FB49-AF80-8CFFF8FBAFB9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Modify Files</a:t>
          </a:r>
        </a:p>
      </dgm:t>
    </dgm:pt>
    <dgm:pt modelId="{A05C89F3-43BD-3D46-AB20-5C1BA16A71EC}" type="parTrans" cxnId="{20D6E448-A56F-834A-BD45-E66198AAAB4C}">
      <dgm:prSet/>
      <dgm:spPr/>
      <dgm:t>
        <a:bodyPr/>
        <a:lstStyle/>
        <a:p>
          <a:endParaRPr lang="en-US"/>
        </a:p>
      </dgm:t>
    </dgm:pt>
    <dgm:pt modelId="{1BDC45DF-45C7-3747-9BE9-2F8F290FB146}" type="sibTrans" cxnId="{20D6E448-A56F-834A-BD45-E66198AAAB4C}">
      <dgm:prSet/>
      <dgm:spPr/>
      <dgm:t>
        <a:bodyPr/>
        <a:lstStyle/>
        <a:p>
          <a:endParaRPr lang="en-US"/>
        </a:p>
      </dgm:t>
    </dgm:pt>
    <dgm:pt modelId="{81C284D5-79A1-2A4F-91D4-1940A4389123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Prepare Work</a:t>
          </a:r>
        </a:p>
      </dgm:t>
    </dgm:pt>
    <dgm:pt modelId="{275D2DC2-74D4-1A49-B1DA-7351747A669A}" type="parTrans" cxnId="{C562315E-0453-D54A-8FBD-60193F4E8FCA}">
      <dgm:prSet/>
      <dgm:spPr/>
      <dgm:t>
        <a:bodyPr/>
        <a:lstStyle/>
        <a:p>
          <a:endParaRPr lang="en-US"/>
        </a:p>
      </dgm:t>
    </dgm:pt>
    <dgm:pt modelId="{3642D51B-07EF-F149-8E2B-F4111937F504}" type="sibTrans" cxnId="{C562315E-0453-D54A-8FBD-60193F4E8FCA}">
      <dgm:prSet/>
      <dgm:spPr/>
      <dgm:t>
        <a:bodyPr/>
        <a:lstStyle/>
        <a:p>
          <a:endParaRPr lang="en-US"/>
        </a:p>
      </dgm:t>
    </dgm:pt>
    <dgm:pt modelId="{5D7682E6-1142-7F46-8245-DAF276F8D9A2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Run Simulation</a:t>
          </a:r>
        </a:p>
      </dgm:t>
    </dgm:pt>
    <dgm:pt modelId="{B9040EA6-B5EE-0343-8760-A4A1FE78E425}" type="parTrans" cxnId="{37CFAD4E-5DE1-FC4E-97A3-641B82F35499}">
      <dgm:prSet/>
      <dgm:spPr/>
      <dgm:t>
        <a:bodyPr/>
        <a:lstStyle/>
        <a:p>
          <a:endParaRPr lang="en-US"/>
        </a:p>
      </dgm:t>
    </dgm:pt>
    <dgm:pt modelId="{2E1C575F-3B56-9A45-8658-C38955EA8496}" type="sibTrans" cxnId="{37CFAD4E-5DE1-FC4E-97A3-641B82F35499}">
      <dgm:prSet/>
      <dgm:spPr/>
      <dgm:t>
        <a:bodyPr/>
        <a:lstStyle/>
        <a:p>
          <a:endParaRPr lang="en-US"/>
        </a:p>
      </dgm:t>
    </dgm:pt>
    <dgm:pt modelId="{068B269F-C7E3-3D44-AE31-7EB860602A26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Cleanup</a:t>
          </a:r>
        </a:p>
      </dgm:t>
    </dgm:pt>
    <dgm:pt modelId="{F971FF57-CAE6-DE42-88D5-C686E95B121E}" type="parTrans" cxnId="{9C792B3A-3333-0142-8EF3-0ECD861AD4FB}">
      <dgm:prSet/>
      <dgm:spPr/>
      <dgm:t>
        <a:bodyPr/>
        <a:lstStyle/>
        <a:p>
          <a:endParaRPr lang="en-US"/>
        </a:p>
      </dgm:t>
    </dgm:pt>
    <dgm:pt modelId="{D3BCE325-BDC2-EF40-8B40-1919FEB7774C}" type="sibTrans" cxnId="{9C792B3A-3333-0142-8EF3-0ECD861AD4FB}">
      <dgm:prSet/>
      <dgm:spPr/>
      <dgm:t>
        <a:bodyPr/>
        <a:lstStyle/>
        <a:p>
          <a:endParaRPr lang="en-US"/>
        </a:p>
      </dgm:t>
    </dgm:pt>
    <dgm:pt modelId="{7C12B112-9E7D-A94A-8FA7-499EC1505570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Resubmit</a:t>
          </a:r>
        </a:p>
      </dgm:t>
    </dgm:pt>
    <dgm:pt modelId="{24E98C63-CDAF-8143-B597-CDA2B8D7DA08}" type="parTrans" cxnId="{8A73AE57-26F5-B740-A6E9-6E41F3E733B9}">
      <dgm:prSet/>
      <dgm:spPr/>
      <dgm:t>
        <a:bodyPr/>
        <a:lstStyle/>
        <a:p>
          <a:endParaRPr lang="en-US"/>
        </a:p>
      </dgm:t>
    </dgm:pt>
    <dgm:pt modelId="{3170398B-5470-B84A-836B-DC9650D98F1A}" type="sibTrans" cxnId="{8A73AE57-26F5-B740-A6E9-6E41F3E733B9}">
      <dgm:prSet/>
      <dgm:spPr/>
      <dgm:t>
        <a:bodyPr/>
        <a:lstStyle/>
        <a:p>
          <a:endParaRPr lang="en-US"/>
        </a:p>
      </dgm:t>
    </dgm:pt>
    <dgm:pt modelId="{A5B58545-ECAD-B142-ABCD-34F1A636957D}" type="pres">
      <dgm:prSet presAssocID="{DF85242C-A70E-324F-B7FD-725B4353976D}" presName="Name0" presStyleCnt="0">
        <dgm:presLayoutVars>
          <dgm:dir/>
          <dgm:resizeHandles val="exact"/>
        </dgm:presLayoutVars>
      </dgm:prSet>
      <dgm:spPr/>
    </dgm:pt>
    <dgm:pt modelId="{7594330D-E289-5347-BBF2-D86437F681CC}" type="pres">
      <dgm:prSet presAssocID="{DF85242C-A70E-324F-B7FD-725B4353976D}" presName="cycle" presStyleCnt="0"/>
      <dgm:spPr/>
    </dgm:pt>
    <dgm:pt modelId="{B919B7EB-5F8D-A24C-8848-E09E288EB6A1}" type="pres">
      <dgm:prSet presAssocID="{4EE1F1F4-360E-F84F-BD4A-319C018EB91D}" presName="nodeFirstNode" presStyleLbl="node1" presStyleIdx="0" presStyleCnt="7" custScaleX="97320" custScaleY="973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5368EA-BF6D-DF42-9F0C-74E82E8BE4D9}" type="pres">
      <dgm:prSet presAssocID="{6118C7D7-D409-3D49-B282-276DC5259E68}" presName="sibTransFirstNode" presStyleLbl="bgShp" presStyleIdx="0" presStyleCnt="1" custLinFactNeighborX="187" custLinFactNeighborY="374"/>
      <dgm:spPr/>
    </dgm:pt>
    <dgm:pt modelId="{49DCD6D4-96E5-9448-B80E-211EFC7741F9}" type="pres">
      <dgm:prSet presAssocID="{60E03644-B66B-404B-98C9-E2D9CCDEC1A0}" presName="nodeFollowingNodes" presStyleLbl="node1" presStyleIdx="1" presStyleCnt="7" custScaleX="96714" custScaleY="96714" custRadScaleRad="118857" custRadScaleInc="14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48A2EC-65FD-1F44-8EFF-4F425E64AA59}" type="pres">
      <dgm:prSet presAssocID="{58410CE4-7655-FB49-AF80-8CFFF8FBAFB9}" presName="nodeFollowingNodes" presStyleLbl="node1" presStyleIdx="2" presStyleCnt="7" custScaleX="96263" custScaleY="96263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A876EC-F120-214A-9CB9-2AB4BB1B0618}" type="pres">
      <dgm:prSet presAssocID="{81C284D5-79A1-2A4F-91D4-1940A4389123}" presName="nodeFollowingNodes" presStyleLbl="node1" presStyleIdx="3" presStyleCnt="7" custScaleX="97582" custScaleY="97582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CB9D64-7B54-A345-9319-0FE1A656C208}" type="pres">
      <dgm:prSet presAssocID="{5D7682E6-1142-7F46-8245-DAF276F8D9A2}" presName="nodeFollowingNodes" presStyleLbl="node1" presStyleIdx="4" presStyleCnt="7" custScaleX="97582" custScaleY="97582" custRadScaleRad="119055" custRadScaleInc="375">
        <dgm:presLayoutVars>
          <dgm:bulletEnabled val="1"/>
        </dgm:presLayoutVars>
      </dgm:prSet>
      <dgm:spPr/>
    </dgm:pt>
    <dgm:pt modelId="{00DF580C-DBFD-F943-9025-39524E0E0424}" type="pres">
      <dgm:prSet presAssocID="{068B269F-C7E3-3D44-AE31-7EB860602A26}" presName="nodeFollowingNodes" presStyleLbl="node1" presStyleIdx="5" presStyleCnt="7" custScaleX="96671" custScaleY="96671" custRadScaleRad="119055" custRadScaleInc="375">
        <dgm:presLayoutVars>
          <dgm:bulletEnabled val="1"/>
        </dgm:presLayoutVars>
      </dgm:prSet>
      <dgm:spPr/>
    </dgm:pt>
    <dgm:pt modelId="{BD0431F4-4F1A-4640-A035-C38322093092}" type="pres">
      <dgm:prSet presAssocID="{7C12B112-9E7D-A94A-8FA7-499EC1505570}" presName="nodeFollowingNodes" presStyleLbl="node1" presStyleIdx="6" presStyleCnt="7" custScaleX="96882" custScaleY="96883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F21580-FAD9-9A43-A4AF-198657CBEA7D}" type="presOf" srcId="{4EE1F1F4-360E-F84F-BD4A-319C018EB91D}" destId="{B919B7EB-5F8D-A24C-8848-E09E288EB6A1}" srcOrd="0" destOrd="0" presId="urn:microsoft.com/office/officeart/2005/8/layout/cycle3"/>
    <dgm:cxn modelId="{30A46B52-C02E-F34E-BD7C-7444B5FA58F8}" type="presOf" srcId="{068B269F-C7E3-3D44-AE31-7EB860602A26}" destId="{00DF580C-DBFD-F943-9025-39524E0E0424}" srcOrd="0" destOrd="0" presId="urn:microsoft.com/office/officeart/2005/8/layout/cycle3"/>
    <dgm:cxn modelId="{870021A8-8629-3643-8C91-524FE9A3F800}" type="presOf" srcId="{6118C7D7-D409-3D49-B282-276DC5259E68}" destId="{CD5368EA-BF6D-DF42-9F0C-74E82E8BE4D9}" srcOrd="0" destOrd="0" presId="urn:microsoft.com/office/officeart/2005/8/layout/cycle3"/>
    <dgm:cxn modelId="{C562315E-0453-D54A-8FBD-60193F4E8FCA}" srcId="{DF85242C-A70E-324F-B7FD-725B4353976D}" destId="{81C284D5-79A1-2A4F-91D4-1940A4389123}" srcOrd="3" destOrd="0" parTransId="{275D2DC2-74D4-1A49-B1DA-7351747A669A}" sibTransId="{3642D51B-07EF-F149-8E2B-F4111937F504}"/>
    <dgm:cxn modelId="{6FA12C5E-84DA-BB48-893E-6471DBC9FF50}" type="presOf" srcId="{60E03644-B66B-404B-98C9-E2D9CCDEC1A0}" destId="{49DCD6D4-96E5-9448-B80E-211EFC7741F9}" srcOrd="0" destOrd="0" presId="urn:microsoft.com/office/officeart/2005/8/layout/cycle3"/>
    <dgm:cxn modelId="{20D6E448-A56F-834A-BD45-E66198AAAB4C}" srcId="{DF85242C-A70E-324F-B7FD-725B4353976D}" destId="{58410CE4-7655-FB49-AF80-8CFFF8FBAFB9}" srcOrd="2" destOrd="0" parTransId="{A05C89F3-43BD-3D46-AB20-5C1BA16A71EC}" sibTransId="{1BDC45DF-45C7-3747-9BE9-2F8F290FB146}"/>
    <dgm:cxn modelId="{A3329A4A-2921-1845-82F1-1B48D9D16A5B}" type="presOf" srcId="{DF85242C-A70E-324F-B7FD-725B4353976D}" destId="{A5B58545-ECAD-B142-ABCD-34F1A636957D}" srcOrd="0" destOrd="0" presId="urn:microsoft.com/office/officeart/2005/8/layout/cycle3"/>
    <dgm:cxn modelId="{F07241DD-C365-EE4E-8C4F-AFA6BC291514}" type="presOf" srcId="{58410CE4-7655-FB49-AF80-8CFFF8FBAFB9}" destId="{2748A2EC-65FD-1F44-8EFF-4F425E64AA59}" srcOrd="0" destOrd="0" presId="urn:microsoft.com/office/officeart/2005/8/layout/cycle3"/>
    <dgm:cxn modelId="{8A73AE57-26F5-B740-A6E9-6E41F3E733B9}" srcId="{DF85242C-A70E-324F-B7FD-725B4353976D}" destId="{7C12B112-9E7D-A94A-8FA7-499EC1505570}" srcOrd="6" destOrd="0" parTransId="{24E98C63-CDAF-8143-B597-CDA2B8D7DA08}" sibTransId="{3170398B-5470-B84A-836B-DC9650D98F1A}"/>
    <dgm:cxn modelId="{37CFAD4E-5DE1-FC4E-97A3-641B82F35499}" srcId="{DF85242C-A70E-324F-B7FD-725B4353976D}" destId="{5D7682E6-1142-7F46-8245-DAF276F8D9A2}" srcOrd="4" destOrd="0" parTransId="{B9040EA6-B5EE-0343-8760-A4A1FE78E425}" sibTransId="{2E1C575F-3B56-9A45-8658-C38955EA8496}"/>
    <dgm:cxn modelId="{ABABFEF8-6933-434B-BF8E-C292AB24C053}" type="presOf" srcId="{81C284D5-79A1-2A4F-91D4-1940A4389123}" destId="{E1A876EC-F120-214A-9CB9-2AB4BB1B0618}" srcOrd="0" destOrd="0" presId="urn:microsoft.com/office/officeart/2005/8/layout/cycle3"/>
    <dgm:cxn modelId="{CAEFD771-F57E-4C47-A4BD-2BF1EB1A65BD}" srcId="{DF85242C-A70E-324F-B7FD-725B4353976D}" destId="{60E03644-B66B-404B-98C9-E2D9CCDEC1A0}" srcOrd="1" destOrd="0" parTransId="{B16178DA-0F16-324C-B4A2-F361482EA82E}" sibTransId="{E7B00188-239A-4347-9A3E-1C8EFA29B9AE}"/>
    <dgm:cxn modelId="{9C792B3A-3333-0142-8EF3-0ECD861AD4FB}" srcId="{DF85242C-A70E-324F-B7FD-725B4353976D}" destId="{068B269F-C7E3-3D44-AE31-7EB860602A26}" srcOrd="5" destOrd="0" parTransId="{F971FF57-CAE6-DE42-88D5-C686E95B121E}" sibTransId="{D3BCE325-BDC2-EF40-8B40-1919FEB7774C}"/>
    <dgm:cxn modelId="{4F8D3375-F75B-D74F-8F3C-14BCF7BDE070}" srcId="{DF85242C-A70E-324F-B7FD-725B4353976D}" destId="{4EE1F1F4-360E-F84F-BD4A-319C018EB91D}" srcOrd="0" destOrd="0" parTransId="{08570987-67BB-9A4E-AF76-064C41F7187A}" sibTransId="{6118C7D7-D409-3D49-B282-276DC5259E68}"/>
    <dgm:cxn modelId="{0E90B353-7735-AF40-9AC5-9A50CED51378}" type="presOf" srcId="{5D7682E6-1142-7F46-8245-DAF276F8D9A2}" destId="{D9CB9D64-7B54-A345-9319-0FE1A656C208}" srcOrd="0" destOrd="0" presId="urn:microsoft.com/office/officeart/2005/8/layout/cycle3"/>
    <dgm:cxn modelId="{31ED1F26-2087-FF44-8293-A6EF3E9285A3}" type="presOf" srcId="{7C12B112-9E7D-A94A-8FA7-499EC1505570}" destId="{BD0431F4-4F1A-4640-A035-C38322093092}" srcOrd="0" destOrd="0" presId="urn:microsoft.com/office/officeart/2005/8/layout/cycle3"/>
    <dgm:cxn modelId="{76853C54-86CB-564B-8251-DF27AAD2F751}" type="presParOf" srcId="{A5B58545-ECAD-B142-ABCD-34F1A636957D}" destId="{7594330D-E289-5347-BBF2-D86437F681CC}" srcOrd="0" destOrd="0" presId="urn:microsoft.com/office/officeart/2005/8/layout/cycle3"/>
    <dgm:cxn modelId="{715D69BA-546F-F747-96AC-9E437274D976}" type="presParOf" srcId="{7594330D-E289-5347-BBF2-D86437F681CC}" destId="{B919B7EB-5F8D-A24C-8848-E09E288EB6A1}" srcOrd="0" destOrd="0" presId="urn:microsoft.com/office/officeart/2005/8/layout/cycle3"/>
    <dgm:cxn modelId="{B41A38D5-DCB2-1048-B298-23A5E89FE923}" type="presParOf" srcId="{7594330D-E289-5347-BBF2-D86437F681CC}" destId="{CD5368EA-BF6D-DF42-9F0C-74E82E8BE4D9}" srcOrd="1" destOrd="0" presId="urn:microsoft.com/office/officeart/2005/8/layout/cycle3"/>
    <dgm:cxn modelId="{6A65599B-B622-C14F-AD95-D94A9E47F05C}" type="presParOf" srcId="{7594330D-E289-5347-BBF2-D86437F681CC}" destId="{49DCD6D4-96E5-9448-B80E-211EFC7741F9}" srcOrd="2" destOrd="0" presId="urn:microsoft.com/office/officeart/2005/8/layout/cycle3"/>
    <dgm:cxn modelId="{4EC36004-3441-D24A-8D06-3804E991CA8F}" type="presParOf" srcId="{7594330D-E289-5347-BBF2-D86437F681CC}" destId="{2748A2EC-65FD-1F44-8EFF-4F425E64AA59}" srcOrd="3" destOrd="0" presId="urn:microsoft.com/office/officeart/2005/8/layout/cycle3"/>
    <dgm:cxn modelId="{11B2683D-254F-704F-888C-117883743E3B}" type="presParOf" srcId="{7594330D-E289-5347-BBF2-D86437F681CC}" destId="{E1A876EC-F120-214A-9CB9-2AB4BB1B0618}" srcOrd="4" destOrd="0" presId="urn:microsoft.com/office/officeart/2005/8/layout/cycle3"/>
    <dgm:cxn modelId="{966130C3-B744-8640-AFBF-A2D6233D0DDC}" type="presParOf" srcId="{7594330D-E289-5347-BBF2-D86437F681CC}" destId="{D9CB9D64-7B54-A345-9319-0FE1A656C208}" srcOrd="5" destOrd="0" presId="urn:microsoft.com/office/officeart/2005/8/layout/cycle3"/>
    <dgm:cxn modelId="{E1C54DBD-940B-A94C-93A2-12D5CBCA096B}" type="presParOf" srcId="{7594330D-E289-5347-BBF2-D86437F681CC}" destId="{00DF580C-DBFD-F943-9025-39524E0E0424}" srcOrd="6" destOrd="0" presId="urn:microsoft.com/office/officeart/2005/8/layout/cycle3"/>
    <dgm:cxn modelId="{BF7A23FA-D75D-8B47-B010-399AB7686901}" type="presParOf" srcId="{7594330D-E289-5347-BBF2-D86437F681CC}" destId="{BD0431F4-4F1A-4640-A035-C38322093092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368EA-BF6D-DF42-9F0C-74E82E8BE4D9}">
      <dsp:nvSpPr>
        <dsp:cNvPr id="0" name=""/>
        <dsp:cNvSpPr/>
      </dsp:nvSpPr>
      <dsp:spPr>
        <a:xfrm>
          <a:off x="834958" y="-6212"/>
          <a:ext cx="4445508" cy="4445508"/>
        </a:xfrm>
        <a:prstGeom prst="circularArrow">
          <a:avLst>
            <a:gd name="adj1" fmla="val 5544"/>
            <a:gd name="adj2" fmla="val 330680"/>
            <a:gd name="adj3" fmla="val 14565144"/>
            <a:gd name="adj4" fmla="val 1692204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919B7EB-5F8D-A24C-8848-E09E288EB6A1}">
      <dsp:nvSpPr>
        <dsp:cNvPr id="0" name=""/>
        <dsp:cNvSpPr/>
      </dsp:nvSpPr>
      <dsp:spPr>
        <a:xfrm>
          <a:off x="2381689" y="11000"/>
          <a:ext cx="1335420" cy="667710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Gather information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2414284" y="43595"/>
        <a:ext cx="1270230" cy="602520"/>
      </dsp:txXfrm>
    </dsp:sp>
    <dsp:sp modelId="{49DCD6D4-96E5-9448-B80E-211EFC7741F9}">
      <dsp:nvSpPr>
        <dsp:cNvPr id="0" name=""/>
        <dsp:cNvSpPr/>
      </dsp:nvSpPr>
      <dsp:spPr>
        <a:xfrm>
          <a:off x="4162868" y="523470"/>
          <a:ext cx="1327104" cy="663552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Prepare Data Folders</a:t>
          </a:r>
        </a:p>
      </dsp:txBody>
      <dsp:txXfrm>
        <a:off x="4195260" y="555862"/>
        <a:ext cx="1262320" cy="598768"/>
      </dsp:txXfrm>
    </dsp:sp>
    <dsp:sp modelId="{2748A2EC-65FD-1F44-8EFF-4F425E64AA59}">
      <dsp:nvSpPr>
        <dsp:cNvPr id="0" name=""/>
        <dsp:cNvSpPr/>
      </dsp:nvSpPr>
      <dsp:spPr>
        <a:xfrm>
          <a:off x="4587837" y="2419067"/>
          <a:ext cx="1320916" cy="660458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Modify Files</a:t>
          </a:r>
        </a:p>
      </dsp:txBody>
      <dsp:txXfrm>
        <a:off x="4620078" y="2451308"/>
        <a:ext cx="1256434" cy="595976"/>
      </dsp:txXfrm>
    </dsp:sp>
    <dsp:sp modelId="{E1A876EC-F120-214A-9CB9-2AB4BB1B0618}">
      <dsp:nvSpPr>
        <dsp:cNvPr id="0" name=""/>
        <dsp:cNvSpPr/>
      </dsp:nvSpPr>
      <dsp:spPr>
        <a:xfrm>
          <a:off x="3353162" y="3624843"/>
          <a:ext cx="1339015" cy="66950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Prepare Work</a:t>
          </a:r>
        </a:p>
      </dsp:txBody>
      <dsp:txXfrm>
        <a:off x="3385845" y="3657526"/>
        <a:ext cx="1273649" cy="604141"/>
      </dsp:txXfrm>
    </dsp:sp>
    <dsp:sp modelId="{D9CB9D64-7B54-A345-9319-0FE1A656C208}">
      <dsp:nvSpPr>
        <dsp:cNvPr id="0" name=""/>
        <dsp:cNvSpPr/>
      </dsp:nvSpPr>
      <dsp:spPr>
        <a:xfrm>
          <a:off x="1394643" y="3624843"/>
          <a:ext cx="1339015" cy="66950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Run Simulation</a:t>
          </a:r>
        </a:p>
      </dsp:txBody>
      <dsp:txXfrm>
        <a:off x="1427326" y="3657526"/>
        <a:ext cx="1273649" cy="604141"/>
      </dsp:txXfrm>
    </dsp:sp>
    <dsp:sp modelId="{00DF580C-DBFD-F943-9025-39524E0E0424}">
      <dsp:nvSpPr>
        <dsp:cNvPr id="0" name=""/>
        <dsp:cNvSpPr/>
      </dsp:nvSpPr>
      <dsp:spPr>
        <a:xfrm>
          <a:off x="184287" y="2404706"/>
          <a:ext cx="1326514" cy="66325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Cleanup</a:t>
          </a:r>
        </a:p>
      </dsp:txBody>
      <dsp:txXfrm>
        <a:off x="216665" y="2437084"/>
        <a:ext cx="1261758" cy="598501"/>
      </dsp:txXfrm>
    </dsp:sp>
    <dsp:sp modelId="{BD0431F4-4F1A-4640-A035-C38322093092}">
      <dsp:nvSpPr>
        <dsp:cNvPr id="0" name=""/>
        <dsp:cNvSpPr/>
      </dsp:nvSpPr>
      <dsp:spPr>
        <a:xfrm>
          <a:off x="624274" y="495848"/>
          <a:ext cx="1329410" cy="664711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Resubmit</a:t>
          </a:r>
        </a:p>
      </dsp:txBody>
      <dsp:txXfrm>
        <a:off x="656723" y="528297"/>
        <a:ext cx="1264512" cy="599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78F8E-D26A-284B-9357-DDCFDFB39E6E}" type="datetimeFigureOut">
              <a:rPr lang="en-US" smtClean="0"/>
              <a:t>6/16/18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3BD78-A329-1E48-8C24-CCF4F30C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5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61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7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58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5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94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3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8" name="Rectangle 7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562842" y="6133646"/>
              <a:ext cx="7982712" cy="1472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3950"/>
            <a:ext cx="7342188" cy="1924050"/>
          </a:xfrm>
        </p:spPr>
        <p:txBody>
          <a:bodyPr anchor="b" anchorCtr="0">
            <a:noAutofit/>
          </a:bodyPr>
          <a:lstStyle>
            <a:lvl1pPr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7342188" cy="1752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3741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2894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122894"/>
            <a:ext cx="762000" cy="271463"/>
          </a:xfrm>
        </p:spPr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9" name="Rectangle 18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" name="Rectangle 20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2" name="Rectangle 11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2" name="Rectangle 11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7" name="Rectangle 26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371600"/>
            <a:ext cx="7345362" cy="1676400"/>
          </a:xfrm>
        </p:spPr>
        <p:txBody>
          <a:bodyPr anchor="b" anchorCtr="0">
            <a:noAutofit/>
          </a:bodyPr>
          <a:lstStyle>
            <a:lvl1pPr algn="ctr">
              <a:defRPr sz="5400" b="0"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3134566"/>
            <a:ext cx="7345362" cy="1500187"/>
          </a:xfrm>
        </p:spPr>
        <p:txBody>
          <a:bodyPr anchor="t" anchorCtr="0"/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1" name="Rectangle 2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3" name="Rectangle 2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1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9" name="Rectangle 2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 w="3175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rot="16200000" flipH="1">
              <a:off x="2217480" y="4026438"/>
              <a:ext cx="4711326" cy="2286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01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5539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5539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5" name="Rectangle 14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1" name="Rectangle 1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3" name="Rectangle 1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33" name="Rectangle 3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169892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147888"/>
            <a:ext cx="3008313" cy="326231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noFill/>
                </a:ln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Front" fov="4800000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10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31" name="Rectangle 30"/>
                  <p:cNvSpPr>
                    <a:spLocks/>
                  </p:cNvSpPr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28" name="Rectangle 27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694329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672323"/>
            <a:ext cx="3008313" cy="340304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52892" y="310123"/>
            <a:ext cx="3398837" cy="1204912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0" name="Rectangle 19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7" name="Rectangle 16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691640"/>
            <a:ext cx="3008376" cy="914400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38559" y="612775"/>
            <a:ext cx="4114800" cy="546811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2670048"/>
            <a:ext cx="3008376" cy="34015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7" name="Group 16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2" name="Rectangle 21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20" name="Rectangle 19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287819"/>
            <a:ext cx="8021977" cy="916193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6347" y="331694"/>
            <a:ext cx="8421624" cy="37831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1" y="5271247"/>
            <a:ext cx="8021977" cy="101301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4" name="Rectangle 1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6" name="Rectangle 15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" name="Group 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8" name="Rectangle 17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399" y="609600"/>
            <a:ext cx="1416423" cy="5516563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2" y="609600"/>
            <a:ext cx="6279777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</a:defRPr>
            </a:lvl1pPr>
          </a:lstStyle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94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66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652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85900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12913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47863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74875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dirk.barbi@awi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esm-runscripts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Download, </a:t>
            </a:r>
            <a:r>
              <a:rPr lang="de-DE" dirty="0" err="1" smtClean="0"/>
              <a:t>configure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compile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Download </a:t>
            </a:r>
            <a:r>
              <a:rPr lang="de-DE" dirty="0" err="1" smtClean="0"/>
              <a:t>esm-runscripts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latin typeface="STIXNonUnicode-Regular"/>
                <a:cs typeface="STIXNonUnicode-Regular"/>
              </a:rPr>
              <a:t>'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</a:t>
            </a:r>
            <a:r>
              <a:rPr lang="de-DE" i="1" dirty="0" smtClean="0">
                <a:latin typeface="STIXNonUnicode-Regular"/>
                <a:cs typeface="STIXNonUnicode-Regular"/>
              </a:rPr>
              <a:t> </a:t>
            </a:r>
            <a:r>
              <a:rPr lang="de-DE" i="1" dirty="0" err="1" smtClean="0">
                <a:latin typeface="STIXNonUnicode-Regular"/>
                <a:cs typeface="STIXNonUnicode-Regular"/>
              </a:rPr>
              <a:t>clone</a:t>
            </a:r>
            <a:r>
              <a:rPr lang="de-DE" i="1" dirty="0" smtClean="0">
                <a:latin typeface="STIXNonUnicode-Regular"/>
                <a:cs typeface="STIXNonUnicode-Regular"/>
              </a:rPr>
              <a:t> https</a:t>
            </a:r>
            <a:r>
              <a:rPr lang="de-DE" i="1" dirty="0">
                <a:latin typeface="STIXNonUnicode-Regular"/>
                <a:cs typeface="STIXNonUnicode-Regular"/>
              </a:rPr>
              <a:t>//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gitlab.dkrz.de</a:t>
            </a:r>
            <a:r>
              <a:rPr lang="de-DE" i="1" dirty="0" smtClean="0">
                <a:latin typeface="STIXNonUnicode-Regular"/>
                <a:cs typeface="STIXNonUnicode-Regular"/>
              </a:rPr>
              <a:t>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</a:t>
            </a:r>
            <a:r>
              <a:rPr lang="de-DE" i="1" dirty="0" smtClean="0">
                <a:latin typeface="STIXNonUnicode-Regular"/>
                <a:cs typeface="STIXNonUnicode-Regular"/>
              </a:rPr>
              <a:t>-tools/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esm-runscripts.git</a:t>
            </a:r>
            <a:r>
              <a:rPr lang="de-DE" dirty="0">
                <a:latin typeface="STIXNonUnicode-Regular"/>
                <a:cs typeface="STIXNonUnicode-Regular"/>
              </a:rPr>
              <a:t>'</a:t>
            </a:r>
            <a:endParaRPr lang="de-DE" dirty="0" smtClean="0">
              <a:latin typeface="STIXNonUnicode-Regular"/>
              <a:cs typeface="STIXNonUnicode-Regular"/>
            </a:endParaRPr>
          </a:p>
          <a:p>
            <a:pPr marL="0" indent="0" algn="ctr">
              <a:buNone/>
            </a:pPr>
            <a:r>
              <a:rPr lang="de-DE" dirty="0" err="1" smtClean="0"/>
              <a:t>or</a:t>
            </a:r>
            <a:r>
              <a:rPr lang="de-DE" dirty="0" smtClean="0"/>
              <a:t>,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-master</a:t>
            </a:r>
            <a:r>
              <a:rPr lang="de-DE" dirty="0" smtClean="0"/>
              <a:t>,</a:t>
            </a:r>
          </a:p>
          <a:p>
            <a:pPr marL="0" indent="0" algn="ctr">
              <a:buNone/>
            </a:pPr>
            <a:r>
              <a:rPr lang="de-DE" dirty="0"/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get-esm-runscripts</a:t>
            </a:r>
            <a:r>
              <a:rPr lang="de-DE" dirty="0"/>
              <a:t>'</a:t>
            </a:r>
            <a:endParaRPr lang="de-DE" dirty="0" smtClean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/>
              <a:t>C</a:t>
            </a:r>
            <a:r>
              <a:rPr lang="de-DE" dirty="0" err="1" smtClean="0"/>
              <a:t>onfiguration</a:t>
            </a:r>
            <a:r>
              <a:rPr lang="de-DE" dirty="0" smtClean="0"/>
              <a:t> </a:t>
            </a:r>
            <a:r>
              <a:rPr lang="de-DE" dirty="0" err="1" smtClean="0"/>
              <a:t>happens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smtClean="0"/>
              <a:t>Force </a:t>
            </a:r>
            <a:r>
              <a:rPr lang="de-DE" dirty="0" err="1" smtClean="0"/>
              <a:t>re-configuration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typing</a:t>
            </a:r>
            <a:endParaRPr lang="de-DE" dirty="0" smtClean="0"/>
          </a:p>
          <a:p>
            <a:pPr marL="0" indent="0" algn="ctr">
              <a:spcBef>
                <a:spcPts val="2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/>
              <a:t>'</a:t>
            </a:r>
            <a:r>
              <a:rPr lang="de-DE" i="1" dirty="0" err="1" smtClean="0"/>
              <a:t>make</a:t>
            </a:r>
            <a:r>
              <a:rPr lang="de-DE" i="1" dirty="0" smtClean="0"/>
              <a:t> </a:t>
            </a:r>
            <a:r>
              <a:rPr lang="de-DE" i="1" dirty="0" err="1" smtClean="0"/>
              <a:t>conf-esm</a:t>
            </a:r>
            <a:r>
              <a:rPr lang="de-DE" i="1" dirty="0" err="1" smtClean="0"/>
              <a:t>-runscripts</a:t>
            </a:r>
            <a:r>
              <a:rPr lang="de-DE" dirty="0" smtClean="0"/>
              <a:t>'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72785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</a:t>
            </a:r>
            <a:r>
              <a:rPr lang="de-DE" dirty="0" err="1" smtClean="0"/>
              <a:t>onf-esm-runscripts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Creates</a:t>
            </a:r>
            <a:r>
              <a:rPr lang="de-DE" dirty="0" smtClean="0"/>
              <a:t> </a:t>
            </a:r>
            <a:r>
              <a:rPr lang="de-DE" dirty="0" err="1" smtClean="0"/>
              <a:t>example</a:t>
            </a:r>
            <a:r>
              <a:rPr lang="de-DE" dirty="0" smtClean="0"/>
              <a:t> </a:t>
            </a:r>
            <a:r>
              <a:rPr lang="de-DE" dirty="0" err="1" smtClean="0"/>
              <a:t>runscripts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</a:t>
            </a:r>
            <a:r>
              <a:rPr lang="de-DE" dirty="0" err="1" smtClean="0"/>
              <a:t>compiled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-tools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. </a:t>
            </a: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Each</a:t>
            </a:r>
            <a:r>
              <a:rPr lang="de-DE" dirty="0" smtClean="0"/>
              <a:t> time a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compiled</a:t>
            </a:r>
            <a:r>
              <a:rPr lang="de-DE" dirty="0" smtClean="0"/>
              <a:t>,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corresponding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generated</a:t>
            </a:r>
            <a:r>
              <a:rPr lang="de-DE" dirty="0" smtClean="0"/>
              <a:t>,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in </a:t>
            </a: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preconfigured-runscripts</a:t>
            </a:r>
            <a:endParaRPr lang="de-DE" i="1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find additional </a:t>
            </a:r>
            <a:r>
              <a:rPr lang="de-DE" dirty="0" err="1" smtClean="0"/>
              <a:t>exampled</a:t>
            </a:r>
            <a:r>
              <a:rPr lang="de-DE" dirty="0" smtClean="0"/>
              <a:t> in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esm-runscripts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runscript</a:t>
            </a:r>
            <a:r>
              <a:rPr lang="de-DE" dirty="0" err="1" smtClean="0"/>
              <a:t>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300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List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supported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39766" y="2114886"/>
            <a:ext cx="5681608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AWICM 1.0 / 1.1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2.0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MPIESM 1.2.00p4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1.2.01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FESOM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 1.4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2.0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ECHAM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 6.3.02p4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6.3.04p1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PISM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PISM </a:t>
            </a:r>
            <a:r>
              <a:rPr lang="mr-IN" sz="2000" dirty="0" smtClean="0">
                <a:ea typeface="STIXNonUnicode-Regular" charset="0"/>
                <a:cs typeface="STIXNonUnicode-Regular" charset="0"/>
              </a:rPr>
              <a:t>–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AWICM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PISM </a:t>
            </a:r>
            <a:r>
              <a:rPr lang="mr-IN" sz="2000" dirty="0" smtClean="0">
                <a:ea typeface="STIXNonUnicode-Regular" charset="0"/>
                <a:cs typeface="STIXNonUnicode-Regular" charset="0"/>
              </a:rPr>
              <a:t>–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MPIESM</a:t>
            </a:r>
          </a:p>
          <a:p>
            <a:pPr algn="ctr"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5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 </a:t>
            </a:r>
            <a:r>
              <a:rPr lang="de-DE" dirty="0" err="1" smtClean="0"/>
              <a:t>first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59622" y="2114886"/>
            <a:ext cx="6061752" cy="393192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You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need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to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provide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: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setup_name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awicm_VERSION</a:t>
            </a:r>
            <a:r>
              <a:rPr lang="de-DE" sz="2000" dirty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(CMIP6)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machine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mistral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ACCOUNT (ab0995)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INITIAL_DATE_awicm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(1950-01-01)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FINAL_DATE_awicm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(1951-12-31)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RES_fesom</a:t>
            </a:r>
            <a:r>
              <a:rPr lang="de-DE" sz="2000" dirty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(CORE)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RES_echam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(T63)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BASE_DIR (/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work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/ab0995/a270058/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experiments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  <a:p>
            <a:pPr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  <a:p>
            <a:pPr algn="ctr"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First </a:t>
            </a:r>
            <a:r>
              <a:rPr lang="de-DE" dirty="0" err="1" smtClean="0"/>
              <a:t>runscript</a:t>
            </a:r>
            <a:r>
              <a:rPr lang="de-DE" dirty="0" smtClean="0"/>
              <a:t> - </a:t>
            </a:r>
            <a:r>
              <a:rPr lang="de-DE" dirty="0" err="1" smtClean="0"/>
              <a:t>example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054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Important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47990" y="2114886"/>
            <a:ext cx="6208325" cy="393192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800"/>
              </a:spcBef>
            </a:pPr>
            <a:endParaRPr lang="de-DE" dirty="0"/>
          </a:p>
          <a:p>
            <a:pPr>
              <a:spcBef>
                <a:spcPts val="800"/>
              </a:spcBef>
            </a:pPr>
            <a:r>
              <a:rPr lang="de-DE" dirty="0" err="1" smtClean="0"/>
              <a:t>MESH_DIR_fesom</a:t>
            </a:r>
            <a:r>
              <a:rPr lang="de-DE" dirty="0"/>
              <a:t>=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SCENARIO_echam</a:t>
            </a:r>
            <a:r>
              <a:rPr lang="de-DE" dirty="0" smtClean="0"/>
              <a:t>=HIST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POOL_DIR_echam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POOL_DIR_fesom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MODEL_DIR_awicm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EXP_ID=</a:t>
            </a:r>
            <a:r>
              <a:rPr lang="de-DE" dirty="0" err="1" smtClean="0"/>
              <a:t>test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proca</a:t>
            </a:r>
            <a:r>
              <a:rPr lang="de-DE" dirty="0" smtClean="0"/>
              <a:t>_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procb</a:t>
            </a:r>
            <a:r>
              <a:rPr lang="de-DE" dirty="0" smtClean="0"/>
              <a:t>_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exectuable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sz="2000" dirty="0" err="1" smtClean="0"/>
              <a:t>LRESUME_echam</a:t>
            </a:r>
            <a:r>
              <a:rPr lang="de-DE" sz="2000" dirty="0" smtClean="0"/>
              <a:t>=</a:t>
            </a:r>
            <a:r>
              <a:rPr lang="de-DE" sz="2000" dirty="0" err="1" smtClean="0"/>
              <a:t>LRESUME_fesom</a:t>
            </a: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/>
              <a:t> </a:t>
            </a:r>
            <a:r>
              <a:rPr lang="de-DE" sz="2000" dirty="0" smtClean="0"/>
              <a:t>     </a:t>
            </a:r>
            <a:r>
              <a:rPr lang="de-DE" sz="2000" dirty="0" smtClean="0"/>
              <a:t>=LRESUME_oasis3mct=1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3855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Some</a:t>
            </a:r>
            <a:r>
              <a:rPr lang="de-DE" dirty="0" smtClean="0"/>
              <a:t> </a:t>
            </a:r>
            <a:r>
              <a:rPr lang="de-DE" dirty="0" err="1" smtClean="0"/>
              <a:t>remarks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algn="ctr">
              <a:spcBef>
                <a:spcPts val="800"/>
              </a:spcBef>
            </a:pP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batch</a:t>
            </a:r>
            <a:r>
              <a:rPr lang="de-DE" dirty="0" smtClean="0"/>
              <a:t> </a:t>
            </a:r>
            <a:r>
              <a:rPr lang="de-DE" dirty="0" err="1" smtClean="0"/>
              <a:t>system</a:t>
            </a:r>
            <a:r>
              <a:rPr lang="de-DE" dirty="0" smtClean="0"/>
              <a:t> </a:t>
            </a:r>
            <a:r>
              <a:rPr lang="de-DE" dirty="0" err="1" smtClean="0"/>
              <a:t>header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endParaRPr lang="de-DE" dirty="0" smtClean="0"/>
          </a:p>
          <a:p>
            <a:pPr algn="ctr">
              <a:spcBef>
                <a:spcPts val="800"/>
              </a:spcBef>
            </a:pPr>
            <a:r>
              <a:rPr lang="de-DE" dirty="0" smtClean="0"/>
              <a:t>check=0/1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a </a:t>
            </a:r>
            <a:r>
              <a:rPr lang="de-DE" dirty="0" err="1" smtClean="0"/>
              <a:t>test</a:t>
            </a:r>
            <a:r>
              <a:rPr lang="de-DE" dirty="0" smtClean="0"/>
              <a:t> </a:t>
            </a:r>
            <a:r>
              <a:rPr lang="de-DE" dirty="0" err="1" smtClean="0"/>
              <a:t>without</a:t>
            </a:r>
            <a:r>
              <a:rPr lang="de-DE" dirty="0" smtClean="0"/>
              <a:t> </a:t>
            </a:r>
            <a:r>
              <a:rPr lang="de-DE" dirty="0" err="1" smtClean="0"/>
              <a:t>submitting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 / </a:t>
            </a:r>
            <a:r>
              <a:rPr lang="de-DE" dirty="0" err="1" smtClean="0"/>
              <a:t>launching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executable</a:t>
            </a:r>
            <a:endParaRPr lang="de-DE" dirty="0" smtClean="0"/>
          </a:p>
          <a:p>
            <a:pPr algn="ctr">
              <a:spcBef>
                <a:spcPts val="800"/>
              </a:spcBef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7937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How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start</a:t>
            </a:r>
            <a:r>
              <a:rPr lang="de-DE" dirty="0" smtClean="0"/>
              <a:t> a </a:t>
            </a:r>
            <a:r>
              <a:rPr lang="de-DE" dirty="0" err="1" smtClean="0"/>
              <a:t>run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ea typeface="STIXNonUnicode-Regular" charset="0"/>
                <a:cs typeface="STIXNonUnicode-Regular" charset="0"/>
              </a:rPr>
              <a:t>In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command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line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run</a:t>
            </a:r>
            <a:endParaRPr lang="de-DE" dirty="0" smtClean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>
                <a:ea typeface="STIXNonUnicode-Regular" charset="0"/>
                <a:cs typeface="STIXNonUnicode-Regular" charset="0"/>
              </a:rPr>
              <a:t>'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./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name_of_your_script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'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start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simulation</a:t>
            </a:r>
            <a:r>
              <a:rPr lang="de-DE" dirty="0" smtClean="0"/>
              <a:t>. Add '</a:t>
            </a:r>
            <a:r>
              <a:rPr lang="mr-IN" dirty="0" smtClean="0"/>
              <a:t>–</a:t>
            </a:r>
            <a:r>
              <a:rPr lang="de-DE" dirty="0" smtClean="0"/>
              <a:t>h'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get</a:t>
            </a:r>
            <a:r>
              <a:rPr lang="de-DE" dirty="0" smtClean="0"/>
              <a:t> a </a:t>
            </a:r>
            <a:r>
              <a:rPr lang="de-DE" dirty="0" err="1" smtClean="0"/>
              <a:t>list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r>
              <a:rPr lang="de-DE" dirty="0" smtClean="0"/>
              <a:t> </a:t>
            </a:r>
            <a:r>
              <a:rPr lang="de-DE" dirty="0" err="1" smtClean="0"/>
              <a:t>command</a:t>
            </a:r>
            <a:r>
              <a:rPr lang="de-DE" dirty="0" smtClean="0"/>
              <a:t> </a:t>
            </a:r>
            <a:r>
              <a:rPr lang="de-DE" dirty="0" err="1" smtClean="0"/>
              <a:t>line</a:t>
            </a:r>
            <a:r>
              <a:rPr lang="de-DE" dirty="0" smtClean="0"/>
              <a:t> </a:t>
            </a:r>
            <a:r>
              <a:rPr lang="de-DE" dirty="0" err="1" smtClean="0"/>
              <a:t>options</a:t>
            </a:r>
            <a:r>
              <a:rPr lang="de-DE" dirty="0" smtClean="0"/>
              <a:t>. Most </a:t>
            </a:r>
            <a:r>
              <a:rPr lang="de-DE" dirty="0" err="1" smtClean="0"/>
              <a:t>importantly</a:t>
            </a:r>
            <a:r>
              <a:rPr lang="de-DE" dirty="0" smtClean="0"/>
              <a:t>: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-c </a:t>
            </a:r>
            <a:r>
              <a:rPr lang="de-DE" dirty="0" smtClean="0"/>
              <a:t>			</a:t>
            </a:r>
            <a:r>
              <a:rPr lang="de-DE" dirty="0" err="1" smtClean="0"/>
              <a:t>sets</a:t>
            </a:r>
            <a:r>
              <a:rPr lang="de-DE" dirty="0" smtClean="0"/>
              <a:t> check=1 (</a:t>
            </a:r>
            <a:r>
              <a:rPr lang="de-DE" dirty="0" err="1" smtClean="0"/>
              <a:t>don‘t</a:t>
            </a:r>
            <a:r>
              <a:rPr lang="de-DE" dirty="0" smtClean="0"/>
              <a:t> </a:t>
            </a:r>
            <a:r>
              <a:rPr lang="de-DE" dirty="0" err="1" smtClean="0"/>
              <a:t>submit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, </a:t>
            </a:r>
            <a:r>
              <a:rPr lang="de-DE" dirty="0" err="1" smtClean="0"/>
              <a:t>don‘t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				           </a:t>
            </a:r>
            <a:r>
              <a:rPr lang="de-DE" dirty="0" err="1" smtClean="0"/>
              <a:t>executable</a:t>
            </a:r>
            <a:r>
              <a:rPr lang="de-DE" dirty="0" smtClean="0"/>
              <a:t>)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blabla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smtClean="0"/>
              <a:t>		</a:t>
            </a:r>
            <a:r>
              <a:rPr lang="de-DE" dirty="0" err="1" smtClean="0"/>
              <a:t>overwrites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EXP_ID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-v "MYVAR=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blabla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"</a:t>
            </a:r>
            <a:r>
              <a:rPr lang="de-DE" dirty="0" smtClean="0"/>
              <a:t>       	</a:t>
            </a:r>
            <a:r>
              <a:rPr lang="de-DE" dirty="0" err="1" smtClean="0"/>
              <a:t>passes</a:t>
            </a:r>
            <a:r>
              <a:rPr lang="de-DE" dirty="0" smtClean="0"/>
              <a:t> </a:t>
            </a:r>
            <a:r>
              <a:rPr lang="de-DE" dirty="0" err="1" smtClean="0"/>
              <a:t>user</a:t>
            </a:r>
            <a:r>
              <a:rPr lang="de-DE" dirty="0" smtClean="0"/>
              <a:t> </a:t>
            </a:r>
            <a:r>
              <a:rPr lang="de-DE" dirty="0" err="1" smtClean="0"/>
              <a:t>definded</a:t>
            </a:r>
            <a:r>
              <a:rPr lang="de-DE" dirty="0" smtClean="0"/>
              <a:t> </a:t>
            </a:r>
            <a:r>
              <a:rPr lang="de-DE" dirty="0" err="1" smtClean="0"/>
              <a:t>var</a:t>
            </a:r>
            <a:r>
              <a:rPr lang="de-DE" dirty="0" smtClean="0"/>
              <a:t> MYVAR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 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'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check</a:t>
            </a:r>
            <a:r>
              <a:rPr lang="de-DE" dirty="0" smtClean="0"/>
              <a:t>'!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2884575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Tons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!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information</a:t>
            </a:r>
            <a:r>
              <a:rPr lang="de-DE" dirty="0" smtClean="0"/>
              <a:t>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r>
              <a:rPr lang="de-DE" dirty="0" smtClean="0"/>
              <a:t>,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, etc.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80" y="1403131"/>
            <a:ext cx="3683556" cy="507649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86780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Stages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endParaRPr lang="de-DE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5732068"/>
              </p:ext>
            </p:extLst>
          </p:nvPr>
        </p:nvGraphicFramePr>
        <p:xfrm>
          <a:off x="1524794" y="1799020"/>
          <a:ext cx="6096000" cy="4294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10759" y="3623029"/>
            <a:ext cx="2498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choose the stages you want! </a:t>
            </a:r>
          </a:p>
          <a:p>
            <a:r>
              <a:rPr lang="en-US" dirty="0" smtClean="0"/>
              <a:t>(command line options 	</a:t>
            </a:r>
            <a:r>
              <a:rPr lang="de-DE" dirty="0" smtClean="0"/>
              <a:t>-</a:t>
            </a:r>
            <a:r>
              <a:rPr lang="en-US" dirty="0" smtClean="0"/>
              <a:t>o, -x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5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Where</a:t>
            </a:r>
            <a:r>
              <a:rPr lang="de-DE" dirty="0" smtClean="0"/>
              <a:t> </a:t>
            </a:r>
            <a:r>
              <a:rPr lang="de-DE" dirty="0" err="1" smtClean="0"/>
              <a:t>does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go</a:t>
            </a:r>
            <a:r>
              <a:rPr lang="de-DE" dirty="0" smtClean="0"/>
              <a:t>?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In </a:t>
            </a:r>
            <a:r>
              <a:rPr lang="de-DE" dirty="0" err="1" smtClean="0"/>
              <a:t>your</a:t>
            </a:r>
            <a:r>
              <a:rPr lang="de-DE" dirty="0" smtClean="0"/>
              <a:t> BASE_DIR, </a:t>
            </a:r>
            <a:r>
              <a:rPr lang="de-DE" dirty="0" err="1" smtClean="0"/>
              <a:t>esm-runscripts</a:t>
            </a:r>
            <a:r>
              <a:rPr lang="de-DE" dirty="0" smtClean="0"/>
              <a:t> </a:t>
            </a:r>
            <a:r>
              <a:rPr lang="de-DE" dirty="0" err="1" smtClean="0"/>
              <a:t>create</a:t>
            </a:r>
            <a:r>
              <a:rPr lang="de-DE" dirty="0" smtClean="0"/>
              <a:t> a large </a:t>
            </a:r>
            <a:r>
              <a:rPr lang="de-DE" dirty="0" err="1" smtClean="0"/>
              <a:t>number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, </a:t>
            </a:r>
            <a:r>
              <a:rPr lang="de-DE" dirty="0" err="1" smtClean="0"/>
              <a:t>sorted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type (</a:t>
            </a:r>
            <a:r>
              <a:rPr lang="de-DE" dirty="0" err="1" smtClean="0"/>
              <a:t>input</a:t>
            </a:r>
            <a:r>
              <a:rPr lang="de-DE" dirty="0" smtClean="0"/>
              <a:t>, </a:t>
            </a:r>
            <a:r>
              <a:rPr lang="de-DE" dirty="0" err="1" smtClean="0"/>
              <a:t>forcing</a:t>
            </a:r>
            <a:r>
              <a:rPr lang="de-DE" dirty="0" smtClean="0"/>
              <a:t>, </a:t>
            </a:r>
            <a:r>
              <a:rPr lang="de-DE" dirty="0" err="1" smtClean="0"/>
              <a:t>output</a:t>
            </a:r>
            <a:r>
              <a:rPr lang="de-DE" dirty="0" smtClean="0"/>
              <a:t>, </a:t>
            </a:r>
            <a:r>
              <a:rPr lang="de-DE" dirty="0" err="1" smtClean="0"/>
              <a:t>restart</a:t>
            </a:r>
            <a:r>
              <a:rPr lang="de-DE" dirty="0" smtClean="0"/>
              <a:t>, </a:t>
            </a:r>
            <a:r>
              <a:rPr lang="de-DE" dirty="0" err="1" smtClean="0"/>
              <a:t>config</a:t>
            </a:r>
            <a:r>
              <a:rPr lang="de-DE" dirty="0" smtClean="0"/>
              <a:t>, log, </a:t>
            </a:r>
            <a:r>
              <a:rPr lang="de-DE" dirty="0" err="1" smtClean="0"/>
              <a:t>scripts</a:t>
            </a:r>
            <a:r>
              <a:rPr lang="de-DE" dirty="0" smtClean="0"/>
              <a:t>)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name</a:t>
            </a:r>
            <a:r>
              <a:rPr lang="de-DE" dirty="0" smtClean="0"/>
              <a:t> (</a:t>
            </a:r>
            <a:r>
              <a:rPr lang="de-DE" dirty="0" err="1" smtClean="0"/>
              <a:t>echam</a:t>
            </a:r>
            <a:r>
              <a:rPr lang="de-DE" dirty="0" smtClean="0"/>
              <a:t>, </a:t>
            </a:r>
            <a:r>
              <a:rPr lang="de-DE" dirty="0" err="1" smtClean="0"/>
              <a:t>jsbach</a:t>
            </a:r>
            <a:r>
              <a:rPr lang="de-DE" dirty="0" smtClean="0"/>
              <a:t>, </a:t>
            </a:r>
            <a:r>
              <a:rPr lang="de-DE" dirty="0" err="1" smtClean="0"/>
              <a:t>fesom</a:t>
            </a:r>
            <a:r>
              <a:rPr lang="de-DE" dirty="0" smtClean="0"/>
              <a:t>, </a:t>
            </a:r>
            <a:r>
              <a:rPr lang="de-DE" dirty="0" err="1" smtClean="0"/>
              <a:t>oasis</a:t>
            </a:r>
            <a:r>
              <a:rPr lang="de-DE" dirty="0" smtClean="0"/>
              <a:t>,</a:t>
            </a:r>
            <a:r>
              <a:rPr lang="mr-IN" dirty="0" smtClean="0"/>
              <a:t>…</a:t>
            </a:r>
            <a:r>
              <a:rPr lang="de-DE" dirty="0" smtClean="0"/>
              <a:t>) </a:t>
            </a:r>
            <a:r>
              <a:rPr lang="de-DE" dirty="0" err="1" smtClean="0"/>
              <a:t>similar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mpiesm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dealt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r>
              <a:rPr lang="de-DE" dirty="0" smtClean="0"/>
              <a:t>. 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In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,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named</a:t>
            </a:r>
            <a:r>
              <a:rPr lang="de-DE" dirty="0" smtClean="0"/>
              <a:t> ‘</a:t>
            </a:r>
            <a:r>
              <a:rPr lang="de-DE" dirty="0" err="1" smtClean="0"/>
              <a:t>setup</a:t>
            </a:r>
            <a:r>
              <a:rPr lang="de-DE" dirty="0" smtClean="0"/>
              <a:t>‘ </a:t>
            </a:r>
            <a:r>
              <a:rPr lang="de-DE" dirty="0" err="1" smtClean="0"/>
              <a:t>and</a:t>
            </a:r>
            <a:r>
              <a:rPr lang="de-DE" dirty="0" smtClean="0"/>
              <a:t> ‘</a:t>
            </a:r>
            <a:r>
              <a:rPr lang="de-DE" dirty="0" err="1" smtClean="0"/>
              <a:t>missing</a:t>
            </a:r>
            <a:r>
              <a:rPr lang="de-DE" dirty="0" smtClean="0"/>
              <a:t>‘ </a:t>
            </a:r>
            <a:r>
              <a:rPr lang="de-DE" dirty="0" err="1" smtClean="0"/>
              <a:t>document</a:t>
            </a:r>
            <a:r>
              <a:rPr lang="de-DE" dirty="0" smtClean="0"/>
              <a:t> </a:t>
            </a:r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been</a:t>
            </a:r>
            <a:r>
              <a:rPr lang="de-DE" dirty="0" smtClean="0"/>
              <a:t> </a:t>
            </a:r>
            <a:r>
              <a:rPr lang="de-DE" dirty="0" err="1" smtClean="0"/>
              <a:t>done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An </a:t>
            </a:r>
            <a:r>
              <a:rPr lang="de-DE" dirty="0" err="1" smtClean="0"/>
              <a:t>overall</a:t>
            </a:r>
            <a:r>
              <a:rPr lang="de-DE" dirty="0" smtClean="0"/>
              <a:t> ‘</a:t>
            </a:r>
            <a:r>
              <a:rPr lang="de-DE" dirty="0" err="1" smtClean="0"/>
              <a:t>setup</a:t>
            </a:r>
            <a:r>
              <a:rPr lang="de-DE" dirty="0" smtClean="0"/>
              <a:t>‘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scripts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92221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a </a:t>
            </a:r>
            <a:r>
              <a:rPr lang="de-DE" dirty="0" err="1" smtClean="0"/>
              <a:t>simulation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2884575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Much </a:t>
            </a:r>
            <a:r>
              <a:rPr lang="de-DE" dirty="0" err="1" smtClean="0"/>
              <a:t>less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!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information</a:t>
            </a:r>
            <a:r>
              <a:rPr lang="de-DE" dirty="0" smtClean="0"/>
              <a:t>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r>
              <a:rPr lang="de-DE" dirty="0" smtClean="0"/>
              <a:t>,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, etc.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80" y="1403131"/>
            <a:ext cx="3683556" cy="507649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2440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/>
            </a:pPr>
            <a:r>
              <a:rPr lang="de-DE" dirty="0" smtClean="0"/>
              <a:t>A </a:t>
            </a:r>
            <a:r>
              <a:rPr lang="de-DE" dirty="0" err="1" smtClean="0"/>
              <a:t>Namelist</a:t>
            </a:r>
            <a:r>
              <a:rPr lang="de-DE" dirty="0" smtClean="0"/>
              <a:t> </a:t>
            </a:r>
            <a:r>
              <a:rPr lang="de-DE" dirty="0" err="1" smtClean="0"/>
              <a:t>parameter</a:t>
            </a:r>
            <a:r>
              <a:rPr lang="de-DE" dirty="0" smtClean="0"/>
              <a:t> (e.g. </a:t>
            </a:r>
            <a:r>
              <a:rPr lang="de-DE" dirty="0" err="1" smtClean="0"/>
              <a:t>iaero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666 in </a:t>
            </a:r>
            <a:r>
              <a:rPr lang="de-DE" dirty="0" err="1" smtClean="0"/>
              <a:t>namelist.echam</a:t>
            </a:r>
            <a:r>
              <a:rPr lang="de-DE" dirty="0" smtClean="0"/>
              <a:t>)</a:t>
            </a:r>
            <a:r>
              <a:rPr lang="de-DE" dirty="0" smtClean="0"/>
              <a:t>: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‘</a:t>
            </a:r>
            <a:r>
              <a:rPr lang="de-DE" dirty="0" err="1" smtClean="0"/>
              <a:t>radctl</a:t>
            </a:r>
            <a:r>
              <a:rPr lang="de-DE" dirty="0" smtClean="0"/>
              <a:t>___</a:t>
            </a:r>
            <a:r>
              <a:rPr lang="de-DE" dirty="0" err="1" smtClean="0"/>
              <a:t>iaero</a:t>
            </a:r>
            <a:r>
              <a:rPr lang="de-DE" dirty="0" smtClean="0"/>
              <a:t>___</a:t>
            </a:r>
            <a:r>
              <a:rPr lang="de-DE" dirty="0" err="1" smtClean="0"/>
              <a:t>nml_file</a:t>
            </a:r>
            <a:r>
              <a:rPr lang="de-DE" dirty="0" smtClean="0"/>
              <a:t>=</a:t>
            </a:r>
            <a:r>
              <a:rPr lang="de-DE" dirty="0" err="1" smtClean="0"/>
              <a:t>namelist.echam</a:t>
            </a:r>
            <a:r>
              <a:rPr lang="de-DE" dirty="0" smtClean="0"/>
              <a:t>‘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‘</a:t>
            </a:r>
            <a:r>
              <a:rPr lang="de-DE" dirty="0" err="1" smtClean="0"/>
              <a:t>radctl</a:t>
            </a:r>
            <a:r>
              <a:rPr lang="de-DE" dirty="0" smtClean="0"/>
              <a:t>___</a:t>
            </a:r>
            <a:r>
              <a:rPr lang="de-DE" dirty="0" err="1" smtClean="0"/>
              <a:t>iaero</a:t>
            </a:r>
            <a:r>
              <a:rPr lang="de-DE" dirty="0" smtClean="0"/>
              <a:t>___</a:t>
            </a:r>
            <a:r>
              <a:rPr lang="de-DE" dirty="0" err="1" smtClean="0"/>
              <a:t>nml_entry</a:t>
            </a:r>
            <a:r>
              <a:rPr lang="de-DE" dirty="0" smtClean="0"/>
              <a:t>=666‘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err="1" smtClean="0"/>
              <a:t>alternatively</a:t>
            </a:r>
            <a:r>
              <a:rPr lang="de-DE" dirty="0" smtClean="0"/>
              <a:t>: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</a:t>
            </a:r>
            <a:r>
              <a:rPr lang="de-DE" sz="1800" dirty="0" smtClean="0"/>
              <a:t>‘</a:t>
            </a:r>
            <a:r>
              <a:rPr lang="de-DE" sz="1800" dirty="0" err="1" smtClean="0"/>
              <a:t>echam_MYOWN_namelist_change</a:t>
            </a:r>
            <a:r>
              <a:rPr lang="de-DE" sz="1800" dirty="0" smtClean="0"/>
              <a:t>=“</a:t>
            </a:r>
            <a:r>
              <a:rPr lang="de-DE" sz="1800" dirty="0" err="1" smtClean="0"/>
              <a:t>namelist.echam</a:t>
            </a:r>
            <a:r>
              <a:rPr lang="de-DE" sz="1800" dirty="0" smtClean="0"/>
              <a:t> </a:t>
            </a:r>
            <a:r>
              <a:rPr lang="de-DE" sz="1800" dirty="0" err="1" smtClean="0"/>
              <a:t>radctl</a:t>
            </a:r>
            <a:r>
              <a:rPr lang="de-DE" sz="1800" dirty="0" smtClean="0"/>
              <a:t> </a:t>
            </a:r>
            <a:r>
              <a:rPr lang="de-DE" sz="1800" dirty="0" err="1" smtClean="0"/>
              <a:t>iaero</a:t>
            </a:r>
            <a:r>
              <a:rPr lang="de-DE" sz="1800" dirty="0" smtClean="0"/>
              <a:t> 666“ ‘</a:t>
            </a:r>
          </a:p>
          <a:p>
            <a:pPr marL="693738" lvl="1" indent="-457200">
              <a:spcBef>
                <a:spcPts val="800"/>
              </a:spcBef>
              <a:buAutoNum type="arabicPeriod"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61992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 </a:t>
            </a:r>
            <a:r>
              <a:rPr lang="de-DE" dirty="0" err="1" smtClean="0"/>
              <a:t>else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 startAt="2"/>
            </a:pPr>
            <a:r>
              <a:rPr lang="de-DE" dirty="0" smtClean="0"/>
              <a:t>The 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 </a:t>
            </a:r>
            <a:r>
              <a:rPr lang="de-DE" dirty="0" err="1" smtClean="0"/>
              <a:t>file</a:t>
            </a:r>
            <a:r>
              <a:rPr lang="de-DE" dirty="0" smtClean="0"/>
              <a:t> (</a:t>
            </a:r>
            <a:r>
              <a:rPr lang="de-DE" dirty="0" err="1" smtClean="0"/>
              <a:t>first</a:t>
            </a:r>
            <a:r>
              <a:rPr lang="de-DE" dirty="0" smtClean="0"/>
              <a:t> </a:t>
            </a:r>
            <a:r>
              <a:rPr lang="de-DE" dirty="0" err="1" smtClean="0"/>
              <a:t>way</a:t>
            </a:r>
            <a:r>
              <a:rPr lang="de-DE" dirty="0" smtClean="0"/>
              <a:t>):</a:t>
            </a: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Run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mr-IN" dirty="0" smtClean="0"/>
              <a:t>–</a:t>
            </a:r>
            <a:r>
              <a:rPr lang="de-DE" dirty="0" smtClean="0"/>
              <a:t>c, </a:t>
            </a:r>
            <a:r>
              <a:rPr lang="de-DE" dirty="0" err="1" smtClean="0"/>
              <a:t>carefully</a:t>
            </a:r>
            <a:r>
              <a:rPr lang="de-DE" dirty="0" smtClean="0"/>
              <a:t> </a:t>
            </a:r>
            <a:r>
              <a:rPr lang="de-DE" dirty="0" err="1" smtClean="0"/>
              <a:t>read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name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</a:t>
            </a:r>
            <a:r>
              <a:rPr lang="de-DE" dirty="0" err="1" smtClean="0"/>
              <a:t>default</a:t>
            </a:r>
            <a:r>
              <a:rPr lang="de-DE" dirty="0" smtClean="0"/>
              <a:t> variable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. E.g. </a:t>
            </a:r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want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take</a:t>
            </a:r>
            <a:r>
              <a:rPr lang="de-DE" dirty="0" smtClean="0"/>
              <a:t> 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echam-executable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/>
              <a:t>/</a:t>
            </a:r>
            <a:r>
              <a:rPr lang="de-DE" dirty="0" err="1"/>
              <a:t>path</a:t>
            </a:r>
            <a:r>
              <a:rPr lang="de-DE" dirty="0"/>
              <a:t>/</a:t>
            </a:r>
            <a:r>
              <a:rPr lang="de-DE" dirty="0" err="1"/>
              <a:t>to</a:t>
            </a:r>
            <a:r>
              <a:rPr lang="de-DE" dirty="0"/>
              <a:t>/exe/,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could</a:t>
            </a:r>
            <a:r>
              <a:rPr lang="de-DE" dirty="0" smtClean="0"/>
              <a:t> </a:t>
            </a:r>
            <a:r>
              <a:rPr lang="de-DE" dirty="0" err="1" smtClean="0"/>
              <a:t>set</a:t>
            </a: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BIN_DIR_echam</a:t>
            </a:r>
            <a:r>
              <a:rPr lang="de-DE" dirty="0" smtClean="0"/>
              <a:t>=</a:t>
            </a:r>
            <a:r>
              <a:rPr lang="de-DE" dirty="0"/>
              <a:t> /</a:t>
            </a:r>
            <a:r>
              <a:rPr lang="de-DE" dirty="0" err="1" smtClean="0"/>
              <a:t>path</a:t>
            </a:r>
            <a:r>
              <a:rPr lang="de-DE" dirty="0" smtClean="0"/>
              <a:t>/</a:t>
            </a:r>
            <a:r>
              <a:rPr lang="de-DE" dirty="0" err="1" smtClean="0"/>
              <a:t>to</a:t>
            </a:r>
            <a:r>
              <a:rPr lang="de-DE" dirty="0" smtClean="0"/>
              <a:t>/exe</a:t>
            </a:r>
            <a:r>
              <a:rPr lang="de-DE" dirty="0"/>
              <a:t>/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59072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 </a:t>
            </a:r>
            <a:r>
              <a:rPr lang="de-DE" dirty="0" err="1" smtClean="0"/>
              <a:t>else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 startAt="2"/>
            </a:pPr>
            <a:r>
              <a:rPr lang="de-DE" dirty="0" smtClean="0"/>
              <a:t>The 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 </a:t>
            </a:r>
            <a:r>
              <a:rPr lang="de-DE" dirty="0" err="1" smtClean="0"/>
              <a:t>file</a:t>
            </a:r>
            <a:r>
              <a:rPr lang="de-DE" dirty="0" smtClean="0"/>
              <a:t> (</a:t>
            </a:r>
            <a:r>
              <a:rPr lang="de-DE" dirty="0" err="1" smtClean="0"/>
              <a:t>second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):</a:t>
            </a:r>
          </a:p>
          <a:p>
            <a:pPr marL="457200" indent="-457200">
              <a:spcBef>
                <a:spcPts val="800"/>
              </a:spcBef>
              <a:buAutoNum type="arabicPeriod" startAt="2"/>
            </a:pP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</a:t>
            </a:r>
            <a:r>
              <a:rPr lang="de-DE" sz="2000" dirty="0" err="1" smtClean="0"/>
              <a:t>echam_DIFF_EXE_FILES</a:t>
            </a:r>
            <a:r>
              <a:rPr lang="de-DE" sz="2000" dirty="0" smtClean="0"/>
              <a:t>=“/</a:t>
            </a:r>
            <a:r>
              <a:rPr lang="de-DE" sz="2000" dirty="0" err="1" smtClean="0"/>
              <a:t>path</a:t>
            </a:r>
            <a:r>
              <a:rPr lang="de-DE" sz="2000" dirty="0" smtClean="0"/>
              <a:t>/</a:t>
            </a:r>
            <a:r>
              <a:rPr lang="de-DE" sz="2000" dirty="0" err="1" smtClean="0"/>
              <a:t>to</a:t>
            </a:r>
            <a:r>
              <a:rPr lang="de-DE" sz="2000" dirty="0" smtClean="0"/>
              <a:t>/exe/echam6  echam6  warn“</a:t>
            </a:r>
          </a:p>
          <a:p>
            <a:pPr marL="0" indent="0">
              <a:spcBef>
                <a:spcPts val="800"/>
              </a:spcBef>
              <a:buNone/>
            </a:pP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 smtClean="0"/>
              <a:t>warn/</a:t>
            </a:r>
            <a:r>
              <a:rPr lang="de-DE" sz="2000" dirty="0" err="1" smtClean="0"/>
              <a:t>no_warning</a:t>
            </a:r>
            <a:r>
              <a:rPr lang="de-DE" sz="2000" dirty="0" smtClean="0"/>
              <a:t> </a:t>
            </a:r>
            <a:r>
              <a:rPr lang="de-DE" sz="2000" dirty="0" err="1" smtClean="0"/>
              <a:t>specifies</a:t>
            </a:r>
            <a:r>
              <a:rPr lang="de-DE" sz="2000" dirty="0" smtClean="0"/>
              <a:t> </a:t>
            </a:r>
            <a:r>
              <a:rPr lang="de-DE" sz="2000" dirty="0" err="1" smtClean="0"/>
              <a:t>whether</a:t>
            </a:r>
            <a:r>
              <a:rPr lang="de-DE" sz="2000" dirty="0" smtClean="0"/>
              <a:t> </a:t>
            </a:r>
            <a:r>
              <a:rPr lang="de-DE" sz="2000" dirty="0" err="1" smtClean="0"/>
              <a:t>scripts</a:t>
            </a:r>
            <a:r>
              <a:rPr lang="de-DE" sz="2000" dirty="0" smtClean="0"/>
              <a:t> </a:t>
            </a:r>
            <a:r>
              <a:rPr lang="de-DE" sz="2000" dirty="0" err="1" smtClean="0"/>
              <a:t>shall</a:t>
            </a:r>
            <a:r>
              <a:rPr lang="de-DE" sz="2000" dirty="0" smtClean="0"/>
              <a:t> </a:t>
            </a:r>
            <a:r>
              <a:rPr lang="de-DE" sz="2000" dirty="0" err="1" smtClean="0"/>
              <a:t>complain</a:t>
            </a:r>
            <a:r>
              <a:rPr lang="de-DE" sz="2000" dirty="0" smtClean="0"/>
              <a:t> </a:t>
            </a:r>
            <a:r>
              <a:rPr lang="de-DE" sz="2000" dirty="0" err="1" smtClean="0"/>
              <a:t>if</a:t>
            </a:r>
            <a:r>
              <a:rPr lang="de-DE" sz="2000" dirty="0" smtClean="0"/>
              <a:t> </a:t>
            </a:r>
            <a:r>
              <a:rPr lang="de-DE" sz="2000" dirty="0" err="1" smtClean="0"/>
              <a:t>file</a:t>
            </a:r>
            <a:r>
              <a:rPr lang="de-DE" sz="2000" dirty="0" smtClean="0"/>
              <a:t> </a:t>
            </a:r>
            <a:r>
              <a:rPr lang="de-DE" sz="2000" dirty="0" err="1" smtClean="0"/>
              <a:t>is</a:t>
            </a:r>
            <a:r>
              <a:rPr lang="de-DE" sz="2000" dirty="0" smtClean="0"/>
              <a:t> not </a:t>
            </a:r>
            <a:r>
              <a:rPr lang="de-DE" sz="2000" dirty="0" err="1" smtClean="0"/>
              <a:t>found</a:t>
            </a:r>
            <a:r>
              <a:rPr lang="de-DE" sz="2000" dirty="0" smtClean="0"/>
              <a:t>. </a:t>
            </a:r>
          </a:p>
          <a:p>
            <a:pPr marL="0" indent="0">
              <a:spcBef>
                <a:spcPts val="800"/>
              </a:spcBef>
              <a:buNone/>
            </a:pP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 smtClean="0"/>
              <a:t>This also </a:t>
            </a:r>
            <a:r>
              <a:rPr lang="de-DE" sz="2000" dirty="0" err="1" smtClean="0"/>
              <a:t>overwrites</a:t>
            </a:r>
            <a:r>
              <a:rPr lang="de-DE" sz="2000" dirty="0" smtClean="0"/>
              <a:t> </a:t>
            </a:r>
            <a:r>
              <a:rPr lang="de-DE" sz="2000" dirty="0" err="1" smtClean="0"/>
              <a:t>defaults</a:t>
            </a:r>
            <a:r>
              <a:rPr lang="de-DE" sz="2000" dirty="0" smtClean="0"/>
              <a:t>! Works </a:t>
            </a:r>
            <a:r>
              <a:rPr lang="de-DE" sz="2000" dirty="0" err="1" smtClean="0"/>
              <a:t>always</a:t>
            </a:r>
            <a:r>
              <a:rPr lang="de-DE" sz="2000" dirty="0" smtClean="0"/>
              <a:t>, also </a:t>
            </a:r>
            <a:r>
              <a:rPr lang="de-DE" sz="2000" dirty="0" err="1" smtClean="0"/>
              <a:t>for</a:t>
            </a:r>
            <a:r>
              <a:rPr lang="de-DE" sz="2000" dirty="0" smtClean="0"/>
              <a:t> additional </a:t>
            </a:r>
            <a:r>
              <a:rPr lang="de-DE" sz="2000" dirty="0" err="1" smtClean="0"/>
              <a:t>files</a:t>
            </a:r>
            <a:r>
              <a:rPr lang="de-DE" sz="2000" dirty="0" smtClean="0"/>
              <a:t>.</a:t>
            </a:r>
            <a:endParaRPr lang="de-DE" sz="2000" dirty="0" smtClean="0"/>
          </a:p>
        </p:txBody>
      </p:sp>
    </p:spTree>
    <p:extLst>
      <p:ext uri="{BB962C8B-B14F-4D97-AF65-F5344CB8AC3E}">
        <p14:creationId xmlns:p14="http://schemas.microsoft.com/office/powerpoint/2010/main" val="25193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Learn</a:t>
            </a:r>
            <a:r>
              <a:rPr lang="de-DE" dirty="0" smtClean="0"/>
              <a:t> </a:t>
            </a:r>
            <a:r>
              <a:rPr lang="de-DE" dirty="0" err="1" smtClean="0"/>
              <a:t>more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Check out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documentation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available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by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typing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get-esm-usermanual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or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clone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https://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gitlab.dkrz.de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-tools/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esm-usermanual.git</a:t>
            </a: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02931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More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come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dirty="0" smtClean="0">
                <a:ea typeface="STIXNonUnicode-Regular" charset="0"/>
                <a:cs typeface="STIXNonUnicode-Regular" charset="0"/>
              </a:rPr>
              <a:t>Support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for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more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models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oifs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nemo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RecoM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mr-IN" dirty="0" smtClean="0">
                <a:ea typeface="STIXNonUnicode-Regular" charset="0"/>
                <a:cs typeface="STIXNonUnicode-Regular" charset="0"/>
              </a:rPr>
              <a:t>…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)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update-</a:t>
            </a:r>
            <a:r>
              <a:rPr lang="mr-IN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…</a:t>
            </a:r>
            <a:endParaRPr lang="de-DE" i="1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>
              <a:spcBef>
                <a:spcPts val="800"/>
              </a:spcBef>
            </a:pPr>
            <a:r>
              <a:rPr lang="de-DE" dirty="0" smtClean="0">
                <a:ea typeface="STIXNonUnicode-Regular" charset="0"/>
                <a:cs typeface="STIXNonUnicode-Regular" charset="0"/>
              </a:rPr>
              <a:t>log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revision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numbers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of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all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involved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tools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/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models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save a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copy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of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used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runscript-functions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any</a:t>
            </a:r>
            <a:r>
              <a:rPr lang="de-DE" dirty="0" smtClean="0"/>
              <a:t> </a:t>
            </a:r>
            <a:r>
              <a:rPr lang="de-DE" dirty="0" err="1" smtClean="0"/>
              <a:t>ideas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side</a:t>
            </a:r>
            <a:r>
              <a:rPr lang="de-DE" dirty="0" smtClean="0"/>
              <a:t> (</a:t>
            </a:r>
            <a:r>
              <a:rPr lang="de-DE" dirty="0" err="1" smtClean="0"/>
              <a:t>Please</a:t>
            </a:r>
            <a:r>
              <a:rPr lang="de-DE" dirty="0" smtClean="0"/>
              <a:t> </a:t>
            </a:r>
            <a:r>
              <a:rPr lang="de-DE" dirty="0" err="1" smtClean="0"/>
              <a:t>let</a:t>
            </a:r>
            <a:r>
              <a:rPr lang="de-DE" dirty="0" smtClean="0"/>
              <a:t> </a:t>
            </a:r>
            <a:r>
              <a:rPr lang="de-DE" dirty="0" err="1" smtClean="0"/>
              <a:t>me</a:t>
            </a:r>
            <a:r>
              <a:rPr lang="de-DE" dirty="0" smtClean="0"/>
              <a:t> </a:t>
            </a:r>
            <a:r>
              <a:rPr lang="de-DE" dirty="0" err="1" smtClean="0"/>
              <a:t>know</a:t>
            </a:r>
            <a:r>
              <a:rPr lang="de-DE" dirty="0" smtClean="0"/>
              <a:t>, </a:t>
            </a:r>
            <a:r>
              <a:rPr lang="de-DE" dirty="0" smtClean="0">
                <a:solidFill>
                  <a:schemeClr val="accent3"/>
                </a:solidFill>
                <a:hlinkClick r:id="rId2"/>
              </a:rPr>
              <a:t>dirk.barbi@awi.de</a:t>
            </a:r>
            <a:r>
              <a:rPr lang="de-DE" dirty="0" smtClean="0"/>
              <a:t>, -1561)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747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apital">
  <a:themeElements>
    <a:clrScheme name="Custom 4">
      <a:dk1>
        <a:srgbClr val="000000"/>
      </a:dk1>
      <a:lt1>
        <a:srgbClr val="FFFFFF"/>
      </a:lt1>
      <a:dk2>
        <a:srgbClr val="7C9BA5"/>
      </a:dk2>
      <a:lt2>
        <a:srgbClr val="A1D087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1F93EC"/>
      </a:hlink>
      <a:folHlink>
        <a:srgbClr val="0D00F4"/>
      </a:folHlink>
    </a:clrScheme>
    <a:fontScheme name="Capital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Capit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atMod val="150000"/>
                <a:lumMod val="50000"/>
              </a:schemeClr>
              <a:schemeClr val="phClr">
                <a:satMod val="300000"/>
                <a:lumMod val="125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atMod val="135000"/>
                <a:lumMod val="80000"/>
              </a:schemeClr>
              <a:schemeClr val="phClr">
                <a:satMod val="250000"/>
                <a:lumMod val="15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44450" cap="flat" cmpd="sng" algn="ctr">
          <a:solidFill>
            <a:schemeClr val="phClr">
              <a:shade val="85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sx="101000" sy="101000" algn="ctr" rotWithShape="0">
              <a:srgbClr val="000000">
                <a:alpha val="40000"/>
              </a:srgbClr>
            </a:outerShdw>
          </a:effectLst>
          <a:scene3d>
            <a:camera prst="perspectiveFront" fov="3000000"/>
            <a:lightRig rig="threePt" dir="tl"/>
          </a:scene3d>
          <a:sp3d>
            <a:bevelT w="0" h="0"/>
          </a:sp3d>
        </a:effectStyle>
        <a:effectStyle>
          <a:effectLst>
            <a:innerShdw blurRad="190500">
              <a:srgbClr val="000000">
                <a:alpha val="50000"/>
              </a:srgbClr>
            </a:innerShdw>
          </a:effectLst>
          <a:scene3d>
            <a:camera prst="perspectiveFront" fov="4800000"/>
            <a:lightRig rig="twoPt" dir="t">
              <a:rot lat="0" lon="0" rev="48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atMod val="150000"/>
                <a:lumMod val="50000"/>
              </a:schemeClr>
              <a:schemeClr val="phClr">
                <a:satMod val="400000"/>
                <a:lumMod val="16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Theia.thmx</Template>
  <TotalTime>322</TotalTime>
  <Words>634</Words>
  <Application>Microsoft Macintosh PowerPoint</Application>
  <PresentationFormat>On-screen Show (4:3)</PresentationFormat>
  <Paragraphs>132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Calibri</vt:lpstr>
      <vt:lpstr>Calisto MT</vt:lpstr>
      <vt:lpstr>STIXNonUnicode-Regular</vt:lpstr>
      <vt:lpstr>Arial</vt:lpstr>
      <vt:lpstr>Capital</vt:lpstr>
      <vt:lpstr>esm-runscripts</vt:lpstr>
      <vt:lpstr>Download esm-runscripts</vt:lpstr>
      <vt:lpstr>conf-esm-runscripts</vt:lpstr>
      <vt:lpstr>List of supported models</vt:lpstr>
      <vt:lpstr>A first runscript</vt:lpstr>
      <vt:lpstr>First runscript - example</vt:lpstr>
      <vt:lpstr>Important defaults</vt:lpstr>
      <vt:lpstr>Some remarks</vt:lpstr>
      <vt:lpstr>How to start a run</vt:lpstr>
      <vt:lpstr>Let‘s 'check'! </vt:lpstr>
      <vt:lpstr>Stages of the runscript</vt:lpstr>
      <vt:lpstr>Where does the data go? </vt:lpstr>
      <vt:lpstr>Let‘s run a simulation! </vt:lpstr>
      <vt:lpstr>Let‘s change something! </vt:lpstr>
      <vt:lpstr>Let‘s change something else! </vt:lpstr>
      <vt:lpstr>Let‘s change something else! </vt:lpstr>
      <vt:lpstr>Learn more:</vt:lpstr>
      <vt:lpstr>More to come: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esm-master</dc:title>
  <dc:creator>Dirk Barbi</dc:creator>
  <cp:lastModifiedBy>Microsoft Office User</cp:lastModifiedBy>
  <cp:revision>45</cp:revision>
  <dcterms:created xsi:type="dcterms:W3CDTF">2018-06-14T14:28:16Z</dcterms:created>
  <dcterms:modified xsi:type="dcterms:W3CDTF">2018-06-16T13:50:55Z</dcterms:modified>
</cp:coreProperties>
</file>