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4.png" ContentType="image/png"/>
  <Override PartName="/ppt/media/image3.png" ContentType="image/png"/>
  <Override PartName="/ppt/media/image2.wmf" ContentType="image/x-wmf"/>
  <Override PartName="/ppt/media/image1.png" ContentType="image/png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wmf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Bild 11" descr=""/>
          <p:cNvPicPr/>
          <p:nvPr/>
        </p:nvPicPr>
        <p:blipFill>
          <a:blip r:embed="rId2"/>
          <a:stretch/>
        </p:blipFill>
        <p:spPr>
          <a:xfrm>
            <a:off x="6158520" y="456120"/>
            <a:ext cx="2619720" cy="377640"/>
          </a:xfrm>
          <a:prstGeom prst="rect">
            <a:avLst/>
          </a:prstGeom>
          <a:ln>
            <a:noFill/>
          </a:ln>
        </p:spPr>
      </p:pic>
      <p:sp>
        <p:nvSpPr>
          <p:cNvPr id="1" name="Line 1"/>
          <p:cNvSpPr/>
          <p:nvPr/>
        </p:nvSpPr>
        <p:spPr>
          <a:xfrm>
            <a:off x="418680" y="996840"/>
            <a:ext cx="8361720" cy="360"/>
          </a:xfrm>
          <a:prstGeom prst="line">
            <a:avLst/>
          </a:prstGeom>
          <a:ln w="324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" name="Bild 4" descr=""/>
          <p:cNvPicPr/>
          <p:nvPr/>
        </p:nvPicPr>
        <p:blipFill>
          <a:blip r:embed="rId3"/>
          <a:stretch/>
        </p:blipFill>
        <p:spPr>
          <a:xfrm>
            <a:off x="7207920" y="6376320"/>
            <a:ext cx="1169640" cy="152640"/>
          </a:xfrm>
          <a:prstGeom prst="rect">
            <a:avLst/>
          </a:prstGeom>
          <a:ln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gitlab.dkrz.de/esm-tools/esm-usermanual" TargetMode="External"/><Relationship Id="rId2" Type="http://schemas.openxmlformats.org/officeDocument/2006/relationships/hyperlink" Target="https://gitlab.dkrz.de/esm-tools/esm-usermanual/blob/master/esm_usermanual.pdf" TargetMode="External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348480" y="376920"/>
            <a:ext cx="8420760" cy="61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" name="CustomShape 2"/>
          <p:cNvSpPr/>
          <p:nvPr/>
        </p:nvSpPr>
        <p:spPr>
          <a:xfrm>
            <a:off x="1556280" y="2103120"/>
            <a:ext cx="6030000" cy="150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ESM-Tools Developer Workshop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7 August 2018, 9:00-11:00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Glaskasten, Building F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457200" y="427680"/>
            <a:ext cx="475344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0" lang="en-US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Agenda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548640" y="1188720"/>
            <a:ext cx="8136720" cy="348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182880" indent="-18144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News and announcements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82880" indent="-18144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State of development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82880" indent="-18144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Wish list for new features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82880" indent="-18144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Documentation (esm-usermanual)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82880" indent="-18144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Branching model and developer guideline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82880" indent="-18144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AOB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82880" indent="-18144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Next meetings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457200" y="1188720"/>
            <a:ext cx="8319600" cy="54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News and announcements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" name="CustomShape 2"/>
          <p:cNvSpPr/>
          <p:nvPr/>
        </p:nvSpPr>
        <p:spPr>
          <a:xfrm>
            <a:off x="548640" y="1828800"/>
            <a:ext cx="8228160" cy="155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219600" indent="-2181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First release planned for: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4. September 2018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Merge branch ‘develop’ into ‘release’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5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Next code freeze: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17. August – 4. September 2018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648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No merge requests accepted for develop and release branches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648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Updating the esm-usermanual, Wiki (GitLab)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648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Testing of ‘develop’ branch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648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Testing volunteers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864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"/>
            </a:pPr>
            <a:r>
              <a:rPr b="0" lang="en-US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AWI-CM 1.1 [ Nadine ], AWI-CM 2 [ Dima? ], AWI-CM 3 [ Jan Streffing ]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864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"/>
            </a:pPr>
            <a:r>
              <a:rPr b="0" lang="en-US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PISM, iterative coupling [ Paul, Sebastian ]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864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"/>
            </a:pPr>
            <a:r>
              <a:rPr b="0" lang="en-US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MPIESM [ Christian Stepanek ]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864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"/>
            </a:pPr>
            <a:r>
              <a:rPr b="0" lang="en-US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648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Which (wip) features go into next release? Merge requests for ‘develop’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648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Share your new feature developments with the esm-tools community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Develop new features on an up-to-date branch → avoid merge conflicts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457200" y="1188720"/>
            <a:ext cx="8319600" cy="54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State of development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CustomShape 2"/>
          <p:cNvSpPr/>
          <p:nvPr/>
        </p:nvSpPr>
        <p:spPr>
          <a:xfrm>
            <a:off x="548640" y="1830960"/>
            <a:ext cx="8228520" cy="39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PISM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(wip)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OIFS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(wip)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Updated example runscripts for AWI-CM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Postprocessing (AWI-CM)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(wip)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Easier branching off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(wip)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fesom.clock restart file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Automatic tests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(wip)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Copy esm-tools to scripts-folder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Copy logs back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Recom and Fesom-Recom support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(wip)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DKRZ Mistral: compute/compute2 Bugfix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Jülich (JUWELS) support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(wip)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HLRN support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(wip?)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User-defined functions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(wip)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General bugfixes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1"/>
          <p:cNvSpPr/>
          <p:nvPr/>
        </p:nvSpPr>
        <p:spPr>
          <a:xfrm>
            <a:off x="457200" y="1188720"/>
            <a:ext cx="8319600" cy="54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Wish list for new features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8" name="CustomShape 2"/>
          <p:cNvSpPr/>
          <p:nvPr/>
        </p:nvSpPr>
        <p:spPr>
          <a:xfrm>
            <a:off x="457200" y="2011680"/>
            <a:ext cx="8319960" cy="19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Esm-runscripts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(awicm-CMIP6: esm removes fesom restart files after renaming experiment directory) → Very nice to have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Iterative coupling with standalone models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CustomShape 3"/>
          <p:cNvSpPr/>
          <p:nvPr/>
        </p:nvSpPr>
        <p:spPr>
          <a:xfrm>
            <a:off x="457920" y="3383280"/>
            <a:ext cx="8319960" cy="118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Esm-master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Clarify state of AWICM test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PISM: getting and compiling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Get around esm-environment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0" name="CustomShape 4"/>
          <p:cNvSpPr/>
          <p:nvPr/>
        </p:nvSpPr>
        <p:spPr>
          <a:xfrm>
            <a:off x="457920" y="4754880"/>
            <a:ext cx="8319960" cy="118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Esm-usermanual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Path to pool of restart files Ollie/Mistral (if available)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>
          <a:xfrm>
            <a:off x="457200" y="1188720"/>
            <a:ext cx="8319600" cy="54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Documentation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CustomShape 2"/>
          <p:cNvSpPr/>
          <p:nvPr/>
        </p:nvSpPr>
        <p:spPr>
          <a:xfrm>
            <a:off x="640080" y="1828800"/>
            <a:ext cx="6856920" cy="356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esm-tools project on GitLab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 u="sng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  <a:hlinkClick r:id="rId1"/>
              </a:rPr>
              <a:t>https://gitlab.dkrz.de/esm-tools/esm-usermanual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Pdf-File: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 u="sng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  <a:hlinkClick r:id="rId2"/>
              </a:rPr>
              <a:t>https://gitlab.dkrz.de/esm-tools/esm-usermanual/blob/master/esm_usermanual.pdf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Feedback for next release: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Missing chapters?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Missing examples?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Typos, misleading paragraphs, bugs in examples, …?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GitLab Wiki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ustomShape 1"/>
          <p:cNvSpPr/>
          <p:nvPr/>
        </p:nvSpPr>
        <p:spPr>
          <a:xfrm>
            <a:off x="457200" y="1097280"/>
            <a:ext cx="8319600" cy="54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Branching model and developer guideline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CustomShape 2"/>
          <p:cNvSpPr/>
          <p:nvPr/>
        </p:nvSpPr>
        <p:spPr>
          <a:xfrm>
            <a:off x="549720" y="1737360"/>
            <a:ext cx="7862760" cy="493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Branching model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‘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release’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→ stable release (new release every three months)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‘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develop’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→ testing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Feature branches → develop new feature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Bugfixes are done at any time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Development workflow for new features and bugfixes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Create new issue on GitLab describing the new feature/bug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Create merge request (with WIP status)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Checkout feature branch and code new feature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Test your new feature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Commit and pull changes to remote branch (develop)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Describe your code changes in the merge request (on GitLab), so other developer can comment your solution before merging it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Remove WIP status of merge request (GitLab)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Automatic testing after accepting merge request (wip)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CustomShape 1"/>
          <p:cNvSpPr/>
          <p:nvPr/>
        </p:nvSpPr>
        <p:spPr>
          <a:xfrm>
            <a:off x="457200" y="1188720"/>
            <a:ext cx="8319600" cy="54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AOB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6" name="CustomShape 2"/>
          <p:cNvSpPr/>
          <p:nvPr/>
        </p:nvSpPr>
        <p:spPr>
          <a:xfrm>
            <a:off x="365760" y="1939680"/>
            <a:ext cx="8411400" cy="162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esm-master: Model licences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Note in the user-manual, source code (readme)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GitLab usage? Any questions, problems, best practices?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Internship for the development of a graphical user interface (Python Tkinter)?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stomShape 1"/>
          <p:cNvSpPr/>
          <p:nvPr/>
        </p:nvSpPr>
        <p:spPr>
          <a:xfrm>
            <a:off x="457200" y="1188720"/>
            <a:ext cx="8319600" cy="54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Next meeting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CustomShape 2"/>
          <p:cNvSpPr/>
          <p:nvPr/>
        </p:nvSpPr>
        <p:spPr>
          <a:xfrm>
            <a:off x="548640" y="2194560"/>
            <a:ext cx="7222680" cy="1369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4. September 2018, 9:00-11:00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, Glaskasten, Building F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sng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2. October 2018 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(bridge day), 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→ 9. October 2018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6. November 2018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4. December 2018 (→ Second release)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sng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1. January 2019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(holiday) 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→ 8. January 2019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</TotalTime>
  <Application>LibreOffice/5.1.6.2$Linux_X86_64 LibreOffice_project/10m0$Build-2</Application>
  <Company>AWI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2013-05-22T13:17:02Z</dcterms:created>
  <dc:creator>Yves Nowak</dc:creator>
  <dc:description/>
  <dc:language>en-US</dc:language>
  <cp:lastModifiedBy>Wieters Nadine</cp:lastModifiedBy>
  <dcterms:modified xsi:type="dcterms:W3CDTF">2018-08-07T12:42:37Z</dcterms:modified>
  <cp:revision>143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AWI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Bildschirmpräsentation (4:3)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2</vt:i4>
  </property>
</Properties>
</file>