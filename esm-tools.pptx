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png" ContentType="image/png"/>
  <Default Extension="rels" ContentType="application/vnd.openxmlformats-package.relationships+xml"/>
  <Default Extension="emf" ContentType="image/x-emf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saveSubsetFonts="1" autoCompressPictures="0">
  <p:sldMasterIdLst>
    <p:sldMasterId id="2147483661" r:id="rId1"/>
  </p:sldMasterIdLst>
  <p:notesMasterIdLst>
    <p:notesMasterId r:id="rId24"/>
  </p:notesMasterIdLst>
  <p:sldIdLst>
    <p:sldId id="256" r:id="rId2"/>
    <p:sldId id="258" r:id="rId3"/>
    <p:sldId id="273" r:id="rId4"/>
    <p:sldId id="272" r:id="rId5"/>
    <p:sldId id="259" r:id="rId6"/>
    <p:sldId id="257" r:id="rId7"/>
    <p:sldId id="284" r:id="rId8"/>
    <p:sldId id="285" r:id="rId9"/>
    <p:sldId id="286" r:id="rId10"/>
    <p:sldId id="287" r:id="rId11"/>
    <p:sldId id="264" r:id="rId12"/>
    <p:sldId id="266" r:id="rId13"/>
    <p:sldId id="262" r:id="rId14"/>
    <p:sldId id="261" r:id="rId15"/>
    <p:sldId id="260" r:id="rId16"/>
    <p:sldId id="289" r:id="rId17"/>
    <p:sldId id="291" r:id="rId18"/>
    <p:sldId id="290" r:id="rId19"/>
    <p:sldId id="292" r:id="rId20"/>
    <p:sldId id="288" r:id="rId21"/>
    <p:sldId id="279" r:id="rId22"/>
    <p:sldId id="268" r:id="rId23"/>
  </p:sldIdLst>
  <p:sldSz cx="9144000" cy="6858000" type="screen4x3"/>
  <p:notesSz cx="6858000" cy="9144000"/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E8E80"/>
    <a:srgbClr val="F15668"/>
    <a:srgbClr val="6CF3CE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DD27F25-2EE1-4D38-822F-2130CD8594B2}">
  <a:tblStyle styleId="{5DD27F25-2EE1-4D38-822F-2130CD8594B2}" styleName="Table_0">
    <a:wholeTbl>
      <a:tcTxStyle>
        <a:font>
          <a:latin typeface="Arial"/>
          <a:ea typeface="Arial"/>
          <a:cs typeface="Arial"/>
        </a:font>
        <a:srgbClr val="000000"/>
      </a:tcTxStyle>
      <a:tcStyle>
        <a:tcBdr>
          <a:left>
            <a:ln w="9525"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a:left>
          <a:right>
            <a:ln w="9525"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a:right>
          <a:top>
            <a:ln w="9525"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a:top>
          <a:bottom>
            <a:ln w="9525"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a:bottom>
          <a:insideH>
            <a:ln w="9525"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a:insideH>
          <a:insideV>
            <a:ln w="9525"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a:insideV>
        </a:tcBdr>
      </a:tcStyle>
    </a:wholeTbl>
    <a:band1H>
      <a:tcTxStyle/>
      <a:tcStyle>
        <a:tcBdr/>
      </a:tcStyle>
    </a:band1H>
    <a:band2H>
      <a:tcTxStyle/>
      <a:tcStyle>
        <a:tcBdr/>
      </a:tcStyle>
    </a:band2H>
    <a:band1V>
      <a:tcTxStyle/>
      <a:tcStyle>
        <a:tcBdr/>
      </a:tcStyle>
    </a:band1V>
    <a:band2V>
      <a:tcTxStyle/>
      <a:tcStyle>
        <a:tcBdr/>
      </a:tcStyle>
    </a:band2V>
    <a:lastCol>
      <a:tcTxStyle/>
      <a:tcStyle>
        <a:tcBdr/>
      </a:tcStyle>
    </a:lastCol>
    <a:firstCol>
      <a:tcTxStyle/>
      <a:tcStyle>
        <a:tcBdr/>
      </a:tcStyle>
    </a:firstCol>
    <a:lastRow>
      <a:tcTxStyle/>
      <a:tcStyle>
        <a:tcBdr/>
      </a:tcStyle>
    </a:lastRow>
    <a:seCell>
      <a:tcTxStyle/>
      <a:tcStyle>
        <a:tcBdr/>
      </a:tcStyle>
    </a:seCell>
    <a:swCell>
      <a:tcTxStyle/>
      <a:tcStyle>
        <a:tcBdr/>
      </a:tcStyle>
    </a:swCell>
    <a:firstRow>
      <a:tcTxStyle/>
      <a:tcStyle>
        <a:tcBdr/>
      </a:tcStyle>
    </a:firstRow>
    <a:neCell>
      <a:tcTxStyle/>
      <a:tcStyle>
        <a:tcBdr/>
      </a:tcStyle>
    </a:neCell>
    <a:nwCell>
      <a:tcTxStyle/>
      <a:tcStyle>
        <a:tcBdr/>
      </a:tcStyle>
    </a:nwCel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423"/>
    <p:restoredTop sz="94674"/>
  </p:normalViewPr>
  <p:slideViewPr>
    <p:cSldViewPr snapToGrid="0" snapToObjects="1">
      <p:cViewPr varScale="1">
        <p:scale>
          <a:sx n="124" d="100"/>
          <a:sy n="124" d="100"/>
        </p:scale>
        <p:origin x="1832" y="16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9" Type="http://schemas.openxmlformats.org/officeDocument/2006/relationships/slide" Target="slides/slide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notesMaster" Target="notesMasters/notesMaster1.xml"/><Relationship Id="rId25" Type="http://schemas.openxmlformats.org/officeDocument/2006/relationships/presProps" Target="presProps.xml"/><Relationship Id="rId26" Type="http://schemas.openxmlformats.org/officeDocument/2006/relationships/viewProps" Target="viewProps.xml"/><Relationship Id="rId27" Type="http://schemas.openxmlformats.org/officeDocument/2006/relationships/theme" Target="theme/theme1.xml"/><Relationship Id="rId28" Type="http://schemas.openxmlformats.org/officeDocument/2006/relationships/tableStyles" Target="tableStyles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3"/>
          <p:cNvSpPr>
            <a:spLocks noGrp="1" noRot="1" noChangeAspect="1"/>
          </p:cNvSpPr>
          <p:nvPr>
            <p:ph type="sldImg" idx="2"/>
          </p:nvPr>
        </p:nvSpPr>
        <p:spPr>
          <a:xfrm>
            <a:off x="1143225" y="685800"/>
            <a:ext cx="4572300" cy="3429000"/>
          </a:xfrm>
          <a:custGeom>
            <a:avLst/>
            <a:gdLst/>
            <a:ahLst/>
            <a:cxnLst/>
            <a:rect l="0" t="0" r="0" b="0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Shape 4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/>
          <a:lstStyle>
            <a:lvl1pPr marL="457200" lvl="0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100"/>
            </a:lvl1pPr>
            <a:lvl2pPr marL="914400" lvl="1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 sz="1100"/>
            </a:lvl2pPr>
            <a:lvl3pPr marL="1371600" lvl="2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 sz="1100"/>
            </a:lvl3pPr>
            <a:lvl4pPr marL="1828800" lvl="3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100"/>
            </a:lvl4pPr>
            <a:lvl5pPr marL="2286000" lvl="4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 sz="1100"/>
            </a:lvl5pPr>
            <a:lvl6pPr marL="2743200" lvl="5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 sz="1100"/>
            </a:lvl6pPr>
            <a:lvl7pPr marL="3200400" lvl="6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100"/>
            </a:lvl7pPr>
            <a:lvl8pPr marL="3657600" lvl="7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 sz="1100"/>
            </a:lvl8pPr>
            <a:lvl9pPr marL="4114800" lvl="8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 sz="1100"/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"1.0" encoding="UTF-8" standalone="yes"?>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"1.0" encoding="UTF-8" standalone="yes"?>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"1.0" encoding="UTF-8" standalone="yes"?>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"1.0" encoding="UTF-8" standalone="yes"?>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"1.0" encoding="UTF-8" standalone="yes"?>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"1.0" encoding="UTF-8" standalone="yes"?>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"1.0" encoding="UTF-8" standalone="yes"?>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"1.0" encoding="UTF-8" standalone="yes"?>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"1.0" encoding="UTF-8" standalone="yes"?>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"1.0" encoding="UTF-8" standalone="yes"?>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"1.0" encoding="UTF-8" standalone="yes"?>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"1.0" encoding="UTF-8" standalone="yes"?>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"1.0" encoding="UTF-8" standalone="yes"?>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"1.0" encoding="UTF-8" standalone="yes"?>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"1.0" encoding="UTF-8" standalone="yes"?>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"1.0" encoding="UTF-8" standalone="yes"?>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"1.0" encoding="UTF-8" standalone="yes"?>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"1.0" encoding="UTF-8" standalone="yes"?>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"1.0" encoding="UTF-8" standalone="yes"?>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"1.0" encoding="UTF-8" standalone="yes"?>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"1.0" encoding="UTF-8" standalone="yes"?>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Shape 72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custGeom>
            <a:avLst/>
            <a:gdLst/>
            <a:ahLst/>
            <a:cxnLst/>
            <a:rect l="0" t="0" r="0" b="0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3" name="Shape 73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Shape 85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custGeom>
            <a:avLst/>
            <a:gdLst/>
            <a:ahLst/>
            <a:cxnLst/>
            <a:rect l="0" t="0" r="0" b="0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6" name="Shape 86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Shape 199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custGeom>
            <a:avLst/>
            <a:gdLst/>
            <a:ahLst/>
            <a:cxnLst/>
            <a:rect l="0" t="0" r="0" b="0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00" name="Shape 200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1" name="Shape 191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custGeom>
            <a:avLst/>
            <a:gdLst/>
            <a:ahLst/>
            <a:cxnLst/>
            <a:rect l="0" t="0" r="0" b="0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92" name="Shape 192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Shape 9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custGeom>
            <a:avLst/>
            <a:gdLst/>
            <a:ahLst/>
            <a:cxnLst/>
            <a:rect l="0" t="0" r="0" b="0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4" name="Shape 94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7" name="Shape 77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custGeom>
            <a:avLst/>
            <a:gdLst/>
            <a:ahLst/>
            <a:cxnLst/>
            <a:rect l="0" t="0" r="0" b="0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8" name="Shape 78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Shape 9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custGeom>
            <a:avLst/>
            <a:gdLst/>
            <a:ahLst/>
            <a:cxnLst/>
            <a:rect l="0" t="0" r="0" b="0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4" name="Shape 94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524015040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7" name="Shape 77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custGeom>
            <a:avLst/>
            <a:gdLst/>
            <a:ahLst/>
            <a:cxnLst/>
            <a:rect l="0" t="0" r="0" b="0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8" name="Shape 78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940931920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Shape 9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custGeom>
            <a:avLst/>
            <a:gdLst/>
            <a:ahLst/>
            <a:cxnLst/>
            <a:rect l="0" t="0" r="0" b="0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4" name="Shape 94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403916758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7" name="Shape 77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custGeom>
            <a:avLst/>
            <a:gdLst/>
            <a:ahLst/>
            <a:cxnLst/>
            <a:rect l="0" t="0" r="0" b="0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8" name="Shape 78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860413954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7" name="Shape 127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custGeom>
            <a:avLst/>
            <a:gdLst/>
            <a:ahLst/>
            <a:cxnLst/>
            <a:rect l="0" t="0" r="0" b="0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28" name="Shape 128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Shape 142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custGeom>
            <a:avLst/>
            <a:gdLst/>
            <a:ahLst/>
            <a:cxnLst/>
            <a:rect l="0" t="0" r="0" b="0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3" name="Shape 143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Shape 110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custGeom>
            <a:avLst/>
            <a:gdLst/>
            <a:ahLst/>
            <a:cxnLst/>
            <a:rect l="0" t="0" r="0" b="0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11" name="Shape 111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Shape 104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custGeom>
            <a:avLst/>
            <a:gdLst/>
            <a:ahLst/>
            <a:cxnLst/>
            <a:rect l="0" t="0" r="0" b="0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5" name="Shape 105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Shape 99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custGeom>
            <a:avLst/>
            <a:gdLst/>
            <a:ahLst/>
            <a:cxnLst/>
            <a:rect l="0" t="0" r="0" b="0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0" name="Shape 100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Shape 9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custGeom>
            <a:avLst/>
            <a:gdLst/>
            <a:ahLst/>
            <a:cxnLst/>
            <a:rect l="0" t="0" r="0" b="0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4" name="Shape 94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00242796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7" name="Shape 77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custGeom>
            <a:avLst/>
            <a:gdLst/>
            <a:ahLst/>
            <a:cxnLst/>
            <a:rect l="0" t="0" r="0" b="0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8" name="Shape 78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912571144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Shape 9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custGeom>
            <a:avLst/>
            <a:gdLst/>
            <a:ahLst/>
            <a:cxnLst/>
            <a:rect l="0" t="0" r="0" b="0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4" name="Shape 94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939971378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7" name="Shape 77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custGeom>
            <a:avLst/>
            <a:gdLst/>
            <a:ahLst/>
            <a:cxnLst/>
            <a:rect l="0" t="0" r="0" b="0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8" name="Shape 78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991890325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Shape 199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custGeom>
            <a:avLst/>
            <a:gdLst/>
            <a:ahLst/>
            <a:cxnLst/>
            <a:rect l="0" t="0" r="0" b="0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00" name="Shape 200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182496186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8" name="Shape 268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custGeom>
            <a:avLst/>
            <a:gdLst/>
            <a:ahLst/>
            <a:cxnLst/>
            <a:rect l="0" t="0" r="0" b="0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69" name="Shape 269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Shape 156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custGeom>
            <a:avLst/>
            <a:gdLst/>
            <a:ahLst/>
            <a:cxnLst/>
            <a:rect l="0" t="0" r="0" b="0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57" name="Shape 157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" type="title">
  <p:cSld name="TITLE">
    <p:bg>
      <p:bgPr>
        <a:solidFill>
          <a:srgbClr val="00C5B9"/>
        </a:solidFill>
        <a:effectLst/>
      </p:bgPr>
    </p:bg>
    <p:spTree>
      <p:nvGrpSpPr>
        <p:cNvPr id="1" name="Shape 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Shape 9"/>
          <p:cNvSpPr/>
          <p:nvPr/>
        </p:nvSpPr>
        <p:spPr>
          <a:xfrm>
            <a:off x="181050" y="168450"/>
            <a:ext cx="8781900" cy="6521100"/>
          </a:xfrm>
          <a:prstGeom prst="rect">
            <a:avLst/>
          </a:prstGeom>
          <a:solidFill>
            <a:srgbClr val="2F3848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0" name="Shape 10"/>
          <p:cNvSpPr txBox="1">
            <a:spLocks noGrp="1"/>
          </p:cNvSpPr>
          <p:nvPr>
            <p:ph type="ctrTitle"/>
          </p:nvPr>
        </p:nvSpPr>
        <p:spPr>
          <a:xfrm>
            <a:off x="1692000" y="3265350"/>
            <a:ext cx="5760000" cy="1546500"/>
          </a:xfrm>
          <a:prstGeom prst="rect">
            <a:avLst/>
          </a:prstGeom>
        </p:spPr>
        <p:txBody>
          <a:bodyPr spcFirstLastPara="1" wrap="square" lIns="91425" tIns="91425" rIns="91425" bIns="91425" anchor="t" anchorCtr="0"/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rgbClr val="F05768"/>
              </a:buClr>
              <a:buSzPts val="4800"/>
              <a:buNone/>
              <a:defRPr sz="4800">
                <a:solidFill>
                  <a:srgbClr val="F05768"/>
                </a:solidFill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Clr>
                <a:srgbClr val="F05768"/>
              </a:buClr>
              <a:buSzPts val="4800"/>
              <a:buNone/>
              <a:defRPr sz="4800">
                <a:solidFill>
                  <a:srgbClr val="F05768"/>
                </a:solidFill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Clr>
                <a:srgbClr val="F05768"/>
              </a:buClr>
              <a:buSzPts val="4800"/>
              <a:buNone/>
              <a:defRPr sz="4800">
                <a:solidFill>
                  <a:srgbClr val="F05768"/>
                </a:solidFill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Clr>
                <a:srgbClr val="F05768"/>
              </a:buClr>
              <a:buSzPts val="4800"/>
              <a:buNone/>
              <a:defRPr sz="4800">
                <a:solidFill>
                  <a:srgbClr val="F05768"/>
                </a:solidFill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Clr>
                <a:srgbClr val="F05768"/>
              </a:buClr>
              <a:buSzPts val="4800"/>
              <a:buNone/>
              <a:defRPr sz="4800">
                <a:solidFill>
                  <a:srgbClr val="F05768"/>
                </a:solidFill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Clr>
                <a:srgbClr val="F05768"/>
              </a:buClr>
              <a:buSzPts val="4800"/>
              <a:buNone/>
              <a:defRPr sz="4800">
                <a:solidFill>
                  <a:srgbClr val="F05768"/>
                </a:solidFill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Clr>
                <a:srgbClr val="F05768"/>
              </a:buClr>
              <a:buSzPts val="4800"/>
              <a:buNone/>
              <a:defRPr sz="4800">
                <a:solidFill>
                  <a:srgbClr val="F05768"/>
                </a:solidFill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Clr>
                <a:srgbClr val="F05768"/>
              </a:buClr>
              <a:buSzPts val="4800"/>
              <a:buNone/>
              <a:defRPr sz="4800">
                <a:solidFill>
                  <a:srgbClr val="F05768"/>
                </a:solidFill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Clr>
                <a:srgbClr val="F05768"/>
              </a:buClr>
              <a:buSzPts val="4800"/>
              <a:buNone/>
              <a:defRPr sz="4800">
                <a:solidFill>
                  <a:srgbClr val="F05768"/>
                </a:solidFill>
              </a:defRPr>
            </a:lvl9pPr>
          </a:lstStyle>
          <a:p>
            <a:endParaRPr/>
          </a:p>
        </p:txBody>
      </p:sp>
      <p:sp>
        <p:nvSpPr>
          <p:cNvPr id="11" name="Shape 11"/>
          <p:cNvSpPr/>
          <p:nvPr/>
        </p:nvSpPr>
        <p:spPr>
          <a:xfrm>
            <a:off x="3855150" y="1840275"/>
            <a:ext cx="1433700" cy="955800"/>
          </a:xfrm>
          <a:prstGeom prst="wedgeRectCallout">
            <a:avLst>
              <a:gd name="adj1" fmla="val 8366"/>
              <a:gd name="adj2" fmla="val 80819"/>
            </a:avLst>
          </a:prstGeom>
          <a:noFill/>
          <a:ln w="114300" cap="flat" cmpd="sng">
            <a:solidFill>
              <a:srgbClr val="F05768"/>
            </a:solidFill>
            <a:prstDash val="solid"/>
            <a:miter lim="8000"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ubtitle teal">
  <p:cSld name="TITLE_1">
    <p:bg>
      <p:bgPr>
        <a:solidFill>
          <a:srgbClr val="6CF3CE"/>
        </a:solidFill>
        <a:effectLst/>
      </p:bgPr>
    </p:bg>
    <p:spTree>
      <p:nvGrpSpPr>
        <p:cNvPr id="1" name="Shape 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Shape 13"/>
          <p:cNvSpPr/>
          <p:nvPr/>
        </p:nvSpPr>
        <p:spPr>
          <a:xfrm>
            <a:off x="181050" y="168450"/>
            <a:ext cx="8781900" cy="6521100"/>
          </a:xfrm>
          <a:prstGeom prst="rect">
            <a:avLst/>
          </a:prstGeom>
          <a:solidFill>
            <a:srgbClr val="00C5B9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4" name="Shape 14"/>
          <p:cNvSpPr txBox="1">
            <a:spLocks noGrp="1"/>
          </p:cNvSpPr>
          <p:nvPr>
            <p:ph type="ctrTitle"/>
          </p:nvPr>
        </p:nvSpPr>
        <p:spPr>
          <a:xfrm>
            <a:off x="665225" y="2018025"/>
            <a:ext cx="4927500" cy="1546500"/>
          </a:xfrm>
          <a:prstGeom prst="rect">
            <a:avLst/>
          </a:prstGeom>
        </p:spPr>
        <p:txBody>
          <a:bodyPr spcFirstLastPara="1" wrap="square" lIns="91425" tIns="91425" rIns="91425" bIns="91425" anchor="b" anchorCtr="0"/>
          <a:lstStyle>
            <a:lvl1pPr lvl="0" algn="l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4800"/>
              <a:buNone/>
              <a:defRPr sz="4800">
                <a:solidFill>
                  <a:srgbClr val="FFFFFF"/>
                </a:solidFill>
              </a:defRPr>
            </a:lvl1pPr>
            <a:lvl2pPr lvl="1" algn="l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4800"/>
              <a:buNone/>
              <a:defRPr sz="4800">
                <a:solidFill>
                  <a:srgbClr val="FFFFFF"/>
                </a:solidFill>
              </a:defRPr>
            </a:lvl2pPr>
            <a:lvl3pPr lvl="2" algn="l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4800"/>
              <a:buNone/>
              <a:defRPr sz="4800">
                <a:solidFill>
                  <a:srgbClr val="FFFFFF"/>
                </a:solidFill>
              </a:defRPr>
            </a:lvl3pPr>
            <a:lvl4pPr lvl="3" algn="l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4800"/>
              <a:buNone/>
              <a:defRPr sz="4800">
                <a:solidFill>
                  <a:srgbClr val="FFFFFF"/>
                </a:solidFill>
              </a:defRPr>
            </a:lvl4pPr>
            <a:lvl5pPr lvl="4" algn="l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4800"/>
              <a:buNone/>
              <a:defRPr sz="4800">
                <a:solidFill>
                  <a:srgbClr val="FFFFFF"/>
                </a:solidFill>
              </a:defRPr>
            </a:lvl5pPr>
            <a:lvl6pPr lvl="5" algn="l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4800"/>
              <a:buNone/>
              <a:defRPr sz="4800">
                <a:solidFill>
                  <a:srgbClr val="FFFFFF"/>
                </a:solidFill>
              </a:defRPr>
            </a:lvl6pPr>
            <a:lvl7pPr lvl="6" algn="l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4800"/>
              <a:buNone/>
              <a:defRPr sz="4800">
                <a:solidFill>
                  <a:srgbClr val="FFFFFF"/>
                </a:solidFill>
              </a:defRPr>
            </a:lvl7pPr>
            <a:lvl8pPr lvl="7" algn="l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4800"/>
              <a:buNone/>
              <a:defRPr sz="4800">
                <a:solidFill>
                  <a:srgbClr val="FFFFFF"/>
                </a:solidFill>
              </a:defRPr>
            </a:lvl8pPr>
            <a:lvl9pPr lvl="8" algn="l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4800"/>
              <a:buNone/>
              <a:defRPr sz="4800">
                <a:solidFill>
                  <a:srgbClr val="FFFFFF"/>
                </a:solidFill>
              </a:defRPr>
            </a:lvl9pPr>
          </a:lstStyle>
          <a:p>
            <a:endParaRPr/>
          </a:p>
        </p:txBody>
      </p:sp>
      <p:sp>
        <p:nvSpPr>
          <p:cNvPr id="15" name="Shape 15"/>
          <p:cNvSpPr txBox="1">
            <a:spLocks noGrp="1"/>
          </p:cNvSpPr>
          <p:nvPr>
            <p:ph type="subTitle" idx="1"/>
          </p:nvPr>
        </p:nvSpPr>
        <p:spPr>
          <a:xfrm>
            <a:off x="854252" y="3922275"/>
            <a:ext cx="3815400" cy="993900"/>
          </a:xfrm>
          <a:prstGeom prst="rect">
            <a:avLst/>
          </a:prstGeom>
          <a:ln w="114300" cap="flat" cmpd="sng">
            <a:solidFill>
              <a:srgbClr val="FFFFFF"/>
            </a:solidFill>
            <a:prstDash val="solid"/>
            <a:miter lim="8000"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/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400"/>
              <a:buFont typeface="Source Sans Pro"/>
              <a:buNone/>
              <a:defRPr sz="2400">
                <a:solidFill>
                  <a:srgbClr val="FFFFFF"/>
                </a:solidFill>
                <a:latin typeface="Source Sans Pro"/>
                <a:ea typeface="Source Sans Pro"/>
                <a:cs typeface="Source Sans Pro"/>
                <a:sym typeface="Source Sans Pro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400"/>
              <a:buFont typeface="Source Sans Pro"/>
              <a:buNone/>
              <a:defRPr>
                <a:solidFill>
                  <a:srgbClr val="FFFFFF"/>
                </a:solidFill>
                <a:latin typeface="Source Sans Pro"/>
                <a:ea typeface="Source Sans Pro"/>
                <a:cs typeface="Source Sans Pro"/>
                <a:sym typeface="Source Sans Pro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400"/>
              <a:buFont typeface="Source Sans Pro"/>
              <a:buNone/>
              <a:defRPr>
                <a:solidFill>
                  <a:srgbClr val="FFFFFF"/>
                </a:solidFill>
                <a:latin typeface="Source Sans Pro"/>
                <a:ea typeface="Source Sans Pro"/>
                <a:cs typeface="Source Sans Pro"/>
                <a:sym typeface="Source Sans Pro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400"/>
              <a:buFont typeface="Source Sans Pro"/>
              <a:buNone/>
              <a:defRPr sz="2400">
                <a:solidFill>
                  <a:srgbClr val="FFFFFF"/>
                </a:solidFill>
                <a:latin typeface="Source Sans Pro"/>
                <a:ea typeface="Source Sans Pro"/>
                <a:cs typeface="Source Sans Pro"/>
                <a:sym typeface="Source Sans Pro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400"/>
              <a:buFont typeface="Source Sans Pro"/>
              <a:buNone/>
              <a:defRPr sz="2400">
                <a:solidFill>
                  <a:srgbClr val="FFFFFF"/>
                </a:solidFill>
                <a:latin typeface="Source Sans Pro"/>
                <a:ea typeface="Source Sans Pro"/>
                <a:cs typeface="Source Sans Pro"/>
                <a:sym typeface="Source Sans Pro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400"/>
              <a:buFont typeface="Source Sans Pro"/>
              <a:buNone/>
              <a:defRPr sz="2400">
                <a:solidFill>
                  <a:srgbClr val="FFFFFF"/>
                </a:solidFill>
                <a:latin typeface="Source Sans Pro"/>
                <a:ea typeface="Source Sans Pro"/>
                <a:cs typeface="Source Sans Pro"/>
                <a:sym typeface="Source Sans Pro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400"/>
              <a:buFont typeface="Source Sans Pro"/>
              <a:buNone/>
              <a:defRPr sz="2400">
                <a:solidFill>
                  <a:srgbClr val="FFFFFF"/>
                </a:solidFill>
                <a:latin typeface="Source Sans Pro"/>
                <a:ea typeface="Source Sans Pro"/>
                <a:cs typeface="Source Sans Pro"/>
                <a:sym typeface="Source Sans Pro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400"/>
              <a:buFont typeface="Source Sans Pro"/>
              <a:buNone/>
              <a:defRPr sz="2400">
                <a:solidFill>
                  <a:srgbClr val="FFFFFF"/>
                </a:solidFill>
                <a:latin typeface="Source Sans Pro"/>
                <a:ea typeface="Source Sans Pro"/>
                <a:cs typeface="Source Sans Pro"/>
                <a:sym typeface="Source Sans Pro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400"/>
              <a:buFont typeface="Source Sans Pro"/>
              <a:buNone/>
              <a:defRPr sz="2400">
                <a:solidFill>
                  <a:srgbClr val="FFFFFF"/>
                </a:solidFill>
                <a:latin typeface="Source Sans Pro"/>
                <a:ea typeface="Source Sans Pro"/>
                <a:cs typeface="Source Sans Pro"/>
                <a:sym typeface="Source Sans Pro"/>
              </a:defRPr>
            </a:lvl9pPr>
          </a:lstStyle>
          <a:p>
            <a:endParaRPr/>
          </a:p>
        </p:txBody>
      </p:sp>
      <p:sp>
        <p:nvSpPr>
          <p:cNvPr id="16" name="Shape 16"/>
          <p:cNvSpPr/>
          <p:nvPr/>
        </p:nvSpPr>
        <p:spPr>
          <a:xfrm>
            <a:off x="1139933" y="3640725"/>
            <a:ext cx="274800" cy="274800"/>
          </a:xfrm>
          <a:prstGeom prst="rtTriangle">
            <a:avLst/>
          </a:prstGeom>
          <a:solidFill>
            <a:srgbClr val="FFFFFF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ubtitle pink">
  <p:cSld name="TITLE_1_2">
    <p:bg>
      <p:bgPr>
        <a:solidFill>
          <a:srgbClr val="FD8E80"/>
        </a:solidFill>
        <a:effectLst/>
      </p:bgPr>
    </p:bg>
    <p:spTree>
      <p:nvGrpSpPr>
        <p:cNvPr id="1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Shape 18"/>
          <p:cNvSpPr/>
          <p:nvPr/>
        </p:nvSpPr>
        <p:spPr>
          <a:xfrm>
            <a:off x="181050" y="168450"/>
            <a:ext cx="8781900" cy="6521100"/>
          </a:xfrm>
          <a:prstGeom prst="rect">
            <a:avLst/>
          </a:prstGeom>
          <a:solidFill>
            <a:srgbClr val="F05768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9" name="Shape 19"/>
          <p:cNvSpPr txBox="1">
            <a:spLocks noGrp="1"/>
          </p:cNvSpPr>
          <p:nvPr>
            <p:ph type="ctrTitle"/>
          </p:nvPr>
        </p:nvSpPr>
        <p:spPr>
          <a:xfrm>
            <a:off x="665225" y="2018025"/>
            <a:ext cx="4927500" cy="1546500"/>
          </a:xfrm>
          <a:prstGeom prst="rect">
            <a:avLst/>
          </a:prstGeom>
        </p:spPr>
        <p:txBody>
          <a:bodyPr spcFirstLastPara="1" wrap="square" lIns="91425" tIns="91425" rIns="91425" bIns="91425" anchor="ctr" anchorCtr="0"/>
          <a:lstStyle>
            <a:lvl1pPr lvl="0" algn="l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4800"/>
              <a:buNone/>
              <a:defRPr sz="4800">
                <a:solidFill>
                  <a:srgbClr val="FFFFFF"/>
                </a:solidFill>
              </a:defRPr>
            </a:lvl1pPr>
            <a:lvl2pPr lvl="1" algn="l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4800"/>
              <a:buNone/>
              <a:defRPr sz="4800">
                <a:solidFill>
                  <a:srgbClr val="FFFFFF"/>
                </a:solidFill>
              </a:defRPr>
            </a:lvl2pPr>
            <a:lvl3pPr lvl="2" algn="l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4800"/>
              <a:buNone/>
              <a:defRPr sz="4800">
                <a:solidFill>
                  <a:srgbClr val="FFFFFF"/>
                </a:solidFill>
              </a:defRPr>
            </a:lvl3pPr>
            <a:lvl4pPr lvl="3" algn="l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4800"/>
              <a:buNone/>
              <a:defRPr sz="4800">
                <a:solidFill>
                  <a:srgbClr val="FFFFFF"/>
                </a:solidFill>
              </a:defRPr>
            </a:lvl4pPr>
            <a:lvl5pPr lvl="4" algn="l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4800"/>
              <a:buNone/>
              <a:defRPr sz="4800">
                <a:solidFill>
                  <a:srgbClr val="FFFFFF"/>
                </a:solidFill>
              </a:defRPr>
            </a:lvl5pPr>
            <a:lvl6pPr lvl="5" algn="l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4800"/>
              <a:buNone/>
              <a:defRPr sz="4800">
                <a:solidFill>
                  <a:srgbClr val="FFFFFF"/>
                </a:solidFill>
              </a:defRPr>
            </a:lvl6pPr>
            <a:lvl7pPr lvl="6" algn="l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4800"/>
              <a:buNone/>
              <a:defRPr sz="4800">
                <a:solidFill>
                  <a:srgbClr val="FFFFFF"/>
                </a:solidFill>
              </a:defRPr>
            </a:lvl7pPr>
            <a:lvl8pPr lvl="7" algn="l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4800"/>
              <a:buNone/>
              <a:defRPr sz="4800">
                <a:solidFill>
                  <a:srgbClr val="FFFFFF"/>
                </a:solidFill>
              </a:defRPr>
            </a:lvl8pPr>
            <a:lvl9pPr lvl="8" algn="l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4800"/>
              <a:buNone/>
              <a:defRPr sz="4800">
                <a:solidFill>
                  <a:srgbClr val="FFFFFF"/>
                </a:solidFill>
              </a:defRPr>
            </a:lvl9pPr>
          </a:lstStyle>
          <a:p>
            <a:endParaRPr/>
          </a:p>
        </p:txBody>
      </p:sp>
      <p:sp>
        <p:nvSpPr>
          <p:cNvPr id="20" name="Shape 20"/>
          <p:cNvSpPr txBox="1">
            <a:spLocks noGrp="1"/>
          </p:cNvSpPr>
          <p:nvPr>
            <p:ph type="subTitle" idx="1"/>
          </p:nvPr>
        </p:nvSpPr>
        <p:spPr>
          <a:xfrm>
            <a:off x="854252" y="3922275"/>
            <a:ext cx="3815400" cy="993900"/>
          </a:xfrm>
          <a:prstGeom prst="rect">
            <a:avLst/>
          </a:prstGeom>
          <a:ln w="114300" cap="flat" cmpd="sng">
            <a:solidFill>
              <a:srgbClr val="FFFFFF"/>
            </a:solidFill>
            <a:prstDash val="solid"/>
            <a:miter lim="8000"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/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400"/>
              <a:buFont typeface="Source Sans Pro"/>
              <a:buNone/>
              <a:defRPr sz="2400">
                <a:solidFill>
                  <a:srgbClr val="FFFFFF"/>
                </a:solidFill>
                <a:latin typeface="Source Sans Pro"/>
                <a:ea typeface="Source Sans Pro"/>
                <a:cs typeface="Source Sans Pro"/>
                <a:sym typeface="Source Sans Pro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400"/>
              <a:buFont typeface="Source Sans Pro"/>
              <a:buNone/>
              <a:defRPr>
                <a:solidFill>
                  <a:srgbClr val="FFFFFF"/>
                </a:solidFill>
                <a:latin typeface="Source Sans Pro"/>
                <a:ea typeface="Source Sans Pro"/>
                <a:cs typeface="Source Sans Pro"/>
                <a:sym typeface="Source Sans Pro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400"/>
              <a:buFont typeface="Source Sans Pro"/>
              <a:buNone/>
              <a:defRPr>
                <a:solidFill>
                  <a:srgbClr val="FFFFFF"/>
                </a:solidFill>
                <a:latin typeface="Source Sans Pro"/>
                <a:ea typeface="Source Sans Pro"/>
                <a:cs typeface="Source Sans Pro"/>
                <a:sym typeface="Source Sans Pro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400"/>
              <a:buFont typeface="Source Sans Pro"/>
              <a:buNone/>
              <a:defRPr sz="2400">
                <a:solidFill>
                  <a:srgbClr val="FFFFFF"/>
                </a:solidFill>
                <a:latin typeface="Source Sans Pro"/>
                <a:ea typeface="Source Sans Pro"/>
                <a:cs typeface="Source Sans Pro"/>
                <a:sym typeface="Source Sans Pro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400"/>
              <a:buFont typeface="Source Sans Pro"/>
              <a:buNone/>
              <a:defRPr sz="2400">
                <a:solidFill>
                  <a:srgbClr val="FFFFFF"/>
                </a:solidFill>
                <a:latin typeface="Source Sans Pro"/>
                <a:ea typeface="Source Sans Pro"/>
                <a:cs typeface="Source Sans Pro"/>
                <a:sym typeface="Source Sans Pro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400"/>
              <a:buFont typeface="Source Sans Pro"/>
              <a:buNone/>
              <a:defRPr sz="2400">
                <a:solidFill>
                  <a:srgbClr val="FFFFFF"/>
                </a:solidFill>
                <a:latin typeface="Source Sans Pro"/>
                <a:ea typeface="Source Sans Pro"/>
                <a:cs typeface="Source Sans Pro"/>
                <a:sym typeface="Source Sans Pro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400"/>
              <a:buFont typeface="Source Sans Pro"/>
              <a:buNone/>
              <a:defRPr sz="2400">
                <a:solidFill>
                  <a:srgbClr val="FFFFFF"/>
                </a:solidFill>
                <a:latin typeface="Source Sans Pro"/>
                <a:ea typeface="Source Sans Pro"/>
                <a:cs typeface="Source Sans Pro"/>
                <a:sym typeface="Source Sans Pro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400"/>
              <a:buFont typeface="Source Sans Pro"/>
              <a:buNone/>
              <a:defRPr sz="2400">
                <a:solidFill>
                  <a:srgbClr val="FFFFFF"/>
                </a:solidFill>
                <a:latin typeface="Source Sans Pro"/>
                <a:ea typeface="Source Sans Pro"/>
                <a:cs typeface="Source Sans Pro"/>
                <a:sym typeface="Source Sans Pro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400"/>
              <a:buFont typeface="Source Sans Pro"/>
              <a:buNone/>
              <a:defRPr sz="2400">
                <a:solidFill>
                  <a:srgbClr val="FFFFFF"/>
                </a:solidFill>
                <a:latin typeface="Source Sans Pro"/>
                <a:ea typeface="Source Sans Pro"/>
                <a:cs typeface="Source Sans Pro"/>
                <a:sym typeface="Source Sans Pro"/>
              </a:defRPr>
            </a:lvl9pPr>
          </a:lstStyle>
          <a:p>
            <a:endParaRPr/>
          </a:p>
        </p:txBody>
      </p:sp>
      <p:sp>
        <p:nvSpPr>
          <p:cNvPr id="21" name="Shape 21"/>
          <p:cNvSpPr/>
          <p:nvPr/>
        </p:nvSpPr>
        <p:spPr>
          <a:xfrm>
            <a:off x="1139933" y="3640725"/>
            <a:ext cx="274800" cy="274800"/>
          </a:xfrm>
          <a:prstGeom prst="rtTriangle">
            <a:avLst/>
          </a:prstGeom>
          <a:solidFill>
            <a:srgbClr val="FFFFFF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Quote">
  <p:cSld name="TITLE_1_1">
    <p:bg>
      <p:bgPr>
        <a:solidFill>
          <a:srgbClr val="F05768"/>
        </a:solidFill>
        <a:effectLst/>
      </p:bgPr>
    </p:bg>
    <p:spTree>
      <p:nvGrpSpPr>
        <p:cNvPr id="1" name="Shape 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Shape 23"/>
          <p:cNvSpPr/>
          <p:nvPr/>
        </p:nvSpPr>
        <p:spPr>
          <a:xfrm>
            <a:off x="181050" y="168450"/>
            <a:ext cx="8781900" cy="6521100"/>
          </a:xfrm>
          <a:prstGeom prst="rect">
            <a:avLst/>
          </a:prstGeom>
          <a:solidFill>
            <a:srgbClr val="EFEFEF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4" name="Shape 24"/>
          <p:cNvSpPr/>
          <p:nvPr/>
        </p:nvSpPr>
        <p:spPr>
          <a:xfrm>
            <a:off x="3855150" y="1459275"/>
            <a:ext cx="1433700" cy="955800"/>
          </a:xfrm>
          <a:prstGeom prst="wedgeRectCallout">
            <a:avLst>
              <a:gd name="adj1" fmla="val 8366"/>
              <a:gd name="adj2" fmla="val 80819"/>
            </a:avLst>
          </a:prstGeom>
          <a:solidFill>
            <a:srgbClr val="FFFFFF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5" name="Shape 25"/>
          <p:cNvSpPr txBox="1">
            <a:spLocks noGrp="1"/>
          </p:cNvSpPr>
          <p:nvPr>
            <p:ph type="body" idx="1"/>
          </p:nvPr>
        </p:nvSpPr>
        <p:spPr>
          <a:xfrm>
            <a:off x="810450" y="2790325"/>
            <a:ext cx="7523100" cy="804300"/>
          </a:xfrm>
          <a:prstGeom prst="rect">
            <a:avLst/>
          </a:prstGeom>
        </p:spPr>
        <p:txBody>
          <a:bodyPr spcFirstLastPara="1" wrap="square" lIns="91425" tIns="91425" rIns="91425" bIns="91425" anchor="t" anchorCtr="0"/>
          <a:lstStyle>
            <a:lvl1pPr marL="457200" lvl="0" indent="-431800" algn="ctr" rtl="0">
              <a:spcBef>
                <a:spcPts val="600"/>
              </a:spcBef>
              <a:spcAft>
                <a:spcPts val="0"/>
              </a:spcAft>
              <a:buSzPts val="3200"/>
              <a:buChar char="■"/>
              <a:defRPr i="1"/>
            </a:lvl1pPr>
            <a:lvl2pPr marL="914400" lvl="1" indent="-381000" algn="ctr" rtl="0">
              <a:spcBef>
                <a:spcPts val="0"/>
              </a:spcBef>
              <a:spcAft>
                <a:spcPts val="0"/>
              </a:spcAft>
              <a:buSzPts val="2400"/>
              <a:buChar char="○"/>
              <a:defRPr i="1"/>
            </a:lvl2pPr>
            <a:lvl3pPr marL="1371600" lvl="2" indent="-381000" algn="ctr" rtl="0">
              <a:spcBef>
                <a:spcPts val="0"/>
              </a:spcBef>
              <a:spcAft>
                <a:spcPts val="0"/>
              </a:spcAft>
              <a:buSzPts val="2400"/>
              <a:buChar char="■"/>
              <a:defRPr i="1"/>
            </a:lvl3pPr>
            <a:lvl4pPr marL="1828800" lvl="3" indent="-342900" algn="ctr" rtl="0">
              <a:spcBef>
                <a:spcPts val="0"/>
              </a:spcBef>
              <a:spcAft>
                <a:spcPts val="0"/>
              </a:spcAft>
              <a:buSzPts val="1800"/>
              <a:buChar char="●"/>
              <a:defRPr i="1"/>
            </a:lvl4pPr>
            <a:lvl5pPr marL="2286000" lvl="4" indent="-342900" algn="ctr" rtl="0">
              <a:spcBef>
                <a:spcPts val="0"/>
              </a:spcBef>
              <a:spcAft>
                <a:spcPts val="0"/>
              </a:spcAft>
              <a:buSzPts val="1800"/>
              <a:buChar char="○"/>
              <a:defRPr i="1"/>
            </a:lvl5pPr>
            <a:lvl6pPr marL="2743200" lvl="5" indent="-342900" algn="ctr" rtl="0">
              <a:spcBef>
                <a:spcPts val="0"/>
              </a:spcBef>
              <a:spcAft>
                <a:spcPts val="0"/>
              </a:spcAft>
              <a:buSzPts val="1800"/>
              <a:buChar char="■"/>
              <a:defRPr i="1"/>
            </a:lvl6pPr>
            <a:lvl7pPr marL="3200400" lvl="6" indent="-342900" algn="ctr" rtl="0">
              <a:spcBef>
                <a:spcPts val="0"/>
              </a:spcBef>
              <a:spcAft>
                <a:spcPts val="0"/>
              </a:spcAft>
              <a:buSzPts val="1800"/>
              <a:buChar char="●"/>
              <a:defRPr i="1"/>
            </a:lvl7pPr>
            <a:lvl8pPr marL="3657600" lvl="7" indent="-342900" algn="ctr" rtl="0">
              <a:spcBef>
                <a:spcPts val="0"/>
              </a:spcBef>
              <a:spcAft>
                <a:spcPts val="0"/>
              </a:spcAft>
              <a:buSzPts val="1800"/>
              <a:buChar char="○"/>
              <a:defRPr i="1"/>
            </a:lvl8pPr>
            <a:lvl9pPr marL="4114800" lvl="8" indent="-342900" algn="ctr">
              <a:spcBef>
                <a:spcPts val="0"/>
              </a:spcBef>
              <a:spcAft>
                <a:spcPts val="0"/>
              </a:spcAft>
              <a:buSzPts val="1800"/>
              <a:buChar char="■"/>
              <a:defRPr i="1"/>
            </a:lvl9pPr>
          </a:lstStyle>
          <a:p>
            <a:endParaRPr/>
          </a:p>
        </p:txBody>
      </p:sp>
      <p:sp>
        <p:nvSpPr>
          <p:cNvPr id="26" name="Shape 26"/>
          <p:cNvSpPr txBox="1"/>
          <p:nvPr/>
        </p:nvSpPr>
        <p:spPr>
          <a:xfrm>
            <a:off x="3593400" y="1499025"/>
            <a:ext cx="1957200" cy="871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6000" b="1">
                <a:solidFill>
                  <a:srgbClr val="00C5B9"/>
                </a:solidFill>
                <a:latin typeface="Source Sans Pro"/>
                <a:ea typeface="Source Sans Pro"/>
                <a:cs typeface="Source Sans Pro"/>
                <a:sym typeface="Source Sans Pro"/>
              </a:rPr>
              <a:t>“</a:t>
            </a:r>
            <a:endParaRPr sz="6000" b="1">
              <a:solidFill>
                <a:srgbClr val="00C5B9"/>
              </a:solidFill>
              <a:latin typeface="Source Sans Pro"/>
              <a:ea typeface="Source Sans Pro"/>
              <a:cs typeface="Source Sans Pro"/>
              <a:sym typeface="Source Sans Pro"/>
            </a:endParaRPr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+ 1 column" type="tx">
  <p:cSld name="TITLE_AND_BODY">
    <p:spTree>
      <p:nvGrpSpPr>
        <p:cNvPr id="1" name="Shape 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Shape 28"/>
          <p:cNvSpPr/>
          <p:nvPr/>
        </p:nvSpPr>
        <p:spPr>
          <a:xfrm>
            <a:off x="181050" y="1331950"/>
            <a:ext cx="8781900" cy="5357700"/>
          </a:xfrm>
          <a:prstGeom prst="rect">
            <a:avLst/>
          </a:prstGeom>
          <a:solidFill>
            <a:srgbClr val="EFEFEF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29" name="Shape 29"/>
          <p:cNvGrpSpPr/>
          <p:nvPr/>
        </p:nvGrpSpPr>
        <p:grpSpPr>
          <a:xfrm>
            <a:off x="180850" y="168450"/>
            <a:ext cx="8781900" cy="1296663"/>
            <a:chOff x="180850" y="168450"/>
            <a:chExt cx="8781900" cy="1296663"/>
          </a:xfrm>
        </p:grpSpPr>
        <p:sp>
          <p:nvSpPr>
            <p:cNvPr id="30" name="Shape 30"/>
            <p:cNvSpPr/>
            <p:nvPr/>
          </p:nvSpPr>
          <p:spPr>
            <a:xfrm>
              <a:off x="180850" y="168450"/>
              <a:ext cx="8781900" cy="973500"/>
            </a:xfrm>
            <a:prstGeom prst="rect">
              <a:avLst/>
            </a:prstGeom>
            <a:solidFill>
              <a:srgbClr val="00C5B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1" name="Shape 31"/>
            <p:cNvSpPr/>
            <p:nvPr/>
          </p:nvSpPr>
          <p:spPr>
            <a:xfrm rot="5400000">
              <a:off x="1027273" y="930513"/>
              <a:ext cx="442800" cy="626400"/>
            </a:xfrm>
            <a:prstGeom prst="rtTriangle">
              <a:avLst/>
            </a:prstGeom>
            <a:solidFill>
              <a:srgbClr val="00C5B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2" name="Shape 32"/>
            <p:cNvSpPr/>
            <p:nvPr/>
          </p:nvSpPr>
          <p:spPr>
            <a:xfrm>
              <a:off x="361300" y="341550"/>
              <a:ext cx="8421000" cy="627300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33" name="Shape 33"/>
          <p:cNvSpPr txBox="1">
            <a:spLocks noGrp="1"/>
          </p:cNvSpPr>
          <p:nvPr>
            <p:ph type="title"/>
          </p:nvPr>
        </p:nvSpPr>
        <p:spPr>
          <a:xfrm>
            <a:off x="832475" y="168450"/>
            <a:ext cx="7951800" cy="973500"/>
          </a:xfrm>
          <a:prstGeom prst="rect">
            <a:avLst/>
          </a:prstGeom>
        </p:spPr>
        <p:txBody>
          <a:bodyPr spcFirstLastPara="1" wrap="square" lIns="91425" tIns="91425" rIns="91425" bIns="91425" anchor="ctr" anchorCtr="0"/>
          <a:lstStyle>
            <a:lvl1pPr lvl="0" algn="l">
              <a:spcBef>
                <a:spcPts val="0"/>
              </a:spcBef>
              <a:spcAft>
                <a:spcPts val="0"/>
              </a:spcAft>
              <a:buSzPts val="2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400"/>
              <a:buNone/>
              <a:defRPr>
                <a:solidFill>
                  <a:srgbClr val="FFFFFF"/>
                </a:solidFill>
              </a:defRPr>
            </a:lvl2pPr>
            <a:lvl3pPr lvl="2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400"/>
              <a:buNone/>
              <a:defRPr>
                <a:solidFill>
                  <a:srgbClr val="FFFFFF"/>
                </a:solidFill>
              </a:defRPr>
            </a:lvl3pPr>
            <a:lvl4pPr lvl="3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400"/>
              <a:buNone/>
              <a:defRPr>
                <a:solidFill>
                  <a:srgbClr val="FFFFFF"/>
                </a:solidFill>
              </a:defRPr>
            </a:lvl4pPr>
            <a:lvl5pPr lvl="4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400"/>
              <a:buNone/>
              <a:defRPr>
                <a:solidFill>
                  <a:srgbClr val="FFFFFF"/>
                </a:solidFill>
              </a:defRPr>
            </a:lvl5pPr>
            <a:lvl6pPr lvl="5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400"/>
              <a:buNone/>
              <a:defRPr>
                <a:solidFill>
                  <a:srgbClr val="FFFFFF"/>
                </a:solidFill>
              </a:defRPr>
            </a:lvl6pPr>
            <a:lvl7pPr lvl="6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400"/>
              <a:buNone/>
              <a:defRPr>
                <a:solidFill>
                  <a:srgbClr val="FFFFFF"/>
                </a:solidFill>
              </a:defRPr>
            </a:lvl7pPr>
            <a:lvl8pPr lvl="7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400"/>
              <a:buNone/>
              <a:defRPr>
                <a:solidFill>
                  <a:srgbClr val="FFFFFF"/>
                </a:solidFill>
              </a:defRPr>
            </a:lvl8pPr>
            <a:lvl9pPr lvl="8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400"/>
              <a:buNone/>
              <a:defRPr>
                <a:solidFill>
                  <a:srgbClr val="FFFFFF"/>
                </a:solidFill>
              </a:defRPr>
            </a:lvl9pPr>
          </a:lstStyle>
          <a:p>
            <a:endParaRPr/>
          </a:p>
        </p:txBody>
      </p:sp>
      <p:sp>
        <p:nvSpPr>
          <p:cNvPr id="34" name="Shape 34"/>
          <p:cNvSpPr txBox="1">
            <a:spLocks noGrp="1"/>
          </p:cNvSpPr>
          <p:nvPr>
            <p:ph type="body" idx="1"/>
          </p:nvPr>
        </p:nvSpPr>
        <p:spPr>
          <a:xfrm>
            <a:off x="753150" y="1600200"/>
            <a:ext cx="7637700" cy="4967700"/>
          </a:xfrm>
          <a:prstGeom prst="rect">
            <a:avLst/>
          </a:prstGeom>
        </p:spPr>
        <p:txBody>
          <a:bodyPr spcFirstLastPara="1" wrap="square" lIns="91425" tIns="91425" rIns="91425" bIns="91425" anchor="t" anchorCtr="0"/>
          <a:lstStyle>
            <a:lvl1pPr marL="457200" lvl="0" indent="-431800">
              <a:spcBef>
                <a:spcPts val="600"/>
              </a:spcBef>
              <a:spcAft>
                <a:spcPts val="0"/>
              </a:spcAft>
              <a:buSzPts val="3200"/>
              <a:buChar char="■"/>
              <a:defRPr/>
            </a:lvl1pPr>
            <a:lvl2pPr marL="914400" lvl="1" indent="-381000">
              <a:spcBef>
                <a:spcPts val="0"/>
              </a:spcBef>
              <a:spcAft>
                <a:spcPts val="0"/>
              </a:spcAft>
              <a:buSzPts val="2400"/>
              <a:buChar char="○"/>
              <a:defRPr/>
            </a:lvl2pPr>
            <a:lvl3pPr marL="1371600" lvl="2" indent="-381000">
              <a:spcBef>
                <a:spcPts val="0"/>
              </a:spcBef>
              <a:spcAft>
                <a:spcPts val="0"/>
              </a:spcAft>
              <a:buSzPts val="2400"/>
              <a:buChar char="■"/>
              <a:defRPr/>
            </a:lvl3pPr>
            <a:lvl4pPr marL="1828800" lvl="3" indent="-3429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4pPr>
            <a:lvl5pPr marL="2286000" lvl="4" indent="-342900"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5pPr>
            <a:lvl6pPr marL="2743200" lvl="5" indent="-342900">
              <a:spcBef>
                <a:spcPts val="0"/>
              </a:spcBef>
              <a:spcAft>
                <a:spcPts val="0"/>
              </a:spcAft>
              <a:buSzPts val="1800"/>
              <a:buChar char="■"/>
              <a:defRPr/>
            </a:lvl6pPr>
            <a:lvl7pPr marL="3200400" lvl="6" indent="-3429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7pPr>
            <a:lvl8pPr marL="3657600" lvl="7" indent="-342900"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8pPr>
            <a:lvl9pPr marL="4114800" lvl="8" indent="-342900">
              <a:spcBef>
                <a:spcPts val="0"/>
              </a:spcBef>
              <a:spcAft>
                <a:spcPts val="0"/>
              </a:spcAft>
              <a:buSzPts val="1800"/>
              <a:buChar char="■"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+ 2 columns" type="twoColTx">
  <p:cSld name="TITLE_AND_TWO_COLUMNS">
    <p:spTree>
      <p:nvGrpSpPr>
        <p:cNvPr id="1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Shape 36"/>
          <p:cNvSpPr/>
          <p:nvPr/>
        </p:nvSpPr>
        <p:spPr>
          <a:xfrm>
            <a:off x="181050" y="1331950"/>
            <a:ext cx="8781900" cy="5357700"/>
          </a:xfrm>
          <a:prstGeom prst="rect">
            <a:avLst/>
          </a:prstGeom>
          <a:solidFill>
            <a:srgbClr val="EFEFEF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37" name="Shape 37"/>
          <p:cNvGrpSpPr/>
          <p:nvPr/>
        </p:nvGrpSpPr>
        <p:grpSpPr>
          <a:xfrm>
            <a:off x="180850" y="168450"/>
            <a:ext cx="8781900" cy="1296663"/>
            <a:chOff x="180850" y="168450"/>
            <a:chExt cx="8781900" cy="1296663"/>
          </a:xfrm>
        </p:grpSpPr>
        <p:sp>
          <p:nvSpPr>
            <p:cNvPr id="38" name="Shape 38"/>
            <p:cNvSpPr/>
            <p:nvPr/>
          </p:nvSpPr>
          <p:spPr>
            <a:xfrm>
              <a:off x="180850" y="168450"/>
              <a:ext cx="8781900" cy="973500"/>
            </a:xfrm>
            <a:prstGeom prst="rect">
              <a:avLst/>
            </a:prstGeom>
            <a:solidFill>
              <a:srgbClr val="00C5B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9" name="Shape 39"/>
            <p:cNvSpPr/>
            <p:nvPr/>
          </p:nvSpPr>
          <p:spPr>
            <a:xfrm rot="5400000">
              <a:off x="1027273" y="930513"/>
              <a:ext cx="442800" cy="626400"/>
            </a:xfrm>
            <a:prstGeom prst="rtTriangle">
              <a:avLst/>
            </a:prstGeom>
            <a:solidFill>
              <a:srgbClr val="00C5B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0" name="Shape 40"/>
            <p:cNvSpPr/>
            <p:nvPr/>
          </p:nvSpPr>
          <p:spPr>
            <a:xfrm>
              <a:off x="361300" y="341550"/>
              <a:ext cx="8421000" cy="627300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41" name="Shape 41"/>
          <p:cNvSpPr txBox="1">
            <a:spLocks noGrp="1"/>
          </p:cNvSpPr>
          <p:nvPr>
            <p:ph type="title"/>
          </p:nvPr>
        </p:nvSpPr>
        <p:spPr>
          <a:xfrm>
            <a:off x="832475" y="168450"/>
            <a:ext cx="7951800" cy="973500"/>
          </a:xfrm>
          <a:prstGeom prst="rect">
            <a:avLst/>
          </a:prstGeom>
        </p:spPr>
        <p:txBody>
          <a:bodyPr spcFirstLastPara="1" wrap="square" lIns="91425" tIns="91425" rIns="91425" bIns="91425" anchor="ctr" anchorCtr="0"/>
          <a:lstStyle>
            <a:lvl1pPr lvl="0" algn="l" rtl="0">
              <a:spcBef>
                <a:spcPts val="0"/>
              </a:spcBef>
              <a:spcAft>
                <a:spcPts val="0"/>
              </a:spcAft>
              <a:buSzPts val="2400"/>
              <a:buNone/>
              <a:defRPr/>
            </a:lvl1pPr>
            <a:lvl2pPr lvl="1" algn="l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400"/>
              <a:buNone/>
              <a:defRPr>
                <a:solidFill>
                  <a:srgbClr val="FFFFFF"/>
                </a:solidFill>
              </a:defRPr>
            </a:lvl2pPr>
            <a:lvl3pPr lvl="2" algn="l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400"/>
              <a:buNone/>
              <a:defRPr>
                <a:solidFill>
                  <a:srgbClr val="FFFFFF"/>
                </a:solidFill>
              </a:defRPr>
            </a:lvl3pPr>
            <a:lvl4pPr lvl="3" algn="l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400"/>
              <a:buNone/>
              <a:defRPr>
                <a:solidFill>
                  <a:srgbClr val="FFFFFF"/>
                </a:solidFill>
              </a:defRPr>
            </a:lvl4pPr>
            <a:lvl5pPr lvl="4" algn="l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400"/>
              <a:buNone/>
              <a:defRPr>
                <a:solidFill>
                  <a:srgbClr val="FFFFFF"/>
                </a:solidFill>
              </a:defRPr>
            </a:lvl5pPr>
            <a:lvl6pPr lvl="5" algn="l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400"/>
              <a:buNone/>
              <a:defRPr>
                <a:solidFill>
                  <a:srgbClr val="FFFFFF"/>
                </a:solidFill>
              </a:defRPr>
            </a:lvl6pPr>
            <a:lvl7pPr lvl="6" algn="l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400"/>
              <a:buNone/>
              <a:defRPr>
                <a:solidFill>
                  <a:srgbClr val="FFFFFF"/>
                </a:solidFill>
              </a:defRPr>
            </a:lvl7pPr>
            <a:lvl8pPr lvl="7" algn="l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400"/>
              <a:buNone/>
              <a:defRPr>
                <a:solidFill>
                  <a:srgbClr val="FFFFFF"/>
                </a:solidFill>
              </a:defRPr>
            </a:lvl8pPr>
            <a:lvl9pPr lvl="8" algn="l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400"/>
              <a:buNone/>
              <a:defRPr>
                <a:solidFill>
                  <a:srgbClr val="FFFFFF"/>
                </a:solidFill>
              </a:defRPr>
            </a:lvl9pPr>
          </a:lstStyle>
          <a:p>
            <a:endParaRPr/>
          </a:p>
        </p:txBody>
      </p:sp>
      <p:sp>
        <p:nvSpPr>
          <p:cNvPr id="42" name="Shape 42"/>
          <p:cNvSpPr txBox="1">
            <a:spLocks noGrp="1"/>
          </p:cNvSpPr>
          <p:nvPr>
            <p:ph type="body" idx="1"/>
          </p:nvPr>
        </p:nvSpPr>
        <p:spPr>
          <a:xfrm>
            <a:off x="457200" y="1600200"/>
            <a:ext cx="3994500" cy="4686900"/>
          </a:xfrm>
          <a:prstGeom prst="rect">
            <a:avLst/>
          </a:prstGeom>
        </p:spPr>
        <p:txBody>
          <a:bodyPr spcFirstLastPara="1" wrap="square" lIns="91425" tIns="91425" rIns="91425" bIns="91425" anchor="t" anchorCtr="0"/>
          <a:lstStyle>
            <a:lvl1pPr marL="457200" lvl="0" indent="-381000">
              <a:spcBef>
                <a:spcPts val="600"/>
              </a:spcBef>
              <a:spcAft>
                <a:spcPts val="0"/>
              </a:spcAft>
              <a:buSzPts val="2400"/>
              <a:buChar char="■"/>
              <a:defRPr sz="2400"/>
            </a:lvl1pPr>
            <a:lvl2pPr marL="914400" lvl="1" indent="-342900">
              <a:spcBef>
                <a:spcPts val="0"/>
              </a:spcBef>
              <a:spcAft>
                <a:spcPts val="0"/>
              </a:spcAft>
              <a:buSzPts val="1800"/>
              <a:buChar char="○"/>
              <a:defRPr sz="1800"/>
            </a:lvl2pPr>
            <a:lvl3pPr marL="1371600" lvl="2" indent="-342900">
              <a:spcBef>
                <a:spcPts val="0"/>
              </a:spcBef>
              <a:spcAft>
                <a:spcPts val="0"/>
              </a:spcAft>
              <a:buSzPts val="1800"/>
              <a:buChar char="■"/>
              <a:defRPr sz="1800"/>
            </a:lvl3pPr>
            <a:lvl4pPr marL="1828800" lvl="3" indent="-3429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4pPr>
            <a:lvl5pPr marL="2286000" lvl="4" indent="-342900"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5pPr>
            <a:lvl6pPr marL="2743200" lvl="5" indent="-342900">
              <a:spcBef>
                <a:spcPts val="0"/>
              </a:spcBef>
              <a:spcAft>
                <a:spcPts val="0"/>
              </a:spcAft>
              <a:buSzPts val="1800"/>
              <a:buChar char="■"/>
              <a:defRPr/>
            </a:lvl6pPr>
            <a:lvl7pPr marL="3200400" lvl="6" indent="-3429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7pPr>
            <a:lvl8pPr marL="3657600" lvl="7" indent="-342900"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8pPr>
            <a:lvl9pPr marL="4114800" lvl="8" indent="-342900">
              <a:spcBef>
                <a:spcPts val="0"/>
              </a:spcBef>
              <a:spcAft>
                <a:spcPts val="0"/>
              </a:spcAft>
              <a:buSzPts val="1800"/>
              <a:buChar char="■"/>
              <a:defRPr/>
            </a:lvl9pPr>
          </a:lstStyle>
          <a:p>
            <a:endParaRPr/>
          </a:p>
        </p:txBody>
      </p:sp>
      <p:sp>
        <p:nvSpPr>
          <p:cNvPr id="43" name="Shape 43"/>
          <p:cNvSpPr txBox="1">
            <a:spLocks noGrp="1"/>
          </p:cNvSpPr>
          <p:nvPr>
            <p:ph type="body" idx="2"/>
          </p:nvPr>
        </p:nvSpPr>
        <p:spPr>
          <a:xfrm>
            <a:off x="4692274" y="1600200"/>
            <a:ext cx="3994500" cy="4686900"/>
          </a:xfrm>
          <a:prstGeom prst="rect">
            <a:avLst/>
          </a:prstGeom>
        </p:spPr>
        <p:txBody>
          <a:bodyPr spcFirstLastPara="1" wrap="square" lIns="91425" tIns="91425" rIns="91425" bIns="91425" anchor="t" anchorCtr="0"/>
          <a:lstStyle>
            <a:lvl1pPr marL="457200" lvl="0" indent="-381000">
              <a:spcBef>
                <a:spcPts val="600"/>
              </a:spcBef>
              <a:spcAft>
                <a:spcPts val="0"/>
              </a:spcAft>
              <a:buSzPts val="2400"/>
              <a:buChar char="■"/>
              <a:defRPr sz="2400"/>
            </a:lvl1pPr>
            <a:lvl2pPr marL="914400" lvl="1" indent="-342900">
              <a:spcBef>
                <a:spcPts val="0"/>
              </a:spcBef>
              <a:spcAft>
                <a:spcPts val="0"/>
              </a:spcAft>
              <a:buSzPts val="1800"/>
              <a:buChar char="○"/>
              <a:defRPr sz="1800"/>
            </a:lvl2pPr>
            <a:lvl3pPr marL="1371600" lvl="2" indent="-342900">
              <a:spcBef>
                <a:spcPts val="0"/>
              </a:spcBef>
              <a:spcAft>
                <a:spcPts val="0"/>
              </a:spcAft>
              <a:buSzPts val="1800"/>
              <a:buChar char="■"/>
              <a:defRPr sz="1800"/>
            </a:lvl3pPr>
            <a:lvl4pPr marL="1828800" lvl="3" indent="-3429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4pPr>
            <a:lvl5pPr marL="2286000" lvl="4" indent="-342900"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5pPr>
            <a:lvl6pPr marL="2743200" lvl="5" indent="-342900">
              <a:spcBef>
                <a:spcPts val="0"/>
              </a:spcBef>
              <a:spcAft>
                <a:spcPts val="0"/>
              </a:spcAft>
              <a:buSzPts val="1800"/>
              <a:buChar char="■"/>
              <a:defRPr/>
            </a:lvl6pPr>
            <a:lvl7pPr marL="3200400" lvl="6" indent="-3429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7pPr>
            <a:lvl8pPr marL="3657600" lvl="7" indent="-342900"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8pPr>
            <a:lvl9pPr marL="4114800" lvl="8" indent="-342900">
              <a:spcBef>
                <a:spcPts val="0"/>
              </a:spcBef>
              <a:spcAft>
                <a:spcPts val="0"/>
              </a:spcAft>
              <a:buSzPts val="1800"/>
              <a:buChar char="■"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+ 3 columns">
  <p:cSld name="TITLE_AND_TWO_COLUMNS_1">
    <p:spTree>
      <p:nvGrpSpPr>
        <p:cNvPr id="1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Shape 45"/>
          <p:cNvSpPr/>
          <p:nvPr/>
        </p:nvSpPr>
        <p:spPr>
          <a:xfrm>
            <a:off x="181050" y="1331950"/>
            <a:ext cx="8781900" cy="5357700"/>
          </a:xfrm>
          <a:prstGeom prst="rect">
            <a:avLst/>
          </a:prstGeom>
          <a:solidFill>
            <a:srgbClr val="EFEFEF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46" name="Shape 46"/>
          <p:cNvGrpSpPr/>
          <p:nvPr/>
        </p:nvGrpSpPr>
        <p:grpSpPr>
          <a:xfrm>
            <a:off x="180850" y="168450"/>
            <a:ext cx="8781900" cy="1296663"/>
            <a:chOff x="180850" y="168450"/>
            <a:chExt cx="8781900" cy="1296663"/>
          </a:xfrm>
        </p:grpSpPr>
        <p:sp>
          <p:nvSpPr>
            <p:cNvPr id="47" name="Shape 47"/>
            <p:cNvSpPr/>
            <p:nvPr/>
          </p:nvSpPr>
          <p:spPr>
            <a:xfrm>
              <a:off x="180850" y="168450"/>
              <a:ext cx="8781900" cy="973500"/>
            </a:xfrm>
            <a:prstGeom prst="rect">
              <a:avLst/>
            </a:prstGeom>
            <a:solidFill>
              <a:srgbClr val="00C5B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8" name="Shape 48"/>
            <p:cNvSpPr/>
            <p:nvPr/>
          </p:nvSpPr>
          <p:spPr>
            <a:xfrm rot="5400000">
              <a:off x="1027273" y="930513"/>
              <a:ext cx="442800" cy="626400"/>
            </a:xfrm>
            <a:prstGeom prst="rtTriangle">
              <a:avLst/>
            </a:prstGeom>
            <a:solidFill>
              <a:srgbClr val="00C5B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9" name="Shape 49"/>
            <p:cNvSpPr/>
            <p:nvPr/>
          </p:nvSpPr>
          <p:spPr>
            <a:xfrm>
              <a:off x="361300" y="341550"/>
              <a:ext cx="8421000" cy="627300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50" name="Shape 50"/>
          <p:cNvSpPr txBox="1">
            <a:spLocks noGrp="1"/>
          </p:cNvSpPr>
          <p:nvPr>
            <p:ph type="title"/>
          </p:nvPr>
        </p:nvSpPr>
        <p:spPr>
          <a:xfrm>
            <a:off x="832475" y="168450"/>
            <a:ext cx="7951800" cy="973500"/>
          </a:xfrm>
          <a:prstGeom prst="rect">
            <a:avLst/>
          </a:prstGeom>
        </p:spPr>
        <p:txBody>
          <a:bodyPr spcFirstLastPara="1" wrap="square" lIns="91425" tIns="91425" rIns="91425" bIns="91425" anchor="ctr" anchorCtr="0"/>
          <a:lstStyle>
            <a:lvl1pPr lvl="0" algn="l" rtl="0">
              <a:spcBef>
                <a:spcPts val="0"/>
              </a:spcBef>
              <a:spcAft>
                <a:spcPts val="0"/>
              </a:spcAft>
              <a:buSzPts val="2400"/>
              <a:buNone/>
              <a:defRPr/>
            </a:lvl1pPr>
            <a:lvl2pPr lvl="1" algn="l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400"/>
              <a:buNone/>
              <a:defRPr>
                <a:solidFill>
                  <a:srgbClr val="FFFFFF"/>
                </a:solidFill>
              </a:defRPr>
            </a:lvl2pPr>
            <a:lvl3pPr lvl="2" algn="l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400"/>
              <a:buNone/>
              <a:defRPr>
                <a:solidFill>
                  <a:srgbClr val="FFFFFF"/>
                </a:solidFill>
              </a:defRPr>
            </a:lvl3pPr>
            <a:lvl4pPr lvl="3" algn="l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400"/>
              <a:buNone/>
              <a:defRPr>
                <a:solidFill>
                  <a:srgbClr val="FFFFFF"/>
                </a:solidFill>
              </a:defRPr>
            </a:lvl4pPr>
            <a:lvl5pPr lvl="4" algn="l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400"/>
              <a:buNone/>
              <a:defRPr>
                <a:solidFill>
                  <a:srgbClr val="FFFFFF"/>
                </a:solidFill>
              </a:defRPr>
            </a:lvl5pPr>
            <a:lvl6pPr lvl="5" algn="l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400"/>
              <a:buNone/>
              <a:defRPr>
                <a:solidFill>
                  <a:srgbClr val="FFFFFF"/>
                </a:solidFill>
              </a:defRPr>
            </a:lvl6pPr>
            <a:lvl7pPr lvl="6" algn="l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400"/>
              <a:buNone/>
              <a:defRPr>
                <a:solidFill>
                  <a:srgbClr val="FFFFFF"/>
                </a:solidFill>
              </a:defRPr>
            </a:lvl7pPr>
            <a:lvl8pPr lvl="7" algn="l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400"/>
              <a:buNone/>
              <a:defRPr>
                <a:solidFill>
                  <a:srgbClr val="FFFFFF"/>
                </a:solidFill>
              </a:defRPr>
            </a:lvl8pPr>
            <a:lvl9pPr lvl="8" algn="l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400"/>
              <a:buNone/>
              <a:defRPr>
                <a:solidFill>
                  <a:srgbClr val="FFFFFF"/>
                </a:solidFill>
              </a:defRPr>
            </a:lvl9pPr>
          </a:lstStyle>
          <a:p>
            <a:endParaRPr/>
          </a:p>
        </p:txBody>
      </p:sp>
      <p:sp>
        <p:nvSpPr>
          <p:cNvPr id="51" name="Shape 51"/>
          <p:cNvSpPr txBox="1">
            <a:spLocks noGrp="1"/>
          </p:cNvSpPr>
          <p:nvPr>
            <p:ph type="body" idx="1"/>
          </p:nvPr>
        </p:nvSpPr>
        <p:spPr>
          <a:xfrm>
            <a:off x="489284" y="1600200"/>
            <a:ext cx="2631900" cy="4967700"/>
          </a:xfrm>
          <a:prstGeom prst="rect">
            <a:avLst/>
          </a:prstGeom>
        </p:spPr>
        <p:txBody>
          <a:bodyPr spcFirstLastPara="1" wrap="square" lIns="91425" tIns="91425" rIns="91425" bIns="91425" anchor="t" anchorCtr="0"/>
          <a:lstStyle>
            <a:lvl1pPr marL="457200" lvl="0" indent="-355600" rtl="0">
              <a:spcBef>
                <a:spcPts val="600"/>
              </a:spcBef>
              <a:spcAft>
                <a:spcPts val="0"/>
              </a:spcAft>
              <a:buSzPts val="2000"/>
              <a:buChar char="■"/>
              <a:defRPr sz="2000"/>
            </a:lvl1pPr>
            <a:lvl2pPr marL="914400" lvl="1" indent="-355600" rtl="0">
              <a:spcBef>
                <a:spcPts val="0"/>
              </a:spcBef>
              <a:spcAft>
                <a:spcPts val="0"/>
              </a:spcAft>
              <a:buSzPts val="2000"/>
              <a:buChar char="○"/>
              <a:defRPr sz="2000"/>
            </a:lvl2pPr>
            <a:lvl3pPr marL="1371600" lvl="2" indent="-355600" rtl="0">
              <a:spcBef>
                <a:spcPts val="0"/>
              </a:spcBef>
              <a:spcAft>
                <a:spcPts val="0"/>
              </a:spcAft>
              <a:buSzPts val="2000"/>
              <a:buChar char="■"/>
              <a:defRPr sz="2000"/>
            </a:lvl3pPr>
            <a:lvl4pPr marL="1828800" lvl="3" indent="-355600" rtl="0">
              <a:spcBef>
                <a:spcPts val="0"/>
              </a:spcBef>
              <a:spcAft>
                <a:spcPts val="0"/>
              </a:spcAft>
              <a:buSzPts val="2000"/>
              <a:buChar char="●"/>
              <a:defRPr sz="2000"/>
            </a:lvl4pPr>
            <a:lvl5pPr marL="2286000" lvl="4" indent="-355600" rtl="0">
              <a:spcBef>
                <a:spcPts val="0"/>
              </a:spcBef>
              <a:spcAft>
                <a:spcPts val="0"/>
              </a:spcAft>
              <a:buSzPts val="2000"/>
              <a:buChar char="○"/>
              <a:defRPr sz="2000"/>
            </a:lvl5pPr>
            <a:lvl6pPr marL="2743200" lvl="5" indent="-355600" rtl="0">
              <a:spcBef>
                <a:spcPts val="0"/>
              </a:spcBef>
              <a:spcAft>
                <a:spcPts val="0"/>
              </a:spcAft>
              <a:buSzPts val="2000"/>
              <a:buChar char="■"/>
              <a:defRPr sz="2000"/>
            </a:lvl6pPr>
            <a:lvl7pPr marL="3200400" lvl="6" indent="-355600" rtl="0">
              <a:spcBef>
                <a:spcPts val="0"/>
              </a:spcBef>
              <a:spcAft>
                <a:spcPts val="0"/>
              </a:spcAft>
              <a:buSzPts val="2000"/>
              <a:buChar char="●"/>
              <a:defRPr sz="2000"/>
            </a:lvl7pPr>
            <a:lvl8pPr marL="3657600" lvl="7" indent="-355600" rtl="0">
              <a:spcBef>
                <a:spcPts val="0"/>
              </a:spcBef>
              <a:spcAft>
                <a:spcPts val="0"/>
              </a:spcAft>
              <a:buSzPts val="2000"/>
              <a:buChar char="○"/>
              <a:defRPr sz="2000"/>
            </a:lvl8pPr>
            <a:lvl9pPr marL="4114800" lvl="8" indent="-355600" rtl="0">
              <a:spcBef>
                <a:spcPts val="0"/>
              </a:spcBef>
              <a:spcAft>
                <a:spcPts val="0"/>
              </a:spcAft>
              <a:buSzPts val="2000"/>
              <a:buChar char="■"/>
              <a:defRPr sz="2000"/>
            </a:lvl9pPr>
          </a:lstStyle>
          <a:p>
            <a:endParaRPr/>
          </a:p>
        </p:txBody>
      </p:sp>
      <p:sp>
        <p:nvSpPr>
          <p:cNvPr id="52" name="Shape 52"/>
          <p:cNvSpPr txBox="1">
            <a:spLocks noGrp="1"/>
          </p:cNvSpPr>
          <p:nvPr>
            <p:ph type="body" idx="2"/>
          </p:nvPr>
        </p:nvSpPr>
        <p:spPr>
          <a:xfrm>
            <a:off x="3256050" y="1600200"/>
            <a:ext cx="2631900" cy="4967700"/>
          </a:xfrm>
          <a:prstGeom prst="rect">
            <a:avLst/>
          </a:prstGeom>
        </p:spPr>
        <p:txBody>
          <a:bodyPr spcFirstLastPara="1" wrap="square" lIns="91425" tIns="91425" rIns="91425" bIns="91425" anchor="t" anchorCtr="0"/>
          <a:lstStyle>
            <a:lvl1pPr marL="457200" lvl="0" indent="-355600" rtl="0">
              <a:spcBef>
                <a:spcPts val="600"/>
              </a:spcBef>
              <a:spcAft>
                <a:spcPts val="0"/>
              </a:spcAft>
              <a:buSzPts val="2000"/>
              <a:buChar char="■"/>
              <a:defRPr sz="2000"/>
            </a:lvl1pPr>
            <a:lvl2pPr marL="914400" lvl="1" indent="-355600" rtl="0">
              <a:spcBef>
                <a:spcPts val="0"/>
              </a:spcBef>
              <a:spcAft>
                <a:spcPts val="0"/>
              </a:spcAft>
              <a:buSzPts val="2000"/>
              <a:buChar char="○"/>
              <a:defRPr sz="2000"/>
            </a:lvl2pPr>
            <a:lvl3pPr marL="1371600" lvl="2" indent="-355600" rtl="0">
              <a:spcBef>
                <a:spcPts val="0"/>
              </a:spcBef>
              <a:spcAft>
                <a:spcPts val="0"/>
              </a:spcAft>
              <a:buSzPts val="2000"/>
              <a:buChar char="■"/>
              <a:defRPr sz="2000"/>
            </a:lvl3pPr>
            <a:lvl4pPr marL="1828800" lvl="3" indent="-355600" rtl="0">
              <a:spcBef>
                <a:spcPts val="0"/>
              </a:spcBef>
              <a:spcAft>
                <a:spcPts val="0"/>
              </a:spcAft>
              <a:buSzPts val="2000"/>
              <a:buChar char="●"/>
              <a:defRPr sz="2000"/>
            </a:lvl4pPr>
            <a:lvl5pPr marL="2286000" lvl="4" indent="-355600" rtl="0">
              <a:spcBef>
                <a:spcPts val="0"/>
              </a:spcBef>
              <a:spcAft>
                <a:spcPts val="0"/>
              </a:spcAft>
              <a:buSzPts val="2000"/>
              <a:buChar char="○"/>
              <a:defRPr sz="2000"/>
            </a:lvl5pPr>
            <a:lvl6pPr marL="2743200" lvl="5" indent="-355600" rtl="0">
              <a:spcBef>
                <a:spcPts val="0"/>
              </a:spcBef>
              <a:spcAft>
                <a:spcPts val="0"/>
              </a:spcAft>
              <a:buSzPts val="2000"/>
              <a:buChar char="■"/>
              <a:defRPr sz="2000"/>
            </a:lvl6pPr>
            <a:lvl7pPr marL="3200400" lvl="6" indent="-355600" rtl="0">
              <a:spcBef>
                <a:spcPts val="0"/>
              </a:spcBef>
              <a:spcAft>
                <a:spcPts val="0"/>
              </a:spcAft>
              <a:buSzPts val="2000"/>
              <a:buChar char="●"/>
              <a:defRPr sz="2000"/>
            </a:lvl7pPr>
            <a:lvl8pPr marL="3657600" lvl="7" indent="-355600" rtl="0">
              <a:spcBef>
                <a:spcPts val="0"/>
              </a:spcBef>
              <a:spcAft>
                <a:spcPts val="0"/>
              </a:spcAft>
              <a:buSzPts val="2000"/>
              <a:buChar char="○"/>
              <a:defRPr sz="2000"/>
            </a:lvl8pPr>
            <a:lvl9pPr marL="4114800" lvl="8" indent="-355600" rtl="0">
              <a:spcBef>
                <a:spcPts val="0"/>
              </a:spcBef>
              <a:spcAft>
                <a:spcPts val="0"/>
              </a:spcAft>
              <a:buSzPts val="2000"/>
              <a:buChar char="■"/>
              <a:defRPr sz="2000"/>
            </a:lvl9pPr>
          </a:lstStyle>
          <a:p>
            <a:endParaRPr/>
          </a:p>
        </p:txBody>
      </p:sp>
      <p:sp>
        <p:nvSpPr>
          <p:cNvPr id="53" name="Shape 53"/>
          <p:cNvSpPr txBox="1">
            <a:spLocks noGrp="1"/>
          </p:cNvSpPr>
          <p:nvPr>
            <p:ph type="body" idx="3"/>
          </p:nvPr>
        </p:nvSpPr>
        <p:spPr>
          <a:xfrm>
            <a:off x="6022816" y="1600200"/>
            <a:ext cx="2631900" cy="4967700"/>
          </a:xfrm>
          <a:prstGeom prst="rect">
            <a:avLst/>
          </a:prstGeom>
        </p:spPr>
        <p:txBody>
          <a:bodyPr spcFirstLastPara="1" wrap="square" lIns="91425" tIns="91425" rIns="91425" bIns="91425" anchor="t" anchorCtr="0"/>
          <a:lstStyle>
            <a:lvl1pPr marL="457200" lvl="0" indent="-355600" rtl="0">
              <a:spcBef>
                <a:spcPts val="600"/>
              </a:spcBef>
              <a:spcAft>
                <a:spcPts val="0"/>
              </a:spcAft>
              <a:buSzPts val="2000"/>
              <a:buChar char="■"/>
              <a:defRPr sz="2000"/>
            </a:lvl1pPr>
            <a:lvl2pPr marL="914400" lvl="1" indent="-355600" rtl="0">
              <a:spcBef>
                <a:spcPts val="0"/>
              </a:spcBef>
              <a:spcAft>
                <a:spcPts val="0"/>
              </a:spcAft>
              <a:buSzPts val="2000"/>
              <a:buChar char="○"/>
              <a:defRPr sz="2000"/>
            </a:lvl2pPr>
            <a:lvl3pPr marL="1371600" lvl="2" indent="-355600" rtl="0">
              <a:spcBef>
                <a:spcPts val="0"/>
              </a:spcBef>
              <a:spcAft>
                <a:spcPts val="0"/>
              </a:spcAft>
              <a:buSzPts val="2000"/>
              <a:buChar char="■"/>
              <a:defRPr sz="2000"/>
            </a:lvl3pPr>
            <a:lvl4pPr marL="1828800" lvl="3" indent="-355600" rtl="0">
              <a:spcBef>
                <a:spcPts val="0"/>
              </a:spcBef>
              <a:spcAft>
                <a:spcPts val="0"/>
              </a:spcAft>
              <a:buSzPts val="2000"/>
              <a:buChar char="●"/>
              <a:defRPr sz="2000"/>
            </a:lvl4pPr>
            <a:lvl5pPr marL="2286000" lvl="4" indent="-355600" rtl="0">
              <a:spcBef>
                <a:spcPts val="0"/>
              </a:spcBef>
              <a:spcAft>
                <a:spcPts val="0"/>
              </a:spcAft>
              <a:buSzPts val="2000"/>
              <a:buChar char="○"/>
              <a:defRPr sz="2000"/>
            </a:lvl5pPr>
            <a:lvl6pPr marL="2743200" lvl="5" indent="-355600" rtl="0">
              <a:spcBef>
                <a:spcPts val="0"/>
              </a:spcBef>
              <a:spcAft>
                <a:spcPts val="0"/>
              </a:spcAft>
              <a:buSzPts val="2000"/>
              <a:buChar char="■"/>
              <a:defRPr sz="2000"/>
            </a:lvl6pPr>
            <a:lvl7pPr marL="3200400" lvl="6" indent="-355600" rtl="0">
              <a:spcBef>
                <a:spcPts val="0"/>
              </a:spcBef>
              <a:spcAft>
                <a:spcPts val="0"/>
              </a:spcAft>
              <a:buSzPts val="2000"/>
              <a:buChar char="●"/>
              <a:defRPr sz="2000"/>
            </a:lvl7pPr>
            <a:lvl8pPr marL="3657600" lvl="7" indent="-355600" rtl="0">
              <a:spcBef>
                <a:spcPts val="0"/>
              </a:spcBef>
              <a:spcAft>
                <a:spcPts val="0"/>
              </a:spcAft>
              <a:buSzPts val="2000"/>
              <a:buChar char="○"/>
              <a:defRPr sz="2000"/>
            </a:lvl8pPr>
            <a:lvl9pPr marL="4114800" lvl="8" indent="-355600" rtl="0">
              <a:spcBef>
                <a:spcPts val="0"/>
              </a:spcBef>
              <a:spcAft>
                <a:spcPts val="0"/>
              </a:spcAft>
              <a:buSzPts val="2000"/>
              <a:buChar char="■"/>
              <a:defRPr sz="2000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 type="titleOnly">
  <p:cSld name="TITLE_ONLY">
    <p:spTree>
      <p:nvGrpSpPr>
        <p:cNvPr id="1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5" name="Shape 55"/>
          <p:cNvGrpSpPr/>
          <p:nvPr/>
        </p:nvGrpSpPr>
        <p:grpSpPr>
          <a:xfrm>
            <a:off x="180850" y="168450"/>
            <a:ext cx="8781900" cy="1296663"/>
            <a:chOff x="180850" y="168450"/>
            <a:chExt cx="8781900" cy="1296663"/>
          </a:xfrm>
        </p:grpSpPr>
        <p:sp>
          <p:nvSpPr>
            <p:cNvPr id="56" name="Shape 56"/>
            <p:cNvSpPr/>
            <p:nvPr/>
          </p:nvSpPr>
          <p:spPr>
            <a:xfrm>
              <a:off x="180850" y="168450"/>
              <a:ext cx="8781900" cy="973500"/>
            </a:xfrm>
            <a:prstGeom prst="rect">
              <a:avLst/>
            </a:prstGeom>
            <a:solidFill>
              <a:srgbClr val="00C5B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7" name="Shape 57"/>
            <p:cNvSpPr/>
            <p:nvPr/>
          </p:nvSpPr>
          <p:spPr>
            <a:xfrm rot="5400000">
              <a:off x="1027273" y="930513"/>
              <a:ext cx="442800" cy="626400"/>
            </a:xfrm>
            <a:prstGeom prst="rtTriangle">
              <a:avLst/>
            </a:prstGeom>
            <a:solidFill>
              <a:srgbClr val="00C5B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8" name="Shape 58"/>
            <p:cNvSpPr/>
            <p:nvPr/>
          </p:nvSpPr>
          <p:spPr>
            <a:xfrm>
              <a:off x="361300" y="341550"/>
              <a:ext cx="8421000" cy="627300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59" name="Shape 59"/>
          <p:cNvSpPr txBox="1">
            <a:spLocks noGrp="1"/>
          </p:cNvSpPr>
          <p:nvPr>
            <p:ph type="title"/>
          </p:nvPr>
        </p:nvSpPr>
        <p:spPr>
          <a:xfrm>
            <a:off x="832475" y="168450"/>
            <a:ext cx="7951800" cy="973500"/>
          </a:xfrm>
          <a:prstGeom prst="rect">
            <a:avLst/>
          </a:prstGeom>
        </p:spPr>
        <p:txBody>
          <a:bodyPr spcFirstLastPara="1" wrap="square" lIns="91425" tIns="91425" rIns="91425" bIns="91425" anchor="ctr" anchorCtr="0"/>
          <a:lstStyle>
            <a:lvl1pPr lvl="0" algn="l" rtl="0">
              <a:spcBef>
                <a:spcPts val="0"/>
              </a:spcBef>
              <a:spcAft>
                <a:spcPts val="0"/>
              </a:spcAft>
              <a:buSzPts val="2400"/>
              <a:buNone/>
              <a:defRPr/>
            </a:lvl1pPr>
            <a:lvl2pPr lvl="1" algn="l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400"/>
              <a:buNone/>
              <a:defRPr>
                <a:solidFill>
                  <a:srgbClr val="FFFFFF"/>
                </a:solidFill>
              </a:defRPr>
            </a:lvl2pPr>
            <a:lvl3pPr lvl="2" algn="l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400"/>
              <a:buNone/>
              <a:defRPr>
                <a:solidFill>
                  <a:srgbClr val="FFFFFF"/>
                </a:solidFill>
              </a:defRPr>
            </a:lvl3pPr>
            <a:lvl4pPr lvl="3" algn="l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400"/>
              <a:buNone/>
              <a:defRPr>
                <a:solidFill>
                  <a:srgbClr val="FFFFFF"/>
                </a:solidFill>
              </a:defRPr>
            </a:lvl4pPr>
            <a:lvl5pPr lvl="4" algn="l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400"/>
              <a:buNone/>
              <a:defRPr>
                <a:solidFill>
                  <a:srgbClr val="FFFFFF"/>
                </a:solidFill>
              </a:defRPr>
            </a:lvl5pPr>
            <a:lvl6pPr lvl="5" algn="l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400"/>
              <a:buNone/>
              <a:defRPr>
                <a:solidFill>
                  <a:srgbClr val="FFFFFF"/>
                </a:solidFill>
              </a:defRPr>
            </a:lvl6pPr>
            <a:lvl7pPr lvl="6" algn="l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400"/>
              <a:buNone/>
              <a:defRPr>
                <a:solidFill>
                  <a:srgbClr val="FFFFFF"/>
                </a:solidFill>
              </a:defRPr>
            </a:lvl7pPr>
            <a:lvl8pPr lvl="7" algn="l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400"/>
              <a:buNone/>
              <a:defRPr>
                <a:solidFill>
                  <a:srgbClr val="FFFFFF"/>
                </a:solidFill>
              </a:defRPr>
            </a:lvl8pPr>
            <a:lvl9pPr lvl="8" algn="l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400"/>
              <a:buNone/>
              <a:defRPr>
                <a:solidFill>
                  <a:srgbClr val="FFFFFF"/>
                </a:solidFill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BLANK">
    <p:spTree>
      <p:nvGrpSpPr>
        <p:cNvPr id="1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Shape 64"/>
          <p:cNvSpPr/>
          <p:nvPr/>
        </p:nvSpPr>
        <p:spPr>
          <a:xfrm>
            <a:off x="181050" y="168450"/>
            <a:ext cx="8781900" cy="6521100"/>
          </a:xfrm>
          <a:prstGeom prst="rect">
            <a:avLst/>
          </a:prstGeom>
          <a:solidFill>
            <a:srgbClr val="EFEFEF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 pink">
  <p:cSld name="BLANK_1">
    <p:bg>
      <p:bgPr>
        <a:solidFill>
          <a:srgbClr val="FD8E80"/>
        </a:solidFill>
        <a:effectLst/>
      </p:bgPr>
    </p:bg>
    <p:spTree>
      <p:nvGrpSpPr>
        <p:cNvPr id="1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Shape 66"/>
          <p:cNvSpPr/>
          <p:nvPr/>
        </p:nvSpPr>
        <p:spPr>
          <a:xfrm>
            <a:off x="181050" y="168450"/>
            <a:ext cx="8781900" cy="6521100"/>
          </a:xfrm>
          <a:prstGeom prst="rect">
            <a:avLst/>
          </a:prstGeom>
          <a:solidFill>
            <a:srgbClr val="F05768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 dark">
  <p:cSld name="BLANK_1_1_1">
    <p:bg>
      <p:bgPr>
        <a:solidFill>
          <a:srgbClr val="00C5B9"/>
        </a:solidFill>
        <a:effectLst/>
      </p:bgPr>
    </p:bg>
    <p:spTree>
      <p:nvGrpSpPr>
        <p:cNvPr id="1" name="Shape 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0" name="Shape 70"/>
          <p:cNvSpPr/>
          <p:nvPr/>
        </p:nvSpPr>
        <p:spPr>
          <a:xfrm>
            <a:off x="181050" y="168450"/>
            <a:ext cx="8781900" cy="6521100"/>
          </a:xfrm>
          <a:prstGeom prst="rect">
            <a:avLst/>
          </a:prstGeom>
          <a:solidFill>
            <a:srgbClr val="2F3848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simple-light">
    <p:bg>
      <p:bgPr>
        <a:solidFill>
          <a:schemeClr val="lt1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Shape 6"/>
          <p:cNvSpPr txBox="1">
            <a:spLocks noGrp="1"/>
          </p:cNvSpPr>
          <p:nvPr>
            <p:ph type="title"/>
          </p:nvPr>
        </p:nvSpPr>
        <p:spPr>
          <a:xfrm>
            <a:off x="880050" y="274650"/>
            <a:ext cx="73839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/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rgbClr val="00C5B9"/>
              </a:buClr>
              <a:buSzPts val="2400"/>
              <a:buFont typeface="Source Sans Pro"/>
              <a:buNone/>
              <a:defRPr sz="2400" b="1">
                <a:solidFill>
                  <a:srgbClr val="00C5B9"/>
                </a:solidFill>
                <a:latin typeface="Source Sans Pro"/>
                <a:ea typeface="Source Sans Pro"/>
                <a:cs typeface="Source Sans Pro"/>
                <a:sym typeface="Source Sans Pro"/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Clr>
                <a:srgbClr val="00C5B9"/>
              </a:buClr>
              <a:buSzPts val="2400"/>
              <a:buFont typeface="Source Sans Pro"/>
              <a:buNone/>
              <a:defRPr sz="2400" b="1">
                <a:solidFill>
                  <a:srgbClr val="00C5B9"/>
                </a:solidFill>
                <a:latin typeface="Source Sans Pro"/>
                <a:ea typeface="Source Sans Pro"/>
                <a:cs typeface="Source Sans Pro"/>
                <a:sym typeface="Source Sans Pro"/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Clr>
                <a:srgbClr val="00C5B9"/>
              </a:buClr>
              <a:buSzPts val="2400"/>
              <a:buFont typeface="Source Sans Pro"/>
              <a:buNone/>
              <a:defRPr sz="2400" b="1">
                <a:solidFill>
                  <a:srgbClr val="00C5B9"/>
                </a:solidFill>
                <a:latin typeface="Source Sans Pro"/>
                <a:ea typeface="Source Sans Pro"/>
                <a:cs typeface="Source Sans Pro"/>
                <a:sym typeface="Source Sans Pro"/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Clr>
                <a:srgbClr val="00C5B9"/>
              </a:buClr>
              <a:buSzPts val="2400"/>
              <a:buFont typeface="Source Sans Pro"/>
              <a:buNone/>
              <a:defRPr sz="2400" b="1">
                <a:solidFill>
                  <a:srgbClr val="00C5B9"/>
                </a:solidFill>
                <a:latin typeface="Source Sans Pro"/>
                <a:ea typeface="Source Sans Pro"/>
                <a:cs typeface="Source Sans Pro"/>
                <a:sym typeface="Source Sans Pro"/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Clr>
                <a:srgbClr val="00C5B9"/>
              </a:buClr>
              <a:buSzPts val="2400"/>
              <a:buFont typeface="Source Sans Pro"/>
              <a:buNone/>
              <a:defRPr sz="2400" b="1">
                <a:solidFill>
                  <a:srgbClr val="00C5B9"/>
                </a:solidFill>
                <a:latin typeface="Source Sans Pro"/>
                <a:ea typeface="Source Sans Pro"/>
                <a:cs typeface="Source Sans Pro"/>
                <a:sym typeface="Source Sans Pro"/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Clr>
                <a:srgbClr val="00C5B9"/>
              </a:buClr>
              <a:buSzPts val="2400"/>
              <a:buFont typeface="Source Sans Pro"/>
              <a:buNone/>
              <a:defRPr sz="2400" b="1">
                <a:solidFill>
                  <a:srgbClr val="00C5B9"/>
                </a:solidFill>
                <a:latin typeface="Source Sans Pro"/>
                <a:ea typeface="Source Sans Pro"/>
                <a:cs typeface="Source Sans Pro"/>
                <a:sym typeface="Source Sans Pro"/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Clr>
                <a:srgbClr val="00C5B9"/>
              </a:buClr>
              <a:buSzPts val="2400"/>
              <a:buFont typeface="Source Sans Pro"/>
              <a:buNone/>
              <a:defRPr sz="2400" b="1">
                <a:solidFill>
                  <a:srgbClr val="00C5B9"/>
                </a:solidFill>
                <a:latin typeface="Source Sans Pro"/>
                <a:ea typeface="Source Sans Pro"/>
                <a:cs typeface="Source Sans Pro"/>
                <a:sym typeface="Source Sans Pro"/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Clr>
                <a:srgbClr val="00C5B9"/>
              </a:buClr>
              <a:buSzPts val="2400"/>
              <a:buFont typeface="Source Sans Pro"/>
              <a:buNone/>
              <a:defRPr sz="2400" b="1">
                <a:solidFill>
                  <a:srgbClr val="00C5B9"/>
                </a:solidFill>
                <a:latin typeface="Source Sans Pro"/>
                <a:ea typeface="Source Sans Pro"/>
                <a:cs typeface="Source Sans Pro"/>
                <a:sym typeface="Source Sans Pro"/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Clr>
                <a:srgbClr val="00C5B9"/>
              </a:buClr>
              <a:buSzPts val="2400"/>
              <a:buFont typeface="Source Sans Pro"/>
              <a:buNone/>
              <a:defRPr sz="2400" b="1">
                <a:solidFill>
                  <a:srgbClr val="00C5B9"/>
                </a:solidFill>
                <a:latin typeface="Source Sans Pro"/>
                <a:ea typeface="Source Sans Pro"/>
                <a:cs typeface="Source Sans Pro"/>
                <a:sym typeface="Source Sans Pro"/>
              </a:defRPr>
            </a:lvl9pPr>
          </a:lstStyle>
          <a:p>
            <a:endParaRPr/>
          </a:p>
        </p:txBody>
      </p:sp>
      <p:sp>
        <p:nvSpPr>
          <p:cNvPr id="7" name="Shape 7"/>
          <p:cNvSpPr txBox="1">
            <a:spLocks noGrp="1"/>
          </p:cNvSpPr>
          <p:nvPr>
            <p:ph type="body" idx="1"/>
          </p:nvPr>
        </p:nvSpPr>
        <p:spPr>
          <a:xfrm>
            <a:off x="880050" y="1600209"/>
            <a:ext cx="7383900" cy="4967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/>
          <a:lstStyle>
            <a:lvl1pPr marL="457200" lvl="0" indent="-431800">
              <a:spcBef>
                <a:spcPts val="600"/>
              </a:spcBef>
              <a:spcAft>
                <a:spcPts val="0"/>
              </a:spcAft>
              <a:buClr>
                <a:srgbClr val="2F3848"/>
              </a:buClr>
              <a:buSzPts val="3200"/>
              <a:buFont typeface="Source Sans Pro"/>
              <a:buChar char="■"/>
              <a:defRPr sz="3200">
                <a:solidFill>
                  <a:srgbClr val="2F3848"/>
                </a:solidFill>
                <a:latin typeface="Source Sans Pro"/>
                <a:ea typeface="Source Sans Pro"/>
                <a:cs typeface="Source Sans Pro"/>
                <a:sym typeface="Source Sans Pro"/>
              </a:defRPr>
            </a:lvl1pPr>
            <a:lvl2pPr marL="914400" lvl="1" indent="-381000">
              <a:spcBef>
                <a:spcPts val="0"/>
              </a:spcBef>
              <a:spcAft>
                <a:spcPts val="0"/>
              </a:spcAft>
              <a:buClr>
                <a:srgbClr val="2F3848"/>
              </a:buClr>
              <a:buSzPts val="2400"/>
              <a:buFont typeface="Source Sans Pro"/>
              <a:buChar char="○"/>
              <a:defRPr sz="2400">
                <a:solidFill>
                  <a:srgbClr val="2F3848"/>
                </a:solidFill>
                <a:latin typeface="Source Sans Pro"/>
                <a:ea typeface="Source Sans Pro"/>
                <a:cs typeface="Source Sans Pro"/>
                <a:sym typeface="Source Sans Pro"/>
              </a:defRPr>
            </a:lvl2pPr>
            <a:lvl3pPr marL="1371600" lvl="2" indent="-381000">
              <a:spcBef>
                <a:spcPts val="0"/>
              </a:spcBef>
              <a:spcAft>
                <a:spcPts val="0"/>
              </a:spcAft>
              <a:buClr>
                <a:srgbClr val="2F3848"/>
              </a:buClr>
              <a:buSzPts val="2400"/>
              <a:buFont typeface="Source Sans Pro"/>
              <a:buChar char="■"/>
              <a:defRPr sz="2400">
                <a:solidFill>
                  <a:srgbClr val="2F3848"/>
                </a:solidFill>
                <a:latin typeface="Source Sans Pro"/>
                <a:ea typeface="Source Sans Pro"/>
                <a:cs typeface="Source Sans Pro"/>
                <a:sym typeface="Source Sans Pro"/>
              </a:defRPr>
            </a:lvl3pPr>
            <a:lvl4pPr marL="1828800" lvl="3" indent="-342900">
              <a:spcBef>
                <a:spcPts val="0"/>
              </a:spcBef>
              <a:spcAft>
                <a:spcPts val="0"/>
              </a:spcAft>
              <a:buClr>
                <a:srgbClr val="2F3848"/>
              </a:buClr>
              <a:buSzPts val="1800"/>
              <a:buFont typeface="Source Sans Pro"/>
              <a:buChar char="●"/>
              <a:defRPr sz="1800">
                <a:solidFill>
                  <a:srgbClr val="2F3848"/>
                </a:solidFill>
                <a:latin typeface="Source Sans Pro"/>
                <a:ea typeface="Source Sans Pro"/>
                <a:cs typeface="Source Sans Pro"/>
                <a:sym typeface="Source Sans Pro"/>
              </a:defRPr>
            </a:lvl4pPr>
            <a:lvl5pPr marL="2286000" lvl="4" indent="-342900">
              <a:spcBef>
                <a:spcPts val="0"/>
              </a:spcBef>
              <a:spcAft>
                <a:spcPts val="0"/>
              </a:spcAft>
              <a:buClr>
                <a:srgbClr val="2F3848"/>
              </a:buClr>
              <a:buSzPts val="1800"/>
              <a:buFont typeface="Source Sans Pro"/>
              <a:buChar char="○"/>
              <a:defRPr sz="1800">
                <a:solidFill>
                  <a:srgbClr val="2F3848"/>
                </a:solidFill>
                <a:latin typeface="Source Sans Pro"/>
                <a:ea typeface="Source Sans Pro"/>
                <a:cs typeface="Source Sans Pro"/>
                <a:sym typeface="Source Sans Pro"/>
              </a:defRPr>
            </a:lvl5pPr>
            <a:lvl6pPr marL="2743200" lvl="5" indent="-342900">
              <a:spcBef>
                <a:spcPts val="0"/>
              </a:spcBef>
              <a:spcAft>
                <a:spcPts val="0"/>
              </a:spcAft>
              <a:buClr>
                <a:srgbClr val="2F3848"/>
              </a:buClr>
              <a:buSzPts val="1800"/>
              <a:buFont typeface="Source Sans Pro"/>
              <a:buChar char="■"/>
              <a:defRPr sz="1800">
                <a:solidFill>
                  <a:srgbClr val="2F3848"/>
                </a:solidFill>
                <a:latin typeface="Source Sans Pro"/>
                <a:ea typeface="Source Sans Pro"/>
                <a:cs typeface="Source Sans Pro"/>
                <a:sym typeface="Source Sans Pro"/>
              </a:defRPr>
            </a:lvl6pPr>
            <a:lvl7pPr marL="3200400" lvl="6" indent="-342900">
              <a:spcBef>
                <a:spcPts val="0"/>
              </a:spcBef>
              <a:spcAft>
                <a:spcPts val="0"/>
              </a:spcAft>
              <a:buClr>
                <a:srgbClr val="2F3848"/>
              </a:buClr>
              <a:buSzPts val="1800"/>
              <a:buFont typeface="Source Sans Pro"/>
              <a:buChar char="●"/>
              <a:defRPr sz="1800">
                <a:solidFill>
                  <a:srgbClr val="2F3848"/>
                </a:solidFill>
                <a:latin typeface="Source Sans Pro"/>
                <a:ea typeface="Source Sans Pro"/>
                <a:cs typeface="Source Sans Pro"/>
                <a:sym typeface="Source Sans Pro"/>
              </a:defRPr>
            </a:lvl7pPr>
            <a:lvl8pPr marL="3657600" lvl="7" indent="-342900">
              <a:spcBef>
                <a:spcPts val="0"/>
              </a:spcBef>
              <a:spcAft>
                <a:spcPts val="0"/>
              </a:spcAft>
              <a:buClr>
                <a:srgbClr val="2F3848"/>
              </a:buClr>
              <a:buSzPts val="1800"/>
              <a:buFont typeface="Source Sans Pro"/>
              <a:buChar char="○"/>
              <a:defRPr sz="1800">
                <a:solidFill>
                  <a:srgbClr val="2F3848"/>
                </a:solidFill>
                <a:latin typeface="Source Sans Pro"/>
                <a:ea typeface="Source Sans Pro"/>
                <a:cs typeface="Source Sans Pro"/>
                <a:sym typeface="Source Sans Pro"/>
              </a:defRPr>
            </a:lvl8pPr>
            <a:lvl9pPr marL="4114800" lvl="8" indent="-342900">
              <a:spcBef>
                <a:spcPts val="0"/>
              </a:spcBef>
              <a:spcAft>
                <a:spcPts val="0"/>
              </a:spcAft>
              <a:buClr>
                <a:srgbClr val="2F3848"/>
              </a:buClr>
              <a:buSzPts val="1800"/>
              <a:buFont typeface="Source Sans Pro"/>
              <a:buChar char="■"/>
              <a:defRPr sz="1800">
                <a:solidFill>
                  <a:srgbClr val="2F3848"/>
                </a:solidFill>
                <a:latin typeface="Source Sans Pro"/>
                <a:ea typeface="Source Sans Pro"/>
                <a:cs typeface="Source Sans Pro"/>
                <a:sym typeface="Source Sans Pro"/>
              </a:defRPr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7" r:id="rId9"/>
    <p:sldLayoutId id="2147483658" r:id="rId10"/>
    <p:sldLayoutId id="2147483660" r:id="rId11"/>
  </p:sldLayoutIdLst>
  <p:transition>
    <p:fade thruBlk="1"/>
  </p:transition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9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1.png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0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0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hyperlink" Target="http://www.slidescarnival.com/help-use-presentation-template" TargetMode="External"/><Relationship Id="rId4" Type="http://schemas.openxmlformats.org/officeDocument/2006/relationships/hyperlink" Target="http://www.slidescarnival.com/copyright-and-legal-information" TargetMode="External"/><Relationship Id="rId5" Type="http://schemas.openxmlformats.org/officeDocument/2006/relationships/image" Target="../media/image2.emf"/><Relationship Id="rId6" Type="http://schemas.openxmlformats.org/officeDocument/2006/relationships/image" Target="../media/image3.jpeg"/><Relationship Id="rId1" Type="http://schemas.openxmlformats.org/officeDocument/2006/relationships/slideLayout" Target="../slideLayouts/slideLayout8.xml"/><Relationship Id="rId2" Type="http://schemas.openxmlformats.org/officeDocument/2006/relationships/notesSlide" Target="../notesSlides/notesSlide2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Shape 75"/>
          <p:cNvSpPr txBox="1">
            <a:spLocks noGrp="1"/>
          </p:cNvSpPr>
          <p:nvPr>
            <p:ph type="ctrTitle"/>
          </p:nvPr>
        </p:nvSpPr>
        <p:spPr>
          <a:xfrm>
            <a:off x="1692000" y="3265350"/>
            <a:ext cx="5760000" cy="15465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de-DE" dirty="0" smtClean="0"/>
              <a:t>ESM</a:t>
            </a:r>
            <a:r>
              <a:rPr lang="mr-IN" dirty="0" smtClean="0"/>
              <a:t>–</a:t>
            </a:r>
            <a:r>
              <a:rPr lang="de-DE" dirty="0" smtClean="0"/>
              <a:t>TOOLS</a:t>
            </a:r>
            <a:br>
              <a:rPr lang="de-DE" dirty="0" smtClean="0"/>
            </a:br>
            <a:r>
              <a:rPr lang="de-DE" dirty="0" smtClean="0"/>
              <a:t>An </a:t>
            </a:r>
            <a:r>
              <a:rPr lang="de-DE" dirty="0" err="1" smtClean="0"/>
              <a:t>Overview</a:t>
            </a:r>
            <a:endParaRPr dirty="0"/>
          </a:p>
        </p:txBody>
      </p:sp>
      <p:sp>
        <p:nvSpPr>
          <p:cNvPr id="4" name="Shape 75"/>
          <p:cNvSpPr txBox="1">
            <a:spLocks/>
          </p:cNvSpPr>
          <p:nvPr/>
        </p:nvSpPr>
        <p:spPr>
          <a:xfrm>
            <a:off x="1692000" y="5527496"/>
            <a:ext cx="5760000" cy="80003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05768"/>
              </a:buClr>
              <a:buSzPts val="4800"/>
              <a:buFont typeface="Source Sans Pro"/>
              <a:buNone/>
              <a:defRPr sz="4800" b="1" i="0" u="none" strike="noStrike" cap="none">
                <a:solidFill>
                  <a:srgbClr val="F05768"/>
                </a:solidFill>
                <a:latin typeface="Source Sans Pro"/>
                <a:ea typeface="Source Sans Pro"/>
                <a:cs typeface="Source Sans Pro"/>
                <a:sym typeface="Source Sans Pro"/>
              </a:defRPr>
            </a:lvl1pPr>
            <a:lvl2pPr marR="0"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05768"/>
              </a:buClr>
              <a:buSzPts val="4800"/>
              <a:buFont typeface="Source Sans Pro"/>
              <a:buNone/>
              <a:defRPr sz="4800" b="1" i="0" u="none" strike="noStrike" cap="none">
                <a:solidFill>
                  <a:srgbClr val="F05768"/>
                </a:solidFill>
                <a:latin typeface="Source Sans Pro"/>
                <a:ea typeface="Source Sans Pro"/>
                <a:cs typeface="Source Sans Pro"/>
                <a:sym typeface="Source Sans Pro"/>
              </a:defRPr>
            </a:lvl2pPr>
            <a:lvl3pPr marR="0"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05768"/>
              </a:buClr>
              <a:buSzPts val="4800"/>
              <a:buFont typeface="Source Sans Pro"/>
              <a:buNone/>
              <a:defRPr sz="4800" b="1" i="0" u="none" strike="noStrike" cap="none">
                <a:solidFill>
                  <a:srgbClr val="F05768"/>
                </a:solidFill>
                <a:latin typeface="Source Sans Pro"/>
                <a:ea typeface="Source Sans Pro"/>
                <a:cs typeface="Source Sans Pro"/>
                <a:sym typeface="Source Sans Pro"/>
              </a:defRPr>
            </a:lvl3pPr>
            <a:lvl4pPr marR="0"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05768"/>
              </a:buClr>
              <a:buSzPts val="4800"/>
              <a:buFont typeface="Source Sans Pro"/>
              <a:buNone/>
              <a:defRPr sz="4800" b="1" i="0" u="none" strike="noStrike" cap="none">
                <a:solidFill>
                  <a:srgbClr val="F05768"/>
                </a:solidFill>
                <a:latin typeface="Source Sans Pro"/>
                <a:ea typeface="Source Sans Pro"/>
                <a:cs typeface="Source Sans Pro"/>
                <a:sym typeface="Source Sans Pro"/>
              </a:defRPr>
            </a:lvl4pPr>
            <a:lvl5pPr marR="0"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05768"/>
              </a:buClr>
              <a:buSzPts val="4800"/>
              <a:buFont typeface="Source Sans Pro"/>
              <a:buNone/>
              <a:defRPr sz="4800" b="1" i="0" u="none" strike="noStrike" cap="none">
                <a:solidFill>
                  <a:srgbClr val="F05768"/>
                </a:solidFill>
                <a:latin typeface="Source Sans Pro"/>
                <a:ea typeface="Source Sans Pro"/>
                <a:cs typeface="Source Sans Pro"/>
                <a:sym typeface="Source Sans Pro"/>
              </a:defRPr>
            </a:lvl5pPr>
            <a:lvl6pPr marR="0"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05768"/>
              </a:buClr>
              <a:buSzPts val="4800"/>
              <a:buFont typeface="Source Sans Pro"/>
              <a:buNone/>
              <a:defRPr sz="4800" b="1" i="0" u="none" strike="noStrike" cap="none">
                <a:solidFill>
                  <a:srgbClr val="F05768"/>
                </a:solidFill>
                <a:latin typeface="Source Sans Pro"/>
                <a:ea typeface="Source Sans Pro"/>
                <a:cs typeface="Source Sans Pro"/>
                <a:sym typeface="Source Sans Pro"/>
              </a:defRPr>
            </a:lvl6pPr>
            <a:lvl7pPr marR="0"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05768"/>
              </a:buClr>
              <a:buSzPts val="4800"/>
              <a:buFont typeface="Source Sans Pro"/>
              <a:buNone/>
              <a:defRPr sz="4800" b="1" i="0" u="none" strike="noStrike" cap="none">
                <a:solidFill>
                  <a:srgbClr val="F05768"/>
                </a:solidFill>
                <a:latin typeface="Source Sans Pro"/>
                <a:ea typeface="Source Sans Pro"/>
                <a:cs typeface="Source Sans Pro"/>
                <a:sym typeface="Source Sans Pro"/>
              </a:defRPr>
            </a:lvl7pPr>
            <a:lvl8pPr marR="0"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05768"/>
              </a:buClr>
              <a:buSzPts val="4800"/>
              <a:buFont typeface="Source Sans Pro"/>
              <a:buNone/>
              <a:defRPr sz="4800" b="1" i="0" u="none" strike="noStrike" cap="none">
                <a:solidFill>
                  <a:srgbClr val="F05768"/>
                </a:solidFill>
                <a:latin typeface="Source Sans Pro"/>
                <a:ea typeface="Source Sans Pro"/>
                <a:cs typeface="Source Sans Pro"/>
                <a:sym typeface="Source Sans Pro"/>
              </a:defRPr>
            </a:lvl8pPr>
            <a:lvl9pPr marR="0"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05768"/>
              </a:buClr>
              <a:buSzPts val="4800"/>
              <a:buFont typeface="Source Sans Pro"/>
              <a:buNone/>
              <a:defRPr sz="4800" b="1" i="0" u="none" strike="noStrike" cap="none">
                <a:solidFill>
                  <a:srgbClr val="F05768"/>
                </a:solidFill>
                <a:latin typeface="Source Sans Pro"/>
                <a:ea typeface="Source Sans Pro"/>
                <a:cs typeface="Source Sans Pro"/>
                <a:sym typeface="Source Sans Pro"/>
              </a:defRPr>
            </a:lvl9pPr>
          </a:lstStyle>
          <a:p>
            <a:r>
              <a:rPr lang="de-DE" sz="2400" dirty="0" smtClean="0"/>
              <a:t>Mitarbeitertag June 14, 2018</a:t>
            </a:r>
          </a:p>
          <a:p>
            <a:r>
              <a:rPr lang="de-DE" sz="2400" dirty="0" smtClean="0"/>
              <a:t>Dirk </a:t>
            </a:r>
            <a:r>
              <a:rPr lang="de-DE" sz="2400" dirty="0" err="1" smtClean="0"/>
              <a:t>Barbi</a:t>
            </a:r>
            <a:r>
              <a:rPr lang="de-DE" sz="2400" dirty="0" smtClean="0"/>
              <a:t>, Nadine </a:t>
            </a:r>
            <a:r>
              <a:rPr lang="de-DE" sz="2400" dirty="0" err="1" smtClean="0"/>
              <a:t>Wieters</a:t>
            </a:r>
            <a:endParaRPr lang="de-DE" sz="2400" dirty="0"/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Shape 88"/>
          <p:cNvSpPr txBox="1">
            <a:spLocks noGrp="1"/>
          </p:cNvSpPr>
          <p:nvPr>
            <p:ph type="ctrTitle" idx="4294967295"/>
          </p:nvPr>
        </p:nvSpPr>
        <p:spPr>
          <a:xfrm>
            <a:off x="650739" y="650800"/>
            <a:ext cx="4782900" cy="10464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de-DE" sz="6000" dirty="0" smtClean="0"/>
              <a:t>ESM-Tools</a:t>
            </a:r>
            <a:endParaRPr sz="6000" dirty="0"/>
          </a:p>
        </p:txBody>
      </p:sp>
      <p:sp>
        <p:nvSpPr>
          <p:cNvPr id="89" name="Shape 89"/>
          <p:cNvSpPr txBox="1">
            <a:spLocks noGrp="1"/>
          </p:cNvSpPr>
          <p:nvPr>
            <p:ph type="subTitle" idx="4294967295"/>
          </p:nvPr>
        </p:nvSpPr>
        <p:spPr>
          <a:xfrm>
            <a:off x="2554861" y="1697200"/>
            <a:ext cx="6193927" cy="104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>
              <a:spcBef>
                <a:spcPts val="600"/>
              </a:spcBef>
              <a:spcAft>
                <a:spcPts val="0"/>
              </a:spcAft>
              <a:buNone/>
            </a:pPr>
            <a:r>
              <a:rPr lang="de-DE" b="1" dirty="0" smtClean="0">
                <a:solidFill>
                  <a:srgbClr val="F05768"/>
                </a:solidFill>
              </a:rPr>
              <a:t>Download, </a:t>
            </a:r>
            <a:r>
              <a:rPr lang="de-DE" b="1" dirty="0" err="1" smtClean="0">
                <a:solidFill>
                  <a:srgbClr val="F05768"/>
                </a:solidFill>
              </a:rPr>
              <a:t>compile</a:t>
            </a:r>
            <a:r>
              <a:rPr lang="de-DE" b="1" dirty="0" smtClean="0">
                <a:solidFill>
                  <a:srgbClr val="F05768"/>
                </a:solidFill>
              </a:rPr>
              <a:t> </a:t>
            </a:r>
            <a:r>
              <a:rPr lang="de-DE" b="1" dirty="0" err="1" smtClean="0">
                <a:solidFill>
                  <a:srgbClr val="F05768"/>
                </a:solidFill>
              </a:rPr>
              <a:t>and</a:t>
            </a:r>
            <a:r>
              <a:rPr lang="de-DE" b="1" dirty="0" smtClean="0">
                <a:solidFill>
                  <a:srgbClr val="F05768"/>
                </a:solidFill>
              </a:rPr>
              <a:t> </a:t>
            </a:r>
            <a:r>
              <a:rPr lang="de-DE" b="1" dirty="0" err="1" smtClean="0">
                <a:solidFill>
                  <a:srgbClr val="F05768"/>
                </a:solidFill>
              </a:rPr>
              <a:t>run</a:t>
            </a:r>
            <a:r>
              <a:rPr lang="de-DE" b="1" dirty="0" smtClean="0">
                <a:solidFill>
                  <a:srgbClr val="F05768"/>
                </a:solidFill>
              </a:rPr>
              <a:t> (all) </a:t>
            </a:r>
            <a:r>
              <a:rPr lang="de-DE" b="1" dirty="0" err="1" smtClean="0">
                <a:solidFill>
                  <a:srgbClr val="F05768"/>
                </a:solidFill>
              </a:rPr>
              <a:t>your</a:t>
            </a:r>
            <a:r>
              <a:rPr lang="de-DE" b="1" dirty="0" smtClean="0">
                <a:solidFill>
                  <a:srgbClr val="F05768"/>
                </a:solidFill>
              </a:rPr>
              <a:t> </a:t>
            </a:r>
            <a:r>
              <a:rPr lang="de-DE" b="1" dirty="0" err="1" smtClean="0">
                <a:solidFill>
                  <a:srgbClr val="F05768"/>
                </a:solidFill>
              </a:rPr>
              <a:t>models</a:t>
            </a:r>
            <a:r>
              <a:rPr lang="de-DE" b="1" dirty="0" smtClean="0">
                <a:solidFill>
                  <a:srgbClr val="F05768"/>
                </a:solidFill>
              </a:rPr>
              <a:t> in a </a:t>
            </a:r>
            <a:r>
              <a:rPr lang="de-DE" b="1" dirty="0" err="1" smtClean="0">
                <a:solidFill>
                  <a:srgbClr val="F05768"/>
                </a:solidFill>
              </a:rPr>
              <a:t>standard</a:t>
            </a:r>
            <a:r>
              <a:rPr lang="de-DE" b="1" dirty="0" smtClean="0">
                <a:solidFill>
                  <a:srgbClr val="F05768"/>
                </a:solidFill>
              </a:rPr>
              <a:t> </a:t>
            </a:r>
            <a:r>
              <a:rPr lang="de-DE" b="1" dirty="0" err="1" smtClean="0">
                <a:solidFill>
                  <a:srgbClr val="F05768"/>
                </a:solidFill>
              </a:rPr>
              <a:t>way</a:t>
            </a:r>
            <a:endParaRPr b="1" dirty="0">
              <a:solidFill>
                <a:srgbClr val="F05768"/>
              </a:solidFill>
            </a:endParaRPr>
          </a:p>
        </p:txBody>
      </p:sp>
      <p:sp>
        <p:nvSpPr>
          <p:cNvPr id="90" name="Shape 90"/>
          <p:cNvSpPr txBox="1">
            <a:spLocks noGrp="1"/>
          </p:cNvSpPr>
          <p:nvPr>
            <p:ph type="body" idx="4294967295"/>
          </p:nvPr>
        </p:nvSpPr>
        <p:spPr>
          <a:xfrm>
            <a:off x="3247671" y="3120545"/>
            <a:ext cx="5331249" cy="32820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rtl="0">
              <a:spcBef>
                <a:spcPts val="600"/>
              </a:spcBef>
              <a:spcAft>
                <a:spcPts val="0"/>
              </a:spcAft>
              <a:buNone/>
            </a:pPr>
            <a:r>
              <a:rPr lang="de-DE" sz="2400" dirty="0" err="1" smtClean="0"/>
              <a:t>Developed</a:t>
            </a:r>
            <a:r>
              <a:rPr lang="de-DE" sz="2400" dirty="0" smtClean="0"/>
              <a:t> </a:t>
            </a:r>
            <a:r>
              <a:rPr lang="de-DE" sz="2400" dirty="0" err="1" smtClean="0"/>
              <a:t>and</a:t>
            </a:r>
            <a:r>
              <a:rPr lang="de-DE" sz="2400" dirty="0" smtClean="0"/>
              <a:t> </a:t>
            </a:r>
            <a:r>
              <a:rPr lang="de-DE" sz="2400" dirty="0" err="1" smtClean="0"/>
              <a:t>maintained</a:t>
            </a:r>
            <a:r>
              <a:rPr lang="de-DE" sz="2400" dirty="0" smtClean="0"/>
              <a:t> @AWI</a:t>
            </a:r>
            <a:endParaRPr sz="2400" dirty="0"/>
          </a:p>
          <a:p>
            <a:pPr marL="0" lvl="0" indent="0" rtl="0">
              <a:spcBef>
                <a:spcPts val="600"/>
              </a:spcBef>
              <a:spcAft>
                <a:spcPts val="0"/>
              </a:spcAft>
              <a:buNone/>
            </a:pPr>
            <a:endParaRPr sz="2400" dirty="0"/>
          </a:p>
          <a:p>
            <a:pPr marL="0" lvl="0" indent="0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 sz="2400" u="sng" dirty="0"/>
              <a:t>You can find </a:t>
            </a:r>
            <a:r>
              <a:rPr lang="de-DE" sz="2400" u="sng" dirty="0" err="1" smtClean="0"/>
              <a:t>us</a:t>
            </a:r>
            <a:r>
              <a:rPr lang="en" sz="2400" u="sng" dirty="0" smtClean="0"/>
              <a:t> </a:t>
            </a:r>
            <a:r>
              <a:rPr lang="en" sz="2400" u="sng" dirty="0"/>
              <a:t>at:</a:t>
            </a:r>
            <a:endParaRPr sz="2400" u="sng" dirty="0"/>
          </a:p>
          <a:p>
            <a:pPr marL="0" lvl="0" indent="0">
              <a:spcBef>
                <a:spcPts val="600"/>
              </a:spcBef>
              <a:spcAft>
                <a:spcPts val="0"/>
              </a:spcAft>
              <a:buNone/>
            </a:pPr>
            <a:r>
              <a:rPr lang="en-US" sz="2400" dirty="0" smtClean="0"/>
              <a:t>	D</a:t>
            </a:r>
            <a:r>
              <a:rPr lang="de-DE" sz="2400" dirty="0" smtClean="0"/>
              <a:t>irk.Barbi@awi.de</a:t>
            </a:r>
          </a:p>
          <a:p>
            <a:pPr marL="0" lvl="0" indent="0">
              <a:spcBef>
                <a:spcPts val="600"/>
              </a:spcBef>
              <a:spcAft>
                <a:spcPts val="0"/>
              </a:spcAft>
              <a:buNone/>
            </a:pPr>
            <a:r>
              <a:rPr lang="de-DE" sz="2400" dirty="0" smtClean="0"/>
              <a:t>	Nadine.Wieters@awi.de</a:t>
            </a:r>
          </a:p>
          <a:p>
            <a:pPr marL="0" lvl="0" indent="0">
              <a:spcBef>
                <a:spcPts val="600"/>
              </a:spcBef>
              <a:spcAft>
                <a:spcPts val="0"/>
              </a:spcAft>
              <a:buNone/>
            </a:pPr>
            <a:r>
              <a:rPr lang="de-DE" sz="2400" dirty="0" smtClean="0"/>
              <a:t>	https://</a:t>
            </a:r>
            <a:r>
              <a:rPr lang="de-DE" sz="2400" dirty="0" err="1" smtClean="0"/>
              <a:t>gitlab.dkrz.de</a:t>
            </a:r>
            <a:r>
              <a:rPr lang="de-DE" sz="2400" dirty="0" smtClean="0"/>
              <a:t>/</a:t>
            </a:r>
            <a:r>
              <a:rPr lang="de-DE" sz="2400" dirty="0" err="1" smtClean="0"/>
              <a:t>esm</a:t>
            </a:r>
            <a:r>
              <a:rPr lang="de-DE" sz="2400" dirty="0" smtClean="0"/>
              <a:t>-tools</a:t>
            </a:r>
            <a:endParaRPr sz="2400" dirty="0"/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Shape 202"/>
          <p:cNvSpPr txBox="1">
            <a:spLocks noGrp="1"/>
          </p:cNvSpPr>
          <p:nvPr>
            <p:ph type="title" idx="4294967295"/>
          </p:nvPr>
        </p:nvSpPr>
        <p:spPr>
          <a:xfrm>
            <a:off x="880050" y="274650"/>
            <a:ext cx="7383900" cy="11430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rtl="0">
              <a:spcBef>
                <a:spcPts val="0"/>
              </a:spcBef>
              <a:spcAft>
                <a:spcPts val="0"/>
              </a:spcAft>
              <a:buNone/>
            </a:pPr>
            <a:r>
              <a:rPr lang="de-DE" sz="2800" dirty="0" smtClean="0"/>
              <a:t>ESM-Tools - </a:t>
            </a:r>
            <a:r>
              <a:rPr lang="de-DE" sz="2800" dirty="0" err="1" smtClean="0"/>
              <a:t>Overview</a:t>
            </a:r>
            <a:endParaRPr sz="2800" dirty="0"/>
          </a:p>
        </p:txBody>
      </p:sp>
      <p:sp>
        <p:nvSpPr>
          <p:cNvPr id="203" name="Shape 203"/>
          <p:cNvSpPr txBox="1">
            <a:spLocks noGrp="1"/>
          </p:cNvSpPr>
          <p:nvPr>
            <p:ph type="body" idx="4294967295"/>
          </p:nvPr>
        </p:nvSpPr>
        <p:spPr>
          <a:xfrm>
            <a:off x="457200" y="2286000"/>
            <a:ext cx="2631900" cy="17400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rtl="0">
              <a:spcBef>
                <a:spcPts val="600"/>
              </a:spcBef>
              <a:spcAft>
                <a:spcPts val="0"/>
              </a:spcAft>
              <a:buNone/>
            </a:pPr>
            <a:r>
              <a:rPr lang="de-DE" sz="2400" b="1" dirty="0" err="1">
                <a:solidFill>
                  <a:srgbClr val="F05768"/>
                </a:solidFill>
              </a:rPr>
              <a:t>e</a:t>
            </a:r>
            <a:r>
              <a:rPr lang="de-DE" sz="2400" b="1" dirty="0" err="1" smtClean="0">
                <a:solidFill>
                  <a:srgbClr val="F05768"/>
                </a:solidFill>
              </a:rPr>
              <a:t>sm</a:t>
            </a:r>
            <a:r>
              <a:rPr lang="de-DE" sz="2400" b="1" dirty="0" smtClean="0">
                <a:solidFill>
                  <a:srgbClr val="F05768"/>
                </a:solidFill>
              </a:rPr>
              <a:t>-master</a:t>
            </a:r>
            <a:endParaRPr sz="2400" b="1" dirty="0">
              <a:solidFill>
                <a:srgbClr val="F05768"/>
              </a:solidFill>
            </a:endParaRPr>
          </a:p>
          <a:p>
            <a:pPr marL="0" indent="0">
              <a:buNone/>
            </a:pPr>
            <a:r>
              <a:rPr lang="en-US" sz="1200" dirty="0" smtClean="0">
                <a:solidFill>
                  <a:srgbClr val="FFFFFF"/>
                </a:solidFill>
              </a:rPr>
              <a:t>G</a:t>
            </a:r>
            <a:r>
              <a:rPr lang="de-DE" sz="1200" dirty="0" smtClean="0">
                <a:solidFill>
                  <a:srgbClr val="FFFFFF"/>
                </a:solidFill>
              </a:rPr>
              <a:t>et </a:t>
            </a:r>
            <a:r>
              <a:rPr lang="de-DE" sz="1200" dirty="0" err="1" smtClean="0">
                <a:solidFill>
                  <a:srgbClr val="FFFFFF"/>
                </a:solidFill>
              </a:rPr>
              <a:t>the</a:t>
            </a:r>
            <a:r>
              <a:rPr lang="de-DE" sz="1200" dirty="0" smtClean="0">
                <a:solidFill>
                  <a:srgbClr val="FFFFFF"/>
                </a:solidFill>
              </a:rPr>
              <a:t> </a:t>
            </a:r>
            <a:r>
              <a:rPr lang="de-DE" sz="1200" dirty="0" err="1" smtClean="0">
                <a:solidFill>
                  <a:srgbClr val="FFFFFF"/>
                </a:solidFill>
              </a:rPr>
              <a:t>esm</a:t>
            </a:r>
            <a:r>
              <a:rPr lang="de-DE" sz="1200" dirty="0" smtClean="0">
                <a:solidFill>
                  <a:srgbClr val="FFFFFF"/>
                </a:solidFill>
              </a:rPr>
              <a:t>-tools; </a:t>
            </a:r>
            <a:r>
              <a:rPr lang="de-DE" sz="1200" dirty="0" err="1" smtClean="0">
                <a:solidFill>
                  <a:srgbClr val="FFFFFF"/>
                </a:solidFill>
              </a:rPr>
              <a:t>download</a:t>
            </a:r>
            <a:r>
              <a:rPr lang="de-DE" sz="1200" dirty="0" smtClean="0">
                <a:solidFill>
                  <a:srgbClr val="FFFFFF"/>
                </a:solidFill>
              </a:rPr>
              <a:t>, </a:t>
            </a:r>
            <a:r>
              <a:rPr lang="de-DE" sz="1200" dirty="0" err="1" smtClean="0">
                <a:solidFill>
                  <a:srgbClr val="FFFFFF"/>
                </a:solidFill>
              </a:rPr>
              <a:t>configure</a:t>
            </a:r>
            <a:r>
              <a:rPr lang="de-DE" sz="1200" dirty="0" smtClean="0">
                <a:solidFill>
                  <a:srgbClr val="FFFFFF"/>
                </a:solidFill>
              </a:rPr>
              <a:t> </a:t>
            </a:r>
            <a:r>
              <a:rPr lang="de-DE" sz="1200" dirty="0" err="1" smtClean="0">
                <a:solidFill>
                  <a:srgbClr val="FFFFFF"/>
                </a:solidFill>
              </a:rPr>
              <a:t>and</a:t>
            </a:r>
            <a:r>
              <a:rPr lang="de-DE" sz="1200" dirty="0" smtClean="0">
                <a:solidFill>
                  <a:srgbClr val="FFFFFF"/>
                </a:solidFill>
              </a:rPr>
              <a:t> </a:t>
            </a:r>
            <a:r>
              <a:rPr lang="de-DE" sz="1200" dirty="0" err="1" smtClean="0">
                <a:solidFill>
                  <a:srgbClr val="FFFFFF"/>
                </a:solidFill>
              </a:rPr>
              <a:t>compile</a:t>
            </a:r>
            <a:r>
              <a:rPr lang="de-DE" sz="1200" dirty="0" smtClean="0">
                <a:solidFill>
                  <a:srgbClr val="FFFFFF"/>
                </a:solidFill>
              </a:rPr>
              <a:t> </a:t>
            </a:r>
            <a:r>
              <a:rPr lang="de-DE" sz="1200" dirty="0" err="1" smtClean="0">
                <a:solidFill>
                  <a:srgbClr val="FFFFFF"/>
                </a:solidFill>
              </a:rPr>
              <a:t>your</a:t>
            </a:r>
            <a:r>
              <a:rPr lang="de-DE" sz="1200" dirty="0" smtClean="0">
                <a:solidFill>
                  <a:srgbClr val="FFFFFF"/>
                </a:solidFill>
              </a:rPr>
              <a:t> </a:t>
            </a:r>
            <a:r>
              <a:rPr lang="de-DE" sz="1200" dirty="0" err="1" smtClean="0">
                <a:solidFill>
                  <a:srgbClr val="FFFFFF"/>
                </a:solidFill>
              </a:rPr>
              <a:t>models</a:t>
            </a:r>
            <a:r>
              <a:rPr lang="de-DE" sz="1200" dirty="0" smtClean="0">
                <a:solidFill>
                  <a:srgbClr val="FFFFFF"/>
                </a:solidFill>
              </a:rPr>
              <a:t> </a:t>
            </a:r>
            <a:endParaRPr sz="1200" dirty="0">
              <a:solidFill>
                <a:srgbClr val="FFFFFF"/>
              </a:solidFill>
            </a:endParaRPr>
          </a:p>
        </p:txBody>
      </p:sp>
      <p:sp>
        <p:nvSpPr>
          <p:cNvPr id="204" name="Shape 204"/>
          <p:cNvSpPr txBox="1">
            <a:spLocks noGrp="1"/>
          </p:cNvSpPr>
          <p:nvPr>
            <p:ph type="body" idx="4294967295"/>
          </p:nvPr>
        </p:nvSpPr>
        <p:spPr>
          <a:xfrm>
            <a:off x="6065543" y="2286000"/>
            <a:ext cx="2631900" cy="17400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rtl="0">
              <a:spcBef>
                <a:spcPts val="600"/>
              </a:spcBef>
              <a:spcAft>
                <a:spcPts val="0"/>
              </a:spcAft>
              <a:buNone/>
            </a:pPr>
            <a:r>
              <a:rPr lang="de-DE" sz="2400" b="1" dirty="0" err="1">
                <a:solidFill>
                  <a:srgbClr val="F05768"/>
                </a:solidFill>
              </a:rPr>
              <a:t>e</a:t>
            </a:r>
            <a:r>
              <a:rPr lang="de-DE" sz="2400" b="1" dirty="0" err="1" smtClean="0">
                <a:solidFill>
                  <a:srgbClr val="F05768"/>
                </a:solidFill>
              </a:rPr>
              <a:t>sm-runscripts</a:t>
            </a:r>
            <a:endParaRPr sz="2400" b="1" dirty="0">
              <a:solidFill>
                <a:srgbClr val="F05768"/>
              </a:solidFill>
            </a:endParaRPr>
          </a:p>
          <a:p>
            <a:pPr marL="0" lvl="0" indent="0" rtl="0">
              <a:spcBef>
                <a:spcPts val="600"/>
              </a:spcBef>
              <a:spcAft>
                <a:spcPts val="0"/>
              </a:spcAft>
              <a:buNone/>
            </a:pPr>
            <a:r>
              <a:rPr lang="de-DE" sz="1200" dirty="0" smtClean="0">
                <a:solidFill>
                  <a:srgbClr val="FFFFFF"/>
                </a:solidFill>
              </a:rPr>
              <a:t>Unified </a:t>
            </a:r>
            <a:r>
              <a:rPr lang="de-DE" sz="1200" dirty="0" err="1" smtClean="0">
                <a:solidFill>
                  <a:srgbClr val="FFFFFF"/>
                </a:solidFill>
              </a:rPr>
              <a:t>and</a:t>
            </a:r>
            <a:r>
              <a:rPr lang="de-DE" sz="1200" dirty="0" smtClean="0">
                <a:solidFill>
                  <a:srgbClr val="FFFFFF"/>
                </a:solidFill>
              </a:rPr>
              <a:t> </a:t>
            </a:r>
            <a:r>
              <a:rPr lang="de-DE" sz="1200" dirty="0" err="1" smtClean="0">
                <a:solidFill>
                  <a:srgbClr val="FFFFFF"/>
                </a:solidFill>
              </a:rPr>
              <a:t>short</a:t>
            </a:r>
            <a:r>
              <a:rPr lang="de-DE" sz="1200" dirty="0" smtClean="0">
                <a:solidFill>
                  <a:srgbClr val="FFFFFF"/>
                </a:solidFill>
              </a:rPr>
              <a:t> </a:t>
            </a:r>
            <a:r>
              <a:rPr lang="de-DE" sz="1200" dirty="0" err="1" smtClean="0">
                <a:solidFill>
                  <a:srgbClr val="FFFFFF"/>
                </a:solidFill>
              </a:rPr>
              <a:t>runscripts</a:t>
            </a:r>
            <a:r>
              <a:rPr lang="de-DE" sz="1200" dirty="0" smtClean="0">
                <a:solidFill>
                  <a:srgbClr val="FFFFFF"/>
                </a:solidFill>
              </a:rPr>
              <a:t> </a:t>
            </a:r>
            <a:r>
              <a:rPr lang="de-DE" sz="1200" dirty="0" err="1" smtClean="0">
                <a:solidFill>
                  <a:srgbClr val="FFFFFF"/>
                </a:solidFill>
              </a:rPr>
              <a:t>for</a:t>
            </a:r>
            <a:r>
              <a:rPr lang="de-DE" sz="1200" dirty="0" smtClean="0">
                <a:solidFill>
                  <a:srgbClr val="FFFFFF"/>
                </a:solidFill>
              </a:rPr>
              <a:t> </a:t>
            </a:r>
            <a:r>
              <a:rPr lang="de-DE" sz="1200" dirty="0" err="1" smtClean="0">
                <a:solidFill>
                  <a:srgbClr val="FFFFFF"/>
                </a:solidFill>
              </a:rPr>
              <a:t>your</a:t>
            </a:r>
            <a:r>
              <a:rPr lang="de-DE" sz="1200" dirty="0" smtClean="0">
                <a:solidFill>
                  <a:srgbClr val="FFFFFF"/>
                </a:solidFill>
              </a:rPr>
              <a:t> </a:t>
            </a:r>
            <a:r>
              <a:rPr lang="de-DE" sz="1200" dirty="0" err="1" smtClean="0">
                <a:solidFill>
                  <a:srgbClr val="FFFFFF"/>
                </a:solidFill>
              </a:rPr>
              <a:t>models</a:t>
            </a:r>
            <a:r>
              <a:rPr lang="de-DE" sz="1200" dirty="0" smtClean="0">
                <a:solidFill>
                  <a:srgbClr val="FFFFFF"/>
                </a:solidFill>
              </a:rPr>
              <a:t>, </a:t>
            </a:r>
            <a:r>
              <a:rPr lang="de-DE" sz="1200" dirty="0" err="1" smtClean="0">
                <a:solidFill>
                  <a:srgbClr val="FFFFFF"/>
                </a:solidFill>
              </a:rPr>
              <a:t>supporting</a:t>
            </a:r>
            <a:r>
              <a:rPr lang="de-DE" sz="1200" dirty="0" smtClean="0">
                <a:solidFill>
                  <a:srgbClr val="FFFFFF"/>
                </a:solidFill>
              </a:rPr>
              <a:t> iterative </a:t>
            </a:r>
            <a:r>
              <a:rPr lang="de-DE" sz="1200" dirty="0" err="1" smtClean="0">
                <a:solidFill>
                  <a:srgbClr val="FFFFFF"/>
                </a:solidFill>
              </a:rPr>
              <a:t>coupling</a:t>
            </a:r>
            <a:r>
              <a:rPr lang="de-DE" sz="1200" dirty="0" smtClean="0">
                <a:solidFill>
                  <a:srgbClr val="FFFFFF"/>
                </a:solidFill>
              </a:rPr>
              <a:t>, </a:t>
            </a:r>
            <a:r>
              <a:rPr lang="de-DE" sz="1200" dirty="0" err="1" smtClean="0">
                <a:solidFill>
                  <a:srgbClr val="FFFFFF"/>
                </a:solidFill>
              </a:rPr>
              <a:t>hyperthreading</a:t>
            </a:r>
            <a:r>
              <a:rPr lang="de-DE" sz="1200" dirty="0" smtClean="0">
                <a:solidFill>
                  <a:srgbClr val="FFFFFF"/>
                </a:solidFill>
              </a:rPr>
              <a:t>, </a:t>
            </a:r>
            <a:r>
              <a:rPr lang="de-DE" sz="1200" dirty="0" err="1" smtClean="0">
                <a:solidFill>
                  <a:srgbClr val="FFFFFF"/>
                </a:solidFill>
              </a:rPr>
              <a:t>beeond</a:t>
            </a:r>
            <a:r>
              <a:rPr lang="de-DE" sz="1200" dirty="0" smtClean="0">
                <a:solidFill>
                  <a:srgbClr val="FFFFFF"/>
                </a:solidFill>
              </a:rPr>
              <a:t>, </a:t>
            </a:r>
            <a:r>
              <a:rPr lang="de-DE" sz="1200" dirty="0" err="1" smtClean="0">
                <a:solidFill>
                  <a:srgbClr val="FFFFFF"/>
                </a:solidFill>
              </a:rPr>
              <a:t>shortcuts</a:t>
            </a:r>
            <a:r>
              <a:rPr lang="de-DE" sz="1200" dirty="0" smtClean="0">
                <a:solidFill>
                  <a:srgbClr val="FFFFFF"/>
                </a:solidFill>
              </a:rPr>
              <a:t> </a:t>
            </a:r>
            <a:r>
              <a:rPr lang="de-DE" sz="1200" dirty="0" err="1" smtClean="0">
                <a:solidFill>
                  <a:srgbClr val="FFFFFF"/>
                </a:solidFill>
              </a:rPr>
              <a:t>for</a:t>
            </a:r>
            <a:r>
              <a:rPr lang="de-DE" sz="1200" dirty="0" smtClean="0">
                <a:solidFill>
                  <a:srgbClr val="FFFFFF"/>
                </a:solidFill>
              </a:rPr>
              <a:t> </a:t>
            </a:r>
            <a:r>
              <a:rPr lang="de-DE" sz="1200" dirty="0" err="1" smtClean="0">
                <a:solidFill>
                  <a:srgbClr val="FFFFFF"/>
                </a:solidFill>
              </a:rPr>
              <a:t>namelist</a:t>
            </a:r>
            <a:r>
              <a:rPr lang="de-DE" sz="1200" dirty="0" smtClean="0">
                <a:solidFill>
                  <a:srgbClr val="FFFFFF"/>
                </a:solidFill>
              </a:rPr>
              <a:t> </a:t>
            </a:r>
            <a:r>
              <a:rPr lang="de-DE" sz="1200" dirty="0" err="1" smtClean="0">
                <a:solidFill>
                  <a:srgbClr val="FFFFFF"/>
                </a:solidFill>
              </a:rPr>
              <a:t>changes</a:t>
            </a:r>
            <a:r>
              <a:rPr lang="de-DE" sz="1200" dirty="0" smtClean="0">
                <a:solidFill>
                  <a:srgbClr val="FFFFFF"/>
                </a:solidFill>
              </a:rPr>
              <a:t> </a:t>
            </a:r>
            <a:endParaRPr sz="1200" dirty="0">
              <a:solidFill>
                <a:srgbClr val="FFFFFF"/>
              </a:solidFill>
            </a:endParaRPr>
          </a:p>
        </p:txBody>
      </p:sp>
      <p:sp>
        <p:nvSpPr>
          <p:cNvPr id="205" name="Shape 205"/>
          <p:cNvSpPr txBox="1">
            <a:spLocks noGrp="1"/>
          </p:cNvSpPr>
          <p:nvPr>
            <p:ph type="body" idx="4294967295"/>
          </p:nvPr>
        </p:nvSpPr>
        <p:spPr>
          <a:xfrm>
            <a:off x="3152682" y="2286000"/>
            <a:ext cx="2631900" cy="17400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rtl="0">
              <a:spcBef>
                <a:spcPts val="600"/>
              </a:spcBef>
              <a:spcAft>
                <a:spcPts val="0"/>
              </a:spcAft>
              <a:buNone/>
            </a:pPr>
            <a:r>
              <a:rPr lang="de-DE" sz="2400" b="1" dirty="0" err="1">
                <a:solidFill>
                  <a:srgbClr val="F05768"/>
                </a:solidFill>
              </a:rPr>
              <a:t>e</a:t>
            </a:r>
            <a:r>
              <a:rPr lang="de-DE" sz="2400" b="1" dirty="0" err="1" smtClean="0">
                <a:solidFill>
                  <a:srgbClr val="F05768"/>
                </a:solidFill>
              </a:rPr>
              <a:t>sm</a:t>
            </a:r>
            <a:r>
              <a:rPr lang="de-DE" sz="2400" b="1" dirty="0" smtClean="0">
                <a:solidFill>
                  <a:srgbClr val="F05768"/>
                </a:solidFill>
              </a:rPr>
              <a:t>-environment</a:t>
            </a:r>
            <a:endParaRPr sz="2400" b="1" dirty="0">
              <a:solidFill>
                <a:srgbClr val="F05768"/>
              </a:solidFill>
            </a:endParaRPr>
          </a:p>
          <a:p>
            <a:pPr marL="0" lvl="0" indent="0" rtl="0">
              <a:spcBef>
                <a:spcPts val="600"/>
              </a:spcBef>
              <a:spcAft>
                <a:spcPts val="0"/>
              </a:spcAft>
              <a:buNone/>
            </a:pPr>
            <a:r>
              <a:rPr lang="de-DE" sz="1200" dirty="0" smtClean="0">
                <a:solidFill>
                  <a:srgbClr val="FFFFFF"/>
                </a:solidFill>
              </a:rPr>
              <a:t>Collection </a:t>
            </a:r>
            <a:r>
              <a:rPr lang="de-DE" sz="1200" dirty="0" err="1" smtClean="0">
                <a:solidFill>
                  <a:srgbClr val="FFFFFF"/>
                </a:solidFill>
              </a:rPr>
              <a:t>of</a:t>
            </a:r>
            <a:r>
              <a:rPr lang="de-DE" sz="1200" dirty="0" smtClean="0">
                <a:solidFill>
                  <a:srgbClr val="FFFFFF"/>
                </a:solidFill>
              </a:rPr>
              <a:t> </a:t>
            </a:r>
            <a:r>
              <a:rPr lang="de-DE" sz="1200" dirty="0" err="1" smtClean="0">
                <a:solidFill>
                  <a:srgbClr val="FFFFFF"/>
                </a:solidFill>
              </a:rPr>
              <a:t>machine</a:t>
            </a:r>
            <a:r>
              <a:rPr lang="de-DE" sz="1200" dirty="0" smtClean="0">
                <a:solidFill>
                  <a:srgbClr val="FFFFFF"/>
                </a:solidFill>
              </a:rPr>
              <a:t> </a:t>
            </a:r>
            <a:r>
              <a:rPr lang="de-DE" sz="1200" dirty="0" err="1" smtClean="0">
                <a:solidFill>
                  <a:srgbClr val="FFFFFF"/>
                </a:solidFill>
              </a:rPr>
              <a:t>setting</a:t>
            </a:r>
            <a:r>
              <a:rPr lang="de-DE" sz="1200" dirty="0" smtClean="0">
                <a:solidFill>
                  <a:srgbClr val="FFFFFF"/>
                </a:solidFill>
              </a:rPr>
              <a:t>, </a:t>
            </a:r>
            <a:r>
              <a:rPr lang="de-DE" sz="1200" dirty="0" err="1" smtClean="0">
                <a:solidFill>
                  <a:srgbClr val="FFFFFF"/>
                </a:solidFill>
              </a:rPr>
              <a:t>can</a:t>
            </a:r>
            <a:r>
              <a:rPr lang="de-DE" sz="1200" dirty="0" smtClean="0">
                <a:solidFill>
                  <a:srgbClr val="FFFFFF"/>
                </a:solidFill>
              </a:rPr>
              <a:t> </a:t>
            </a:r>
            <a:r>
              <a:rPr lang="de-DE" sz="1200" dirty="0" err="1" smtClean="0">
                <a:solidFill>
                  <a:srgbClr val="FFFFFF"/>
                </a:solidFill>
              </a:rPr>
              <a:t>be</a:t>
            </a:r>
            <a:r>
              <a:rPr lang="de-DE" sz="1200" dirty="0" smtClean="0">
                <a:solidFill>
                  <a:srgbClr val="FFFFFF"/>
                </a:solidFill>
              </a:rPr>
              <a:t> </a:t>
            </a:r>
            <a:r>
              <a:rPr lang="de-DE" sz="1200" dirty="0" err="1" smtClean="0">
                <a:solidFill>
                  <a:srgbClr val="FFFFFF"/>
                </a:solidFill>
              </a:rPr>
              <a:t>used</a:t>
            </a:r>
            <a:r>
              <a:rPr lang="de-DE" sz="1200" dirty="0" smtClean="0">
                <a:solidFill>
                  <a:srgbClr val="FFFFFF"/>
                </a:solidFill>
              </a:rPr>
              <a:t> </a:t>
            </a:r>
            <a:r>
              <a:rPr lang="de-DE" sz="1200" dirty="0" err="1" smtClean="0">
                <a:solidFill>
                  <a:srgbClr val="FFFFFF"/>
                </a:solidFill>
              </a:rPr>
              <a:t>by</a:t>
            </a:r>
            <a:r>
              <a:rPr lang="de-DE" sz="1200" dirty="0" smtClean="0">
                <a:solidFill>
                  <a:srgbClr val="FFFFFF"/>
                </a:solidFill>
              </a:rPr>
              <a:t> </a:t>
            </a:r>
            <a:r>
              <a:rPr lang="de-DE" sz="1200" dirty="0" err="1" smtClean="0">
                <a:solidFill>
                  <a:srgbClr val="FFFFFF"/>
                </a:solidFill>
              </a:rPr>
              <a:t>esm</a:t>
            </a:r>
            <a:r>
              <a:rPr lang="de-DE" sz="1200" dirty="0" smtClean="0">
                <a:solidFill>
                  <a:srgbClr val="FFFFFF"/>
                </a:solidFill>
              </a:rPr>
              <a:t>-master / </a:t>
            </a:r>
            <a:r>
              <a:rPr lang="de-DE" sz="1200" dirty="0" err="1" smtClean="0">
                <a:solidFill>
                  <a:srgbClr val="FFFFFF"/>
                </a:solidFill>
              </a:rPr>
              <a:t>models</a:t>
            </a:r>
            <a:r>
              <a:rPr lang="de-DE" sz="1200" dirty="0" smtClean="0">
                <a:solidFill>
                  <a:srgbClr val="FFFFFF"/>
                </a:solidFill>
              </a:rPr>
              <a:t> </a:t>
            </a:r>
            <a:r>
              <a:rPr lang="de-DE" sz="1200" dirty="0" err="1" smtClean="0">
                <a:solidFill>
                  <a:srgbClr val="FFFFFF"/>
                </a:solidFill>
              </a:rPr>
              <a:t>to</a:t>
            </a:r>
            <a:r>
              <a:rPr lang="de-DE" sz="1200" dirty="0" smtClean="0">
                <a:solidFill>
                  <a:srgbClr val="FFFFFF"/>
                </a:solidFill>
              </a:rPr>
              <a:t> </a:t>
            </a:r>
            <a:r>
              <a:rPr lang="de-DE" sz="1200" dirty="0" err="1" smtClean="0">
                <a:solidFill>
                  <a:srgbClr val="FFFFFF"/>
                </a:solidFill>
              </a:rPr>
              <a:t>compile</a:t>
            </a:r>
            <a:r>
              <a:rPr lang="de-DE" sz="1200" dirty="0" smtClean="0">
                <a:solidFill>
                  <a:srgbClr val="FFFFFF"/>
                </a:solidFill>
              </a:rPr>
              <a:t> </a:t>
            </a:r>
            <a:r>
              <a:rPr lang="de-DE" sz="1200" dirty="0" err="1" smtClean="0">
                <a:solidFill>
                  <a:srgbClr val="FFFFFF"/>
                </a:solidFill>
              </a:rPr>
              <a:t>or</a:t>
            </a:r>
            <a:r>
              <a:rPr lang="de-DE" sz="1200" dirty="0" smtClean="0">
                <a:solidFill>
                  <a:srgbClr val="FFFFFF"/>
                </a:solidFill>
              </a:rPr>
              <a:t> </a:t>
            </a:r>
            <a:r>
              <a:rPr lang="de-DE" sz="1200" dirty="0" err="1" smtClean="0">
                <a:solidFill>
                  <a:srgbClr val="FFFFFF"/>
                </a:solidFill>
              </a:rPr>
              <a:t>esm-runscripts</a:t>
            </a:r>
            <a:r>
              <a:rPr lang="de-DE" sz="1200" dirty="0" smtClean="0">
                <a:solidFill>
                  <a:srgbClr val="FFFFFF"/>
                </a:solidFill>
              </a:rPr>
              <a:t> </a:t>
            </a:r>
            <a:r>
              <a:rPr lang="de-DE" sz="1200" dirty="0" err="1" smtClean="0">
                <a:solidFill>
                  <a:srgbClr val="FFFFFF"/>
                </a:solidFill>
              </a:rPr>
              <a:t>to</a:t>
            </a:r>
            <a:r>
              <a:rPr lang="de-DE" sz="1200" dirty="0" smtClean="0">
                <a:solidFill>
                  <a:srgbClr val="FFFFFF"/>
                </a:solidFill>
              </a:rPr>
              <a:t> </a:t>
            </a:r>
            <a:r>
              <a:rPr lang="de-DE" sz="1200" dirty="0" err="1" smtClean="0">
                <a:solidFill>
                  <a:srgbClr val="FFFFFF"/>
                </a:solidFill>
              </a:rPr>
              <a:t>run</a:t>
            </a:r>
            <a:r>
              <a:rPr lang="de-DE" sz="1200" dirty="0" smtClean="0">
                <a:solidFill>
                  <a:srgbClr val="FFFFFF"/>
                </a:solidFill>
              </a:rPr>
              <a:t> </a:t>
            </a:r>
            <a:r>
              <a:rPr lang="de-DE" sz="1200" dirty="0" err="1" smtClean="0">
                <a:solidFill>
                  <a:srgbClr val="FFFFFF"/>
                </a:solidFill>
              </a:rPr>
              <a:t>models</a:t>
            </a:r>
            <a:endParaRPr sz="1200" dirty="0">
              <a:solidFill>
                <a:srgbClr val="FFFFFF"/>
              </a:solidFill>
            </a:endParaRPr>
          </a:p>
          <a:p>
            <a:pPr marL="0" lvl="0" indent="0" rtl="0">
              <a:spcBef>
                <a:spcPts val="600"/>
              </a:spcBef>
              <a:spcAft>
                <a:spcPts val="0"/>
              </a:spcAft>
              <a:buNone/>
            </a:pPr>
            <a:endParaRPr sz="1200" dirty="0">
              <a:solidFill>
                <a:srgbClr val="FFFFFF"/>
              </a:solidFill>
            </a:endParaRPr>
          </a:p>
        </p:txBody>
      </p:sp>
      <p:sp>
        <p:nvSpPr>
          <p:cNvPr id="206" name="Shape 206"/>
          <p:cNvSpPr txBox="1">
            <a:spLocks noGrp="1"/>
          </p:cNvSpPr>
          <p:nvPr>
            <p:ph type="body" idx="4294967295"/>
          </p:nvPr>
        </p:nvSpPr>
        <p:spPr>
          <a:xfrm>
            <a:off x="457200" y="4491318"/>
            <a:ext cx="2631900" cy="17400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rtl="0">
              <a:spcBef>
                <a:spcPts val="600"/>
              </a:spcBef>
              <a:spcAft>
                <a:spcPts val="0"/>
              </a:spcAft>
              <a:buNone/>
            </a:pPr>
            <a:r>
              <a:rPr lang="de-DE" sz="2400" b="1" dirty="0" err="1" smtClean="0">
                <a:solidFill>
                  <a:srgbClr val="F05768"/>
                </a:solidFill>
              </a:rPr>
              <a:t>esm-usermanual</a:t>
            </a:r>
            <a:endParaRPr b="1" dirty="0">
              <a:solidFill>
                <a:srgbClr val="FFFFFF"/>
              </a:solidFill>
            </a:endParaRPr>
          </a:p>
          <a:p>
            <a:pPr marL="0" lvl="0" indent="0" rtl="0">
              <a:spcBef>
                <a:spcPts val="600"/>
              </a:spcBef>
              <a:spcAft>
                <a:spcPts val="0"/>
              </a:spcAft>
              <a:buNone/>
            </a:pPr>
            <a:r>
              <a:rPr lang="de-DE" sz="1200" dirty="0" err="1" smtClean="0">
                <a:solidFill>
                  <a:srgbClr val="FFFFFF"/>
                </a:solidFill>
              </a:rPr>
              <a:t>Documentation</a:t>
            </a:r>
            <a:r>
              <a:rPr lang="de-DE" sz="1200" dirty="0" smtClean="0">
                <a:solidFill>
                  <a:srgbClr val="FFFFFF"/>
                </a:solidFill>
              </a:rPr>
              <a:t>, </a:t>
            </a:r>
            <a:r>
              <a:rPr lang="de-DE" sz="1200" dirty="0" err="1" smtClean="0">
                <a:solidFill>
                  <a:srgbClr val="FFFFFF"/>
                </a:solidFill>
              </a:rPr>
              <a:t>How-to</a:t>
            </a:r>
            <a:r>
              <a:rPr lang="de-DE" sz="1200" dirty="0" smtClean="0">
                <a:solidFill>
                  <a:srgbClr val="FFFFFF"/>
                </a:solidFill>
              </a:rPr>
              <a:t> </a:t>
            </a:r>
            <a:r>
              <a:rPr lang="de-DE" sz="1200" dirty="0" err="1" smtClean="0">
                <a:solidFill>
                  <a:srgbClr val="FFFFFF"/>
                </a:solidFill>
              </a:rPr>
              <a:t>section</a:t>
            </a:r>
            <a:r>
              <a:rPr lang="de-DE" sz="1200" dirty="0" smtClean="0">
                <a:solidFill>
                  <a:srgbClr val="FFFFFF"/>
                </a:solidFill>
              </a:rPr>
              <a:t>, </a:t>
            </a:r>
            <a:r>
              <a:rPr lang="de-DE" sz="1200" dirty="0" err="1" smtClean="0">
                <a:solidFill>
                  <a:srgbClr val="FFFFFF"/>
                </a:solidFill>
              </a:rPr>
              <a:t>description</a:t>
            </a:r>
            <a:r>
              <a:rPr lang="de-DE" sz="1200" dirty="0" smtClean="0">
                <a:solidFill>
                  <a:srgbClr val="FFFFFF"/>
                </a:solidFill>
              </a:rPr>
              <a:t> </a:t>
            </a:r>
            <a:r>
              <a:rPr lang="de-DE" sz="1200" dirty="0" err="1" smtClean="0">
                <a:solidFill>
                  <a:srgbClr val="FFFFFF"/>
                </a:solidFill>
              </a:rPr>
              <a:t>of</a:t>
            </a:r>
            <a:r>
              <a:rPr lang="de-DE" sz="1200" dirty="0" smtClean="0">
                <a:solidFill>
                  <a:srgbClr val="FFFFFF"/>
                </a:solidFill>
              </a:rPr>
              <a:t> </a:t>
            </a:r>
            <a:r>
              <a:rPr lang="de-DE" sz="1200" dirty="0" err="1" smtClean="0">
                <a:solidFill>
                  <a:srgbClr val="FFFFFF"/>
                </a:solidFill>
              </a:rPr>
              <a:t>default</a:t>
            </a:r>
            <a:r>
              <a:rPr lang="de-DE" sz="1200" dirty="0" smtClean="0">
                <a:solidFill>
                  <a:srgbClr val="FFFFFF"/>
                </a:solidFill>
              </a:rPr>
              <a:t> </a:t>
            </a:r>
            <a:r>
              <a:rPr lang="de-DE" sz="1200" dirty="0" err="1" smtClean="0">
                <a:solidFill>
                  <a:srgbClr val="FFFFFF"/>
                </a:solidFill>
              </a:rPr>
              <a:t>settings</a:t>
            </a:r>
            <a:endParaRPr sz="1200" dirty="0">
              <a:solidFill>
                <a:srgbClr val="FFFFFF"/>
              </a:solidFill>
            </a:endParaRPr>
          </a:p>
        </p:txBody>
      </p:sp>
      <p:sp>
        <p:nvSpPr>
          <p:cNvPr id="207" name="Shape 207"/>
          <p:cNvSpPr txBox="1">
            <a:spLocks noGrp="1"/>
          </p:cNvSpPr>
          <p:nvPr>
            <p:ph type="body" idx="4294967295"/>
          </p:nvPr>
        </p:nvSpPr>
        <p:spPr>
          <a:xfrm>
            <a:off x="3185038" y="4233017"/>
            <a:ext cx="2457371" cy="1998301"/>
          </a:xfrm>
          <a:prstGeom prst="rect">
            <a:avLst/>
          </a:prstGeom>
          <a:ln w="31750">
            <a:solidFill>
              <a:schemeClr val="accent4"/>
            </a:solidFill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rtl="0">
              <a:spcBef>
                <a:spcPts val="600"/>
              </a:spcBef>
              <a:spcAft>
                <a:spcPts val="0"/>
              </a:spcAft>
              <a:buNone/>
            </a:pPr>
            <a:r>
              <a:rPr lang="de-DE" sz="1200" b="1" u="sng" dirty="0" err="1" smtClean="0">
                <a:solidFill>
                  <a:srgbClr val="FFFFFF"/>
                </a:solidFill>
              </a:rPr>
              <a:t>Implemented</a:t>
            </a:r>
            <a:r>
              <a:rPr lang="de-DE" sz="1200" b="1" u="sng" dirty="0" smtClean="0">
                <a:solidFill>
                  <a:srgbClr val="FFFFFF"/>
                </a:solidFill>
              </a:rPr>
              <a:t> </a:t>
            </a:r>
            <a:r>
              <a:rPr lang="de-DE" sz="1200" b="1" u="sng" dirty="0" err="1" smtClean="0">
                <a:solidFill>
                  <a:srgbClr val="FFFFFF"/>
                </a:solidFill>
              </a:rPr>
              <a:t>for</a:t>
            </a:r>
            <a:r>
              <a:rPr lang="de-DE" sz="1200" b="1" u="sng" dirty="0" smtClean="0">
                <a:solidFill>
                  <a:srgbClr val="FFFFFF"/>
                </a:solidFill>
              </a:rPr>
              <a:t>:</a:t>
            </a:r>
          </a:p>
          <a:p>
            <a:pPr marL="0" lvl="0" indent="0" rtl="0">
              <a:spcBef>
                <a:spcPts val="600"/>
              </a:spcBef>
              <a:spcAft>
                <a:spcPts val="0"/>
              </a:spcAft>
              <a:buNone/>
            </a:pPr>
            <a:r>
              <a:rPr lang="de-DE" sz="1200" dirty="0" smtClean="0">
                <a:solidFill>
                  <a:srgbClr val="FFFFFF"/>
                </a:solidFill>
              </a:rPr>
              <a:t>FESOM 1.4 </a:t>
            </a:r>
            <a:r>
              <a:rPr lang="de-DE" sz="1200" dirty="0" err="1" smtClean="0">
                <a:solidFill>
                  <a:srgbClr val="FFFFFF"/>
                </a:solidFill>
              </a:rPr>
              <a:t>and</a:t>
            </a:r>
            <a:r>
              <a:rPr lang="de-DE" sz="1200" dirty="0" smtClean="0">
                <a:solidFill>
                  <a:srgbClr val="FFFFFF"/>
                </a:solidFill>
              </a:rPr>
              <a:t> 2.0</a:t>
            </a:r>
          </a:p>
          <a:p>
            <a:pPr marL="0" lvl="0" indent="0" rtl="0">
              <a:spcBef>
                <a:spcPts val="600"/>
              </a:spcBef>
              <a:spcAft>
                <a:spcPts val="0"/>
              </a:spcAft>
              <a:buNone/>
            </a:pPr>
            <a:r>
              <a:rPr lang="de-DE" sz="1200" dirty="0" smtClean="0">
                <a:solidFill>
                  <a:srgbClr val="FFFFFF"/>
                </a:solidFill>
              </a:rPr>
              <a:t>ECHAM 6.302 </a:t>
            </a:r>
            <a:r>
              <a:rPr lang="de-DE" sz="1200" dirty="0" err="1" smtClean="0">
                <a:solidFill>
                  <a:srgbClr val="FFFFFF"/>
                </a:solidFill>
              </a:rPr>
              <a:t>and</a:t>
            </a:r>
            <a:r>
              <a:rPr lang="de-DE" sz="1200" dirty="0" smtClean="0">
                <a:solidFill>
                  <a:srgbClr val="FFFFFF"/>
                </a:solidFill>
              </a:rPr>
              <a:t>  6.304</a:t>
            </a:r>
          </a:p>
          <a:p>
            <a:pPr marL="0" lvl="0" indent="0" rtl="0">
              <a:spcBef>
                <a:spcPts val="600"/>
              </a:spcBef>
              <a:spcAft>
                <a:spcPts val="0"/>
              </a:spcAft>
              <a:buNone/>
            </a:pPr>
            <a:r>
              <a:rPr lang="de-DE" sz="1200" dirty="0" smtClean="0">
                <a:solidFill>
                  <a:srgbClr val="FFFFFF"/>
                </a:solidFill>
              </a:rPr>
              <a:t>AWICM 1 </a:t>
            </a:r>
            <a:r>
              <a:rPr lang="de-DE" sz="1200" dirty="0" err="1" smtClean="0">
                <a:solidFill>
                  <a:srgbClr val="FFFFFF"/>
                </a:solidFill>
              </a:rPr>
              <a:t>and</a:t>
            </a:r>
            <a:r>
              <a:rPr lang="de-DE" sz="1200" dirty="0" smtClean="0">
                <a:solidFill>
                  <a:srgbClr val="FFFFFF"/>
                </a:solidFill>
              </a:rPr>
              <a:t> 2</a:t>
            </a:r>
          </a:p>
          <a:p>
            <a:pPr marL="0" lvl="0" indent="0" rtl="0">
              <a:spcBef>
                <a:spcPts val="600"/>
              </a:spcBef>
              <a:spcAft>
                <a:spcPts val="0"/>
              </a:spcAft>
              <a:buNone/>
            </a:pPr>
            <a:r>
              <a:rPr lang="de-DE" sz="1200" dirty="0" smtClean="0">
                <a:solidFill>
                  <a:srgbClr val="FFFFFF"/>
                </a:solidFill>
              </a:rPr>
              <a:t>MPIESM 1.2.00p4 </a:t>
            </a:r>
            <a:r>
              <a:rPr lang="de-DE" sz="1200" dirty="0" err="1" smtClean="0">
                <a:solidFill>
                  <a:srgbClr val="FFFFFF"/>
                </a:solidFill>
              </a:rPr>
              <a:t>and</a:t>
            </a:r>
            <a:r>
              <a:rPr lang="de-DE" sz="1200" dirty="0" smtClean="0">
                <a:solidFill>
                  <a:srgbClr val="FFFFFF"/>
                </a:solidFill>
              </a:rPr>
              <a:t> 1.2.01</a:t>
            </a:r>
          </a:p>
          <a:p>
            <a:pPr marL="0" lvl="0" indent="0" rtl="0">
              <a:spcBef>
                <a:spcPts val="600"/>
              </a:spcBef>
              <a:spcAft>
                <a:spcPts val="0"/>
              </a:spcAft>
              <a:buNone/>
            </a:pPr>
            <a:r>
              <a:rPr lang="de-DE" sz="1200" dirty="0" smtClean="0">
                <a:solidFill>
                  <a:srgbClr val="FFFFFF"/>
                </a:solidFill>
              </a:rPr>
              <a:t>PISM 1.0</a:t>
            </a:r>
          </a:p>
          <a:p>
            <a:pPr marL="0" lvl="0" indent="0" rtl="0">
              <a:spcBef>
                <a:spcPts val="600"/>
              </a:spcBef>
              <a:spcAft>
                <a:spcPts val="0"/>
              </a:spcAft>
              <a:buNone/>
            </a:pPr>
            <a:r>
              <a:rPr lang="de-DE" sz="1200" dirty="0" smtClean="0">
                <a:solidFill>
                  <a:srgbClr val="FFFFFF"/>
                </a:solidFill>
              </a:rPr>
              <a:t>PISM-MPIESM </a:t>
            </a:r>
            <a:r>
              <a:rPr lang="de-DE" sz="1200" dirty="0" err="1" smtClean="0">
                <a:solidFill>
                  <a:srgbClr val="FFFFFF"/>
                </a:solidFill>
              </a:rPr>
              <a:t>and</a:t>
            </a:r>
            <a:r>
              <a:rPr lang="de-DE" sz="1200" dirty="0" smtClean="0">
                <a:solidFill>
                  <a:srgbClr val="FFFFFF"/>
                </a:solidFill>
              </a:rPr>
              <a:t> PISM-AWICM</a:t>
            </a:r>
          </a:p>
          <a:p>
            <a:pPr marL="0" lvl="0" indent="0" rtl="0">
              <a:spcBef>
                <a:spcPts val="600"/>
              </a:spcBef>
              <a:spcAft>
                <a:spcPts val="0"/>
              </a:spcAft>
              <a:buNone/>
            </a:pPr>
            <a:endParaRPr sz="1200" dirty="0">
              <a:solidFill>
                <a:srgbClr val="FFFFFF"/>
              </a:solidFill>
            </a:endParaRPr>
          </a:p>
        </p:txBody>
      </p:sp>
      <p:sp>
        <p:nvSpPr>
          <p:cNvPr id="208" name="Shape 208"/>
          <p:cNvSpPr txBox="1">
            <a:spLocks noGrp="1"/>
          </p:cNvSpPr>
          <p:nvPr>
            <p:ph type="body" idx="4294967295"/>
          </p:nvPr>
        </p:nvSpPr>
        <p:spPr>
          <a:xfrm>
            <a:off x="6065543" y="4495800"/>
            <a:ext cx="2631900" cy="17400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rtl="0">
              <a:spcBef>
                <a:spcPts val="600"/>
              </a:spcBef>
              <a:spcAft>
                <a:spcPts val="0"/>
              </a:spcAft>
              <a:buNone/>
            </a:pPr>
            <a:r>
              <a:rPr lang="de-DE" sz="2400" b="1" dirty="0" err="1" smtClean="0">
                <a:solidFill>
                  <a:srgbClr val="F05768"/>
                </a:solidFill>
              </a:rPr>
              <a:t>esm</a:t>
            </a:r>
            <a:r>
              <a:rPr lang="de-DE" sz="2400" b="1" dirty="0" smtClean="0">
                <a:solidFill>
                  <a:srgbClr val="F05768"/>
                </a:solidFill>
              </a:rPr>
              <a:t>-workshop</a:t>
            </a:r>
            <a:endParaRPr b="1" dirty="0">
              <a:solidFill>
                <a:srgbClr val="FFFFFF"/>
              </a:solidFill>
            </a:endParaRPr>
          </a:p>
          <a:p>
            <a:pPr marL="0" lvl="0" indent="0" rtl="0">
              <a:spcBef>
                <a:spcPts val="0"/>
              </a:spcBef>
              <a:spcAft>
                <a:spcPts val="0"/>
              </a:spcAft>
              <a:buNone/>
            </a:pPr>
            <a:r>
              <a:rPr lang="de-DE" sz="1200" u="sng" dirty="0" smtClean="0">
                <a:solidFill>
                  <a:srgbClr val="FFFFFF"/>
                </a:solidFill>
              </a:rPr>
              <a:t>Workshop on ESM-Tools:</a:t>
            </a:r>
          </a:p>
          <a:p>
            <a:pPr marL="0" lvl="0" indent="0" rtl="0">
              <a:spcBef>
                <a:spcPts val="0"/>
              </a:spcBef>
              <a:spcAft>
                <a:spcPts val="0"/>
              </a:spcAft>
              <a:buNone/>
            </a:pPr>
            <a:r>
              <a:rPr lang="de-DE" sz="1200" b="1" dirty="0" smtClean="0">
                <a:solidFill>
                  <a:srgbClr val="FFFFFF"/>
                </a:solidFill>
              </a:rPr>
              <a:t>June 18/19 2018, </a:t>
            </a:r>
          </a:p>
          <a:p>
            <a:pPr marL="0" lvl="0" indent="0" rtl="0">
              <a:spcBef>
                <a:spcPts val="0"/>
              </a:spcBef>
              <a:spcAft>
                <a:spcPts val="0"/>
              </a:spcAft>
              <a:buNone/>
            </a:pPr>
            <a:r>
              <a:rPr lang="de-DE" sz="1200" b="1" dirty="0" smtClean="0">
                <a:solidFill>
                  <a:srgbClr val="FFFFFF"/>
                </a:solidFill>
              </a:rPr>
              <a:t>Konferenzzimmer Kantinenturm</a:t>
            </a:r>
          </a:p>
          <a:p>
            <a:pPr marL="0" lvl="0" indent="0" rtl="0">
              <a:spcBef>
                <a:spcPts val="0"/>
              </a:spcBef>
              <a:spcAft>
                <a:spcPts val="0"/>
              </a:spcAft>
              <a:buNone/>
            </a:pPr>
            <a:endParaRPr lang="de-DE" sz="1200" dirty="0" smtClean="0">
              <a:solidFill>
                <a:srgbClr val="FFFFFF"/>
              </a:solidFill>
            </a:endParaRPr>
          </a:p>
          <a:p>
            <a:pPr marL="0" lvl="0" indent="0" rtl="0">
              <a:spcBef>
                <a:spcPts val="0"/>
              </a:spcBef>
              <a:spcAft>
                <a:spcPts val="0"/>
              </a:spcAft>
              <a:buNone/>
            </a:pPr>
            <a:r>
              <a:rPr lang="de-DE" sz="1200" dirty="0" err="1" smtClean="0">
                <a:solidFill>
                  <a:srgbClr val="FFFFFF"/>
                </a:solidFill>
              </a:rPr>
              <a:t>as</a:t>
            </a:r>
            <a:r>
              <a:rPr lang="de-DE" sz="1200" dirty="0" smtClean="0">
                <a:solidFill>
                  <a:srgbClr val="FFFFFF"/>
                </a:solidFill>
              </a:rPr>
              <a:t> </a:t>
            </a:r>
            <a:r>
              <a:rPr lang="de-DE" sz="1200" dirty="0" err="1" smtClean="0">
                <a:solidFill>
                  <a:srgbClr val="FFFFFF"/>
                </a:solidFill>
              </a:rPr>
              <a:t>well</a:t>
            </a:r>
            <a:r>
              <a:rPr lang="de-DE" sz="1200" dirty="0" smtClean="0">
                <a:solidFill>
                  <a:srgbClr val="FFFFFF"/>
                </a:solidFill>
              </a:rPr>
              <a:t> </a:t>
            </a:r>
            <a:r>
              <a:rPr lang="de-DE" sz="1200" dirty="0" err="1" smtClean="0">
                <a:solidFill>
                  <a:srgbClr val="FFFFFF"/>
                </a:solidFill>
              </a:rPr>
              <a:t>as</a:t>
            </a:r>
            <a:r>
              <a:rPr lang="de-DE" sz="1200" dirty="0" smtClean="0">
                <a:solidFill>
                  <a:srgbClr val="FFFFFF"/>
                </a:solidFill>
              </a:rPr>
              <a:t> </a:t>
            </a:r>
            <a:r>
              <a:rPr lang="de-DE" sz="1200" dirty="0" err="1" smtClean="0">
                <a:solidFill>
                  <a:srgbClr val="FFFFFF"/>
                </a:solidFill>
              </a:rPr>
              <a:t>the</a:t>
            </a:r>
            <a:r>
              <a:rPr lang="de-DE" sz="1200" dirty="0" smtClean="0">
                <a:solidFill>
                  <a:srgbClr val="FFFFFF"/>
                </a:solidFill>
              </a:rPr>
              <a:t> </a:t>
            </a:r>
            <a:r>
              <a:rPr lang="de-DE" sz="1200" dirty="0" err="1" smtClean="0">
                <a:solidFill>
                  <a:srgbClr val="FFFFFF"/>
                </a:solidFill>
              </a:rPr>
              <a:t>slides</a:t>
            </a:r>
            <a:r>
              <a:rPr lang="de-DE" sz="1200" dirty="0" smtClean="0">
                <a:solidFill>
                  <a:srgbClr val="FFFFFF"/>
                </a:solidFill>
              </a:rPr>
              <a:t> </a:t>
            </a:r>
            <a:r>
              <a:rPr lang="de-DE" sz="1200" dirty="0" err="1" smtClean="0">
                <a:solidFill>
                  <a:srgbClr val="FFFFFF"/>
                </a:solidFill>
              </a:rPr>
              <a:t>used</a:t>
            </a:r>
            <a:r>
              <a:rPr lang="de-DE" sz="1200" dirty="0" smtClean="0">
                <a:solidFill>
                  <a:srgbClr val="FFFFFF"/>
                </a:solidFill>
              </a:rPr>
              <a:t> </a:t>
            </a:r>
            <a:r>
              <a:rPr lang="de-DE" sz="1200" dirty="0" err="1" smtClean="0">
                <a:solidFill>
                  <a:srgbClr val="FFFFFF"/>
                </a:solidFill>
              </a:rPr>
              <a:t>for</a:t>
            </a:r>
            <a:r>
              <a:rPr lang="de-DE" sz="1200" dirty="0" smtClean="0">
                <a:solidFill>
                  <a:srgbClr val="FFFFFF"/>
                </a:solidFill>
              </a:rPr>
              <a:t> </a:t>
            </a:r>
            <a:r>
              <a:rPr lang="de-DE" sz="1200" dirty="0" err="1" smtClean="0">
                <a:solidFill>
                  <a:srgbClr val="FFFFFF"/>
                </a:solidFill>
              </a:rPr>
              <a:t>it</a:t>
            </a:r>
            <a:r>
              <a:rPr lang="de-DE" sz="1200" dirty="0" smtClean="0">
                <a:solidFill>
                  <a:srgbClr val="FFFFFF"/>
                </a:solidFill>
              </a:rPr>
              <a:t> (</a:t>
            </a:r>
            <a:r>
              <a:rPr lang="de-DE" sz="1200" dirty="0" err="1" smtClean="0">
                <a:solidFill>
                  <a:srgbClr val="FFFFFF"/>
                </a:solidFill>
              </a:rPr>
              <a:t>including</a:t>
            </a:r>
            <a:r>
              <a:rPr lang="de-DE" sz="1200" dirty="0" smtClean="0">
                <a:solidFill>
                  <a:srgbClr val="FFFFFF"/>
                </a:solidFill>
              </a:rPr>
              <a:t> </a:t>
            </a:r>
            <a:r>
              <a:rPr lang="de-DE" sz="1200" dirty="0" err="1" smtClean="0">
                <a:solidFill>
                  <a:srgbClr val="FFFFFF"/>
                </a:solidFill>
              </a:rPr>
              <a:t>this</a:t>
            </a:r>
            <a:r>
              <a:rPr lang="de-DE" sz="1200" dirty="0" smtClean="0">
                <a:solidFill>
                  <a:srgbClr val="FFFFFF"/>
                </a:solidFill>
              </a:rPr>
              <a:t> </a:t>
            </a:r>
            <a:r>
              <a:rPr lang="de-DE" sz="1200" dirty="0" err="1" smtClean="0">
                <a:solidFill>
                  <a:srgbClr val="FFFFFF"/>
                </a:solidFill>
              </a:rPr>
              <a:t>talk</a:t>
            </a:r>
            <a:r>
              <a:rPr lang="de-DE" sz="1200" dirty="0" smtClean="0">
                <a:solidFill>
                  <a:srgbClr val="FFFFFF"/>
                </a:solidFill>
              </a:rPr>
              <a:t>).</a:t>
            </a:r>
            <a:endParaRPr sz="1200" dirty="0">
              <a:solidFill>
                <a:srgbClr val="FFFFFF"/>
              </a:solidFill>
            </a:endParaRPr>
          </a:p>
          <a:p>
            <a:pPr marL="0" lvl="0" indent="0" rtl="0">
              <a:spcBef>
                <a:spcPts val="600"/>
              </a:spcBef>
              <a:spcAft>
                <a:spcPts val="0"/>
              </a:spcAft>
              <a:buNone/>
            </a:pPr>
            <a:endParaRPr sz="1200" dirty="0">
              <a:solidFill>
                <a:srgbClr val="FFFFFF"/>
              </a:solidFill>
            </a:endParaRPr>
          </a:p>
        </p:txBody>
      </p:sp>
      <p:sp>
        <p:nvSpPr>
          <p:cNvPr id="209" name="Shape 209"/>
          <p:cNvSpPr/>
          <p:nvPr/>
        </p:nvSpPr>
        <p:spPr>
          <a:xfrm>
            <a:off x="553138" y="1971372"/>
            <a:ext cx="383719" cy="383695"/>
          </a:xfrm>
          <a:custGeom>
            <a:avLst/>
            <a:gdLst/>
            <a:ahLst/>
            <a:cxnLst/>
            <a:rect l="0" t="0" r="0" b="0"/>
            <a:pathLst>
              <a:path w="16072" h="16071" extrusionOk="0">
                <a:moveTo>
                  <a:pt x="8036" y="0"/>
                </a:moveTo>
                <a:lnTo>
                  <a:pt x="7938" y="24"/>
                </a:lnTo>
                <a:lnTo>
                  <a:pt x="7792" y="98"/>
                </a:lnTo>
                <a:lnTo>
                  <a:pt x="7328" y="366"/>
                </a:lnTo>
                <a:lnTo>
                  <a:pt x="7059" y="537"/>
                </a:lnTo>
                <a:lnTo>
                  <a:pt x="6766" y="757"/>
                </a:lnTo>
                <a:lnTo>
                  <a:pt x="6448" y="977"/>
                </a:lnTo>
                <a:lnTo>
                  <a:pt x="6155" y="1246"/>
                </a:lnTo>
                <a:lnTo>
                  <a:pt x="5887" y="1514"/>
                </a:lnTo>
                <a:lnTo>
                  <a:pt x="5643" y="1807"/>
                </a:lnTo>
                <a:lnTo>
                  <a:pt x="5447" y="2100"/>
                </a:lnTo>
                <a:lnTo>
                  <a:pt x="5374" y="2247"/>
                </a:lnTo>
                <a:lnTo>
                  <a:pt x="5325" y="2418"/>
                </a:lnTo>
                <a:lnTo>
                  <a:pt x="5276" y="2564"/>
                </a:lnTo>
                <a:lnTo>
                  <a:pt x="5252" y="2711"/>
                </a:lnTo>
                <a:lnTo>
                  <a:pt x="5252" y="2858"/>
                </a:lnTo>
                <a:lnTo>
                  <a:pt x="5276" y="3029"/>
                </a:lnTo>
                <a:lnTo>
                  <a:pt x="5325" y="3175"/>
                </a:lnTo>
                <a:lnTo>
                  <a:pt x="5398" y="3322"/>
                </a:lnTo>
                <a:lnTo>
                  <a:pt x="5496" y="3468"/>
                </a:lnTo>
                <a:lnTo>
                  <a:pt x="5618" y="3615"/>
                </a:lnTo>
                <a:lnTo>
                  <a:pt x="5814" y="3761"/>
                </a:lnTo>
                <a:lnTo>
                  <a:pt x="6009" y="3859"/>
                </a:lnTo>
                <a:lnTo>
                  <a:pt x="6204" y="3957"/>
                </a:lnTo>
                <a:lnTo>
                  <a:pt x="6424" y="4005"/>
                </a:lnTo>
                <a:lnTo>
                  <a:pt x="6644" y="4054"/>
                </a:lnTo>
                <a:lnTo>
                  <a:pt x="6864" y="4152"/>
                </a:lnTo>
                <a:lnTo>
                  <a:pt x="7059" y="4250"/>
                </a:lnTo>
                <a:lnTo>
                  <a:pt x="7254" y="4421"/>
                </a:lnTo>
                <a:lnTo>
                  <a:pt x="7425" y="4616"/>
                </a:lnTo>
                <a:lnTo>
                  <a:pt x="7523" y="4836"/>
                </a:lnTo>
                <a:lnTo>
                  <a:pt x="7596" y="5080"/>
                </a:lnTo>
                <a:lnTo>
                  <a:pt x="7621" y="5373"/>
                </a:lnTo>
                <a:lnTo>
                  <a:pt x="7596" y="5569"/>
                </a:lnTo>
                <a:lnTo>
                  <a:pt x="7572" y="5788"/>
                </a:lnTo>
                <a:lnTo>
                  <a:pt x="7499" y="5984"/>
                </a:lnTo>
                <a:lnTo>
                  <a:pt x="7425" y="6179"/>
                </a:lnTo>
                <a:lnTo>
                  <a:pt x="7328" y="6374"/>
                </a:lnTo>
                <a:lnTo>
                  <a:pt x="7206" y="6570"/>
                </a:lnTo>
                <a:lnTo>
                  <a:pt x="7059" y="6741"/>
                </a:lnTo>
                <a:lnTo>
                  <a:pt x="6913" y="6912"/>
                </a:lnTo>
                <a:lnTo>
                  <a:pt x="6742" y="7058"/>
                </a:lnTo>
                <a:lnTo>
                  <a:pt x="6571" y="7205"/>
                </a:lnTo>
                <a:lnTo>
                  <a:pt x="6400" y="7303"/>
                </a:lnTo>
                <a:lnTo>
                  <a:pt x="6204" y="7425"/>
                </a:lnTo>
                <a:lnTo>
                  <a:pt x="6009" y="7498"/>
                </a:lnTo>
                <a:lnTo>
                  <a:pt x="5789" y="7571"/>
                </a:lnTo>
                <a:lnTo>
                  <a:pt x="5569" y="7596"/>
                </a:lnTo>
                <a:lnTo>
                  <a:pt x="5374" y="7620"/>
                </a:lnTo>
                <a:lnTo>
                  <a:pt x="5105" y="7596"/>
                </a:lnTo>
                <a:lnTo>
                  <a:pt x="4861" y="7522"/>
                </a:lnTo>
                <a:lnTo>
                  <a:pt x="4617" y="7425"/>
                </a:lnTo>
                <a:lnTo>
                  <a:pt x="4421" y="7254"/>
                </a:lnTo>
                <a:lnTo>
                  <a:pt x="4250" y="7058"/>
                </a:lnTo>
                <a:lnTo>
                  <a:pt x="4128" y="6839"/>
                </a:lnTo>
                <a:lnTo>
                  <a:pt x="4055" y="6619"/>
                </a:lnTo>
                <a:lnTo>
                  <a:pt x="3982" y="6399"/>
                </a:lnTo>
                <a:lnTo>
                  <a:pt x="3933" y="6204"/>
                </a:lnTo>
                <a:lnTo>
                  <a:pt x="3860" y="6008"/>
                </a:lnTo>
                <a:lnTo>
                  <a:pt x="3762" y="5813"/>
                </a:lnTo>
                <a:lnTo>
                  <a:pt x="3615" y="5617"/>
                </a:lnTo>
                <a:lnTo>
                  <a:pt x="3469" y="5495"/>
                </a:lnTo>
                <a:lnTo>
                  <a:pt x="3322" y="5398"/>
                </a:lnTo>
                <a:lnTo>
                  <a:pt x="3176" y="5324"/>
                </a:lnTo>
                <a:lnTo>
                  <a:pt x="3029" y="5275"/>
                </a:lnTo>
                <a:lnTo>
                  <a:pt x="2858" y="5251"/>
                </a:lnTo>
                <a:lnTo>
                  <a:pt x="2712" y="5251"/>
                </a:lnTo>
                <a:lnTo>
                  <a:pt x="2565" y="5275"/>
                </a:lnTo>
                <a:lnTo>
                  <a:pt x="2419" y="5324"/>
                </a:lnTo>
                <a:lnTo>
                  <a:pt x="2248" y="5373"/>
                </a:lnTo>
                <a:lnTo>
                  <a:pt x="2101" y="5446"/>
                </a:lnTo>
                <a:lnTo>
                  <a:pt x="1808" y="5642"/>
                </a:lnTo>
                <a:lnTo>
                  <a:pt x="1515" y="5886"/>
                </a:lnTo>
                <a:lnTo>
                  <a:pt x="1246" y="6155"/>
                </a:lnTo>
                <a:lnTo>
                  <a:pt x="978" y="6448"/>
                </a:lnTo>
                <a:lnTo>
                  <a:pt x="758" y="6765"/>
                </a:lnTo>
                <a:lnTo>
                  <a:pt x="538" y="7058"/>
                </a:lnTo>
                <a:lnTo>
                  <a:pt x="367" y="7327"/>
                </a:lnTo>
                <a:lnTo>
                  <a:pt x="99" y="7791"/>
                </a:lnTo>
                <a:lnTo>
                  <a:pt x="25" y="7938"/>
                </a:lnTo>
                <a:lnTo>
                  <a:pt x="1" y="8035"/>
                </a:lnTo>
                <a:lnTo>
                  <a:pt x="25" y="8231"/>
                </a:lnTo>
                <a:lnTo>
                  <a:pt x="74" y="8402"/>
                </a:lnTo>
                <a:lnTo>
                  <a:pt x="172" y="8597"/>
                </a:lnTo>
                <a:lnTo>
                  <a:pt x="294" y="8744"/>
                </a:lnTo>
                <a:lnTo>
                  <a:pt x="587" y="9012"/>
                </a:lnTo>
                <a:lnTo>
                  <a:pt x="880" y="9256"/>
                </a:lnTo>
                <a:lnTo>
                  <a:pt x="1417" y="9696"/>
                </a:lnTo>
                <a:lnTo>
                  <a:pt x="1906" y="10062"/>
                </a:lnTo>
                <a:lnTo>
                  <a:pt x="2101" y="10233"/>
                </a:lnTo>
                <a:lnTo>
                  <a:pt x="2297" y="10404"/>
                </a:lnTo>
                <a:lnTo>
                  <a:pt x="2419" y="10575"/>
                </a:lnTo>
                <a:lnTo>
                  <a:pt x="2541" y="10746"/>
                </a:lnTo>
                <a:lnTo>
                  <a:pt x="2590" y="10917"/>
                </a:lnTo>
                <a:lnTo>
                  <a:pt x="2590" y="11113"/>
                </a:lnTo>
                <a:lnTo>
                  <a:pt x="2541" y="11308"/>
                </a:lnTo>
                <a:lnTo>
                  <a:pt x="2443" y="11528"/>
                </a:lnTo>
                <a:lnTo>
                  <a:pt x="2272" y="11772"/>
                </a:lnTo>
                <a:lnTo>
                  <a:pt x="2004" y="12041"/>
                </a:lnTo>
                <a:lnTo>
                  <a:pt x="1833" y="12212"/>
                </a:lnTo>
                <a:lnTo>
                  <a:pt x="1637" y="12309"/>
                </a:lnTo>
                <a:lnTo>
                  <a:pt x="1417" y="12383"/>
                </a:lnTo>
                <a:lnTo>
                  <a:pt x="1222" y="12431"/>
                </a:lnTo>
                <a:lnTo>
                  <a:pt x="1002" y="12480"/>
                </a:lnTo>
                <a:lnTo>
                  <a:pt x="782" y="12578"/>
                </a:lnTo>
                <a:lnTo>
                  <a:pt x="587" y="12700"/>
                </a:lnTo>
                <a:lnTo>
                  <a:pt x="367" y="12871"/>
                </a:lnTo>
                <a:lnTo>
                  <a:pt x="196" y="13066"/>
                </a:lnTo>
                <a:lnTo>
                  <a:pt x="99" y="13286"/>
                </a:lnTo>
                <a:lnTo>
                  <a:pt x="25" y="13530"/>
                </a:lnTo>
                <a:lnTo>
                  <a:pt x="1" y="13799"/>
                </a:lnTo>
                <a:lnTo>
                  <a:pt x="25" y="14019"/>
                </a:lnTo>
                <a:lnTo>
                  <a:pt x="50" y="14239"/>
                </a:lnTo>
                <a:lnTo>
                  <a:pt x="123" y="14434"/>
                </a:lnTo>
                <a:lnTo>
                  <a:pt x="221" y="14654"/>
                </a:lnTo>
                <a:lnTo>
                  <a:pt x="318" y="14825"/>
                </a:lnTo>
                <a:lnTo>
                  <a:pt x="440" y="15020"/>
                </a:lnTo>
                <a:lnTo>
                  <a:pt x="563" y="15191"/>
                </a:lnTo>
                <a:lnTo>
                  <a:pt x="709" y="15362"/>
                </a:lnTo>
                <a:lnTo>
                  <a:pt x="880" y="15509"/>
                </a:lnTo>
                <a:lnTo>
                  <a:pt x="1051" y="15631"/>
                </a:lnTo>
                <a:lnTo>
                  <a:pt x="1246" y="15753"/>
                </a:lnTo>
                <a:lnTo>
                  <a:pt x="1442" y="15875"/>
                </a:lnTo>
                <a:lnTo>
                  <a:pt x="1637" y="15948"/>
                </a:lnTo>
                <a:lnTo>
                  <a:pt x="1857" y="16022"/>
                </a:lnTo>
                <a:lnTo>
                  <a:pt x="2052" y="16046"/>
                </a:lnTo>
                <a:lnTo>
                  <a:pt x="2272" y="16070"/>
                </a:lnTo>
                <a:lnTo>
                  <a:pt x="2541" y="16046"/>
                </a:lnTo>
                <a:lnTo>
                  <a:pt x="2785" y="15973"/>
                </a:lnTo>
                <a:lnTo>
                  <a:pt x="3005" y="15875"/>
                </a:lnTo>
                <a:lnTo>
                  <a:pt x="3200" y="15704"/>
                </a:lnTo>
                <a:lnTo>
                  <a:pt x="3371" y="15509"/>
                </a:lnTo>
                <a:lnTo>
                  <a:pt x="3493" y="15289"/>
                </a:lnTo>
                <a:lnTo>
                  <a:pt x="3567" y="15094"/>
                </a:lnTo>
                <a:lnTo>
                  <a:pt x="3615" y="14874"/>
                </a:lnTo>
                <a:lnTo>
                  <a:pt x="3689" y="14654"/>
                </a:lnTo>
                <a:lnTo>
                  <a:pt x="3762" y="14459"/>
                </a:lnTo>
                <a:lnTo>
                  <a:pt x="3860" y="14239"/>
                </a:lnTo>
                <a:lnTo>
                  <a:pt x="4031" y="14068"/>
                </a:lnTo>
                <a:lnTo>
                  <a:pt x="4299" y="13824"/>
                </a:lnTo>
                <a:lnTo>
                  <a:pt x="4544" y="13628"/>
                </a:lnTo>
                <a:lnTo>
                  <a:pt x="4763" y="13530"/>
                </a:lnTo>
                <a:lnTo>
                  <a:pt x="4959" y="13482"/>
                </a:lnTo>
                <a:lnTo>
                  <a:pt x="5154" y="13482"/>
                </a:lnTo>
                <a:lnTo>
                  <a:pt x="5325" y="13530"/>
                </a:lnTo>
                <a:lnTo>
                  <a:pt x="5496" y="13653"/>
                </a:lnTo>
                <a:lnTo>
                  <a:pt x="5667" y="13775"/>
                </a:lnTo>
                <a:lnTo>
                  <a:pt x="5838" y="13970"/>
                </a:lnTo>
                <a:lnTo>
                  <a:pt x="6009" y="14165"/>
                </a:lnTo>
                <a:lnTo>
                  <a:pt x="6375" y="14654"/>
                </a:lnTo>
                <a:lnTo>
                  <a:pt x="6815" y="15191"/>
                </a:lnTo>
                <a:lnTo>
                  <a:pt x="7059" y="15484"/>
                </a:lnTo>
                <a:lnTo>
                  <a:pt x="7328" y="15777"/>
                </a:lnTo>
                <a:lnTo>
                  <a:pt x="7474" y="15899"/>
                </a:lnTo>
                <a:lnTo>
                  <a:pt x="7670" y="15997"/>
                </a:lnTo>
                <a:lnTo>
                  <a:pt x="7841" y="16046"/>
                </a:lnTo>
                <a:lnTo>
                  <a:pt x="8036" y="16070"/>
                </a:lnTo>
                <a:lnTo>
                  <a:pt x="8134" y="16046"/>
                </a:lnTo>
                <a:lnTo>
                  <a:pt x="8280" y="15973"/>
                </a:lnTo>
                <a:lnTo>
                  <a:pt x="8744" y="15704"/>
                </a:lnTo>
                <a:lnTo>
                  <a:pt x="9013" y="15533"/>
                </a:lnTo>
                <a:lnTo>
                  <a:pt x="9306" y="15313"/>
                </a:lnTo>
                <a:lnTo>
                  <a:pt x="9623" y="15094"/>
                </a:lnTo>
                <a:lnTo>
                  <a:pt x="9917" y="14825"/>
                </a:lnTo>
                <a:lnTo>
                  <a:pt x="10185" y="14556"/>
                </a:lnTo>
                <a:lnTo>
                  <a:pt x="10429" y="14263"/>
                </a:lnTo>
                <a:lnTo>
                  <a:pt x="10625" y="13970"/>
                </a:lnTo>
                <a:lnTo>
                  <a:pt x="10698" y="13824"/>
                </a:lnTo>
                <a:lnTo>
                  <a:pt x="10747" y="13653"/>
                </a:lnTo>
                <a:lnTo>
                  <a:pt x="10796" y="13506"/>
                </a:lnTo>
                <a:lnTo>
                  <a:pt x="10820" y="13359"/>
                </a:lnTo>
                <a:lnTo>
                  <a:pt x="10820" y="13213"/>
                </a:lnTo>
                <a:lnTo>
                  <a:pt x="10796" y="13042"/>
                </a:lnTo>
                <a:lnTo>
                  <a:pt x="10747" y="12895"/>
                </a:lnTo>
                <a:lnTo>
                  <a:pt x="10674" y="12749"/>
                </a:lnTo>
                <a:lnTo>
                  <a:pt x="10576" y="12602"/>
                </a:lnTo>
                <a:lnTo>
                  <a:pt x="10454" y="12456"/>
                </a:lnTo>
                <a:lnTo>
                  <a:pt x="10258" y="12309"/>
                </a:lnTo>
                <a:lnTo>
                  <a:pt x="10063" y="12212"/>
                </a:lnTo>
                <a:lnTo>
                  <a:pt x="9868" y="12138"/>
                </a:lnTo>
                <a:lnTo>
                  <a:pt x="9648" y="12065"/>
                </a:lnTo>
                <a:lnTo>
                  <a:pt x="9428" y="12016"/>
                </a:lnTo>
                <a:lnTo>
                  <a:pt x="9208" y="11919"/>
                </a:lnTo>
                <a:lnTo>
                  <a:pt x="9013" y="11821"/>
                </a:lnTo>
                <a:lnTo>
                  <a:pt x="8818" y="11650"/>
                </a:lnTo>
                <a:lnTo>
                  <a:pt x="8647" y="11454"/>
                </a:lnTo>
                <a:lnTo>
                  <a:pt x="8549" y="11235"/>
                </a:lnTo>
                <a:lnTo>
                  <a:pt x="8476" y="10990"/>
                </a:lnTo>
                <a:lnTo>
                  <a:pt x="8451" y="10697"/>
                </a:lnTo>
                <a:lnTo>
                  <a:pt x="8476" y="10502"/>
                </a:lnTo>
                <a:lnTo>
                  <a:pt x="8500" y="10282"/>
                </a:lnTo>
                <a:lnTo>
                  <a:pt x="8573" y="10087"/>
                </a:lnTo>
                <a:lnTo>
                  <a:pt x="8647" y="9891"/>
                </a:lnTo>
                <a:lnTo>
                  <a:pt x="8744" y="9696"/>
                </a:lnTo>
                <a:lnTo>
                  <a:pt x="8866" y="9501"/>
                </a:lnTo>
                <a:lnTo>
                  <a:pt x="9013" y="9330"/>
                </a:lnTo>
                <a:lnTo>
                  <a:pt x="9159" y="9159"/>
                </a:lnTo>
                <a:lnTo>
                  <a:pt x="9330" y="9012"/>
                </a:lnTo>
                <a:lnTo>
                  <a:pt x="9501" y="8890"/>
                </a:lnTo>
                <a:lnTo>
                  <a:pt x="9672" y="8768"/>
                </a:lnTo>
                <a:lnTo>
                  <a:pt x="9868" y="8646"/>
                </a:lnTo>
                <a:lnTo>
                  <a:pt x="10063" y="8573"/>
                </a:lnTo>
                <a:lnTo>
                  <a:pt x="10283" y="8499"/>
                </a:lnTo>
                <a:lnTo>
                  <a:pt x="10503" y="8475"/>
                </a:lnTo>
                <a:lnTo>
                  <a:pt x="10698" y="8450"/>
                </a:lnTo>
                <a:lnTo>
                  <a:pt x="10967" y="8475"/>
                </a:lnTo>
                <a:lnTo>
                  <a:pt x="11211" y="8548"/>
                </a:lnTo>
                <a:lnTo>
                  <a:pt x="11455" y="8646"/>
                </a:lnTo>
                <a:lnTo>
                  <a:pt x="11651" y="8817"/>
                </a:lnTo>
                <a:lnTo>
                  <a:pt x="11822" y="9012"/>
                </a:lnTo>
                <a:lnTo>
                  <a:pt x="11944" y="9232"/>
                </a:lnTo>
                <a:lnTo>
                  <a:pt x="12017" y="9452"/>
                </a:lnTo>
                <a:lnTo>
                  <a:pt x="12090" y="9672"/>
                </a:lnTo>
                <a:lnTo>
                  <a:pt x="12139" y="9867"/>
                </a:lnTo>
                <a:lnTo>
                  <a:pt x="12212" y="10062"/>
                </a:lnTo>
                <a:lnTo>
                  <a:pt x="12310" y="10258"/>
                </a:lnTo>
                <a:lnTo>
                  <a:pt x="12457" y="10453"/>
                </a:lnTo>
                <a:lnTo>
                  <a:pt x="12603" y="10575"/>
                </a:lnTo>
                <a:lnTo>
                  <a:pt x="12750" y="10673"/>
                </a:lnTo>
                <a:lnTo>
                  <a:pt x="12896" y="10746"/>
                </a:lnTo>
                <a:lnTo>
                  <a:pt x="13043" y="10795"/>
                </a:lnTo>
                <a:lnTo>
                  <a:pt x="13214" y="10819"/>
                </a:lnTo>
                <a:lnTo>
                  <a:pt x="13360" y="10819"/>
                </a:lnTo>
                <a:lnTo>
                  <a:pt x="13507" y="10795"/>
                </a:lnTo>
                <a:lnTo>
                  <a:pt x="13653" y="10746"/>
                </a:lnTo>
                <a:lnTo>
                  <a:pt x="13824" y="10697"/>
                </a:lnTo>
                <a:lnTo>
                  <a:pt x="13971" y="10624"/>
                </a:lnTo>
                <a:lnTo>
                  <a:pt x="14264" y="10429"/>
                </a:lnTo>
                <a:lnTo>
                  <a:pt x="14557" y="10184"/>
                </a:lnTo>
                <a:lnTo>
                  <a:pt x="14826" y="9916"/>
                </a:lnTo>
                <a:lnTo>
                  <a:pt x="15094" y="9623"/>
                </a:lnTo>
                <a:lnTo>
                  <a:pt x="15314" y="9305"/>
                </a:lnTo>
                <a:lnTo>
                  <a:pt x="15534" y="9012"/>
                </a:lnTo>
                <a:lnTo>
                  <a:pt x="15705" y="8744"/>
                </a:lnTo>
                <a:lnTo>
                  <a:pt x="15973" y="8279"/>
                </a:lnTo>
                <a:lnTo>
                  <a:pt x="16047" y="8133"/>
                </a:lnTo>
                <a:lnTo>
                  <a:pt x="16071" y="8035"/>
                </a:lnTo>
                <a:lnTo>
                  <a:pt x="16047" y="7840"/>
                </a:lnTo>
                <a:lnTo>
                  <a:pt x="15998" y="7669"/>
                </a:lnTo>
                <a:lnTo>
                  <a:pt x="15900" y="7474"/>
                </a:lnTo>
                <a:lnTo>
                  <a:pt x="15778" y="7327"/>
                </a:lnTo>
                <a:lnTo>
                  <a:pt x="15485" y="7058"/>
                </a:lnTo>
                <a:lnTo>
                  <a:pt x="15192" y="6814"/>
                </a:lnTo>
                <a:lnTo>
                  <a:pt x="14655" y="6374"/>
                </a:lnTo>
                <a:lnTo>
                  <a:pt x="14166" y="6008"/>
                </a:lnTo>
                <a:lnTo>
                  <a:pt x="13971" y="5837"/>
                </a:lnTo>
                <a:lnTo>
                  <a:pt x="13775" y="5666"/>
                </a:lnTo>
                <a:lnTo>
                  <a:pt x="13653" y="5495"/>
                </a:lnTo>
                <a:lnTo>
                  <a:pt x="13531" y="5324"/>
                </a:lnTo>
                <a:lnTo>
                  <a:pt x="13482" y="5153"/>
                </a:lnTo>
                <a:lnTo>
                  <a:pt x="13482" y="4958"/>
                </a:lnTo>
                <a:lnTo>
                  <a:pt x="13531" y="4763"/>
                </a:lnTo>
                <a:lnTo>
                  <a:pt x="13629" y="4543"/>
                </a:lnTo>
                <a:lnTo>
                  <a:pt x="13800" y="4299"/>
                </a:lnTo>
                <a:lnTo>
                  <a:pt x="14068" y="4030"/>
                </a:lnTo>
                <a:lnTo>
                  <a:pt x="14239" y="3859"/>
                </a:lnTo>
                <a:lnTo>
                  <a:pt x="14435" y="3761"/>
                </a:lnTo>
                <a:lnTo>
                  <a:pt x="14655" y="3688"/>
                </a:lnTo>
                <a:lnTo>
                  <a:pt x="14850" y="3639"/>
                </a:lnTo>
                <a:lnTo>
                  <a:pt x="15070" y="3590"/>
                </a:lnTo>
                <a:lnTo>
                  <a:pt x="15290" y="3493"/>
                </a:lnTo>
                <a:lnTo>
                  <a:pt x="15485" y="3370"/>
                </a:lnTo>
                <a:lnTo>
                  <a:pt x="15705" y="3199"/>
                </a:lnTo>
                <a:lnTo>
                  <a:pt x="15876" y="3004"/>
                </a:lnTo>
                <a:lnTo>
                  <a:pt x="15973" y="2784"/>
                </a:lnTo>
                <a:lnTo>
                  <a:pt x="16047" y="2540"/>
                </a:lnTo>
                <a:lnTo>
                  <a:pt x="16071" y="2271"/>
                </a:lnTo>
                <a:lnTo>
                  <a:pt x="16047" y="2052"/>
                </a:lnTo>
                <a:lnTo>
                  <a:pt x="16022" y="1832"/>
                </a:lnTo>
                <a:lnTo>
                  <a:pt x="15949" y="1636"/>
                </a:lnTo>
                <a:lnTo>
                  <a:pt x="15851" y="1417"/>
                </a:lnTo>
                <a:lnTo>
                  <a:pt x="15754" y="1246"/>
                </a:lnTo>
                <a:lnTo>
                  <a:pt x="15632" y="1050"/>
                </a:lnTo>
                <a:lnTo>
                  <a:pt x="15509" y="879"/>
                </a:lnTo>
                <a:lnTo>
                  <a:pt x="15363" y="708"/>
                </a:lnTo>
                <a:lnTo>
                  <a:pt x="15192" y="562"/>
                </a:lnTo>
                <a:lnTo>
                  <a:pt x="15021" y="440"/>
                </a:lnTo>
                <a:lnTo>
                  <a:pt x="14826" y="318"/>
                </a:lnTo>
                <a:lnTo>
                  <a:pt x="14630" y="195"/>
                </a:lnTo>
                <a:lnTo>
                  <a:pt x="14435" y="122"/>
                </a:lnTo>
                <a:lnTo>
                  <a:pt x="14215" y="49"/>
                </a:lnTo>
                <a:lnTo>
                  <a:pt x="14020" y="24"/>
                </a:lnTo>
                <a:lnTo>
                  <a:pt x="13800" y="0"/>
                </a:lnTo>
                <a:lnTo>
                  <a:pt x="13531" y="24"/>
                </a:lnTo>
                <a:lnTo>
                  <a:pt x="13287" y="98"/>
                </a:lnTo>
                <a:lnTo>
                  <a:pt x="13067" y="195"/>
                </a:lnTo>
                <a:lnTo>
                  <a:pt x="12872" y="366"/>
                </a:lnTo>
                <a:lnTo>
                  <a:pt x="12701" y="562"/>
                </a:lnTo>
                <a:lnTo>
                  <a:pt x="12579" y="782"/>
                </a:lnTo>
                <a:lnTo>
                  <a:pt x="12505" y="977"/>
                </a:lnTo>
                <a:lnTo>
                  <a:pt x="12457" y="1197"/>
                </a:lnTo>
                <a:lnTo>
                  <a:pt x="12383" y="1417"/>
                </a:lnTo>
                <a:lnTo>
                  <a:pt x="12310" y="1612"/>
                </a:lnTo>
                <a:lnTo>
                  <a:pt x="12212" y="1832"/>
                </a:lnTo>
                <a:lnTo>
                  <a:pt x="12041" y="2003"/>
                </a:lnTo>
                <a:lnTo>
                  <a:pt x="11773" y="2271"/>
                </a:lnTo>
                <a:lnTo>
                  <a:pt x="11528" y="2442"/>
                </a:lnTo>
                <a:lnTo>
                  <a:pt x="11309" y="2540"/>
                </a:lnTo>
                <a:lnTo>
                  <a:pt x="11113" y="2589"/>
                </a:lnTo>
                <a:lnTo>
                  <a:pt x="10918" y="2589"/>
                </a:lnTo>
                <a:lnTo>
                  <a:pt x="10747" y="2540"/>
                </a:lnTo>
                <a:lnTo>
                  <a:pt x="10576" y="2418"/>
                </a:lnTo>
                <a:lnTo>
                  <a:pt x="10405" y="2296"/>
                </a:lnTo>
                <a:lnTo>
                  <a:pt x="10234" y="2100"/>
                </a:lnTo>
                <a:lnTo>
                  <a:pt x="10063" y="1905"/>
                </a:lnTo>
                <a:lnTo>
                  <a:pt x="9697" y="1417"/>
                </a:lnTo>
                <a:lnTo>
                  <a:pt x="9257" y="879"/>
                </a:lnTo>
                <a:lnTo>
                  <a:pt x="9013" y="586"/>
                </a:lnTo>
                <a:lnTo>
                  <a:pt x="8744" y="293"/>
                </a:lnTo>
                <a:lnTo>
                  <a:pt x="8598" y="171"/>
                </a:lnTo>
                <a:lnTo>
                  <a:pt x="8402" y="73"/>
                </a:lnTo>
                <a:lnTo>
                  <a:pt x="8231" y="24"/>
                </a:lnTo>
                <a:lnTo>
                  <a:pt x="8036" y="0"/>
                </a:lnTo>
                <a:close/>
              </a:path>
            </a:pathLst>
          </a:custGeom>
          <a:solidFill>
            <a:srgbClr val="FFFFFF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222" name="Shape 222"/>
          <p:cNvGrpSpPr/>
          <p:nvPr/>
        </p:nvGrpSpPr>
        <p:grpSpPr>
          <a:xfrm>
            <a:off x="6126500" y="1931692"/>
            <a:ext cx="423351" cy="423375"/>
            <a:chOff x="570875" y="4322250"/>
            <a:chExt cx="443300" cy="443325"/>
          </a:xfrm>
        </p:grpSpPr>
        <p:sp>
          <p:nvSpPr>
            <p:cNvPr id="223" name="Shape 223"/>
            <p:cNvSpPr/>
            <p:nvPr/>
          </p:nvSpPr>
          <p:spPr>
            <a:xfrm>
              <a:off x="570875" y="4322250"/>
              <a:ext cx="443300" cy="443325"/>
            </a:xfrm>
            <a:custGeom>
              <a:avLst/>
              <a:gdLst/>
              <a:ahLst/>
              <a:cxnLst/>
              <a:rect l="0" t="0" r="0" b="0"/>
              <a:pathLst>
                <a:path w="17732" h="17733" extrusionOk="0">
                  <a:moveTo>
                    <a:pt x="13091" y="2712"/>
                  </a:moveTo>
                  <a:lnTo>
                    <a:pt x="13286" y="2736"/>
                  </a:lnTo>
                  <a:lnTo>
                    <a:pt x="13506" y="2785"/>
                  </a:lnTo>
                  <a:lnTo>
                    <a:pt x="13702" y="2858"/>
                  </a:lnTo>
                  <a:lnTo>
                    <a:pt x="13873" y="2956"/>
                  </a:lnTo>
                  <a:lnTo>
                    <a:pt x="14068" y="3054"/>
                  </a:lnTo>
                  <a:lnTo>
                    <a:pt x="14239" y="3176"/>
                  </a:lnTo>
                  <a:lnTo>
                    <a:pt x="14410" y="3323"/>
                  </a:lnTo>
                  <a:lnTo>
                    <a:pt x="14556" y="3493"/>
                  </a:lnTo>
                  <a:lnTo>
                    <a:pt x="14679" y="3664"/>
                  </a:lnTo>
                  <a:lnTo>
                    <a:pt x="14776" y="3860"/>
                  </a:lnTo>
                  <a:lnTo>
                    <a:pt x="14874" y="4031"/>
                  </a:lnTo>
                  <a:lnTo>
                    <a:pt x="14947" y="4226"/>
                  </a:lnTo>
                  <a:lnTo>
                    <a:pt x="14996" y="4446"/>
                  </a:lnTo>
                  <a:lnTo>
                    <a:pt x="15021" y="4641"/>
                  </a:lnTo>
                  <a:lnTo>
                    <a:pt x="15021" y="4861"/>
                  </a:lnTo>
                  <a:lnTo>
                    <a:pt x="15021" y="5057"/>
                  </a:lnTo>
                  <a:lnTo>
                    <a:pt x="14996" y="5252"/>
                  </a:lnTo>
                  <a:lnTo>
                    <a:pt x="14947" y="5472"/>
                  </a:lnTo>
                  <a:lnTo>
                    <a:pt x="14874" y="5667"/>
                  </a:lnTo>
                  <a:lnTo>
                    <a:pt x="14776" y="5838"/>
                  </a:lnTo>
                  <a:lnTo>
                    <a:pt x="14679" y="6033"/>
                  </a:lnTo>
                  <a:lnTo>
                    <a:pt x="14556" y="6204"/>
                  </a:lnTo>
                  <a:lnTo>
                    <a:pt x="14410" y="6375"/>
                  </a:lnTo>
                  <a:lnTo>
                    <a:pt x="13433" y="7328"/>
                  </a:lnTo>
                  <a:lnTo>
                    <a:pt x="13311" y="7426"/>
                  </a:lnTo>
                  <a:lnTo>
                    <a:pt x="13189" y="7499"/>
                  </a:lnTo>
                  <a:lnTo>
                    <a:pt x="13042" y="7548"/>
                  </a:lnTo>
                  <a:lnTo>
                    <a:pt x="12871" y="7572"/>
                  </a:lnTo>
                  <a:lnTo>
                    <a:pt x="12725" y="7548"/>
                  </a:lnTo>
                  <a:lnTo>
                    <a:pt x="12578" y="7499"/>
                  </a:lnTo>
                  <a:lnTo>
                    <a:pt x="12456" y="7426"/>
                  </a:lnTo>
                  <a:lnTo>
                    <a:pt x="12334" y="7328"/>
                  </a:lnTo>
                  <a:lnTo>
                    <a:pt x="10405" y="5398"/>
                  </a:lnTo>
                  <a:lnTo>
                    <a:pt x="10307" y="5276"/>
                  </a:lnTo>
                  <a:lnTo>
                    <a:pt x="10234" y="5154"/>
                  </a:lnTo>
                  <a:lnTo>
                    <a:pt x="10185" y="5008"/>
                  </a:lnTo>
                  <a:lnTo>
                    <a:pt x="10160" y="4861"/>
                  </a:lnTo>
                  <a:lnTo>
                    <a:pt x="10185" y="4690"/>
                  </a:lnTo>
                  <a:lnTo>
                    <a:pt x="10234" y="4544"/>
                  </a:lnTo>
                  <a:lnTo>
                    <a:pt x="10307" y="4422"/>
                  </a:lnTo>
                  <a:lnTo>
                    <a:pt x="10405" y="4299"/>
                  </a:lnTo>
                  <a:lnTo>
                    <a:pt x="11357" y="3323"/>
                  </a:lnTo>
                  <a:lnTo>
                    <a:pt x="11528" y="3176"/>
                  </a:lnTo>
                  <a:lnTo>
                    <a:pt x="11699" y="3054"/>
                  </a:lnTo>
                  <a:lnTo>
                    <a:pt x="11894" y="2956"/>
                  </a:lnTo>
                  <a:lnTo>
                    <a:pt x="12065" y="2858"/>
                  </a:lnTo>
                  <a:lnTo>
                    <a:pt x="12261" y="2785"/>
                  </a:lnTo>
                  <a:lnTo>
                    <a:pt x="12481" y="2736"/>
                  </a:lnTo>
                  <a:lnTo>
                    <a:pt x="12676" y="2712"/>
                  </a:lnTo>
                  <a:close/>
                  <a:moveTo>
                    <a:pt x="8377" y="8867"/>
                  </a:moveTo>
                  <a:lnTo>
                    <a:pt x="8475" y="8891"/>
                  </a:lnTo>
                  <a:lnTo>
                    <a:pt x="8548" y="8915"/>
                  </a:lnTo>
                  <a:lnTo>
                    <a:pt x="8646" y="8964"/>
                  </a:lnTo>
                  <a:lnTo>
                    <a:pt x="8719" y="9013"/>
                  </a:lnTo>
                  <a:lnTo>
                    <a:pt x="8768" y="9086"/>
                  </a:lnTo>
                  <a:lnTo>
                    <a:pt x="8817" y="9184"/>
                  </a:lnTo>
                  <a:lnTo>
                    <a:pt x="8841" y="9257"/>
                  </a:lnTo>
                  <a:lnTo>
                    <a:pt x="8866" y="9355"/>
                  </a:lnTo>
                  <a:lnTo>
                    <a:pt x="8841" y="9453"/>
                  </a:lnTo>
                  <a:lnTo>
                    <a:pt x="8817" y="9550"/>
                  </a:lnTo>
                  <a:lnTo>
                    <a:pt x="8768" y="9624"/>
                  </a:lnTo>
                  <a:lnTo>
                    <a:pt x="8719" y="9697"/>
                  </a:lnTo>
                  <a:lnTo>
                    <a:pt x="6179" y="12237"/>
                  </a:lnTo>
                  <a:lnTo>
                    <a:pt x="6106" y="12310"/>
                  </a:lnTo>
                  <a:lnTo>
                    <a:pt x="6033" y="12359"/>
                  </a:lnTo>
                  <a:lnTo>
                    <a:pt x="5935" y="12383"/>
                  </a:lnTo>
                  <a:lnTo>
                    <a:pt x="5740" y="12383"/>
                  </a:lnTo>
                  <a:lnTo>
                    <a:pt x="5642" y="12359"/>
                  </a:lnTo>
                  <a:lnTo>
                    <a:pt x="5569" y="12310"/>
                  </a:lnTo>
                  <a:lnTo>
                    <a:pt x="5496" y="12237"/>
                  </a:lnTo>
                  <a:lnTo>
                    <a:pt x="5422" y="12164"/>
                  </a:lnTo>
                  <a:lnTo>
                    <a:pt x="5373" y="12090"/>
                  </a:lnTo>
                  <a:lnTo>
                    <a:pt x="5349" y="11993"/>
                  </a:lnTo>
                  <a:lnTo>
                    <a:pt x="5349" y="11895"/>
                  </a:lnTo>
                  <a:lnTo>
                    <a:pt x="5349" y="11797"/>
                  </a:lnTo>
                  <a:lnTo>
                    <a:pt x="5373" y="11700"/>
                  </a:lnTo>
                  <a:lnTo>
                    <a:pt x="5422" y="11626"/>
                  </a:lnTo>
                  <a:lnTo>
                    <a:pt x="5496" y="11553"/>
                  </a:lnTo>
                  <a:lnTo>
                    <a:pt x="8036" y="9013"/>
                  </a:lnTo>
                  <a:lnTo>
                    <a:pt x="8109" y="8964"/>
                  </a:lnTo>
                  <a:lnTo>
                    <a:pt x="8182" y="8915"/>
                  </a:lnTo>
                  <a:lnTo>
                    <a:pt x="8280" y="8891"/>
                  </a:lnTo>
                  <a:lnTo>
                    <a:pt x="8377" y="8867"/>
                  </a:lnTo>
                  <a:close/>
                  <a:moveTo>
                    <a:pt x="14825" y="1"/>
                  </a:moveTo>
                  <a:lnTo>
                    <a:pt x="14288" y="25"/>
                  </a:lnTo>
                  <a:lnTo>
                    <a:pt x="13751" y="50"/>
                  </a:lnTo>
                  <a:lnTo>
                    <a:pt x="13213" y="123"/>
                  </a:lnTo>
                  <a:lnTo>
                    <a:pt x="12676" y="245"/>
                  </a:lnTo>
                  <a:lnTo>
                    <a:pt x="12163" y="367"/>
                  </a:lnTo>
                  <a:lnTo>
                    <a:pt x="11675" y="538"/>
                  </a:lnTo>
                  <a:lnTo>
                    <a:pt x="11235" y="758"/>
                  </a:lnTo>
                  <a:lnTo>
                    <a:pt x="11015" y="856"/>
                  </a:lnTo>
                  <a:lnTo>
                    <a:pt x="10844" y="1002"/>
                  </a:lnTo>
                  <a:lnTo>
                    <a:pt x="10649" y="1124"/>
                  </a:lnTo>
                  <a:lnTo>
                    <a:pt x="10502" y="1271"/>
                  </a:lnTo>
                  <a:lnTo>
                    <a:pt x="5544" y="6229"/>
                  </a:lnTo>
                  <a:lnTo>
                    <a:pt x="391" y="6229"/>
                  </a:lnTo>
                  <a:lnTo>
                    <a:pt x="245" y="6253"/>
                  </a:lnTo>
                  <a:lnTo>
                    <a:pt x="147" y="6278"/>
                  </a:lnTo>
                  <a:lnTo>
                    <a:pt x="49" y="6327"/>
                  </a:lnTo>
                  <a:lnTo>
                    <a:pt x="0" y="6400"/>
                  </a:lnTo>
                  <a:lnTo>
                    <a:pt x="0" y="6473"/>
                  </a:lnTo>
                  <a:lnTo>
                    <a:pt x="25" y="6571"/>
                  </a:lnTo>
                  <a:lnTo>
                    <a:pt x="74" y="6668"/>
                  </a:lnTo>
                  <a:lnTo>
                    <a:pt x="171" y="6791"/>
                  </a:lnTo>
                  <a:lnTo>
                    <a:pt x="2589" y="9184"/>
                  </a:lnTo>
                  <a:lnTo>
                    <a:pt x="2272" y="9502"/>
                  </a:lnTo>
                  <a:lnTo>
                    <a:pt x="953" y="9746"/>
                  </a:lnTo>
                  <a:lnTo>
                    <a:pt x="806" y="9795"/>
                  </a:lnTo>
                  <a:lnTo>
                    <a:pt x="684" y="9843"/>
                  </a:lnTo>
                  <a:lnTo>
                    <a:pt x="611" y="9941"/>
                  </a:lnTo>
                  <a:lnTo>
                    <a:pt x="562" y="10014"/>
                  </a:lnTo>
                  <a:lnTo>
                    <a:pt x="562" y="10112"/>
                  </a:lnTo>
                  <a:lnTo>
                    <a:pt x="586" y="10234"/>
                  </a:lnTo>
                  <a:lnTo>
                    <a:pt x="635" y="10332"/>
                  </a:lnTo>
                  <a:lnTo>
                    <a:pt x="733" y="10454"/>
                  </a:lnTo>
                  <a:lnTo>
                    <a:pt x="7278" y="16999"/>
                  </a:lnTo>
                  <a:lnTo>
                    <a:pt x="7401" y="17097"/>
                  </a:lnTo>
                  <a:lnTo>
                    <a:pt x="7498" y="17146"/>
                  </a:lnTo>
                  <a:lnTo>
                    <a:pt x="7620" y="17170"/>
                  </a:lnTo>
                  <a:lnTo>
                    <a:pt x="7718" y="17170"/>
                  </a:lnTo>
                  <a:lnTo>
                    <a:pt x="7791" y="17122"/>
                  </a:lnTo>
                  <a:lnTo>
                    <a:pt x="7889" y="17048"/>
                  </a:lnTo>
                  <a:lnTo>
                    <a:pt x="7938" y="16926"/>
                  </a:lnTo>
                  <a:lnTo>
                    <a:pt x="7987" y="16780"/>
                  </a:lnTo>
                  <a:lnTo>
                    <a:pt x="8231" y="15461"/>
                  </a:lnTo>
                  <a:lnTo>
                    <a:pt x="8548" y="15143"/>
                  </a:lnTo>
                  <a:lnTo>
                    <a:pt x="10942" y="17561"/>
                  </a:lnTo>
                  <a:lnTo>
                    <a:pt x="11064" y="17659"/>
                  </a:lnTo>
                  <a:lnTo>
                    <a:pt x="11162" y="17708"/>
                  </a:lnTo>
                  <a:lnTo>
                    <a:pt x="11259" y="17732"/>
                  </a:lnTo>
                  <a:lnTo>
                    <a:pt x="11333" y="17732"/>
                  </a:lnTo>
                  <a:lnTo>
                    <a:pt x="11406" y="17683"/>
                  </a:lnTo>
                  <a:lnTo>
                    <a:pt x="11455" y="17586"/>
                  </a:lnTo>
                  <a:lnTo>
                    <a:pt x="11479" y="17488"/>
                  </a:lnTo>
                  <a:lnTo>
                    <a:pt x="11504" y="17341"/>
                  </a:lnTo>
                  <a:lnTo>
                    <a:pt x="11504" y="12188"/>
                  </a:lnTo>
                  <a:lnTo>
                    <a:pt x="16461" y="7230"/>
                  </a:lnTo>
                  <a:lnTo>
                    <a:pt x="16608" y="7084"/>
                  </a:lnTo>
                  <a:lnTo>
                    <a:pt x="16730" y="6888"/>
                  </a:lnTo>
                  <a:lnTo>
                    <a:pt x="16877" y="6693"/>
                  </a:lnTo>
                  <a:lnTo>
                    <a:pt x="16974" y="6498"/>
                  </a:lnTo>
                  <a:lnTo>
                    <a:pt x="17194" y="6058"/>
                  </a:lnTo>
                  <a:lnTo>
                    <a:pt x="17365" y="5569"/>
                  </a:lnTo>
                  <a:lnTo>
                    <a:pt x="17487" y="5057"/>
                  </a:lnTo>
                  <a:lnTo>
                    <a:pt x="17609" y="4519"/>
                  </a:lnTo>
                  <a:lnTo>
                    <a:pt x="17683" y="3982"/>
                  </a:lnTo>
                  <a:lnTo>
                    <a:pt x="17707" y="3445"/>
                  </a:lnTo>
                  <a:lnTo>
                    <a:pt x="17731" y="2907"/>
                  </a:lnTo>
                  <a:lnTo>
                    <a:pt x="17731" y="2419"/>
                  </a:lnTo>
                  <a:lnTo>
                    <a:pt x="17707" y="1955"/>
                  </a:lnTo>
                  <a:lnTo>
                    <a:pt x="17658" y="1515"/>
                  </a:lnTo>
                  <a:lnTo>
                    <a:pt x="17585" y="1149"/>
                  </a:lnTo>
                  <a:lnTo>
                    <a:pt x="17512" y="831"/>
                  </a:lnTo>
                  <a:lnTo>
                    <a:pt x="17414" y="587"/>
                  </a:lnTo>
                  <a:lnTo>
                    <a:pt x="17341" y="489"/>
                  </a:lnTo>
                  <a:lnTo>
                    <a:pt x="17292" y="441"/>
                  </a:lnTo>
                  <a:lnTo>
                    <a:pt x="17243" y="392"/>
                  </a:lnTo>
                  <a:lnTo>
                    <a:pt x="17145" y="318"/>
                  </a:lnTo>
                  <a:lnTo>
                    <a:pt x="16901" y="221"/>
                  </a:lnTo>
                  <a:lnTo>
                    <a:pt x="16584" y="148"/>
                  </a:lnTo>
                  <a:lnTo>
                    <a:pt x="16217" y="74"/>
                  </a:lnTo>
                  <a:lnTo>
                    <a:pt x="15778" y="25"/>
                  </a:lnTo>
                  <a:lnTo>
                    <a:pt x="15314" y="1"/>
                  </a:lnTo>
                  <a:close/>
                </a:path>
              </a:pathLst>
            </a:custGeom>
            <a:solidFill>
              <a:srgbClr val="FFFFFF"/>
            </a:solidFill>
            <a:ln>
              <a:solidFill>
                <a:schemeClr val="accent1"/>
              </a:solidFill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4" name="Shape 224"/>
            <p:cNvSpPr/>
            <p:nvPr/>
          </p:nvSpPr>
          <p:spPr>
            <a:xfrm>
              <a:off x="597725" y="4665400"/>
              <a:ext cx="73300" cy="73300"/>
            </a:xfrm>
            <a:custGeom>
              <a:avLst/>
              <a:gdLst/>
              <a:ahLst/>
              <a:cxnLst/>
              <a:rect l="0" t="0" r="0" b="0"/>
              <a:pathLst>
                <a:path w="2932" h="2932" extrusionOk="0">
                  <a:moveTo>
                    <a:pt x="2028" y="1"/>
                  </a:moveTo>
                  <a:lnTo>
                    <a:pt x="1857" y="25"/>
                  </a:lnTo>
                  <a:lnTo>
                    <a:pt x="1686" y="74"/>
                  </a:lnTo>
                  <a:lnTo>
                    <a:pt x="1515" y="147"/>
                  </a:lnTo>
                  <a:lnTo>
                    <a:pt x="1369" y="269"/>
                  </a:lnTo>
                  <a:lnTo>
                    <a:pt x="1222" y="489"/>
                  </a:lnTo>
                  <a:lnTo>
                    <a:pt x="1002" y="831"/>
                  </a:lnTo>
                  <a:lnTo>
                    <a:pt x="563" y="1735"/>
                  </a:lnTo>
                  <a:lnTo>
                    <a:pt x="172" y="2565"/>
                  </a:lnTo>
                  <a:lnTo>
                    <a:pt x="1" y="2932"/>
                  </a:lnTo>
                  <a:lnTo>
                    <a:pt x="1" y="2932"/>
                  </a:lnTo>
                  <a:lnTo>
                    <a:pt x="367" y="2761"/>
                  </a:lnTo>
                  <a:lnTo>
                    <a:pt x="1198" y="2370"/>
                  </a:lnTo>
                  <a:lnTo>
                    <a:pt x="2101" y="1930"/>
                  </a:lnTo>
                  <a:lnTo>
                    <a:pt x="2443" y="1710"/>
                  </a:lnTo>
                  <a:lnTo>
                    <a:pt x="2663" y="1564"/>
                  </a:lnTo>
                  <a:lnTo>
                    <a:pt x="2785" y="1417"/>
                  </a:lnTo>
                  <a:lnTo>
                    <a:pt x="2858" y="1246"/>
                  </a:lnTo>
                  <a:lnTo>
                    <a:pt x="2907" y="1075"/>
                  </a:lnTo>
                  <a:lnTo>
                    <a:pt x="2932" y="904"/>
                  </a:lnTo>
                  <a:lnTo>
                    <a:pt x="2907" y="733"/>
                  </a:lnTo>
                  <a:lnTo>
                    <a:pt x="2858" y="562"/>
                  </a:lnTo>
                  <a:lnTo>
                    <a:pt x="2785" y="416"/>
                  </a:lnTo>
                  <a:lnTo>
                    <a:pt x="2663" y="269"/>
                  </a:lnTo>
                  <a:lnTo>
                    <a:pt x="2517" y="147"/>
                  </a:lnTo>
                  <a:lnTo>
                    <a:pt x="2370" y="74"/>
                  </a:lnTo>
                  <a:lnTo>
                    <a:pt x="2199" y="25"/>
                  </a:lnTo>
                  <a:lnTo>
                    <a:pt x="2028" y="1"/>
                  </a:lnTo>
                  <a:close/>
                </a:path>
              </a:pathLst>
            </a:custGeom>
            <a:solidFill>
              <a:srgbClr val="FFFFFF"/>
            </a:solidFill>
            <a:ln>
              <a:solidFill>
                <a:schemeClr val="accent1"/>
              </a:solidFill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5" name="Shape 225"/>
            <p:cNvSpPr/>
            <p:nvPr/>
          </p:nvSpPr>
          <p:spPr>
            <a:xfrm>
              <a:off x="654525" y="4708150"/>
              <a:ext cx="47025" cy="47025"/>
            </a:xfrm>
            <a:custGeom>
              <a:avLst/>
              <a:gdLst/>
              <a:ahLst/>
              <a:cxnLst/>
              <a:rect l="0" t="0" r="0" b="0"/>
              <a:pathLst>
                <a:path w="1881" h="1881" extrusionOk="0">
                  <a:moveTo>
                    <a:pt x="1124" y="0"/>
                  </a:moveTo>
                  <a:lnTo>
                    <a:pt x="977" y="25"/>
                  </a:lnTo>
                  <a:lnTo>
                    <a:pt x="831" y="74"/>
                  </a:lnTo>
                  <a:lnTo>
                    <a:pt x="709" y="147"/>
                  </a:lnTo>
                  <a:lnTo>
                    <a:pt x="586" y="245"/>
                  </a:lnTo>
                  <a:lnTo>
                    <a:pt x="464" y="391"/>
                  </a:lnTo>
                  <a:lnTo>
                    <a:pt x="367" y="611"/>
                  </a:lnTo>
                  <a:lnTo>
                    <a:pt x="269" y="880"/>
                  </a:lnTo>
                  <a:lnTo>
                    <a:pt x="171" y="1173"/>
                  </a:lnTo>
                  <a:lnTo>
                    <a:pt x="49" y="1686"/>
                  </a:lnTo>
                  <a:lnTo>
                    <a:pt x="0" y="1881"/>
                  </a:lnTo>
                  <a:lnTo>
                    <a:pt x="0" y="1881"/>
                  </a:lnTo>
                  <a:lnTo>
                    <a:pt x="220" y="1857"/>
                  </a:lnTo>
                  <a:lnTo>
                    <a:pt x="733" y="1710"/>
                  </a:lnTo>
                  <a:lnTo>
                    <a:pt x="1002" y="1637"/>
                  </a:lnTo>
                  <a:lnTo>
                    <a:pt x="1270" y="1539"/>
                  </a:lnTo>
                  <a:lnTo>
                    <a:pt x="1515" y="1417"/>
                  </a:lnTo>
                  <a:lnTo>
                    <a:pt x="1661" y="1319"/>
                  </a:lnTo>
                  <a:lnTo>
                    <a:pt x="1759" y="1197"/>
                  </a:lnTo>
                  <a:lnTo>
                    <a:pt x="1832" y="1051"/>
                  </a:lnTo>
                  <a:lnTo>
                    <a:pt x="1881" y="928"/>
                  </a:lnTo>
                  <a:lnTo>
                    <a:pt x="1881" y="782"/>
                  </a:lnTo>
                  <a:lnTo>
                    <a:pt x="1881" y="635"/>
                  </a:lnTo>
                  <a:lnTo>
                    <a:pt x="1832" y="489"/>
                  </a:lnTo>
                  <a:lnTo>
                    <a:pt x="1759" y="367"/>
                  </a:lnTo>
                  <a:lnTo>
                    <a:pt x="1661" y="245"/>
                  </a:lnTo>
                  <a:lnTo>
                    <a:pt x="1539" y="147"/>
                  </a:lnTo>
                  <a:lnTo>
                    <a:pt x="1417" y="74"/>
                  </a:lnTo>
                  <a:lnTo>
                    <a:pt x="1270" y="25"/>
                  </a:lnTo>
                  <a:lnTo>
                    <a:pt x="1124" y="0"/>
                  </a:lnTo>
                  <a:close/>
                </a:path>
              </a:pathLst>
            </a:custGeom>
            <a:solidFill>
              <a:srgbClr val="FFFFFF"/>
            </a:solidFill>
            <a:ln>
              <a:solidFill>
                <a:schemeClr val="accent1"/>
              </a:solidFill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6" name="Shape 226"/>
            <p:cNvSpPr/>
            <p:nvPr/>
          </p:nvSpPr>
          <p:spPr>
            <a:xfrm>
              <a:off x="581250" y="4634875"/>
              <a:ext cx="47050" cy="47050"/>
            </a:xfrm>
            <a:custGeom>
              <a:avLst/>
              <a:gdLst/>
              <a:ahLst/>
              <a:cxnLst/>
              <a:rect l="0" t="0" r="0" b="0"/>
              <a:pathLst>
                <a:path w="1882" h="1882" extrusionOk="0">
                  <a:moveTo>
                    <a:pt x="953" y="1"/>
                  </a:moveTo>
                  <a:lnTo>
                    <a:pt x="831" y="49"/>
                  </a:lnTo>
                  <a:lnTo>
                    <a:pt x="684" y="123"/>
                  </a:lnTo>
                  <a:lnTo>
                    <a:pt x="562" y="220"/>
                  </a:lnTo>
                  <a:lnTo>
                    <a:pt x="465" y="367"/>
                  </a:lnTo>
                  <a:lnTo>
                    <a:pt x="342" y="611"/>
                  </a:lnTo>
                  <a:lnTo>
                    <a:pt x="245" y="880"/>
                  </a:lnTo>
                  <a:lnTo>
                    <a:pt x="171" y="1148"/>
                  </a:lnTo>
                  <a:lnTo>
                    <a:pt x="25" y="1661"/>
                  </a:lnTo>
                  <a:lnTo>
                    <a:pt x="1" y="1881"/>
                  </a:lnTo>
                  <a:lnTo>
                    <a:pt x="196" y="1832"/>
                  </a:lnTo>
                  <a:lnTo>
                    <a:pt x="709" y="1710"/>
                  </a:lnTo>
                  <a:lnTo>
                    <a:pt x="1002" y="1613"/>
                  </a:lnTo>
                  <a:lnTo>
                    <a:pt x="1271" y="1515"/>
                  </a:lnTo>
                  <a:lnTo>
                    <a:pt x="1490" y="1417"/>
                  </a:lnTo>
                  <a:lnTo>
                    <a:pt x="1637" y="1295"/>
                  </a:lnTo>
                  <a:lnTo>
                    <a:pt x="1735" y="1173"/>
                  </a:lnTo>
                  <a:lnTo>
                    <a:pt x="1808" y="1051"/>
                  </a:lnTo>
                  <a:lnTo>
                    <a:pt x="1857" y="904"/>
                  </a:lnTo>
                  <a:lnTo>
                    <a:pt x="1881" y="758"/>
                  </a:lnTo>
                  <a:lnTo>
                    <a:pt x="1857" y="611"/>
                  </a:lnTo>
                  <a:lnTo>
                    <a:pt x="1808" y="465"/>
                  </a:lnTo>
                  <a:lnTo>
                    <a:pt x="1735" y="343"/>
                  </a:lnTo>
                  <a:lnTo>
                    <a:pt x="1637" y="220"/>
                  </a:lnTo>
                  <a:lnTo>
                    <a:pt x="1515" y="123"/>
                  </a:lnTo>
                  <a:lnTo>
                    <a:pt x="1393" y="49"/>
                  </a:lnTo>
                  <a:lnTo>
                    <a:pt x="1246" y="1"/>
                  </a:lnTo>
                  <a:close/>
                </a:path>
              </a:pathLst>
            </a:custGeom>
            <a:solidFill>
              <a:srgbClr val="FFFFFF"/>
            </a:solidFill>
            <a:ln>
              <a:solidFill>
                <a:schemeClr val="accent1"/>
              </a:solidFill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33" name="Shape 350"/>
          <p:cNvGrpSpPr/>
          <p:nvPr/>
        </p:nvGrpSpPr>
        <p:grpSpPr>
          <a:xfrm>
            <a:off x="553138" y="4319453"/>
            <a:ext cx="358351" cy="298118"/>
            <a:chOff x="1926350" y="995225"/>
            <a:chExt cx="428650" cy="356600"/>
          </a:xfrm>
        </p:grpSpPr>
        <p:sp>
          <p:nvSpPr>
            <p:cNvPr id="34" name="Shape 351"/>
            <p:cNvSpPr/>
            <p:nvPr/>
          </p:nvSpPr>
          <p:spPr>
            <a:xfrm>
              <a:off x="1926350" y="1298075"/>
              <a:ext cx="208225" cy="53750"/>
            </a:xfrm>
            <a:custGeom>
              <a:avLst/>
              <a:gdLst/>
              <a:ahLst/>
              <a:cxnLst/>
              <a:rect l="0" t="0" r="0" b="0"/>
              <a:pathLst>
                <a:path w="8329" h="2150" extrusionOk="0">
                  <a:moveTo>
                    <a:pt x="0" y="0"/>
                  </a:moveTo>
                  <a:lnTo>
                    <a:pt x="0" y="489"/>
                  </a:lnTo>
                  <a:lnTo>
                    <a:pt x="25" y="635"/>
                  </a:lnTo>
                  <a:lnTo>
                    <a:pt x="74" y="758"/>
                  </a:lnTo>
                  <a:lnTo>
                    <a:pt x="147" y="855"/>
                  </a:lnTo>
                  <a:lnTo>
                    <a:pt x="245" y="953"/>
                  </a:lnTo>
                  <a:lnTo>
                    <a:pt x="391" y="1026"/>
                  </a:lnTo>
                  <a:lnTo>
                    <a:pt x="562" y="1051"/>
                  </a:lnTo>
                  <a:lnTo>
                    <a:pt x="733" y="1026"/>
                  </a:lnTo>
                  <a:lnTo>
                    <a:pt x="1295" y="855"/>
                  </a:lnTo>
                  <a:lnTo>
                    <a:pt x="1661" y="782"/>
                  </a:lnTo>
                  <a:lnTo>
                    <a:pt x="2076" y="684"/>
                  </a:lnTo>
                  <a:lnTo>
                    <a:pt x="2540" y="611"/>
                  </a:lnTo>
                  <a:lnTo>
                    <a:pt x="3029" y="562"/>
                  </a:lnTo>
                  <a:lnTo>
                    <a:pt x="3591" y="513"/>
                  </a:lnTo>
                  <a:lnTo>
                    <a:pt x="4177" y="489"/>
                  </a:lnTo>
                  <a:lnTo>
                    <a:pt x="4616" y="513"/>
                  </a:lnTo>
                  <a:lnTo>
                    <a:pt x="5032" y="538"/>
                  </a:lnTo>
                  <a:lnTo>
                    <a:pt x="5422" y="611"/>
                  </a:lnTo>
                  <a:lnTo>
                    <a:pt x="5789" y="684"/>
                  </a:lnTo>
                  <a:lnTo>
                    <a:pt x="6131" y="782"/>
                  </a:lnTo>
                  <a:lnTo>
                    <a:pt x="6448" y="880"/>
                  </a:lnTo>
                  <a:lnTo>
                    <a:pt x="6717" y="1002"/>
                  </a:lnTo>
                  <a:lnTo>
                    <a:pt x="6985" y="1124"/>
                  </a:lnTo>
                  <a:lnTo>
                    <a:pt x="7205" y="1246"/>
                  </a:lnTo>
                  <a:lnTo>
                    <a:pt x="7425" y="1393"/>
                  </a:lnTo>
                  <a:lnTo>
                    <a:pt x="7791" y="1661"/>
                  </a:lnTo>
                  <a:lnTo>
                    <a:pt x="8084" y="1930"/>
                  </a:lnTo>
                  <a:lnTo>
                    <a:pt x="8329" y="2150"/>
                  </a:lnTo>
                  <a:lnTo>
                    <a:pt x="8329" y="1661"/>
                  </a:lnTo>
                  <a:lnTo>
                    <a:pt x="8084" y="1441"/>
                  </a:lnTo>
                  <a:lnTo>
                    <a:pt x="7791" y="1173"/>
                  </a:lnTo>
                  <a:lnTo>
                    <a:pt x="7425" y="904"/>
                  </a:lnTo>
                  <a:lnTo>
                    <a:pt x="7205" y="758"/>
                  </a:lnTo>
                  <a:lnTo>
                    <a:pt x="6985" y="635"/>
                  </a:lnTo>
                  <a:lnTo>
                    <a:pt x="6717" y="513"/>
                  </a:lnTo>
                  <a:lnTo>
                    <a:pt x="6448" y="391"/>
                  </a:lnTo>
                  <a:lnTo>
                    <a:pt x="6131" y="294"/>
                  </a:lnTo>
                  <a:lnTo>
                    <a:pt x="5789" y="196"/>
                  </a:lnTo>
                  <a:lnTo>
                    <a:pt x="5422" y="123"/>
                  </a:lnTo>
                  <a:lnTo>
                    <a:pt x="5032" y="49"/>
                  </a:lnTo>
                  <a:lnTo>
                    <a:pt x="4616" y="25"/>
                  </a:lnTo>
                  <a:lnTo>
                    <a:pt x="4177" y="0"/>
                  </a:lnTo>
                  <a:lnTo>
                    <a:pt x="3591" y="25"/>
                  </a:lnTo>
                  <a:lnTo>
                    <a:pt x="3029" y="74"/>
                  </a:lnTo>
                  <a:lnTo>
                    <a:pt x="2540" y="123"/>
                  </a:lnTo>
                  <a:lnTo>
                    <a:pt x="2076" y="196"/>
                  </a:lnTo>
                  <a:lnTo>
                    <a:pt x="1661" y="294"/>
                  </a:lnTo>
                  <a:lnTo>
                    <a:pt x="1295" y="367"/>
                  </a:lnTo>
                  <a:lnTo>
                    <a:pt x="733" y="538"/>
                  </a:lnTo>
                  <a:lnTo>
                    <a:pt x="562" y="562"/>
                  </a:lnTo>
                  <a:lnTo>
                    <a:pt x="391" y="538"/>
                  </a:lnTo>
                  <a:lnTo>
                    <a:pt x="245" y="465"/>
                  </a:lnTo>
                  <a:lnTo>
                    <a:pt x="147" y="367"/>
                  </a:lnTo>
                  <a:lnTo>
                    <a:pt x="74" y="269"/>
                  </a:lnTo>
                  <a:lnTo>
                    <a:pt x="25" y="14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5" name="Shape 352"/>
            <p:cNvSpPr/>
            <p:nvPr/>
          </p:nvSpPr>
          <p:spPr>
            <a:xfrm>
              <a:off x="2146775" y="1298075"/>
              <a:ext cx="208225" cy="53750"/>
            </a:xfrm>
            <a:custGeom>
              <a:avLst/>
              <a:gdLst/>
              <a:ahLst/>
              <a:cxnLst/>
              <a:rect l="0" t="0" r="0" b="0"/>
              <a:pathLst>
                <a:path w="8329" h="2150" extrusionOk="0">
                  <a:moveTo>
                    <a:pt x="4152" y="0"/>
                  </a:moveTo>
                  <a:lnTo>
                    <a:pt x="3712" y="25"/>
                  </a:lnTo>
                  <a:lnTo>
                    <a:pt x="3297" y="49"/>
                  </a:lnTo>
                  <a:lnTo>
                    <a:pt x="2907" y="123"/>
                  </a:lnTo>
                  <a:lnTo>
                    <a:pt x="2540" y="196"/>
                  </a:lnTo>
                  <a:lnTo>
                    <a:pt x="2198" y="294"/>
                  </a:lnTo>
                  <a:lnTo>
                    <a:pt x="1881" y="391"/>
                  </a:lnTo>
                  <a:lnTo>
                    <a:pt x="1612" y="513"/>
                  </a:lnTo>
                  <a:lnTo>
                    <a:pt x="1343" y="635"/>
                  </a:lnTo>
                  <a:lnTo>
                    <a:pt x="1124" y="758"/>
                  </a:lnTo>
                  <a:lnTo>
                    <a:pt x="904" y="904"/>
                  </a:lnTo>
                  <a:lnTo>
                    <a:pt x="537" y="1173"/>
                  </a:lnTo>
                  <a:lnTo>
                    <a:pt x="244" y="1441"/>
                  </a:lnTo>
                  <a:lnTo>
                    <a:pt x="0" y="1661"/>
                  </a:lnTo>
                  <a:lnTo>
                    <a:pt x="0" y="2150"/>
                  </a:lnTo>
                  <a:lnTo>
                    <a:pt x="244" y="1930"/>
                  </a:lnTo>
                  <a:lnTo>
                    <a:pt x="537" y="1661"/>
                  </a:lnTo>
                  <a:lnTo>
                    <a:pt x="904" y="1393"/>
                  </a:lnTo>
                  <a:lnTo>
                    <a:pt x="1124" y="1246"/>
                  </a:lnTo>
                  <a:lnTo>
                    <a:pt x="1343" y="1124"/>
                  </a:lnTo>
                  <a:lnTo>
                    <a:pt x="1612" y="1002"/>
                  </a:lnTo>
                  <a:lnTo>
                    <a:pt x="1881" y="880"/>
                  </a:lnTo>
                  <a:lnTo>
                    <a:pt x="2198" y="782"/>
                  </a:lnTo>
                  <a:lnTo>
                    <a:pt x="2540" y="684"/>
                  </a:lnTo>
                  <a:lnTo>
                    <a:pt x="2907" y="611"/>
                  </a:lnTo>
                  <a:lnTo>
                    <a:pt x="3297" y="538"/>
                  </a:lnTo>
                  <a:lnTo>
                    <a:pt x="3712" y="513"/>
                  </a:lnTo>
                  <a:lnTo>
                    <a:pt x="4152" y="489"/>
                  </a:lnTo>
                  <a:lnTo>
                    <a:pt x="4738" y="513"/>
                  </a:lnTo>
                  <a:lnTo>
                    <a:pt x="5300" y="562"/>
                  </a:lnTo>
                  <a:lnTo>
                    <a:pt x="5788" y="611"/>
                  </a:lnTo>
                  <a:lnTo>
                    <a:pt x="6252" y="684"/>
                  </a:lnTo>
                  <a:lnTo>
                    <a:pt x="6668" y="782"/>
                  </a:lnTo>
                  <a:lnTo>
                    <a:pt x="7034" y="855"/>
                  </a:lnTo>
                  <a:lnTo>
                    <a:pt x="7596" y="1026"/>
                  </a:lnTo>
                  <a:lnTo>
                    <a:pt x="7767" y="1051"/>
                  </a:lnTo>
                  <a:lnTo>
                    <a:pt x="7938" y="1026"/>
                  </a:lnTo>
                  <a:lnTo>
                    <a:pt x="8084" y="953"/>
                  </a:lnTo>
                  <a:lnTo>
                    <a:pt x="8182" y="855"/>
                  </a:lnTo>
                  <a:lnTo>
                    <a:pt x="8255" y="758"/>
                  </a:lnTo>
                  <a:lnTo>
                    <a:pt x="8304" y="635"/>
                  </a:lnTo>
                  <a:lnTo>
                    <a:pt x="8328" y="489"/>
                  </a:lnTo>
                  <a:lnTo>
                    <a:pt x="8328" y="0"/>
                  </a:lnTo>
                  <a:lnTo>
                    <a:pt x="8304" y="147"/>
                  </a:lnTo>
                  <a:lnTo>
                    <a:pt x="8255" y="269"/>
                  </a:lnTo>
                  <a:lnTo>
                    <a:pt x="8182" y="367"/>
                  </a:lnTo>
                  <a:lnTo>
                    <a:pt x="8084" y="465"/>
                  </a:lnTo>
                  <a:lnTo>
                    <a:pt x="7938" y="538"/>
                  </a:lnTo>
                  <a:lnTo>
                    <a:pt x="7767" y="562"/>
                  </a:lnTo>
                  <a:lnTo>
                    <a:pt x="7596" y="538"/>
                  </a:lnTo>
                  <a:lnTo>
                    <a:pt x="7034" y="367"/>
                  </a:lnTo>
                  <a:lnTo>
                    <a:pt x="6668" y="294"/>
                  </a:lnTo>
                  <a:lnTo>
                    <a:pt x="6252" y="196"/>
                  </a:lnTo>
                  <a:lnTo>
                    <a:pt x="5788" y="123"/>
                  </a:lnTo>
                  <a:lnTo>
                    <a:pt x="5300" y="74"/>
                  </a:lnTo>
                  <a:lnTo>
                    <a:pt x="4738" y="25"/>
                  </a:lnTo>
                  <a:lnTo>
                    <a:pt x="4152" y="0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6" name="Shape 353"/>
            <p:cNvSpPr/>
            <p:nvPr/>
          </p:nvSpPr>
          <p:spPr>
            <a:xfrm>
              <a:off x="1926350" y="995225"/>
              <a:ext cx="208225" cy="332175"/>
            </a:xfrm>
            <a:custGeom>
              <a:avLst/>
              <a:gdLst/>
              <a:ahLst/>
              <a:cxnLst/>
              <a:rect l="0" t="0" r="0" b="0"/>
              <a:pathLst>
                <a:path w="8329" h="13287" extrusionOk="0">
                  <a:moveTo>
                    <a:pt x="4177" y="1"/>
                  </a:moveTo>
                  <a:lnTo>
                    <a:pt x="3591" y="25"/>
                  </a:lnTo>
                  <a:lnTo>
                    <a:pt x="3029" y="74"/>
                  </a:lnTo>
                  <a:lnTo>
                    <a:pt x="2467" y="196"/>
                  </a:lnTo>
                  <a:lnTo>
                    <a:pt x="1905" y="343"/>
                  </a:lnTo>
                  <a:lnTo>
                    <a:pt x="1393" y="538"/>
                  </a:lnTo>
                  <a:lnTo>
                    <a:pt x="929" y="758"/>
                  </a:lnTo>
                  <a:lnTo>
                    <a:pt x="513" y="978"/>
                  </a:lnTo>
                  <a:lnTo>
                    <a:pt x="342" y="1124"/>
                  </a:lnTo>
                  <a:lnTo>
                    <a:pt x="196" y="1246"/>
                  </a:lnTo>
                  <a:lnTo>
                    <a:pt x="123" y="1319"/>
                  </a:lnTo>
                  <a:lnTo>
                    <a:pt x="49" y="1442"/>
                  </a:lnTo>
                  <a:lnTo>
                    <a:pt x="25" y="1539"/>
                  </a:lnTo>
                  <a:lnTo>
                    <a:pt x="0" y="1661"/>
                  </a:lnTo>
                  <a:lnTo>
                    <a:pt x="0" y="11626"/>
                  </a:lnTo>
                  <a:lnTo>
                    <a:pt x="25" y="11773"/>
                  </a:lnTo>
                  <a:lnTo>
                    <a:pt x="74" y="11895"/>
                  </a:lnTo>
                  <a:lnTo>
                    <a:pt x="147" y="11992"/>
                  </a:lnTo>
                  <a:lnTo>
                    <a:pt x="245" y="12090"/>
                  </a:lnTo>
                  <a:lnTo>
                    <a:pt x="391" y="12163"/>
                  </a:lnTo>
                  <a:lnTo>
                    <a:pt x="562" y="12188"/>
                  </a:lnTo>
                  <a:lnTo>
                    <a:pt x="733" y="12163"/>
                  </a:lnTo>
                  <a:lnTo>
                    <a:pt x="1295" y="11992"/>
                  </a:lnTo>
                  <a:lnTo>
                    <a:pt x="1661" y="11919"/>
                  </a:lnTo>
                  <a:lnTo>
                    <a:pt x="2076" y="11821"/>
                  </a:lnTo>
                  <a:lnTo>
                    <a:pt x="2540" y="11748"/>
                  </a:lnTo>
                  <a:lnTo>
                    <a:pt x="3029" y="11699"/>
                  </a:lnTo>
                  <a:lnTo>
                    <a:pt x="3591" y="11650"/>
                  </a:lnTo>
                  <a:lnTo>
                    <a:pt x="4177" y="11626"/>
                  </a:lnTo>
                  <a:lnTo>
                    <a:pt x="4616" y="11650"/>
                  </a:lnTo>
                  <a:lnTo>
                    <a:pt x="5032" y="11675"/>
                  </a:lnTo>
                  <a:lnTo>
                    <a:pt x="5422" y="11748"/>
                  </a:lnTo>
                  <a:lnTo>
                    <a:pt x="5789" y="11821"/>
                  </a:lnTo>
                  <a:lnTo>
                    <a:pt x="6131" y="11919"/>
                  </a:lnTo>
                  <a:lnTo>
                    <a:pt x="6448" y="12017"/>
                  </a:lnTo>
                  <a:lnTo>
                    <a:pt x="6717" y="12139"/>
                  </a:lnTo>
                  <a:lnTo>
                    <a:pt x="6985" y="12261"/>
                  </a:lnTo>
                  <a:lnTo>
                    <a:pt x="7205" y="12383"/>
                  </a:lnTo>
                  <a:lnTo>
                    <a:pt x="7425" y="12530"/>
                  </a:lnTo>
                  <a:lnTo>
                    <a:pt x="7791" y="12798"/>
                  </a:lnTo>
                  <a:lnTo>
                    <a:pt x="8084" y="13067"/>
                  </a:lnTo>
                  <a:lnTo>
                    <a:pt x="8329" y="13287"/>
                  </a:lnTo>
                  <a:lnTo>
                    <a:pt x="8329" y="2199"/>
                  </a:lnTo>
                  <a:lnTo>
                    <a:pt x="8329" y="2101"/>
                  </a:lnTo>
                  <a:lnTo>
                    <a:pt x="8280" y="1979"/>
                  </a:lnTo>
                  <a:lnTo>
                    <a:pt x="8231" y="1881"/>
                  </a:lnTo>
                  <a:lnTo>
                    <a:pt x="8158" y="1808"/>
                  </a:lnTo>
                  <a:lnTo>
                    <a:pt x="8036" y="1686"/>
                  </a:lnTo>
                  <a:lnTo>
                    <a:pt x="7767" y="1442"/>
                  </a:lnTo>
                  <a:lnTo>
                    <a:pt x="7449" y="1173"/>
                  </a:lnTo>
                  <a:lnTo>
                    <a:pt x="7083" y="904"/>
                  </a:lnTo>
                  <a:lnTo>
                    <a:pt x="6644" y="611"/>
                  </a:lnTo>
                  <a:lnTo>
                    <a:pt x="6375" y="489"/>
                  </a:lnTo>
                  <a:lnTo>
                    <a:pt x="6131" y="367"/>
                  </a:lnTo>
                  <a:lnTo>
                    <a:pt x="5838" y="269"/>
                  </a:lnTo>
                  <a:lnTo>
                    <a:pt x="5544" y="172"/>
                  </a:lnTo>
                  <a:lnTo>
                    <a:pt x="5227" y="98"/>
                  </a:lnTo>
                  <a:lnTo>
                    <a:pt x="4885" y="49"/>
                  </a:lnTo>
                  <a:lnTo>
                    <a:pt x="4543" y="1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7" name="Shape 354"/>
            <p:cNvSpPr/>
            <p:nvPr/>
          </p:nvSpPr>
          <p:spPr>
            <a:xfrm>
              <a:off x="2146775" y="995225"/>
              <a:ext cx="208225" cy="332175"/>
            </a:xfrm>
            <a:custGeom>
              <a:avLst/>
              <a:gdLst/>
              <a:ahLst/>
              <a:cxnLst/>
              <a:rect l="0" t="0" r="0" b="0"/>
              <a:pathLst>
                <a:path w="8329" h="13287" extrusionOk="0">
                  <a:moveTo>
                    <a:pt x="3786" y="1"/>
                  </a:moveTo>
                  <a:lnTo>
                    <a:pt x="3444" y="49"/>
                  </a:lnTo>
                  <a:lnTo>
                    <a:pt x="3102" y="98"/>
                  </a:lnTo>
                  <a:lnTo>
                    <a:pt x="2784" y="172"/>
                  </a:lnTo>
                  <a:lnTo>
                    <a:pt x="2491" y="269"/>
                  </a:lnTo>
                  <a:lnTo>
                    <a:pt x="2198" y="367"/>
                  </a:lnTo>
                  <a:lnTo>
                    <a:pt x="1954" y="489"/>
                  </a:lnTo>
                  <a:lnTo>
                    <a:pt x="1685" y="611"/>
                  </a:lnTo>
                  <a:lnTo>
                    <a:pt x="1246" y="904"/>
                  </a:lnTo>
                  <a:lnTo>
                    <a:pt x="879" y="1173"/>
                  </a:lnTo>
                  <a:lnTo>
                    <a:pt x="562" y="1442"/>
                  </a:lnTo>
                  <a:lnTo>
                    <a:pt x="293" y="1686"/>
                  </a:lnTo>
                  <a:lnTo>
                    <a:pt x="171" y="1808"/>
                  </a:lnTo>
                  <a:lnTo>
                    <a:pt x="98" y="1881"/>
                  </a:lnTo>
                  <a:lnTo>
                    <a:pt x="49" y="1979"/>
                  </a:lnTo>
                  <a:lnTo>
                    <a:pt x="0" y="2101"/>
                  </a:lnTo>
                  <a:lnTo>
                    <a:pt x="0" y="2199"/>
                  </a:lnTo>
                  <a:lnTo>
                    <a:pt x="0" y="13287"/>
                  </a:lnTo>
                  <a:lnTo>
                    <a:pt x="244" y="13067"/>
                  </a:lnTo>
                  <a:lnTo>
                    <a:pt x="537" y="12798"/>
                  </a:lnTo>
                  <a:lnTo>
                    <a:pt x="904" y="12530"/>
                  </a:lnTo>
                  <a:lnTo>
                    <a:pt x="1124" y="12383"/>
                  </a:lnTo>
                  <a:lnTo>
                    <a:pt x="1343" y="12261"/>
                  </a:lnTo>
                  <a:lnTo>
                    <a:pt x="1612" y="12139"/>
                  </a:lnTo>
                  <a:lnTo>
                    <a:pt x="1881" y="12017"/>
                  </a:lnTo>
                  <a:lnTo>
                    <a:pt x="2198" y="11919"/>
                  </a:lnTo>
                  <a:lnTo>
                    <a:pt x="2540" y="11821"/>
                  </a:lnTo>
                  <a:lnTo>
                    <a:pt x="2907" y="11748"/>
                  </a:lnTo>
                  <a:lnTo>
                    <a:pt x="3297" y="11675"/>
                  </a:lnTo>
                  <a:lnTo>
                    <a:pt x="3712" y="11650"/>
                  </a:lnTo>
                  <a:lnTo>
                    <a:pt x="4152" y="11626"/>
                  </a:lnTo>
                  <a:lnTo>
                    <a:pt x="4738" y="11650"/>
                  </a:lnTo>
                  <a:lnTo>
                    <a:pt x="5300" y="11699"/>
                  </a:lnTo>
                  <a:lnTo>
                    <a:pt x="5788" y="11748"/>
                  </a:lnTo>
                  <a:lnTo>
                    <a:pt x="6252" y="11821"/>
                  </a:lnTo>
                  <a:lnTo>
                    <a:pt x="6668" y="11919"/>
                  </a:lnTo>
                  <a:lnTo>
                    <a:pt x="7034" y="11992"/>
                  </a:lnTo>
                  <a:lnTo>
                    <a:pt x="7596" y="12163"/>
                  </a:lnTo>
                  <a:lnTo>
                    <a:pt x="7767" y="12188"/>
                  </a:lnTo>
                  <a:lnTo>
                    <a:pt x="7938" y="12163"/>
                  </a:lnTo>
                  <a:lnTo>
                    <a:pt x="8084" y="12090"/>
                  </a:lnTo>
                  <a:lnTo>
                    <a:pt x="8182" y="11992"/>
                  </a:lnTo>
                  <a:lnTo>
                    <a:pt x="8255" y="11895"/>
                  </a:lnTo>
                  <a:lnTo>
                    <a:pt x="8304" y="11773"/>
                  </a:lnTo>
                  <a:lnTo>
                    <a:pt x="8328" y="11626"/>
                  </a:lnTo>
                  <a:lnTo>
                    <a:pt x="8328" y="1661"/>
                  </a:lnTo>
                  <a:lnTo>
                    <a:pt x="8304" y="1539"/>
                  </a:lnTo>
                  <a:lnTo>
                    <a:pt x="8280" y="1442"/>
                  </a:lnTo>
                  <a:lnTo>
                    <a:pt x="8206" y="1319"/>
                  </a:lnTo>
                  <a:lnTo>
                    <a:pt x="8133" y="1246"/>
                  </a:lnTo>
                  <a:lnTo>
                    <a:pt x="7987" y="1124"/>
                  </a:lnTo>
                  <a:lnTo>
                    <a:pt x="7816" y="978"/>
                  </a:lnTo>
                  <a:lnTo>
                    <a:pt x="7400" y="758"/>
                  </a:lnTo>
                  <a:lnTo>
                    <a:pt x="6936" y="538"/>
                  </a:lnTo>
                  <a:lnTo>
                    <a:pt x="6423" y="343"/>
                  </a:lnTo>
                  <a:lnTo>
                    <a:pt x="5862" y="196"/>
                  </a:lnTo>
                  <a:lnTo>
                    <a:pt x="5300" y="74"/>
                  </a:lnTo>
                  <a:lnTo>
                    <a:pt x="4738" y="25"/>
                  </a:lnTo>
                  <a:lnTo>
                    <a:pt x="4152" y="1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38" name="Shape 440"/>
          <p:cNvGrpSpPr/>
          <p:nvPr/>
        </p:nvGrpSpPr>
        <p:grpSpPr>
          <a:xfrm>
            <a:off x="3226559" y="1982420"/>
            <a:ext cx="386943" cy="372647"/>
            <a:chOff x="2583325" y="2972875"/>
            <a:chExt cx="462850" cy="445750"/>
          </a:xfrm>
        </p:grpSpPr>
        <p:sp>
          <p:nvSpPr>
            <p:cNvPr id="39" name="Shape 441"/>
            <p:cNvSpPr/>
            <p:nvPr/>
          </p:nvSpPr>
          <p:spPr>
            <a:xfrm>
              <a:off x="2701775" y="3323350"/>
              <a:ext cx="225950" cy="95275"/>
            </a:xfrm>
            <a:custGeom>
              <a:avLst/>
              <a:gdLst/>
              <a:ahLst/>
              <a:cxnLst/>
              <a:rect l="0" t="0" r="0" b="0"/>
              <a:pathLst>
                <a:path w="9038" h="3811" extrusionOk="0">
                  <a:moveTo>
                    <a:pt x="2956" y="1"/>
                  </a:moveTo>
                  <a:lnTo>
                    <a:pt x="2956" y="2956"/>
                  </a:lnTo>
                  <a:lnTo>
                    <a:pt x="685" y="2956"/>
                  </a:lnTo>
                  <a:lnTo>
                    <a:pt x="514" y="3005"/>
                  </a:lnTo>
                  <a:lnTo>
                    <a:pt x="367" y="3103"/>
                  </a:lnTo>
                  <a:lnTo>
                    <a:pt x="245" y="3200"/>
                  </a:lnTo>
                  <a:lnTo>
                    <a:pt x="147" y="3322"/>
                  </a:lnTo>
                  <a:lnTo>
                    <a:pt x="50" y="3469"/>
                  </a:lnTo>
                  <a:lnTo>
                    <a:pt x="1" y="3640"/>
                  </a:lnTo>
                  <a:lnTo>
                    <a:pt x="1" y="3811"/>
                  </a:lnTo>
                  <a:lnTo>
                    <a:pt x="9037" y="3811"/>
                  </a:lnTo>
                  <a:lnTo>
                    <a:pt x="9037" y="3640"/>
                  </a:lnTo>
                  <a:lnTo>
                    <a:pt x="8988" y="3469"/>
                  </a:lnTo>
                  <a:lnTo>
                    <a:pt x="8891" y="3322"/>
                  </a:lnTo>
                  <a:lnTo>
                    <a:pt x="8793" y="3200"/>
                  </a:lnTo>
                  <a:lnTo>
                    <a:pt x="8671" y="3103"/>
                  </a:lnTo>
                  <a:lnTo>
                    <a:pt x="8524" y="3005"/>
                  </a:lnTo>
                  <a:lnTo>
                    <a:pt x="8353" y="2956"/>
                  </a:lnTo>
                  <a:lnTo>
                    <a:pt x="6082" y="2956"/>
                  </a:lnTo>
                  <a:lnTo>
                    <a:pt x="6082" y="1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0" name="Shape 442"/>
            <p:cNvSpPr/>
            <p:nvPr/>
          </p:nvSpPr>
          <p:spPr>
            <a:xfrm>
              <a:off x="2583325" y="2972875"/>
              <a:ext cx="462850" cy="337075"/>
            </a:xfrm>
            <a:custGeom>
              <a:avLst/>
              <a:gdLst/>
              <a:ahLst/>
              <a:cxnLst/>
              <a:rect l="0" t="0" r="0" b="0"/>
              <a:pathLst>
                <a:path w="18514" h="13483" extrusionOk="0">
                  <a:moveTo>
                    <a:pt x="17048" y="1466"/>
                  </a:moveTo>
                  <a:lnTo>
                    <a:pt x="17048" y="12017"/>
                  </a:lnTo>
                  <a:lnTo>
                    <a:pt x="1466" y="12017"/>
                  </a:lnTo>
                  <a:lnTo>
                    <a:pt x="1466" y="1466"/>
                  </a:lnTo>
                  <a:close/>
                  <a:moveTo>
                    <a:pt x="391" y="1"/>
                  </a:moveTo>
                  <a:lnTo>
                    <a:pt x="318" y="50"/>
                  </a:lnTo>
                  <a:lnTo>
                    <a:pt x="220" y="74"/>
                  </a:lnTo>
                  <a:lnTo>
                    <a:pt x="147" y="148"/>
                  </a:lnTo>
                  <a:lnTo>
                    <a:pt x="98" y="221"/>
                  </a:lnTo>
                  <a:lnTo>
                    <a:pt x="49" y="294"/>
                  </a:lnTo>
                  <a:lnTo>
                    <a:pt x="25" y="392"/>
                  </a:lnTo>
                  <a:lnTo>
                    <a:pt x="1" y="489"/>
                  </a:lnTo>
                  <a:lnTo>
                    <a:pt x="1" y="12994"/>
                  </a:lnTo>
                  <a:lnTo>
                    <a:pt x="25" y="13092"/>
                  </a:lnTo>
                  <a:lnTo>
                    <a:pt x="49" y="13189"/>
                  </a:lnTo>
                  <a:lnTo>
                    <a:pt x="98" y="13263"/>
                  </a:lnTo>
                  <a:lnTo>
                    <a:pt x="147" y="13336"/>
                  </a:lnTo>
                  <a:lnTo>
                    <a:pt x="220" y="13409"/>
                  </a:lnTo>
                  <a:lnTo>
                    <a:pt x="318" y="13434"/>
                  </a:lnTo>
                  <a:lnTo>
                    <a:pt x="391" y="13483"/>
                  </a:lnTo>
                  <a:lnTo>
                    <a:pt x="18123" y="13483"/>
                  </a:lnTo>
                  <a:lnTo>
                    <a:pt x="18196" y="13434"/>
                  </a:lnTo>
                  <a:lnTo>
                    <a:pt x="18293" y="13409"/>
                  </a:lnTo>
                  <a:lnTo>
                    <a:pt x="18367" y="13336"/>
                  </a:lnTo>
                  <a:lnTo>
                    <a:pt x="18416" y="13263"/>
                  </a:lnTo>
                  <a:lnTo>
                    <a:pt x="18464" y="13189"/>
                  </a:lnTo>
                  <a:lnTo>
                    <a:pt x="18489" y="13092"/>
                  </a:lnTo>
                  <a:lnTo>
                    <a:pt x="18513" y="12994"/>
                  </a:lnTo>
                  <a:lnTo>
                    <a:pt x="18513" y="489"/>
                  </a:lnTo>
                  <a:lnTo>
                    <a:pt x="18489" y="392"/>
                  </a:lnTo>
                  <a:lnTo>
                    <a:pt x="18464" y="294"/>
                  </a:lnTo>
                  <a:lnTo>
                    <a:pt x="18416" y="221"/>
                  </a:lnTo>
                  <a:lnTo>
                    <a:pt x="18367" y="148"/>
                  </a:lnTo>
                  <a:lnTo>
                    <a:pt x="18293" y="74"/>
                  </a:lnTo>
                  <a:lnTo>
                    <a:pt x="18196" y="50"/>
                  </a:lnTo>
                  <a:lnTo>
                    <a:pt x="18123" y="1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41" name="Shape 402"/>
          <p:cNvGrpSpPr/>
          <p:nvPr/>
        </p:nvGrpSpPr>
        <p:grpSpPr>
          <a:xfrm>
            <a:off x="6160641" y="4251069"/>
            <a:ext cx="401719" cy="366502"/>
            <a:chOff x="6625350" y="1613750"/>
            <a:chExt cx="480525" cy="438400"/>
          </a:xfrm>
        </p:grpSpPr>
        <p:sp>
          <p:nvSpPr>
            <p:cNvPr id="42" name="Shape 403"/>
            <p:cNvSpPr/>
            <p:nvPr/>
          </p:nvSpPr>
          <p:spPr>
            <a:xfrm>
              <a:off x="6670525" y="1887275"/>
              <a:ext cx="117875" cy="164875"/>
            </a:xfrm>
            <a:custGeom>
              <a:avLst/>
              <a:gdLst/>
              <a:ahLst/>
              <a:cxnLst/>
              <a:rect l="0" t="0" r="0" b="0"/>
              <a:pathLst>
                <a:path w="4715" h="6595" extrusionOk="0">
                  <a:moveTo>
                    <a:pt x="0" y="1"/>
                  </a:moveTo>
                  <a:lnTo>
                    <a:pt x="538" y="6058"/>
                  </a:lnTo>
                  <a:lnTo>
                    <a:pt x="562" y="6180"/>
                  </a:lnTo>
                  <a:lnTo>
                    <a:pt x="587" y="6277"/>
                  </a:lnTo>
                  <a:lnTo>
                    <a:pt x="660" y="6351"/>
                  </a:lnTo>
                  <a:lnTo>
                    <a:pt x="733" y="6448"/>
                  </a:lnTo>
                  <a:lnTo>
                    <a:pt x="806" y="6497"/>
                  </a:lnTo>
                  <a:lnTo>
                    <a:pt x="904" y="6546"/>
                  </a:lnTo>
                  <a:lnTo>
                    <a:pt x="1002" y="6571"/>
                  </a:lnTo>
                  <a:lnTo>
                    <a:pt x="1124" y="6595"/>
                  </a:lnTo>
                  <a:lnTo>
                    <a:pt x="4128" y="6595"/>
                  </a:lnTo>
                  <a:lnTo>
                    <a:pt x="4274" y="6571"/>
                  </a:lnTo>
                  <a:lnTo>
                    <a:pt x="4397" y="6522"/>
                  </a:lnTo>
                  <a:lnTo>
                    <a:pt x="4494" y="6473"/>
                  </a:lnTo>
                  <a:lnTo>
                    <a:pt x="4592" y="6375"/>
                  </a:lnTo>
                  <a:lnTo>
                    <a:pt x="4665" y="6253"/>
                  </a:lnTo>
                  <a:lnTo>
                    <a:pt x="4714" y="6155"/>
                  </a:lnTo>
                  <a:lnTo>
                    <a:pt x="4714" y="6009"/>
                  </a:lnTo>
                  <a:lnTo>
                    <a:pt x="4714" y="5887"/>
                  </a:lnTo>
                  <a:lnTo>
                    <a:pt x="3713" y="123"/>
                  </a:lnTo>
                  <a:lnTo>
                    <a:pt x="2589" y="50"/>
                  </a:lnTo>
                  <a:lnTo>
                    <a:pt x="1637" y="25"/>
                  </a:lnTo>
                  <a:lnTo>
                    <a:pt x="0" y="1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3" name="Shape 404"/>
            <p:cNvSpPr/>
            <p:nvPr/>
          </p:nvSpPr>
          <p:spPr>
            <a:xfrm>
              <a:off x="7075950" y="1754175"/>
              <a:ext cx="29925" cy="99550"/>
            </a:xfrm>
            <a:custGeom>
              <a:avLst/>
              <a:gdLst/>
              <a:ahLst/>
              <a:cxnLst/>
              <a:rect l="0" t="0" r="0" b="0"/>
              <a:pathLst>
                <a:path w="1197" h="3982" extrusionOk="0">
                  <a:moveTo>
                    <a:pt x="0" y="1"/>
                  </a:moveTo>
                  <a:lnTo>
                    <a:pt x="0" y="3981"/>
                  </a:lnTo>
                  <a:lnTo>
                    <a:pt x="269" y="3811"/>
                  </a:lnTo>
                  <a:lnTo>
                    <a:pt x="489" y="3615"/>
                  </a:lnTo>
                  <a:lnTo>
                    <a:pt x="684" y="3420"/>
                  </a:lnTo>
                  <a:lnTo>
                    <a:pt x="855" y="3176"/>
                  </a:lnTo>
                  <a:lnTo>
                    <a:pt x="1002" y="2907"/>
                  </a:lnTo>
                  <a:lnTo>
                    <a:pt x="1099" y="2614"/>
                  </a:lnTo>
                  <a:lnTo>
                    <a:pt x="1173" y="2296"/>
                  </a:lnTo>
                  <a:lnTo>
                    <a:pt x="1197" y="1979"/>
                  </a:lnTo>
                  <a:lnTo>
                    <a:pt x="1173" y="1661"/>
                  </a:lnTo>
                  <a:lnTo>
                    <a:pt x="1099" y="1368"/>
                  </a:lnTo>
                  <a:lnTo>
                    <a:pt x="1002" y="1075"/>
                  </a:lnTo>
                  <a:lnTo>
                    <a:pt x="855" y="806"/>
                  </a:lnTo>
                  <a:lnTo>
                    <a:pt x="684" y="562"/>
                  </a:lnTo>
                  <a:lnTo>
                    <a:pt x="489" y="342"/>
                  </a:lnTo>
                  <a:lnTo>
                    <a:pt x="269" y="171"/>
                  </a:lnTo>
                  <a:lnTo>
                    <a:pt x="0" y="1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4" name="Shape 405"/>
            <p:cNvSpPr/>
            <p:nvPr/>
          </p:nvSpPr>
          <p:spPr>
            <a:xfrm>
              <a:off x="6625350" y="1729750"/>
              <a:ext cx="97700" cy="147175"/>
            </a:xfrm>
            <a:custGeom>
              <a:avLst/>
              <a:gdLst/>
              <a:ahLst/>
              <a:cxnLst/>
              <a:rect l="0" t="0" r="0" b="0"/>
              <a:pathLst>
                <a:path w="3908" h="5887" extrusionOk="0">
                  <a:moveTo>
                    <a:pt x="3908" y="1"/>
                  </a:moveTo>
                  <a:lnTo>
                    <a:pt x="2711" y="25"/>
                  </a:lnTo>
                  <a:lnTo>
                    <a:pt x="1759" y="25"/>
                  </a:lnTo>
                  <a:lnTo>
                    <a:pt x="1588" y="49"/>
                  </a:lnTo>
                  <a:lnTo>
                    <a:pt x="1417" y="74"/>
                  </a:lnTo>
                  <a:lnTo>
                    <a:pt x="1246" y="123"/>
                  </a:lnTo>
                  <a:lnTo>
                    <a:pt x="1099" y="172"/>
                  </a:lnTo>
                  <a:lnTo>
                    <a:pt x="953" y="245"/>
                  </a:lnTo>
                  <a:lnTo>
                    <a:pt x="806" y="343"/>
                  </a:lnTo>
                  <a:lnTo>
                    <a:pt x="660" y="440"/>
                  </a:lnTo>
                  <a:lnTo>
                    <a:pt x="537" y="562"/>
                  </a:lnTo>
                  <a:lnTo>
                    <a:pt x="415" y="684"/>
                  </a:lnTo>
                  <a:lnTo>
                    <a:pt x="318" y="831"/>
                  </a:lnTo>
                  <a:lnTo>
                    <a:pt x="220" y="978"/>
                  </a:lnTo>
                  <a:lnTo>
                    <a:pt x="147" y="1124"/>
                  </a:lnTo>
                  <a:lnTo>
                    <a:pt x="73" y="1295"/>
                  </a:lnTo>
                  <a:lnTo>
                    <a:pt x="49" y="1442"/>
                  </a:lnTo>
                  <a:lnTo>
                    <a:pt x="0" y="1613"/>
                  </a:lnTo>
                  <a:lnTo>
                    <a:pt x="0" y="1783"/>
                  </a:lnTo>
                  <a:lnTo>
                    <a:pt x="0" y="4128"/>
                  </a:lnTo>
                  <a:lnTo>
                    <a:pt x="0" y="4299"/>
                  </a:lnTo>
                  <a:lnTo>
                    <a:pt x="49" y="4446"/>
                  </a:lnTo>
                  <a:lnTo>
                    <a:pt x="73" y="4617"/>
                  </a:lnTo>
                  <a:lnTo>
                    <a:pt x="147" y="4763"/>
                  </a:lnTo>
                  <a:lnTo>
                    <a:pt x="220" y="4934"/>
                  </a:lnTo>
                  <a:lnTo>
                    <a:pt x="318" y="5081"/>
                  </a:lnTo>
                  <a:lnTo>
                    <a:pt x="415" y="5203"/>
                  </a:lnTo>
                  <a:lnTo>
                    <a:pt x="537" y="5325"/>
                  </a:lnTo>
                  <a:lnTo>
                    <a:pt x="660" y="5447"/>
                  </a:lnTo>
                  <a:lnTo>
                    <a:pt x="806" y="5545"/>
                  </a:lnTo>
                  <a:lnTo>
                    <a:pt x="953" y="5642"/>
                  </a:lnTo>
                  <a:lnTo>
                    <a:pt x="1099" y="5716"/>
                  </a:lnTo>
                  <a:lnTo>
                    <a:pt x="1246" y="5789"/>
                  </a:lnTo>
                  <a:lnTo>
                    <a:pt x="1417" y="5838"/>
                  </a:lnTo>
                  <a:lnTo>
                    <a:pt x="1588" y="5862"/>
                  </a:lnTo>
                  <a:lnTo>
                    <a:pt x="1759" y="5862"/>
                  </a:lnTo>
                  <a:lnTo>
                    <a:pt x="2711" y="5887"/>
                  </a:lnTo>
                  <a:lnTo>
                    <a:pt x="3908" y="5887"/>
                  </a:lnTo>
                  <a:lnTo>
                    <a:pt x="3908" y="1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5" name="Shape 406"/>
            <p:cNvSpPr/>
            <p:nvPr/>
          </p:nvSpPr>
          <p:spPr>
            <a:xfrm>
              <a:off x="6736475" y="1638175"/>
              <a:ext cx="279650" cy="330325"/>
            </a:xfrm>
            <a:custGeom>
              <a:avLst/>
              <a:gdLst/>
              <a:ahLst/>
              <a:cxnLst/>
              <a:rect l="0" t="0" r="0" b="0"/>
              <a:pathLst>
                <a:path w="11186" h="13213" extrusionOk="0">
                  <a:moveTo>
                    <a:pt x="11186" y="0"/>
                  </a:moveTo>
                  <a:lnTo>
                    <a:pt x="10771" y="342"/>
                  </a:lnTo>
                  <a:lnTo>
                    <a:pt x="10380" y="635"/>
                  </a:lnTo>
                  <a:lnTo>
                    <a:pt x="9940" y="904"/>
                  </a:lnTo>
                  <a:lnTo>
                    <a:pt x="9525" y="1172"/>
                  </a:lnTo>
                  <a:lnTo>
                    <a:pt x="9110" y="1417"/>
                  </a:lnTo>
                  <a:lnTo>
                    <a:pt x="8695" y="1661"/>
                  </a:lnTo>
                  <a:lnTo>
                    <a:pt x="7840" y="2052"/>
                  </a:lnTo>
                  <a:lnTo>
                    <a:pt x="7034" y="2418"/>
                  </a:lnTo>
                  <a:lnTo>
                    <a:pt x="6228" y="2687"/>
                  </a:lnTo>
                  <a:lnTo>
                    <a:pt x="5471" y="2931"/>
                  </a:lnTo>
                  <a:lnTo>
                    <a:pt x="4763" y="3126"/>
                  </a:lnTo>
                  <a:lnTo>
                    <a:pt x="4225" y="3248"/>
                  </a:lnTo>
                  <a:lnTo>
                    <a:pt x="3664" y="3346"/>
                  </a:lnTo>
                  <a:lnTo>
                    <a:pt x="3077" y="3419"/>
                  </a:lnTo>
                  <a:lnTo>
                    <a:pt x="2467" y="3493"/>
                  </a:lnTo>
                  <a:lnTo>
                    <a:pt x="1221" y="3590"/>
                  </a:lnTo>
                  <a:lnTo>
                    <a:pt x="0" y="3664"/>
                  </a:lnTo>
                  <a:lnTo>
                    <a:pt x="0" y="9574"/>
                  </a:lnTo>
                  <a:lnTo>
                    <a:pt x="1221" y="9623"/>
                  </a:lnTo>
                  <a:lnTo>
                    <a:pt x="2467" y="9721"/>
                  </a:lnTo>
                  <a:lnTo>
                    <a:pt x="3077" y="9794"/>
                  </a:lnTo>
                  <a:lnTo>
                    <a:pt x="3664" y="9891"/>
                  </a:lnTo>
                  <a:lnTo>
                    <a:pt x="4225" y="9989"/>
                  </a:lnTo>
                  <a:lnTo>
                    <a:pt x="4763" y="10111"/>
                  </a:lnTo>
                  <a:lnTo>
                    <a:pt x="5471" y="10307"/>
                  </a:lnTo>
                  <a:lnTo>
                    <a:pt x="6228" y="10526"/>
                  </a:lnTo>
                  <a:lnTo>
                    <a:pt x="7034" y="10820"/>
                  </a:lnTo>
                  <a:lnTo>
                    <a:pt x="7840" y="11161"/>
                  </a:lnTo>
                  <a:lnTo>
                    <a:pt x="8695" y="11577"/>
                  </a:lnTo>
                  <a:lnTo>
                    <a:pt x="9110" y="11796"/>
                  </a:lnTo>
                  <a:lnTo>
                    <a:pt x="9525" y="12041"/>
                  </a:lnTo>
                  <a:lnTo>
                    <a:pt x="9940" y="12309"/>
                  </a:lnTo>
                  <a:lnTo>
                    <a:pt x="10380" y="12602"/>
                  </a:lnTo>
                  <a:lnTo>
                    <a:pt x="10771" y="12896"/>
                  </a:lnTo>
                  <a:lnTo>
                    <a:pt x="11186" y="13213"/>
                  </a:lnTo>
                  <a:lnTo>
                    <a:pt x="11186" y="0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6" name="Shape 407"/>
            <p:cNvSpPr/>
            <p:nvPr/>
          </p:nvSpPr>
          <p:spPr>
            <a:xfrm>
              <a:off x="7029550" y="1613750"/>
              <a:ext cx="34200" cy="379800"/>
            </a:xfrm>
            <a:custGeom>
              <a:avLst/>
              <a:gdLst/>
              <a:ahLst/>
              <a:cxnLst/>
              <a:rect l="0" t="0" r="0" b="0"/>
              <a:pathLst>
                <a:path w="1368" h="15192" extrusionOk="0">
                  <a:moveTo>
                    <a:pt x="684" y="0"/>
                  </a:moveTo>
                  <a:lnTo>
                    <a:pt x="562" y="25"/>
                  </a:lnTo>
                  <a:lnTo>
                    <a:pt x="464" y="98"/>
                  </a:lnTo>
                  <a:lnTo>
                    <a:pt x="366" y="171"/>
                  </a:lnTo>
                  <a:lnTo>
                    <a:pt x="0" y="513"/>
                  </a:lnTo>
                  <a:lnTo>
                    <a:pt x="0" y="14654"/>
                  </a:lnTo>
                  <a:lnTo>
                    <a:pt x="366" y="15020"/>
                  </a:lnTo>
                  <a:lnTo>
                    <a:pt x="464" y="15094"/>
                  </a:lnTo>
                  <a:lnTo>
                    <a:pt x="562" y="15143"/>
                  </a:lnTo>
                  <a:lnTo>
                    <a:pt x="684" y="15191"/>
                  </a:lnTo>
                  <a:lnTo>
                    <a:pt x="904" y="15191"/>
                  </a:lnTo>
                  <a:lnTo>
                    <a:pt x="1001" y="15143"/>
                  </a:lnTo>
                  <a:lnTo>
                    <a:pt x="1148" y="15045"/>
                  </a:lnTo>
                  <a:lnTo>
                    <a:pt x="1270" y="14923"/>
                  </a:lnTo>
                  <a:lnTo>
                    <a:pt x="1343" y="14776"/>
                  </a:lnTo>
                  <a:lnTo>
                    <a:pt x="1368" y="14605"/>
                  </a:lnTo>
                  <a:lnTo>
                    <a:pt x="1368" y="586"/>
                  </a:lnTo>
                  <a:lnTo>
                    <a:pt x="1343" y="415"/>
                  </a:lnTo>
                  <a:lnTo>
                    <a:pt x="1270" y="244"/>
                  </a:lnTo>
                  <a:lnTo>
                    <a:pt x="1148" y="122"/>
                  </a:lnTo>
                  <a:lnTo>
                    <a:pt x="1001" y="25"/>
                  </a:lnTo>
                  <a:lnTo>
                    <a:pt x="904" y="0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4" name="Shape 194"/>
          <p:cNvSpPr/>
          <p:nvPr/>
        </p:nvSpPr>
        <p:spPr>
          <a:xfrm>
            <a:off x="602650" y="2545650"/>
            <a:ext cx="2808000" cy="1766700"/>
          </a:xfrm>
          <a:prstGeom prst="homePlate">
            <a:avLst>
              <a:gd name="adj" fmla="val 30129"/>
            </a:avLst>
          </a:prstGeom>
          <a:noFill/>
          <a:ln w="114300" cap="flat" cmpd="sng">
            <a:solidFill>
              <a:srgbClr val="6CF3CE"/>
            </a:solidFill>
            <a:prstDash val="solid"/>
            <a:miter lim="8000"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>
              <a:spcBef>
                <a:spcPts val="0"/>
              </a:spcBef>
              <a:spcAft>
                <a:spcPts val="0"/>
              </a:spcAft>
              <a:buNone/>
            </a:pPr>
            <a:endParaRPr lang="en" b="1" dirty="0">
              <a:solidFill>
                <a:srgbClr val="2F3848"/>
              </a:solidFill>
              <a:latin typeface="Source Sans Pro"/>
              <a:ea typeface="Source Sans Pro"/>
              <a:cs typeface="Source Sans Pro"/>
              <a:sym typeface="Source Sans Pro"/>
            </a:endParaRPr>
          </a:p>
        </p:txBody>
      </p:sp>
      <p:sp>
        <p:nvSpPr>
          <p:cNvPr id="195" name="Shape 195"/>
          <p:cNvSpPr/>
          <p:nvPr/>
        </p:nvSpPr>
        <p:spPr>
          <a:xfrm>
            <a:off x="3114000" y="2545650"/>
            <a:ext cx="2840573" cy="1766700"/>
          </a:xfrm>
          <a:prstGeom prst="chevron">
            <a:avLst>
              <a:gd name="adj" fmla="val 29853"/>
            </a:avLst>
          </a:prstGeom>
          <a:noFill/>
          <a:ln w="114300" cap="flat" cmpd="sng">
            <a:solidFill>
              <a:srgbClr val="00C5B9"/>
            </a:solidFill>
            <a:prstDash val="solid"/>
            <a:miter lim="8000"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>
              <a:spcBef>
                <a:spcPts val="0"/>
              </a:spcBef>
              <a:spcAft>
                <a:spcPts val="0"/>
              </a:spcAft>
              <a:buNone/>
            </a:pPr>
            <a:endParaRPr lang="de-DE" b="1" dirty="0" smtClean="0">
              <a:solidFill>
                <a:srgbClr val="2F3848"/>
              </a:solidFill>
              <a:latin typeface="Source Sans Pro"/>
              <a:ea typeface="Source Sans Pro"/>
              <a:cs typeface="Source Sans Pro"/>
              <a:sym typeface="Source Sans Pro"/>
            </a:endParaRPr>
          </a:p>
          <a:p>
            <a:pPr marL="0" lvl="0" indent="0" algn="ctr">
              <a:spcBef>
                <a:spcPts val="0"/>
              </a:spcBef>
              <a:spcAft>
                <a:spcPts val="0"/>
              </a:spcAft>
              <a:buNone/>
            </a:pPr>
            <a:endParaRPr b="1" dirty="0">
              <a:solidFill>
                <a:srgbClr val="2F3848"/>
              </a:solidFill>
              <a:latin typeface="Source Sans Pro"/>
              <a:ea typeface="Source Sans Pro"/>
              <a:cs typeface="Source Sans Pro"/>
              <a:sym typeface="Source Sans Pro"/>
            </a:endParaRPr>
          </a:p>
        </p:txBody>
      </p:sp>
      <p:sp>
        <p:nvSpPr>
          <p:cNvPr id="196" name="Shape 196"/>
          <p:cNvSpPr/>
          <p:nvPr/>
        </p:nvSpPr>
        <p:spPr>
          <a:xfrm>
            <a:off x="5679350" y="2545650"/>
            <a:ext cx="2862000" cy="1766700"/>
          </a:xfrm>
          <a:prstGeom prst="chevron">
            <a:avLst>
              <a:gd name="adj" fmla="val 29853"/>
            </a:avLst>
          </a:prstGeom>
          <a:noFill/>
          <a:ln w="114300" cap="flat" cmpd="sng">
            <a:solidFill>
              <a:srgbClr val="2F3848"/>
            </a:solidFill>
            <a:prstDash val="solid"/>
            <a:miter lim="8000"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>
              <a:spcBef>
                <a:spcPts val="0"/>
              </a:spcBef>
              <a:spcAft>
                <a:spcPts val="0"/>
              </a:spcAft>
              <a:buNone/>
            </a:pPr>
            <a:endParaRPr b="1" dirty="0">
              <a:solidFill>
                <a:srgbClr val="2F3848"/>
              </a:solidFill>
              <a:latin typeface="Source Sans Pro"/>
              <a:ea typeface="Source Sans Pro"/>
              <a:cs typeface="Source Sans Pro"/>
              <a:sym typeface="Source Sans Pro"/>
            </a:endParaRPr>
          </a:p>
        </p:txBody>
      </p:sp>
      <p:sp>
        <p:nvSpPr>
          <p:cNvPr id="197" name="Shape 197"/>
          <p:cNvSpPr txBox="1">
            <a:spLocks noGrp="1"/>
          </p:cNvSpPr>
          <p:nvPr>
            <p:ph type="title"/>
          </p:nvPr>
        </p:nvSpPr>
        <p:spPr>
          <a:xfrm>
            <a:off x="832475" y="168450"/>
            <a:ext cx="7951800" cy="9735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de-DE" dirty="0" err="1" smtClean="0"/>
              <a:t>Suggested</a:t>
            </a:r>
            <a:r>
              <a:rPr lang="de-DE" dirty="0" smtClean="0"/>
              <a:t> </a:t>
            </a:r>
            <a:r>
              <a:rPr lang="de-DE" dirty="0" err="1" smtClean="0"/>
              <a:t>usage</a:t>
            </a:r>
            <a:r>
              <a:rPr lang="de-DE" dirty="0" smtClean="0"/>
              <a:t> </a:t>
            </a:r>
            <a:r>
              <a:rPr lang="de-DE" dirty="0" err="1" smtClean="0"/>
              <a:t>of</a:t>
            </a:r>
            <a:r>
              <a:rPr lang="de-DE" dirty="0" smtClean="0"/>
              <a:t> </a:t>
            </a:r>
            <a:r>
              <a:rPr lang="de-DE" dirty="0" err="1" smtClean="0"/>
              <a:t>the</a:t>
            </a:r>
            <a:r>
              <a:rPr lang="de-DE" dirty="0" smtClean="0"/>
              <a:t> </a:t>
            </a:r>
            <a:r>
              <a:rPr lang="de-DE" dirty="0" err="1" smtClean="0"/>
              <a:t>esm</a:t>
            </a:r>
            <a:r>
              <a:rPr lang="de-DE" dirty="0" smtClean="0"/>
              <a:t>-tools</a:t>
            </a:r>
            <a:endParaRPr dirty="0"/>
          </a:p>
        </p:txBody>
      </p:sp>
      <p:sp>
        <p:nvSpPr>
          <p:cNvPr id="7" name="Shape 197"/>
          <p:cNvSpPr txBox="1">
            <a:spLocks/>
          </p:cNvSpPr>
          <p:nvPr/>
        </p:nvSpPr>
        <p:spPr>
          <a:xfrm>
            <a:off x="1058027" y="2942250"/>
            <a:ext cx="1838792" cy="97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C5B9"/>
              </a:buClr>
              <a:buSzPts val="2400"/>
              <a:buFont typeface="Source Sans Pro"/>
              <a:buNone/>
              <a:defRPr sz="2400" b="1" i="0" u="none" strike="noStrike" cap="none">
                <a:solidFill>
                  <a:srgbClr val="00C5B9"/>
                </a:solidFill>
                <a:latin typeface="Source Sans Pro"/>
                <a:ea typeface="Source Sans Pro"/>
                <a:cs typeface="Source Sans Pro"/>
                <a:sym typeface="Source Sans Pro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400"/>
              <a:buFont typeface="Source Sans Pro"/>
              <a:buNone/>
              <a:defRPr sz="2400" b="1" i="0" u="none" strike="noStrike" cap="none">
                <a:solidFill>
                  <a:srgbClr val="FFFFFF"/>
                </a:solidFill>
                <a:latin typeface="Source Sans Pro"/>
                <a:ea typeface="Source Sans Pro"/>
                <a:cs typeface="Source Sans Pro"/>
                <a:sym typeface="Source Sans Pro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400"/>
              <a:buFont typeface="Source Sans Pro"/>
              <a:buNone/>
              <a:defRPr sz="2400" b="1" i="0" u="none" strike="noStrike" cap="none">
                <a:solidFill>
                  <a:srgbClr val="FFFFFF"/>
                </a:solidFill>
                <a:latin typeface="Source Sans Pro"/>
                <a:ea typeface="Source Sans Pro"/>
                <a:cs typeface="Source Sans Pro"/>
                <a:sym typeface="Source Sans Pro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400"/>
              <a:buFont typeface="Source Sans Pro"/>
              <a:buNone/>
              <a:defRPr sz="2400" b="1" i="0" u="none" strike="noStrike" cap="none">
                <a:solidFill>
                  <a:srgbClr val="FFFFFF"/>
                </a:solidFill>
                <a:latin typeface="Source Sans Pro"/>
                <a:ea typeface="Source Sans Pro"/>
                <a:cs typeface="Source Sans Pro"/>
                <a:sym typeface="Source Sans Pro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400"/>
              <a:buFont typeface="Source Sans Pro"/>
              <a:buNone/>
              <a:defRPr sz="2400" b="1" i="0" u="none" strike="noStrike" cap="none">
                <a:solidFill>
                  <a:srgbClr val="FFFFFF"/>
                </a:solidFill>
                <a:latin typeface="Source Sans Pro"/>
                <a:ea typeface="Source Sans Pro"/>
                <a:cs typeface="Source Sans Pro"/>
                <a:sym typeface="Source Sans Pro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400"/>
              <a:buFont typeface="Source Sans Pro"/>
              <a:buNone/>
              <a:defRPr sz="2400" b="1" i="0" u="none" strike="noStrike" cap="none">
                <a:solidFill>
                  <a:srgbClr val="FFFFFF"/>
                </a:solidFill>
                <a:latin typeface="Source Sans Pro"/>
                <a:ea typeface="Source Sans Pro"/>
                <a:cs typeface="Source Sans Pro"/>
                <a:sym typeface="Source Sans Pro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400"/>
              <a:buFont typeface="Source Sans Pro"/>
              <a:buNone/>
              <a:defRPr sz="2400" b="1" i="0" u="none" strike="noStrike" cap="none">
                <a:solidFill>
                  <a:srgbClr val="FFFFFF"/>
                </a:solidFill>
                <a:latin typeface="Source Sans Pro"/>
                <a:ea typeface="Source Sans Pro"/>
                <a:cs typeface="Source Sans Pro"/>
                <a:sym typeface="Source Sans Pro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400"/>
              <a:buFont typeface="Source Sans Pro"/>
              <a:buNone/>
              <a:defRPr sz="2400" b="1" i="0" u="none" strike="noStrike" cap="none">
                <a:solidFill>
                  <a:srgbClr val="FFFFFF"/>
                </a:solidFill>
                <a:latin typeface="Source Sans Pro"/>
                <a:ea typeface="Source Sans Pro"/>
                <a:cs typeface="Source Sans Pro"/>
                <a:sym typeface="Source Sans Pro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400"/>
              <a:buFont typeface="Source Sans Pro"/>
              <a:buNone/>
              <a:defRPr sz="2400" b="1" i="0" u="none" strike="noStrike" cap="none">
                <a:solidFill>
                  <a:srgbClr val="FFFFFF"/>
                </a:solidFill>
                <a:latin typeface="Source Sans Pro"/>
                <a:ea typeface="Source Sans Pro"/>
                <a:cs typeface="Source Sans Pro"/>
                <a:sym typeface="Source Sans Pro"/>
              </a:defRPr>
            </a:lvl9pPr>
          </a:lstStyle>
          <a:p>
            <a:r>
              <a:rPr lang="de-DE" sz="2000" dirty="0" err="1"/>
              <a:t>e</a:t>
            </a:r>
            <a:r>
              <a:rPr lang="de-DE" sz="2000" dirty="0" err="1" smtClean="0"/>
              <a:t>sm</a:t>
            </a:r>
            <a:r>
              <a:rPr lang="de-DE" sz="2000" dirty="0" smtClean="0"/>
              <a:t>-master</a:t>
            </a:r>
            <a:endParaRPr lang="de-DE" sz="2000" dirty="0"/>
          </a:p>
        </p:txBody>
      </p:sp>
      <p:sp>
        <p:nvSpPr>
          <p:cNvPr id="8" name="Shape 197"/>
          <p:cNvSpPr txBox="1">
            <a:spLocks/>
          </p:cNvSpPr>
          <p:nvPr/>
        </p:nvSpPr>
        <p:spPr>
          <a:xfrm>
            <a:off x="3773928" y="2942250"/>
            <a:ext cx="2104131" cy="97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C5B9"/>
              </a:buClr>
              <a:buSzPts val="2400"/>
              <a:buFont typeface="Source Sans Pro"/>
              <a:buNone/>
              <a:defRPr sz="2400" b="1" i="0" u="none" strike="noStrike" cap="none">
                <a:solidFill>
                  <a:srgbClr val="00C5B9"/>
                </a:solidFill>
                <a:latin typeface="Source Sans Pro"/>
                <a:ea typeface="Source Sans Pro"/>
                <a:cs typeface="Source Sans Pro"/>
                <a:sym typeface="Source Sans Pro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400"/>
              <a:buFont typeface="Source Sans Pro"/>
              <a:buNone/>
              <a:defRPr sz="2400" b="1" i="0" u="none" strike="noStrike" cap="none">
                <a:solidFill>
                  <a:srgbClr val="FFFFFF"/>
                </a:solidFill>
                <a:latin typeface="Source Sans Pro"/>
                <a:ea typeface="Source Sans Pro"/>
                <a:cs typeface="Source Sans Pro"/>
                <a:sym typeface="Source Sans Pro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400"/>
              <a:buFont typeface="Source Sans Pro"/>
              <a:buNone/>
              <a:defRPr sz="2400" b="1" i="0" u="none" strike="noStrike" cap="none">
                <a:solidFill>
                  <a:srgbClr val="FFFFFF"/>
                </a:solidFill>
                <a:latin typeface="Source Sans Pro"/>
                <a:ea typeface="Source Sans Pro"/>
                <a:cs typeface="Source Sans Pro"/>
                <a:sym typeface="Source Sans Pro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400"/>
              <a:buFont typeface="Source Sans Pro"/>
              <a:buNone/>
              <a:defRPr sz="2400" b="1" i="0" u="none" strike="noStrike" cap="none">
                <a:solidFill>
                  <a:srgbClr val="FFFFFF"/>
                </a:solidFill>
                <a:latin typeface="Source Sans Pro"/>
                <a:ea typeface="Source Sans Pro"/>
                <a:cs typeface="Source Sans Pro"/>
                <a:sym typeface="Source Sans Pro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400"/>
              <a:buFont typeface="Source Sans Pro"/>
              <a:buNone/>
              <a:defRPr sz="2400" b="1" i="0" u="none" strike="noStrike" cap="none">
                <a:solidFill>
                  <a:srgbClr val="FFFFFF"/>
                </a:solidFill>
                <a:latin typeface="Source Sans Pro"/>
                <a:ea typeface="Source Sans Pro"/>
                <a:cs typeface="Source Sans Pro"/>
                <a:sym typeface="Source Sans Pro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400"/>
              <a:buFont typeface="Source Sans Pro"/>
              <a:buNone/>
              <a:defRPr sz="2400" b="1" i="0" u="none" strike="noStrike" cap="none">
                <a:solidFill>
                  <a:srgbClr val="FFFFFF"/>
                </a:solidFill>
                <a:latin typeface="Source Sans Pro"/>
                <a:ea typeface="Source Sans Pro"/>
                <a:cs typeface="Source Sans Pro"/>
                <a:sym typeface="Source Sans Pro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400"/>
              <a:buFont typeface="Source Sans Pro"/>
              <a:buNone/>
              <a:defRPr sz="2400" b="1" i="0" u="none" strike="noStrike" cap="none">
                <a:solidFill>
                  <a:srgbClr val="FFFFFF"/>
                </a:solidFill>
                <a:latin typeface="Source Sans Pro"/>
                <a:ea typeface="Source Sans Pro"/>
                <a:cs typeface="Source Sans Pro"/>
                <a:sym typeface="Source Sans Pro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400"/>
              <a:buFont typeface="Source Sans Pro"/>
              <a:buNone/>
              <a:defRPr sz="2400" b="1" i="0" u="none" strike="noStrike" cap="none">
                <a:solidFill>
                  <a:srgbClr val="FFFFFF"/>
                </a:solidFill>
                <a:latin typeface="Source Sans Pro"/>
                <a:ea typeface="Source Sans Pro"/>
                <a:cs typeface="Source Sans Pro"/>
                <a:sym typeface="Source Sans Pro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400"/>
              <a:buFont typeface="Source Sans Pro"/>
              <a:buNone/>
              <a:defRPr sz="2400" b="1" i="0" u="none" strike="noStrike" cap="none">
                <a:solidFill>
                  <a:srgbClr val="FFFFFF"/>
                </a:solidFill>
                <a:latin typeface="Source Sans Pro"/>
                <a:ea typeface="Source Sans Pro"/>
                <a:cs typeface="Source Sans Pro"/>
                <a:sym typeface="Source Sans Pro"/>
              </a:defRPr>
            </a:lvl9pPr>
          </a:lstStyle>
          <a:p>
            <a:r>
              <a:rPr lang="de-DE" sz="2000" dirty="0" err="1" smtClean="0"/>
              <a:t>esm</a:t>
            </a:r>
            <a:r>
              <a:rPr lang="de-DE" sz="2000" dirty="0" smtClean="0"/>
              <a:t>-environment</a:t>
            </a:r>
            <a:endParaRPr lang="de-DE" sz="2000" dirty="0"/>
          </a:p>
        </p:txBody>
      </p:sp>
      <p:sp>
        <p:nvSpPr>
          <p:cNvPr id="9" name="Shape 197"/>
          <p:cNvSpPr txBox="1">
            <a:spLocks/>
          </p:cNvSpPr>
          <p:nvPr/>
        </p:nvSpPr>
        <p:spPr>
          <a:xfrm>
            <a:off x="6290309" y="2942250"/>
            <a:ext cx="1838792" cy="97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C5B9"/>
              </a:buClr>
              <a:buSzPts val="2400"/>
              <a:buFont typeface="Source Sans Pro"/>
              <a:buNone/>
              <a:defRPr sz="2400" b="1" i="0" u="none" strike="noStrike" cap="none">
                <a:solidFill>
                  <a:srgbClr val="00C5B9"/>
                </a:solidFill>
                <a:latin typeface="Source Sans Pro"/>
                <a:ea typeface="Source Sans Pro"/>
                <a:cs typeface="Source Sans Pro"/>
                <a:sym typeface="Source Sans Pro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400"/>
              <a:buFont typeface="Source Sans Pro"/>
              <a:buNone/>
              <a:defRPr sz="2400" b="1" i="0" u="none" strike="noStrike" cap="none">
                <a:solidFill>
                  <a:srgbClr val="FFFFFF"/>
                </a:solidFill>
                <a:latin typeface="Source Sans Pro"/>
                <a:ea typeface="Source Sans Pro"/>
                <a:cs typeface="Source Sans Pro"/>
                <a:sym typeface="Source Sans Pro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400"/>
              <a:buFont typeface="Source Sans Pro"/>
              <a:buNone/>
              <a:defRPr sz="2400" b="1" i="0" u="none" strike="noStrike" cap="none">
                <a:solidFill>
                  <a:srgbClr val="FFFFFF"/>
                </a:solidFill>
                <a:latin typeface="Source Sans Pro"/>
                <a:ea typeface="Source Sans Pro"/>
                <a:cs typeface="Source Sans Pro"/>
                <a:sym typeface="Source Sans Pro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400"/>
              <a:buFont typeface="Source Sans Pro"/>
              <a:buNone/>
              <a:defRPr sz="2400" b="1" i="0" u="none" strike="noStrike" cap="none">
                <a:solidFill>
                  <a:srgbClr val="FFFFFF"/>
                </a:solidFill>
                <a:latin typeface="Source Sans Pro"/>
                <a:ea typeface="Source Sans Pro"/>
                <a:cs typeface="Source Sans Pro"/>
                <a:sym typeface="Source Sans Pro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400"/>
              <a:buFont typeface="Source Sans Pro"/>
              <a:buNone/>
              <a:defRPr sz="2400" b="1" i="0" u="none" strike="noStrike" cap="none">
                <a:solidFill>
                  <a:srgbClr val="FFFFFF"/>
                </a:solidFill>
                <a:latin typeface="Source Sans Pro"/>
                <a:ea typeface="Source Sans Pro"/>
                <a:cs typeface="Source Sans Pro"/>
                <a:sym typeface="Source Sans Pro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400"/>
              <a:buFont typeface="Source Sans Pro"/>
              <a:buNone/>
              <a:defRPr sz="2400" b="1" i="0" u="none" strike="noStrike" cap="none">
                <a:solidFill>
                  <a:srgbClr val="FFFFFF"/>
                </a:solidFill>
                <a:latin typeface="Source Sans Pro"/>
                <a:ea typeface="Source Sans Pro"/>
                <a:cs typeface="Source Sans Pro"/>
                <a:sym typeface="Source Sans Pro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400"/>
              <a:buFont typeface="Source Sans Pro"/>
              <a:buNone/>
              <a:defRPr sz="2400" b="1" i="0" u="none" strike="noStrike" cap="none">
                <a:solidFill>
                  <a:srgbClr val="FFFFFF"/>
                </a:solidFill>
                <a:latin typeface="Source Sans Pro"/>
                <a:ea typeface="Source Sans Pro"/>
                <a:cs typeface="Source Sans Pro"/>
                <a:sym typeface="Source Sans Pro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400"/>
              <a:buFont typeface="Source Sans Pro"/>
              <a:buNone/>
              <a:defRPr sz="2400" b="1" i="0" u="none" strike="noStrike" cap="none">
                <a:solidFill>
                  <a:srgbClr val="FFFFFF"/>
                </a:solidFill>
                <a:latin typeface="Source Sans Pro"/>
                <a:ea typeface="Source Sans Pro"/>
                <a:cs typeface="Source Sans Pro"/>
                <a:sym typeface="Source Sans Pro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400"/>
              <a:buFont typeface="Source Sans Pro"/>
              <a:buNone/>
              <a:defRPr sz="2400" b="1" i="0" u="none" strike="noStrike" cap="none">
                <a:solidFill>
                  <a:srgbClr val="FFFFFF"/>
                </a:solidFill>
                <a:latin typeface="Source Sans Pro"/>
                <a:ea typeface="Source Sans Pro"/>
                <a:cs typeface="Source Sans Pro"/>
                <a:sym typeface="Source Sans Pro"/>
              </a:defRPr>
            </a:lvl9pPr>
          </a:lstStyle>
          <a:p>
            <a:r>
              <a:rPr lang="de-DE" sz="2000" dirty="0" err="1" smtClean="0"/>
              <a:t>esm-runscripts</a:t>
            </a:r>
            <a:endParaRPr lang="de-DE" sz="2000" dirty="0"/>
          </a:p>
        </p:txBody>
      </p:sp>
      <p:sp>
        <p:nvSpPr>
          <p:cNvPr id="10" name="Shape 194"/>
          <p:cNvSpPr/>
          <p:nvPr/>
        </p:nvSpPr>
        <p:spPr>
          <a:xfrm>
            <a:off x="1844697" y="4547407"/>
            <a:ext cx="2808000" cy="1766700"/>
          </a:xfrm>
          <a:prstGeom prst="homePlate">
            <a:avLst>
              <a:gd name="adj" fmla="val 30129"/>
            </a:avLst>
          </a:prstGeom>
          <a:noFill/>
          <a:ln w="114300" cap="flat" cmpd="sng">
            <a:solidFill>
              <a:srgbClr val="FE8E80"/>
            </a:solidFill>
            <a:prstDash val="solid"/>
            <a:miter lim="8000"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>
              <a:spcBef>
                <a:spcPts val="0"/>
              </a:spcBef>
              <a:spcAft>
                <a:spcPts val="0"/>
              </a:spcAft>
              <a:buNone/>
            </a:pPr>
            <a:endParaRPr lang="en" b="1" dirty="0">
              <a:solidFill>
                <a:srgbClr val="2F3848"/>
              </a:solidFill>
              <a:latin typeface="Source Sans Pro"/>
              <a:ea typeface="Source Sans Pro"/>
              <a:cs typeface="Source Sans Pro"/>
              <a:sym typeface="Source Sans Pro"/>
            </a:endParaRPr>
          </a:p>
        </p:txBody>
      </p:sp>
      <p:sp>
        <p:nvSpPr>
          <p:cNvPr id="11" name="Shape 195"/>
          <p:cNvSpPr/>
          <p:nvPr/>
        </p:nvSpPr>
        <p:spPr>
          <a:xfrm>
            <a:off x="4360195" y="4547407"/>
            <a:ext cx="2689908" cy="1766700"/>
          </a:xfrm>
          <a:prstGeom prst="chevron">
            <a:avLst>
              <a:gd name="adj" fmla="val 29853"/>
            </a:avLst>
          </a:prstGeom>
          <a:noFill/>
          <a:ln w="114300" cap="flat" cmpd="sng">
            <a:solidFill>
              <a:srgbClr val="F15668"/>
            </a:solidFill>
            <a:prstDash val="solid"/>
            <a:miter lim="8000"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>
              <a:spcBef>
                <a:spcPts val="0"/>
              </a:spcBef>
              <a:spcAft>
                <a:spcPts val="0"/>
              </a:spcAft>
              <a:buNone/>
            </a:pPr>
            <a:endParaRPr lang="de-DE" b="1" dirty="0" smtClean="0">
              <a:solidFill>
                <a:srgbClr val="2F3848"/>
              </a:solidFill>
              <a:latin typeface="Source Sans Pro"/>
              <a:ea typeface="Source Sans Pro"/>
              <a:cs typeface="Source Sans Pro"/>
              <a:sym typeface="Source Sans Pro"/>
            </a:endParaRPr>
          </a:p>
          <a:p>
            <a:pPr marL="0" lvl="0" indent="0" algn="ctr">
              <a:spcBef>
                <a:spcPts val="0"/>
              </a:spcBef>
              <a:spcAft>
                <a:spcPts val="0"/>
              </a:spcAft>
              <a:buNone/>
            </a:pPr>
            <a:endParaRPr b="1" dirty="0">
              <a:solidFill>
                <a:srgbClr val="2F3848"/>
              </a:solidFill>
              <a:latin typeface="Source Sans Pro"/>
              <a:ea typeface="Source Sans Pro"/>
              <a:cs typeface="Source Sans Pro"/>
              <a:sym typeface="Source Sans Pro"/>
            </a:endParaRPr>
          </a:p>
        </p:txBody>
      </p:sp>
      <p:sp>
        <p:nvSpPr>
          <p:cNvPr id="12" name="Shape 197"/>
          <p:cNvSpPr txBox="1">
            <a:spLocks/>
          </p:cNvSpPr>
          <p:nvPr/>
        </p:nvSpPr>
        <p:spPr>
          <a:xfrm>
            <a:off x="2209235" y="4914746"/>
            <a:ext cx="2033582" cy="97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C5B9"/>
              </a:buClr>
              <a:buSzPts val="2400"/>
              <a:buFont typeface="Source Sans Pro"/>
              <a:buNone/>
              <a:defRPr sz="2400" b="1" i="0" u="none" strike="noStrike" cap="none">
                <a:solidFill>
                  <a:srgbClr val="00C5B9"/>
                </a:solidFill>
                <a:latin typeface="Source Sans Pro"/>
                <a:ea typeface="Source Sans Pro"/>
                <a:cs typeface="Source Sans Pro"/>
                <a:sym typeface="Source Sans Pro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400"/>
              <a:buFont typeface="Source Sans Pro"/>
              <a:buNone/>
              <a:defRPr sz="2400" b="1" i="0" u="none" strike="noStrike" cap="none">
                <a:solidFill>
                  <a:srgbClr val="FFFFFF"/>
                </a:solidFill>
                <a:latin typeface="Source Sans Pro"/>
                <a:ea typeface="Source Sans Pro"/>
                <a:cs typeface="Source Sans Pro"/>
                <a:sym typeface="Source Sans Pro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400"/>
              <a:buFont typeface="Source Sans Pro"/>
              <a:buNone/>
              <a:defRPr sz="2400" b="1" i="0" u="none" strike="noStrike" cap="none">
                <a:solidFill>
                  <a:srgbClr val="FFFFFF"/>
                </a:solidFill>
                <a:latin typeface="Source Sans Pro"/>
                <a:ea typeface="Source Sans Pro"/>
                <a:cs typeface="Source Sans Pro"/>
                <a:sym typeface="Source Sans Pro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400"/>
              <a:buFont typeface="Source Sans Pro"/>
              <a:buNone/>
              <a:defRPr sz="2400" b="1" i="0" u="none" strike="noStrike" cap="none">
                <a:solidFill>
                  <a:srgbClr val="FFFFFF"/>
                </a:solidFill>
                <a:latin typeface="Source Sans Pro"/>
                <a:ea typeface="Source Sans Pro"/>
                <a:cs typeface="Source Sans Pro"/>
                <a:sym typeface="Source Sans Pro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400"/>
              <a:buFont typeface="Source Sans Pro"/>
              <a:buNone/>
              <a:defRPr sz="2400" b="1" i="0" u="none" strike="noStrike" cap="none">
                <a:solidFill>
                  <a:srgbClr val="FFFFFF"/>
                </a:solidFill>
                <a:latin typeface="Source Sans Pro"/>
                <a:ea typeface="Source Sans Pro"/>
                <a:cs typeface="Source Sans Pro"/>
                <a:sym typeface="Source Sans Pro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400"/>
              <a:buFont typeface="Source Sans Pro"/>
              <a:buNone/>
              <a:defRPr sz="2400" b="1" i="0" u="none" strike="noStrike" cap="none">
                <a:solidFill>
                  <a:srgbClr val="FFFFFF"/>
                </a:solidFill>
                <a:latin typeface="Source Sans Pro"/>
                <a:ea typeface="Source Sans Pro"/>
                <a:cs typeface="Source Sans Pro"/>
                <a:sym typeface="Source Sans Pro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400"/>
              <a:buFont typeface="Source Sans Pro"/>
              <a:buNone/>
              <a:defRPr sz="2400" b="1" i="0" u="none" strike="noStrike" cap="none">
                <a:solidFill>
                  <a:srgbClr val="FFFFFF"/>
                </a:solidFill>
                <a:latin typeface="Source Sans Pro"/>
                <a:ea typeface="Source Sans Pro"/>
                <a:cs typeface="Source Sans Pro"/>
                <a:sym typeface="Source Sans Pro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400"/>
              <a:buFont typeface="Source Sans Pro"/>
              <a:buNone/>
              <a:defRPr sz="2400" b="1" i="0" u="none" strike="noStrike" cap="none">
                <a:solidFill>
                  <a:srgbClr val="FFFFFF"/>
                </a:solidFill>
                <a:latin typeface="Source Sans Pro"/>
                <a:ea typeface="Source Sans Pro"/>
                <a:cs typeface="Source Sans Pro"/>
                <a:sym typeface="Source Sans Pro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400"/>
              <a:buFont typeface="Source Sans Pro"/>
              <a:buNone/>
              <a:defRPr sz="2400" b="1" i="0" u="none" strike="noStrike" cap="none">
                <a:solidFill>
                  <a:srgbClr val="FFFFFF"/>
                </a:solidFill>
                <a:latin typeface="Source Sans Pro"/>
                <a:ea typeface="Source Sans Pro"/>
                <a:cs typeface="Source Sans Pro"/>
                <a:sym typeface="Source Sans Pro"/>
              </a:defRPr>
            </a:lvl9pPr>
          </a:lstStyle>
          <a:p>
            <a:r>
              <a:rPr lang="de-DE" sz="2000" dirty="0" err="1" smtClean="0"/>
              <a:t>esm-usermanual</a:t>
            </a:r>
            <a:endParaRPr lang="de-DE" sz="2000" dirty="0"/>
          </a:p>
        </p:txBody>
      </p:sp>
      <p:sp>
        <p:nvSpPr>
          <p:cNvPr id="13" name="Shape 197"/>
          <p:cNvSpPr txBox="1">
            <a:spLocks/>
          </p:cNvSpPr>
          <p:nvPr/>
        </p:nvSpPr>
        <p:spPr>
          <a:xfrm>
            <a:off x="5016520" y="4914746"/>
            <a:ext cx="2033582" cy="97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C5B9"/>
              </a:buClr>
              <a:buSzPts val="2400"/>
              <a:buFont typeface="Source Sans Pro"/>
              <a:buNone/>
              <a:defRPr sz="2400" b="1" i="0" u="none" strike="noStrike" cap="none">
                <a:solidFill>
                  <a:srgbClr val="00C5B9"/>
                </a:solidFill>
                <a:latin typeface="Source Sans Pro"/>
                <a:ea typeface="Source Sans Pro"/>
                <a:cs typeface="Source Sans Pro"/>
                <a:sym typeface="Source Sans Pro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400"/>
              <a:buFont typeface="Source Sans Pro"/>
              <a:buNone/>
              <a:defRPr sz="2400" b="1" i="0" u="none" strike="noStrike" cap="none">
                <a:solidFill>
                  <a:srgbClr val="FFFFFF"/>
                </a:solidFill>
                <a:latin typeface="Source Sans Pro"/>
                <a:ea typeface="Source Sans Pro"/>
                <a:cs typeface="Source Sans Pro"/>
                <a:sym typeface="Source Sans Pro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400"/>
              <a:buFont typeface="Source Sans Pro"/>
              <a:buNone/>
              <a:defRPr sz="2400" b="1" i="0" u="none" strike="noStrike" cap="none">
                <a:solidFill>
                  <a:srgbClr val="FFFFFF"/>
                </a:solidFill>
                <a:latin typeface="Source Sans Pro"/>
                <a:ea typeface="Source Sans Pro"/>
                <a:cs typeface="Source Sans Pro"/>
                <a:sym typeface="Source Sans Pro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400"/>
              <a:buFont typeface="Source Sans Pro"/>
              <a:buNone/>
              <a:defRPr sz="2400" b="1" i="0" u="none" strike="noStrike" cap="none">
                <a:solidFill>
                  <a:srgbClr val="FFFFFF"/>
                </a:solidFill>
                <a:latin typeface="Source Sans Pro"/>
                <a:ea typeface="Source Sans Pro"/>
                <a:cs typeface="Source Sans Pro"/>
                <a:sym typeface="Source Sans Pro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400"/>
              <a:buFont typeface="Source Sans Pro"/>
              <a:buNone/>
              <a:defRPr sz="2400" b="1" i="0" u="none" strike="noStrike" cap="none">
                <a:solidFill>
                  <a:srgbClr val="FFFFFF"/>
                </a:solidFill>
                <a:latin typeface="Source Sans Pro"/>
                <a:ea typeface="Source Sans Pro"/>
                <a:cs typeface="Source Sans Pro"/>
                <a:sym typeface="Source Sans Pro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400"/>
              <a:buFont typeface="Source Sans Pro"/>
              <a:buNone/>
              <a:defRPr sz="2400" b="1" i="0" u="none" strike="noStrike" cap="none">
                <a:solidFill>
                  <a:srgbClr val="FFFFFF"/>
                </a:solidFill>
                <a:latin typeface="Source Sans Pro"/>
                <a:ea typeface="Source Sans Pro"/>
                <a:cs typeface="Source Sans Pro"/>
                <a:sym typeface="Source Sans Pro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400"/>
              <a:buFont typeface="Source Sans Pro"/>
              <a:buNone/>
              <a:defRPr sz="2400" b="1" i="0" u="none" strike="noStrike" cap="none">
                <a:solidFill>
                  <a:srgbClr val="FFFFFF"/>
                </a:solidFill>
                <a:latin typeface="Source Sans Pro"/>
                <a:ea typeface="Source Sans Pro"/>
                <a:cs typeface="Source Sans Pro"/>
                <a:sym typeface="Source Sans Pro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400"/>
              <a:buFont typeface="Source Sans Pro"/>
              <a:buNone/>
              <a:defRPr sz="2400" b="1" i="0" u="none" strike="noStrike" cap="none">
                <a:solidFill>
                  <a:srgbClr val="FFFFFF"/>
                </a:solidFill>
                <a:latin typeface="Source Sans Pro"/>
                <a:ea typeface="Source Sans Pro"/>
                <a:cs typeface="Source Sans Pro"/>
                <a:sym typeface="Source Sans Pro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400"/>
              <a:buFont typeface="Source Sans Pro"/>
              <a:buNone/>
              <a:defRPr sz="2400" b="1" i="0" u="none" strike="noStrike" cap="none">
                <a:solidFill>
                  <a:srgbClr val="FFFFFF"/>
                </a:solidFill>
                <a:latin typeface="Source Sans Pro"/>
                <a:ea typeface="Source Sans Pro"/>
                <a:cs typeface="Source Sans Pro"/>
                <a:sym typeface="Source Sans Pro"/>
              </a:defRPr>
            </a:lvl9pPr>
          </a:lstStyle>
          <a:p>
            <a:r>
              <a:rPr lang="de-DE" sz="2000" dirty="0" err="1" smtClean="0"/>
              <a:t>esm</a:t>
            </a:r>
            <a:r>
              <a:rPr lang="de-DE" sz="2000" dirty="0" smtClean="0"/>
              <a:t>-workshop</a:t>
            </a:r>
            <a:endParaRPr lang="de-DE" sz="2000" dirty="0"/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6" name="Shape 96"/>
          <p:cNvSpPr txBox="1">
            <a:spLocks noGrp="1"/>
          </p:cNvSpPr>
          <p:nvPr>
            <p:ph type="ctrTitle"/>
          </p:nvPr>
        </p:nvSpPr>
        <p:spPr>
          <a:xfrm>
            <a:off x="665225" y="2018025"/>
            <a:ext cx="4927500" cy="805642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 smtClean="0">
                <a:solidFill>
                  <a:schemeClr val="bg1"/>
                </a:solidFill>
              </a:rPr>
              <a:t>1.</a:t>
            </a:r>
            <a:r>
              <a:rPr lang="de-DE" dirty="0">
                <a:solidFill>
                  <a:schemeClr val="bg1"/>
                </a:solidFill>
              </a:rPr>
              <a:t> </a:t>
            </a:r>
            <a:r>
              <a:rPr lang="en-US" dirty="0" err="1" smtClean="0"/>
              <a:t>esm</a:t>
            </a:r>
            <a:r>
              <a:rPr lang="de-DE" dirty="0" smtClean="0"/>
              <a:t>-master</a:t>
            </a:r>
            <a:endParaRPr dirty="0"/>
          </a:p>
        </p:txBody>
      </p:sp>
      <p:sp>
        <p:nvSpPr>
          <p:cNvPr id="97" name="Shape 97"/>
          <p:cNvSpPr txBox="1">
            <a:spLocks noGrp="1"/>
          </p:cNvSpPr>
          <p:nvPr>
            <p:ph type="subTitle" idx="1"/>
          </p:nvPr>
        </p:nvSpPr>
        <p:spPr>
          <a:xfrm>
            <a:off x="854252" y="3922275"/>
            <a:ext cx="3815400" cy="9939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rtl="0">
              <a:spcBef>
                <a:spcPts val="0"/>
              </a:spcBef>
              <a:spcAft>
                <a:spcPts val="0"/>
              </a:spcAft>
              <a:buNone/>
            </a:pPr>
            <a:r>
              <a:rPr lang="de-DE" dirty="0" smtClean="0"/>
              <a:t>Download, </a:t>
            </a:r>
            <a:r>
              <a:rPr lang="de-DE" dirty="0" err="1" smtClean="0"/>
              <a:t>configure</a:t>
            </a:r>
            <a:r>
              <a:rPr lang="de-DE" dirty="0" smtClean="0"/>
              <a:t> </a:t>
            </a:r>
            <a:r>
              <a:rPr lang="de-DE" dirty="0" err="1" smtClean="0"/>
              <a:t>and</a:t>
            </a:r>
            <a:r>
              <a:rPr lang="de-DE" dirty="0" smtClean="0"/>
              <a:t> </a:t>
            </a:r>
            <a:r>
              <a:rPr lang="de-DE" dirty="0" err="1" smtClean="0"/>
              <a:t>compile</a:t>
            </a:r>
            <a:r>
              <a:rPr lang="de-DE" dirty="0" smtClean="0"/>
              <a:t> </a:t>
            </a:r>
            <a:r>
              <a:rPr lang="de-DE" dirty="0" err="1" smtClean="0"/>
              <a:t>your</a:t>
            </a:r>
            <a:r>
              <a:rPr lang="de-DE" dirty="0" smtClean="0"/>
              <a:t> </a:t>
            </a:r>
            <a:r>
              <a:rPr lang="de-DE" dirty="0" err="1" smtClean="0"/>
              <a:t>model</a:t>
            </a:r>
            <a:endParaRPr dirty="0"/>
          </a:p>
        </p:txBody>
      </p:sp>
      <p:grpSp>
        <p:nvGrpSpPr>
          <p:cNvPr id="5" name="Shape 308"/>
          <p:cNvGrpSpPr/>
          <p:nvPr/>
        </p:nvGrpSpPr>
        <p:grpSpPr>
          <a:xfrm>
            <a:off x="6619375" y="532179"/>
            <a:ext cx="1915406" cy="1618489"/>
            <a:chOff x="3918650" y="293075"/>
            <a:chExt cx="488500" cy="412775"/>
          </a:xfrm>
        </p:grpSpPr>
        <p:sp>
          <p:nvSpPr>
            <p:cNvPr id="6" name="Shape 309"/>
            <p:cNvSpPr/>
            <p:nvPr/>
          </p:nvSpPr>
          <p:spPr>
            <a:xfrm>
              <a:off x="4085350" y="293675"/>
              <a:ext cx="154500" cy="412175"/>
            </a:xfrm>
            <a:custGeom>
              <a:avLst/>
              <a:gdLst/>
              <a:ahLst/>
              <a:cxnLst/>
              <a:rect l="0" t="0" r="0" b="0"/>
              <a:pathLst>
                <a:path w="6180" h="16487" extrusionOk="0">
                  <a:moveTo>
                    <a:pt x="709" y="5496"/>
                  </a:moveTo>
                  <a:lnTo>
                    <a:pt x="806" y="5520"/>
                  </a:lnTo>
                  <a:lnTo>
                    <a:pt x="1050" y="5667"/>
                  </a:lnTo>
                  <a:lnTo>
                    <a:pt x="1270" y="5813"/>
                  </a:lnTo>
                  <a:lnTo>
                    <a:pt x="1344" y="5886"/>
                  </a:lnTo>
                  <a:lnTo>
                    <a:pt x="1368" y="5984"/>
                  </a:lnTo>
                  <a:lnTo>
                    <a:pt x="1344" y="6082"/>
                  </a:lnTo>
                  <a:lnTo>
                    <a:pt x="1319" y="6155"/>
                  </a:lnTo>
                  <a:lnTo>
                    <a:pt x="1221" y="6228"/>
                  </a:lnTo>
                  <a:lnTo>
                    <a:pt x="1124" y="6253"/>
                  </a:lnTo>
                  <a:lnTo>
                    <a:pt x="1050" y="6228"/>
                  </a:lnTo>
                  <a:lnTo>
                    <a:pt x="977" y="6204"/>
                  </a:lnTo>
                  <a:lnTo>
                    <a:pt x="782" y="6082"/>
                  </a:lnTo>
                  <a:lnTo>
                    <a:pt x="586" y="5960"/>
                  </a:lnTo>
                  <a:lnTo>
                    <a:pt x="513" y="5911"/>
                  </a:lnTo>
                  <a:lnTo>
                    <a:pt x="464" y="5838"/>
                  </a:lnTo>
                  <a:lnTo>
                    <a:pt x="464" y="5740"/>
                  </a:lnTo>
                  <a:lnTo>
                    <a:pt x="489" y="5642"/>
                  </a:lnTo>
                  <a:lnTo>
                    <a:pt x="538" y="5569"/>
                  </a:lnTo>
                  <a:lnTo>
                    <a:pt x="611" y="5520"/>
                  </a:lnTo>
                  <a:lnTo>
                    <a:pt x="709" y="5496"/>
                  </a:lnTo>
                  <a:close/>
                  <a:moveTo>
                    <a:pt x="1685" y="6351"/>
                  </a:moveTo>
                  <a:lnTo>
                    <a:pt x="1783" y="6375"/>
                  </a:lnTo>
                  <a:lnTo>
                    <a:pt x="1856" y="6448"/>
                  </a:lnTo>
                  <a:lnTo>
                    <a:pt x="2003" y="6668"/>
                  </a:lnTo>
                  <a:lnTo>
                    <a:pt x="2125" y="6888"/>
                  </a:lnTo>
                  <a:lnTo>
                    <a:pt x="2150" y="6986"/>
                  </a:lnTo>
                  <a:lnTo>
                    <a:pt x="2150" y="7083"/>
                  </a:lnTo>
                  <a:lnTo>
                    <a:pt x="2101" y="7156"/>
                  </a:lnTo>
                  <a:lnTo>
                    <a:pt x="2027" y="7230"/>
                  </a:lnTo>
                  <a:lnTo>
                    <a:pt x="1979" y="7254"/>
                  </a:lnTo>
                  <a:lnTo>
                    <a:pt x="1856" y="7254"/>
                  </a:lnTo>
                  <a:lnTo>
                    <a:pt x="1783" y="7230"/>
                  </a:lnTo>
                  <a:lnTo>
                    <a:pt x="1734" y="7181"/>
                  </a:lnTo>
                  <a:lnTo>
                    <a:pt x="1685" y="7132"/>
                  </a:lnTo>
                  <a:lnTo>
                    <a:pt x="1441" y="6741"/>
                  </a:lnTo>
                  <a:lnTo>
                    <a:pt x="1417" y="6644"/>
                  </a:lnTo>
                  <a:lnTo>
                    <a:pt x="1417" y="6546"/>
                  </a:lnTo>
                  <a:lnTo>
                    <a:pt x="1441" y="6448"/>
                  </a:lnTo>
                  <a:lnTo>
                    <a:pt x="1515" y="6399"/>
                  </a:lnTo>
                  <a:lnTo>
                    <a:pt x="1612" y="6351"/>
                  </a:lnTo>
                  <a:close/>
                  <a:moveTo>
                    <a:pt x="2247" y="7498"/>
                  </a:moveTo>
                  <a:lnTo>
                    <a:pt x="2345" y="7523"/>
                  </a:lnTo>
                  <a:lnTo>
                    <a:pt x="2418" y="7572"/>
                  </a:lnTo>
                  <a:lnTo>
                    <a:pt x="2467" y="7645"/>
                  </a:lnTo>
                  <a:lnTo>
                    <a:pt x="2662" y="8109"/>
                  </a:lnTo>
                  <a:lnTo>
                    <a:pt x="2662" y="8207"/>
                  </a:lnTo>
                  <a:lnTo>
                    <a:pt x="2638" y="8304"/>
                  </a:lnTo>
                  <a:lnTo>
                    <a:pt x="2589" y="8378"/>
                  </a:lnTo>
                  <a:lnTo>
                    <a:pt x="2516" y="8426"/>
                  </a:lnTo>
                  <a:lnTo>
                    <a:pt x="2418" y="8451"/>
                  </a:lnTo>
                  <a:lnTo>
                    <a:pt x="2345" y="8426"/>
                  </a:lnTo>
                  <a:lnTo>
                    <a:pt x="2272" y="8402"/>
                  </a:lnTo>
                  <a:lnTo>
                    <a:pt x="2223" y="8353"/>
                  </a:lnTo>
                  <a:lnTo>
                    <a:pt x="2198" y="8280"/>
                  </a:lnTo>
                  <a:lnTo>
                    <a:pt x="2027" y="7840"/>
                  </a:lnTo>
                  <a:lnTo>
                    <a:pt x="2003" y="7743"/>
                  </a:lnTo>
                  <a:lnTo>
                    <a:pt x="2027" y="7645"/>
                  </a:lnTo>
                  <a:lnTo>
                    <a:pt x="2076" y="7572"/>
                  </a:lnTo>
                  <a:lnTo>
                    <a:pt x="2150" y="7523"/>
                  </a:lnTo>
                  <a:lnTo>
                    <a:pt x="2247" y="7498"/>
                  </a:lnTo>
                  <a:close/>
                  <a:moveTo>
                    <a:pt x="2711" y="8720"/>
                  </a:moveTo>
                  <a:lnTo>
                    <a:pt x="2785" y="8744"/>
                  </a:lnTo>
                  <a:lnTo>
                    <a:pt x="2858" y="8793"/>
                  </a:lnTo>
                  <a:lnTo>
                    <a:pt x="2907" y="8866"/>
                  </a:lnTo>
                  <a:lnTo>
                    <a:pt x="3078" y="9355"/>
                  </a:lnTo>
                  <a:lnTo>
                    <a:pt x="3102" y="9452"/>
                  </a:lnTo>
                  <a:lnTo>
                    <a:pt x="3078" y="9526"/>
                  </a:lnTo>
                  <a:lnTo>
                    <a:pt x="3004" y="9599"/>
                  </a:lnTo>
                  <a:lnTo>
                    <a:pt x="2931" y="9648"/>
                  </a:lnTo>
                  <a:lnTo>
                    <a:pt x="2858" y="9672"/>
                  </a:lnTo>
                  <a:lnTo>
                    <a:pt x="2785" y="9672"/>
                  </a:lnTo>
                  <a:lnTo>
                    <a:pt x="2711" y="9623"/>
                  </a:lnTo>
                  <a:lnTo>
                    <a:pt x="2662" y="9574"/>
                  </a:lnTo>
                  <a:lnTo>
                    <a:pt x="2614" y="9501"/>
                  </a:lnTo>
                  <a:lnTo>
                    <a:pt x="2467" y="9037"/>
                  </a:lnTo>
                  <a:lnTo>
                    <a:pt x="2443" y="8939"/>
                  </a:lnTo>
                  <a:lnTo>
                    <a:pt x="2467" y="8842"/>
                  </a:lnTo>
                  <a:lnTo>
                    <a:pt x="2516" y="8768"/>
                  </a:lnTo>
                  <a:lnTo>
                    <a:pt x="2614" y="8720"/>
                  </a:lnTo>
                  <a:close/>
                  <a:moveTo>
                    <a:pt x="3224" y="9941"/>
                  </a:moveTo>
                  <a:lnTo>
                    <a:pt x="3297" y="10014"/>
                  </a:lnTo>
                  <a:lnTo>
                    <a:pt x="3346" y="10087"/>
                  </a:lnTo>
                  <a:lnTo>
                    <a:pt x="3542" y="10527"/>
                  </a:lnTo>
                  <a:lnTo>
                    <a:pt x="3566" y="10625"/>
                  </a:lnTo>
                  <a:lnTo>
                    <a:pt x="3566" y="10722"/>
                  </a:lnTo>
                  <a:lnTo>
                    <a:pt x="3517" y="10796"/>
                  </a:lnTo>
                  <a:lnTo>
                    <a:pt x="3444" y="10844"/>
                  </a:lnTo>
                  <a:lnTo>
                    <a:pt x="3322" y="10869"/>
                  </a:lnTo>
                  <a:lnTo>
                    <a:pt x="3273" y="10869"/>
                  </a:lnTo>
                  <a:lnTo>
                    <a:pt x="3200" y="10844"/>
                  </a:lnTo>
                  <a:lnTo>
                    <a:pt x="3151" y="10796"/>
                  </a:lnTo>
                  <a:lnTo>
                    <a:pt x="3102" y="10747"/>
                  </a:lnTo>
                  <a:lnTo>
                    <a:pt x="2907" y="10258"/>
                  </a:lnTo>
                  <a:lnTo>
                    <a:pt x="2882" y="10161"/>
                  </a:lnTo>
                  <a:lnTo>
                    <a:pt x="2907" y="10087"/>
                  </a:lnTo>
                  <a:lnTo>
                    <a:pt x="2955" y="10014"/>
                  </a:lnTo>
                  <a:lnTo>
                    <a:pt x="3029" y="9941"/>
                  </a:lnTo>
                  <a:close/>
                  <a:moveTo>
                    <a:pt x="3761" y="11089"/>
                  </a:moveTo>
                  <a:lnTo>
                    <a:pt x="3835" y="11137"/>
                  </a:lnTo>
                  <a:lnTo>
                    <a:pt x="3908" y="11211"/>
                  </a:lnTo>
                  <a:lnTo>
                    <a:pt x="4177" y="11577"/>
                  </a:lnTo>
                  <a:lnTo>
                    <a:pt x="4225" y="11675"/>
                  </a:lnTo>
                  <a:lnTo>
                    <a:pt x="4250" y="11748"/>
                  </a:lnTo>
                  <a:lnTo>
                    <a:pt x="4201" y="11846"/>
                  </a:lnTo>
                  <a:lnTo>
                    <a:pt x="4152" y="11919"/>
                  </a:lnTo>
                  <a:lnTo>
                    <a:pt x="4079" y="11968"/>
                  </a:lnTo>
                  <a:lnTo>
                    <a:pt x="3884" y="11968"/>
                  </a:lnTo>
                  <a:lnTo>
                    <a:pt x="3810" y="11895"/>
                  </a:lnTo>
                  <a:lnTo>
                    <a:pt x="3664" y="11675"/>
                  </a:lnTo>
                  <a:lnTo>
                    <a:pt x="3493" y="11455"/>
                  </a:lnTo>
                  <a:lnTo>
                    <a:pt x="3468" y="11382"/>
                  </a:lnTo>
                  <a:lnTo>
                    <a:pt x="3468" y="11284"/>
                  </a:lnTo>
                  <a:lnTo>
                    <a:pt x="3517" y="11186"/>
                  </a:lnTo>
                  <a:lnTo>
                    <a:pt x="3566" y="11137"/>
                  </a:lnTo>
                  <a:lnTo>
                    <a:pt x="3664" y="11089"/>
                  </a:lnTo>
                  <a:close/>
                  <a:moveTo>
                    <a:pt x="4616" y="12041"/>
                  </a:moveTo>
                  <a:lnTo>
                    <a:pt x="4714" y="12090"/>
                  </a:lnTo>
                  <a:lnTo>
                    <a:pt x="4909" y="12212"/>
                  </a:lnTo>
                  <a:lnTo>
                    <a:pt x="5105" y="12334"/>
                  </a:lnTo>
                  <a:lnTo>
                    <a:pt x="5178" y="12383"/>
                  </a:lnTo>
                  <a:lnTo>
                    <a:pt x="5227" y="12481"/>
                  </a:lnTo>
                  <a:lnTo>
                    <a:pt x="5227" y="12554"/>
                  </a:lnTo>
                  <a:lnTo>
                    <a:pt x="5202" y="12652"/>
                  </a:lnTo>
                  <a:lnTo>
                    <a:pt x="5154" y="12725"/>
                  </a:lnTo>
                  <a:lnTo>
                    <a:pt x="5105" y="12749"/>
                  </a:lnTo>
                  <a:lnTo>
                    <a:pt x="5056" y="12774"/>
                  </a:lnTo>
                  <a:lnTo>
                    <a:pt x="4983" y="12798"/>
                  </a:lnTo>
                  <a:lnTo>
                    <a:pt x="4885" y="12774"/>
                  </a:lnTo>
                  <a:lnTo>
                    <a:pt x="4641" y="12627"/>
                  </a:lnTo>
                  <a:lnTo>
                    <a:pt x="4421" y="12481"/>
                  </a:lnTo>
                  <a:lnTo>
                    <a:pt x="4348" y="12407"/>
                  </a:lnTo>
                  <a:lnTo>
                    <a:pt x="4323" y="12310"/>
                  </a:lnTo>
                  <a:lnTo>
                    <a:pt x="4323" y="12236"/>
                  </a:lnTo>
                  <a:lnTo>
                    <a:pt x="4372" y="12139"/>
                  </a:lnTo>
                  <a:lnTo>
                    <a:pt x="4445" y="12066"/>
                  </a:lnTo>
                  <a:lnTo>
                    <a:pt x="4543" y="12041"/>
                  </a:lnTo>
                  <a:close/>
                  <a:moveTo>
                    <a:pt x="0" y="1"/>
                  </a:moveTo>
                  <a:lnTo>
                    <a:pt x="0" y="5325"/>
                  </a:lnTo>
                  <a:lnTo>
                    <a:pt x="74" y="5349"/>
                  </a:lnTo>
                  <a:lnTo>
                    <a:pt x="147" y="5422"/>
                  </a:lnTo>
                  <a:lnTo>
                    <a:pt x="171" y="5496"/>
                  </a:lnTo>
                  <a:lnTo>
                    <a:pt x="171" y="5569"/>
                  </a:lnTo>
                  <a:lnTo>
                    <a:pt x="171" y="5642"/>
                  </a:lnTo>
                  <a:lnTo>
                    <a:pt x="122" y="5716"/>
                  </a:lnTo>
                  <a:lnTo>
                    <a:pt x="74" y="5764"/>
                  </a:lnTo>
                  <a:lnTo>
                    <a:pt x="0" y="5789"/>
                  </a:lnTo>
                  <a:lnTo>
                    <a:pt x="0" y="13360"/>
                  </a:lnTo>
                  <a:lnTo>
                    <a:pt x="6179" y="16486"/>
                  </a:lnTo>
                  <a:lnTo>
                    <a:pt x="6179" y="13116"/>
                  </a:lnTo>
                  <a:lnTo>
                    <a:pt x="5935" y="13091"/>
                  </a:lnTo>
                  <a:lnTo>
                    <a:pt x="5691" y="13042"/>
                  </a:lnTo>
                  <a:lnTo>
                    <a:pt x="5593" y="12994"/>
                  </a:lnTo>
                  <a:lnTo>
                    <a:pt x="5520" y="12945"/>
                  </a:lnTo>
                  <a:lnTo>
                    <a:pt x="5495" y="12847"/>
                  </a:lnTo>
                  <a:lnTo>
                    <a:pt x="5495" y="12749"/>
                  </a:lnTo>
                  <a:lnTo>
                    <a:pt x="5520" y="12676"/>
                  </a:lnTo>
                  <a:lnTo>
                    <a:pt x="5593" y="12603"/>
                  </a:lnTo>
                  <a:lnTo>
                    <a:pt x="5691" y="12554"/>
                  </a:lnTo>
                  <a:lnTo>
                    <a:pt x="5789" y="12554"/>
                  </a:lnTo>
                  <a:lnTo>
                    <a:pt x="6179" y="12627"/>
                  </a:lnTo>
                  <a:lnTo>
                    <a:pt x="6179" y="3127"/>
                  </a:lnTo>
                  <a:lnTo>
                    <a:pt x="0" y="1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" name="Shape 310"/>
            <p:cNvSpPr/>
            <p:nvPr/>
          </p:nvSpPr>
          <p:spPr>
            <a:xfrm>
              <a:off x="3918650" y="293075"/>
              <a:ext cx="153900" cy="407275"/>
            </a:xfrm>
            <a:custGeom>
              <a:avLst/>
              <a:gdLst/>
              <a:ahLst/>
              <a:cxnLst/>
              <a:rect l="0" t="0" r="0" b="0"/>
              <a:pathLst>
                <a:path w="6156" h="16291" extrusionOk="0">
                  <a:moveTo>
                    <a:pt x="5349" y="5495"/>
                  </a:moveTo>
                  <a:lnTo>
                    <a:pt x="5447" y="5520"/>
                  </a:lnTo>
                  <a:lnTo>
                    <a:pt x="5520" y="5569"/>
                  </a:lnTo>
                  <a:lnTo>
                    <a:pt x="5569" y="5666"/>
                  </a:lnTo>
                  <a:lnTo>
                    <a:pt x="5569" y="5764"/>
                  </a:lnTo>
                  <a:lnTo>
                    <a:pt x="5545" y="5837"/>
                  </a:lnTo>
                  <a:lnTo>
                    <a:pt x="5496" y="5935"/>
                  </a:lnTo>
                  <a:lnTo>
                    <a:pt x="5423" y="5984"/>
                  </a:lnTo>
                  <a:lnTo>
                    <a:pt x="5203" y="6057"/>
                  </a:lnTo>
                  <a:lnTo>
                    <a:pt x="5008" y="6155"/>
                  </a:lnTo>
                  <a:lnTo>
                    <a:pt x="4934" y="6179"/>
                  </a:lnTo>
                  <a:lnTo>
                    <a:pt x="4812" y="6179"/>
                  </a:lnTo>
                  <a:lnTo>
                    <a:pt x="4763" y="6155"/>
                  </a:lnTo>
                  <a:lnTo>
                    <a:pt x="4714" y="6106"/>
                  </a:lnTo>
                  <a:lnTo>
                    <a:pt x="4666" y="6057"/>
                  </a:lnTo>
                  <a:lnTo>
                    <a:pt x="4641" y="5959"/>
                  </a:lnTo>
                  <a:lnTo>
                    <a:pt x="4641" y="5862"/>
                  </a:lnTo>
                  <a:lnTo>
                    <a:pt x="4690" y="5788"/>
                  </a:lnTo>
                  <a:lnTo>
                    <a:pt x="4763" y="5740"/>
                  </a:lnTo>
                  <a:lnTo>
                    <a:pt x="5008" y="5617"/>
                  </a:lnTo>
                  <a:lnTo>
                    <a:pt x="5252" y="5520"/>
                  </a:lnTo>
                  <a:lnTo>
                    <a:pt x="5349" y="5495"/>
                  </a:lnTo>
                  <a:close/>
                  <a:moveTo>
                    <a:pt x="4250" y="6155"/>
                  </a:moveTo>
                  <a:lnTo>
                    <a:pt x="4348" y="6179"/>
                  </a:lnTo>
                  <a:lnTo>
                    <a:pt x="4421" y="6252"/>
                  </a:lnTo>
                  <a:lnTo>
                    <a:pt x="4470" y="6326"/>
                  </a:lnTo>
                  <a:lnTo>
                    <a:pt x="4470" y="6423"/>
                  </a:lnTo>
                  <a:lnTo>
                    <a:pt x="4446" y="6497"/>
                  </a:lnTo>
                  <a:lnTo>
                    <a:pt x="4397" y="6594"/>
                  </a:lnTo>
                  <a:lnTo>
                    <a:pt x="4226" y="6741"/>
                  </a:lnTo>
                  <a:lnTo>
                    <a:pt x="4079" y="6912"/>
                  </a:lnTo>
                  <a:lnTo>
                    <a:pt x="3982" y="6985"/>
                  </a:lnTo>
                  <a:lnTo>
                    <a:pt x="3884" y="7010"/>
                  </a:lnTo>
                  <a:lnTo>
                    <a:pt x="3811" y="6985"/>
                  </a:lnTo>
                  <a:lnTo>
                    <a:pt x="3738" y="6936"/>
                  </a:lnTo>
                  <a:lnTo>
                    <a:pt x="3664" y="6863"/>
                  </a:lnTo>
                  <a:lnTo>
                    <a:pt x="3640" y="6790"/>
                  </a:lnTo>
                  <a:lnTo>
                    <a:pt x="3664" y="6692"/>
                  </a:lnTo>
                  <a:lnTo>
                    <a:pt x="3713" y="6594"/>
                  </a:lnTo>
                  <a:lnTo>
                    <a:pt x="3884" y="6399"/>
                  </a:lnTo>
                  <a:lnTo>
                    <a:pt x="4079" y="6228"/>
                  </a:lnTo>
                  <a:lnTo>
                    <a:pt x="4153" y="6179"/>
                  </a:lnTo>
                  <a:lnTo>
                    <a:pt x="4250" y="6155"/>
                  </a:lnTo>
                  <a:close/>
                  <a:moveTo>
                    <a:pt x="3469" y="7156"/>
                  </a:moveTo>
                  <a:lnTo>
                    <a:pt x="3542" y="7205"/>
                  </a:lnTo>
                  <a:lnTo>
                    <a:pt x="3615" y="7254"/>
                  </a:lnTo>
                  <a:lnTo>
                    <a:pt x="3664" y="7351"/>
                  </a:lnTo>
                  <a:lnTo>
                    <a:pt x="3664" y="7449"/>
                  </a:lnTo>
                  <a:lnTo>
                    <a:pt x="3640" y="7547"/>
                  </a:lnTo>
                  <a:lnTo>
                    <a:pt x="3396" y="7962"/>
                  </a:lnTo>
                  <a:lnTo>
                    <a:pt x="3371" y="8011"/>
                  </a:lnTo>
                  <a:lnTo>
                    <a:pt x="3298" y="8060"/>
                  </a:lnTo>
                  <a:lnTo>
                    <a:pt x="3249" y="8084"/>
                  </a:lnTo>
                  <a:lnTo>
                    <a:pt x="3176" y="8084"/>
                  </a:lnTo>
                  <a:lnTo>
                    <a:pt x="3078" y="8060"/>
                  </a:lnTo>
                  <a:lnTo>
                    <a:pt x="3005" y="8011"/>
                  </a:lnTo>
                  <a:lnTo>
                    <a:pt x="2956" y="7913"/>
                  </a:lnTo>
                  <a:lnTo>
                    <a:pt x="2932" y="7840"/>
                  </a:lnTo>
                  <a:lnTo>
                    <a:pt x="2956" y="7742"/>
                  </a:lnTo>
                  <a:lnTo>
                    <a:pt x="3225" y="7278"/>
                  </a:lnTo>
                  <a:lnTo>
                    <a:pt x="3273" y="7205"/>
                  </a:lnTo>
                  <a:lnTo>
                    <a:pt x="3371" y="7180"/>
                  </a:lnTo>
                  <a:lnTo>
                    <a:pt x="3469" y="7156"/>
                  </a:lnTo>
                  <a:close/>
                  <a:moveTo>
                    <a:pt x="2858" y="8328"/>
                  </a:moveTo>
                  <a:lnTo>
                    <a:pt x="2956" y="8353"/>
                  </a:lnTo>
                  <a:lnTo>
                    <a:pt x="3029" y="8402"/>
                  </a:lnTo>
                  <a:lnTo>
                    <a:pt x="3078" y="8475"/>
                  </a:lnTo>
                  <a:lnTo>
                    <a:pt x="3103" y="8573"/>
                  </a:lnTo>
                  <a:lnTo>
                    <a:pt x="3103" y="8670"/>
                  </a:lnTo>
                  <a:lnTo>
                    <a:pt x="2932" y="9110"/>
                  </a:lnTo>
                  <a:lnTo>
                    <a:pt x="2907" y="9183"/>
                  </a:lnTo>
                  <a:lnTo>
                    <a:pt x="2858" y="9232"/>
                  </a:lnTo>
                  <a:lnTo>
                    <a:pt x="2785" y="9281"/>
                  </a:lnTo>
                  <a:lnTo>
                    <a:pt x="2638" y="9281"/>
                  </a:lnTo>
                  <a:lnTo>
                    <a:pt x="2541" y="9232"/>
                  </a:lnTo>
                  <a:lnTo>
                    <a:pt x="2492" y="9159"/>
                  </a:lnTo>
                  <a:lnTo>
                    <a:pt x="2468" y="9061"/>
                  </a:lnTo>
                  <a:lnTo>
                    <a:pt x="2468" y="8963"/>
                  </a:lnTo>
                  <a:lnTo>
                    <a:pt x="2638" y="8499"/>
                  </a:lnTo>
                  <a:lnTo>
                    <a:pt x="2687" y="8402"/>
                  </a:lnTo>
                  <a:lnTo>
                    <a:pt x="2761" y="8353"/>
                  </a:lnTo>
                  <a:lnTo>
                    <a:pt x="2858" y="8328"/>
                  </a:lnTo>
                  <a:close/>
                  <a:moveTo>
                    <a:pt x="2541" y="9574"/>
                  </a:moveTo>
                  <a:lnTo>
                    <a:pt x="2638" y="9623"/>
                  </a:lnTo>
                  <a:lnTo>
                    <a:pt x="2712" y="9696"/>
                  </a:lnTo>
                  <a:lnTo>
                    <a:pt x="2736" y="9769"/>
                  </a:lnTo>
                  <a:lnTo>
                    <a:pt x="2736" y="9867"/>
                  </a:lnTo>
                  <a:lnTo>
                    <a:pt x="2638" y="10355"/>
                  </a:lnTo>
                  <a:lnTo>
                    <a:pt x="2590" y="10429"/>
                  </a:lnTo>
                  <a:lnTo>
                    <a:pt x="2541" y="10502"/>
                  </a:lnTo>
                  <a:lnTo>
                    <a:pt x="2468" y="10526"/>
                  </a:lnTo>
                  <a:lnTo>
                    <a:pt x="2394" y="10551"/>
                  </a:lnTo>
                  <a:lnTo>
                    <a:pt x="2345" y="10551"/>
                  </a:lnTo>
                  <a:lnTo>
                    <a:pt x="2248" y="10502"/>
                  </a:lnTo>
                  <a:lnTo>
                    <a:pt x="2199" y="10429"/>
                  </a:lnTo>
                  <a:lnTo>
                    <a:pt x="2150" y="10355"/>
                  </a:lnTo>
                  <a:lnTo>
                    <a:pt x="2150" y="10258"/>
                  </a:lnTo>
                  <a:lnTo>
                    <a:pt x="2248" y="9769"/>
                  </a:lnTo>
                  <a:lnTo>
                    <a:pt x="2297" y="9672"/>
                  </a:lnTo>
                  <a:lnTo>
                    <a:pt x="2370" y="9598"/>
                  </a:lnTo>
                  <a:lnTo>
                    <a:pt x="2443" y="9574"/>
                  </a:lnTo>
                  <a:close/>
                  <a:moveTo>
                    <a:pt x="2297" y="10844"/>
                  </a:moveTo>
                  <a:lnTo>
                    <a:pt x="2394" y="10868"/>
                  </a:lnTo>
                  <a:lnTo>
                    <a:pt x="2468" y="10942"/>
                  </a:lnTo>
                  <a:lnTo>
                    <a:pt x="2516" y="11015"/>
                  </a:lnTo>
                  <a:lnTo>
                    <a:pt x="2516" y="11113"/>
                  </a:lnTo>
                  <a:lnTo>
                    <a:pt x="2492" y="11357"/>
                  </a:lnTo>
                  <a:lnTo>
                    <a:pt x="2468" y="11430"/>
                  </a:lnTo>
                  <a:lnTo>
                    <a:pt x="2419" y="11503"/>
                  </a:lnTo>
                  <a:lnTo>
                    <a:pt x="2345" y="11552"/>
                  </a:lnTo>
                  <a:lnTo>
                    <a:pt x="2248" y="11577"/>
                  </a:lnTo>
                  <a:lnTo>
                    <a:pt x="2223" y="11577"/>
                  </a:lnTo>
                  <a:lnTo>
                    <a:pt x="2126" y="11552"/>
                  </a:lnTo>
                  <a:lnTo>
                    <a:pt x="2052" y="11503"/>
                  </a:lnTo>
                  <a:lnTo>
                    <a:pt x="2028" y="11406"/>
                  </a:lnTo>
                  <a:lnTo>
                    <a:pt x="2003" y="11308"/>
                  </a:lnTo>
                  <a:lnTo>
                    <a:pt x="2028" y="11064"/>
                  </a:lnTo>
                  <a:lnTo>
                    <a:pt x="2052" y="10966"/>
                  </a:lnTo>
                  <a:lnTo>
                    <a:pt x="2126" y="10893"/>
                  </a:lnTo>
                  <a:lnTo>
                    <a:pt x="2199" y="10844"/>
                  </a:lnTo>
                  <a:close/>
                  <a:moveTo>
                    <a:pt x="6155" y="0"/>
                  </a:moveTo>
                  <a:lnTo>
                    <a:pt x="538" y="2858"/>
                  </a:lnTo>
                  <a:lnTo>
                    <a:pt x="416" y="2906"/>
                  </a:lnTo>
                  <a:lnTo>
                    <a:pt x="318" y="3004"/>
                  </a:lnTo>
                  <a:lnTo>
                    <a:pt x="221" y="3102"/>
                  </a:lnTo>
                  <a:lnTo>
                    <a:pt x="147" y="3224"/>
                  </a:lnTo>
                  <a:lnTo>
                    <a:pt x="74" y="3322"/>
                  </a:lnTo>
                  <a:lnTo>
                    <a:pt x="25" y="3444"/>
                  </a:lnTo>
                  <a:lnTo>
                    <a:pt x="1" y="3566"/>
                  </a:lnTo>
                  <a:lnTo>
                    <a:pt x="1" y="3688"/>
                  </a:lnTo>
                  <a:lnTo>
                    <a:pt x="1" y="15924"/>
                  </a:lnTo>
                  <a:lnTo>
                    <a:pt x="1" y="16046"/>
                  </a:lnTo>
                  <a:lnTo>
                    <a:pt x="50" y="16119"/>
                  </a:lnTo>
                  <a:lnTo>
                    <a:pt x="98" y="16193"/>
                  </a:lnTo>
                  <a:lnTo>
                    <a:pt x="172" y="16241"/>
                  </a:lnTo>
                  <a:lnTo>
                    <a:pt x="245" y="16266"/>
                  </a:lnTo>
                  <a:lnTo>
                    <a:pt x="343" y="16290"/>
                  </a:lnTo>
                  <a:lnTo>
                    <a:pt x="465" y="16266"/>
                  </a:lnTo>
                  <a:lnTo>
                    <a:pt x="563" y="16217"/>
                  </a:lnTo>
                  <a:lnTo>
                    <a:pt x="6155" y="13360"/>
                  </a:lnTo>
                  <a:lnTo>
                    <a:pt x="6155" y="5813"/>
                  </a:lnTo>
                  <a:lnTo>
                    <a:pt x="6009" y="5813"/>
                  </a:lnTo>
                  <a:lnTo>
                    <a:pt x="5936" y="5764"/>
                  </a:lnTo>
                  <a:lnTo>
                    <a:pt x="5887" y="5691"/>
                  </a:lnTo>
                  <a:lnTo>
                    <a:pt x="5862" y="5593"/>
                  </a:lnTo>
                  <a:lnTo>
                    <a:pt x="5887" y="5495"/>
                  </a:lnTo>
                  <a:lnTo>
                    <a:pt x="5936" y="5422"/>
                  </a:lnTo>
                  <a:lnTo>
                    <a:pt x="6009" y="5373"/>
                  </a:lnTo>
                  <a:lnTo>
                    <a:pt x="6082" y="5349"/>
                  </a:lnTo>
                  <a:lnTo>
                    <a:pt x="6155" y="5324"/>
                  </a:lnTo>
                  <a:lnTo>
                    <a:pt x="6155" y="0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" name="Shape 311"/>
            <p:cNvSpPr/>
            <p:nvPr/>
          </p:nvSpPr>
          <p:spPr>
            <a:xfrm>
              <a:off x="4253250" y="298550"/>
              <a:ext cx="153900" cy="406675"/>
            </a:xfrm>
            <a:custGeom>
              <a:avLst/>
              <a:gdLst/>
              <a:ahLst/>
              <a:cxnLst/>
              <a:rect l="0" t="0" r="0" b="0"/>
              <a:pathLst>
                <a:path w="6156" h="16267" extrusionOk="0">
                  <a:moveTo>
                    <a:pt x="3713" y="4348"/>
                  </a:moveTo>
                  <a:lnTo>
                    <a:pt x="3737" y="4373"/>
                  </a:lnTo>
                  <a:lnTo>
                    <a:pt x="3786" y="4397"/>
                  </a:lnTo>
                  <a:lnTo>
                    <a:pt x="3811" y="4421"/>
                  </a:lnTo>
                  <a:lnTo>
                    <a:pt x="3835" y="4544"/>
                  </a:lnTo>
                  <a:lnTo>
                    <a:pt x="3811" y="4666"/>
                  </a:lnTo>
                  <a:lnTo>
                    <a:pt x="3737" y="4812"/>
                  </a:lnTo>
                  <a:lnTo>
                    <a:pt x="3224" y="5716"/>
                  </a:lnTo>
                  <a:lnTo>
                    <a:pt x="3762" y="6009"/>
                  </a:lnTo>
                  <a:lnTo>
                    <a:pt x="3786" y="6033"/>
                  </a:lnTo>
                  <a:lnTo>
                    <a:pt x="3811" y="6082"/>
                  </a:lnTo>
                  <a:lnTo>
                    <a:pt x="3835" y="6180"/>
                  </a:lnTo>
                  <a:lnTo>
                    <a:pt x="3811" y="6326"/>
                  </a:lnTo>
                  <a:lnTo>
                    <a:pt x="3762" y="6473"/>
                  </a:lnTo>
                  <a:lnTo>
                    <a:pt x="3664" y="6595"/>
                  </a:lnTo>
                  <a:lnTo>
                    <a:pt x="3566" y="6668"/>
                  </a:lnTo>
                  <a:lnTo>
                    <a:pt x="3444" y="6717"/>
                  </a:lnTo>
                  <a:lnTo>
                    <a:pt x="3395" y="6717"/>
                  </a:lnTo>
                  <a:lnTo>
                    <a:pt x="3371" y="6693"/>
                  </a:lnTo>
                  <a:lnTo>
                    <a:pt x="2834" y="6400"/>
                  </a:lnTo>
                  <a:lnTo>
                    <a:pt x="2321" y="7303"/>
                  </a:lnTo>
                  <a:lnTo>
                    <a:pt x="2223" y="7426"/>
                  </a:lnTo>
                  <a:lnTo>
                    <a:pt x="2125" y="7499"/>
                  </a:lnTo>
                  <a:lnTo>
                    <a:pt x="2003" y="7548"/>
                  </a:lnTo>
                  <a:lnTo>
                    <a:pt x="1954" y="7548"/>
                  </a:lnTo>
                  <a:lnTo>
                    <a:pt x="1930" y="7523"/>
                  </a:lnTo>
                  <a:lnTo>
                    <a:pt x="1881" y="7499"/>
                  </a:lnTo>
                  <a:lnTo>
                    <a:pt x="1857" y="7450"/>
                  </a:lnTo>
                  <a:lnTo>
                    <a:pt x="1832" y="7352"/>
                  </a:lnTo>
                  <a:lnTo>
                    <a:pt x="1857" y="7206"/>
                  </a:lnTo>
                  <a:lnTo>
                    <a:pt x="1930" y="7059"/>
                  </a:lnTo>
                  <a:lnTo>
                    <a:pt x="2443" y="6156"/>
                  </a:lnTo>
                  <a:lnTo>
                    <a:pt x="1906" y="5862"/>
                  </a:lnTo>
                  <a:lnTo>
                    <a:pt x="1881" y="5838"/>
                  </a:lnTo>
                  <a:lnTo>
                    <a:pt x="1857" y="5789"/>
                  </a:lnTo>
                  <a:lnTo>
                    <a:pt x="1832" y="5691"/>
                  </a:lnTo>
                  <a:lnTo>
                    <a:pt x="1857" y="5569"/>
                  </a:lnTo>
                  <a:lnTo>
                    <a:pt x="1906" y="5423"/>
                  </a:lnTo>
                  <a:lnTo>
                    <a:pt x="2003" y="5301"/>
                  </a:lnTo>
                  <a:lnTo>
                    <a:pt x="2101" y="5203"/>
                  </a:lnTo>
                  <a:lnTo>
                    <a:pt x="2223" y="5179"/>
                  </a:lnTo>
                  <a:lnTo>
                    <a:pt x="2272" y="5179"/>
                  </a:lnTo>
                  <a:lnTo>
                    <a:pt x="2296" y="5203"/>
                  </a:lnTo>
                  <a:lnTo>
                    <a:pt x="2834" y="5496"/>
                  </a:lnTo>
                  <a:lnTo>
                    <a:pt x="3347" y="4592"/>
                  </a:lnTo>
                  <a:lnTo>
                    <a:pt x="3444" y="4470"/>
                  </a:lnTo>
                  <a:lnTo>
                    <a:pt x="3542" y="4373"/>
                  </a:lnTo>
                  <a:lnTo>
                    <a:pt x="3664" y="4348"/>
                  </a:lnTo>
                  <a:close/>
                  <a:moveTo>
                    <a:pt x="3176" y="7303"/>
                  </a:moveTo>
                  <a:lnTo>
                    <a:pt x="3249" y="7328"/>
                  </a:lnTo>
                  <a:lnTo>
                    <a:pt x="3322" y="7401"/>
                  </a:lnTo>
                  <a:lnTo>
                    <a:pt x="3371" y="7474"/>
                  </a:lnTo>
                  <a:lnTo>
                    <a:pt x="3420" y="7743"/>
                  </a:lnTo>
                  <a:lnTo>
                    <a:pt x="3420" y="7841"/>
                  </a:lnTo>
                  <a:lnTo>
                    <a:pt x="3371" y="7914"/>
                  </a:lnTo>
                  <a:lnTo>
                    <a:pt x="3298" y="7987"/>
                  </a:lnTo>
                  <a:lnTo>
                    <a:pt x="3224" y="8012"/>
                  </a:lnTo>
                  <a:lnTo>
                    <a:pt x="3102" y="8012"/>
                  </a:lnTo>
                  <a:lnTo>
                    <a:pt x="3029" y="7963"/>
                  </a:lnTo>
                  <a:lnTo>
                    <a:pt x="2956" y="7914"/>
                  </a:lnTo>
                  <a:lnTo>
                    <a:pt x="2931" y="7816"/>
                  </a:lnTo>
                  <a:lnTo>
                    <a:pt x="2883" y="7596"/>
                  </a:lnTo>
                  <a:lnTo>
                    <a:pt x="2883" y="7499"/>
                  </a:lnTo>
                  <a:lnTo>
                    <a:pt x="2907" y="7426"/>
                  </a:lnTo>
                  <a:lnTo>
                    <a:pt x="2980" y="7352"/>
                  </a:lnTo>
                  <a:lnTo>
                    <a:pt x="3078" y="7303"/>
                  </a:lnTo>
                  <a:close/>
                  <a:moveTo>
                    <a:pt x="3249" y="8354"/>
                  </a:moveTo>
                  <a:lnTo>
                    <a:pt x="3347" y="8378"/>
                  </a:lnTo>
                  <a:lnTo>
                    <a:pt x="3444" y="8427"/>
                  </a:lnTo>
                  <a:lnTo>
                    <a:pt x="3493" y="8500"/>
                  </a:lnTo>
                  <a:lnTo>
                    <a:pt x="3518" y="8598"/>
                  </a:lnTo>
                  <a:lnTo>
                    <a:pt x="3542" y="9013"/>
                  </a:lnTo>
                  <a:lnTo>
                    <a:pt x="3518" y="9111"/>
                  </a:lnTo>
                  <a:lnTo>
                    <a:pt x="3518" y="9208"/>
                  </a:lnTo>
                  <a:lnTo>
                    <a:pt x="3469" y="9282"/>
                  </a:lnTo>
                  <a:lnTo>
                    <a:pt x="3371" y="9331"/>
                  </a:lnTo>
                  <a:lnTo>
                    <a:pt x="3273" y="9355"/>
                  </a:lnTo>
                  <a:lnTo>
                    <a:pt x="3176" y="9331"/>
                  </a:lnTo>
                  <a:lnTo>
                    <a:pt x="3102" y="9282"/>
                  </a:lnTo>
                  <a:lnTo>
                    <a:pt x="3054" y="9184"/>
                  </a:lnTo>
                  <a:lnTo>
                    <a:pt x="3029" y="9086"/>
                  </a:lnTo>
                  <a:lnTo>
                    <a:pt x="3054" y="9013"/>
                  </a:lnTo>
                  <a:lnTo>
                    <a:pt x="3029" y="8622"/>
                  </a:lnTo>
                  <a:lnTo>
                    <a:pt x="3054" y="8525"/>
                  </a:lnTo>
                  <a:lnTo>
                    <a:pt x="3102" y="8451"/>
                  </a:lnTo>
                  <a:lnTo>
                    <a:pt x="3176" y="8378"/>
                  </a:lnTo>
                  <a:lnTo>
                    <a:pt x="3249" y="8354"/>
                  </a:lnTo>
                  <a:close/>
                  <a:moveTo>
                    <a:pt x="3249" y="9648"/>
                  </a:moveTo>
                  <a:lnTo>
                    <a:pt x="3347" y="9697"/>
                  </a:lnTo>
                  <a:lnTo>
                    <a:pt x="3420" y="9746"/>
                  </a:lnTo>
                  <a:lnTo>
                    <a:pt x="3469" y="9843"/>
                  </a:lnTo>
                  <a:lnTo>
                    <a:pt x="3469" y="9941"/>
                  </a:lnTo>
                  <a:lnTo>
                    <a:pt x="3347" y="10454"/>
                  </a:lnTo>
                  <a:lnTo>
                    <a:pt x="3322" y="10527"/>
                  </a:lnTo>
                  <a:lnTo>
                    <a:pt x="3273" y="10576"/>
                  </a:lnTo>
                  <a:lnTo>
                    <a:pt x="3200" y="10601"/>
                  </a:lnTo>
                  <a:lnTo>
                    <a:pt x="3127" y="10625"/>
                  </a:lnTo>
                  <a:lnTo>
                    <a:pt x="3054" y="10625"/>
                  </a:lnTo>
                  <a:lnTo>
                    <a:pt x="2956" y="10576"/>
                  </a:lnTo>
                  <a:lnTo>
                    <a:pt x="2907" y="10503"/>
                  </a:lnTo>
                  <a:lnTo>
                    <a:pt x="2883" y="10405"/>
                  </a:lnTo>
                  <a:lnTo>
                    <a:pt x="2883" y="10307"/>
                  </a:lnTo>
                  <a:lnTo>
                    <a:pt x="2980" y="9868"/>
                  </a:lnTo>
                  <a:lnTo>
                    <a:pt x="3005" y="9770"/>
                  </a:lnTo>
                  <a:lnTo>
                    <a:pt x="3078" y="9697"/>
                  </a:lnTo>
                  <a:lnTo>
                    <a:pt x="3151" y="9648"/>
                  </a:lnTo>
                  <a:close/>
                  <a:moveTo>
                    <a:pt x="2858" y="10869"/>
                  </a:moveTo>
                  <a:lnTo>
                    <a:pt x="2931" y="10894"/>
                  </a:lnTo>
                  <a:lnTo>
                    <a:pt x="3005" y="10967"/>
                  </a:lnTo>
                  <a:lnTo>
                    <a:pt x="3054" y="11040"/>
                  </a:lnTo>
                  <a:lnTo>
                    <a:pt x="3078" y="11138"/>
                  </a:lnTo>
                  <a:lnTo>
                    <a:pt x="3029" y="11236"/>
                  </a:lnTo>
                  <a:lnTo>
                    <a:pt x="2907" y="11480"/>
                  </a:lnTo>
                  <a:lnTo>
                    <a:pt x="2736" y="11700"/>
                  </a:lnTo>
                  <a:lnTo>
                    <a:pt x="2663" y="11748"/>
                  </a:lnTo>
                  <a:lnTo>
                    <a:pt x="2565" y="11773"/>
                  </a:lnTo>
                  <a:lnTo>
                    <a:pt x="2467" y="11773"/>
                  </a:lnTo>
                  <a:lnTo>
                    <a:pt x="2394" y="11724"/>
                  </a:lnTo>
                  <a:lnTo>
                    <a:pt x="2345" y="11651"/>
                  </a:lnTo>
                  <a:lnTo>
                    <a:pt x="2321" y="11577"/>
                  </a:lnTo>
                  <a:lnTo>
                    <a:pt x="2321" y="11480"/>
                  </a:lnTo>
                  <a:lnTo>
                    <a:pt x="2370" y="11382"/>
                  </a:lnTo>
                  <a:lnTo>
                    <a:pt x="2492" y="11211"/>
                  </a:lnTo>
                  <a:lnTo>
                    <a:pt x="2614" y="11016"/>
                  </a:lnTo>
                  <a:lnTo>
                    <a:pt x="2663" y="10918"/>
                  </a:lnTo>
                  <a:lnTo>
                    <a:pt x="2760" y="10894"/>
                  </a:lnTo>
                  <a:lnTo>
                    <a:pt x="2858" y="10869"/>
                  </a:lnTo>
                  <a:close/>
                  <a:moveTo>
                    <a:pt x="2028" y="11846"/>
                  </a:moveTo>
                  <a:lnTo>
                    <a:pt x="2101" y="11871"/>
                  </a:lnTo>
                  <a:lnTo>
                    <a:pt x="2174" y="11944"/>
                  </a:lnTo>
                  <a:lnTo>
                    <a:pt x="2223" y="12041"/>
                  </a:lnTo>
                  <a:lnTo>
                    <a:pt x="2223" y="12115"/>
                  </a:lnTo>
                  <a:lnTo>
                    <a:pt x="2174" y="12212"/>
                  </a:lnTo>
                  <a:lnTo>
                    <a:pt x="2125" y="12286"/>
                  </a:lnTo>
                  <a:lnTo>
                    <a:pt x="1881" y="12432"/>
                  </a:lnTo>
                  <a:lnTo>
                    <a:pt x="1661" y="12554"/>
                  </a:lnTo>
                  <a:lnTo>
                    <a:pt x="1539" y="12579"/>
                  </a:lnTo>
                  <a:lnTo>
                    <a:pt x="1490" y="12554"/>
                  </a:lnTo>
                  <a:lnTo>
                    <a:pt x="1417" y="12530"/>
                  </a:lnTo>
                  <a:lnTo>
                    <a:pt x="1368" y="12481"/>
                  </a:lnTo>
                  <a:lnTo>
                    <a:pt x="1319" y="12432"/>
                  </a:lnTo>
                  <a:lnTo>
                    <a:pt x="1295" y="12335"/>
                  </a:lnTo>
                  <a:lnTo>
                    <a:pt x="1319" y="12237"/>
                  </a:lnTo>
                  <a:lnTo>
                    <a:pt x="1368" y="12164"/>
                  </a:lnTo>
                  <a:lnTo>
                    <a:pt x="1442" y="12115"/>
                  </a:lnTo>
                  <a:lnTo>
                    <a:pt x="1637" y="11993"/>
                  </a:lnTo>
                  <a:lnTo>
                    <a:pt x="1832" y="11871"/>
                  </a:lnTo>
                  <a:lnTo>
                    <a:pt x="1930" y="11846"/>
                  </a:lnTo>
                  <a:close/>
                  <a:moveTo>
                    <a:pt x="831" y="12335"/>
                  </a:moveTo>
                  <a:lnTo>
                    <a:pt x="929" y="12383"/>
                  </a:lnTo>
                  <a:lnTo>
                    <a:pt x="1002" y="12432"/>
                  </a:lnTo>
                  <a:lnTo>
                    <a:pt x="1026" y="12530"/>
                  </a:lnTo>
                  <a:lnTo>
                    <a:pt x="1026" y="12628"/>
                  </a:lnTo>
                  <a:lnTo>
                    <a:pt x="1002" y="12701"/>
                  </a:lnTo>
                  <a:lnTo>
                    <a:pt x="929" y="12774"/>
                  </a:lnTo>
                  <a:lnTo>
                    <a:pt x="855" y="12823"/>
                  </a:lnTo>
                  <a:lnTo>
                    <a:pt x="318" y="12896"/>
                  </a:lnTo>
                  <a:lnTo>
                    <a:pt x="294" y="12896"/>
                  </a:lnTo>
                  <a:lnTo>
                    <a:pt x="220" y="12872"/>
                  </a:lnTo>
                  <a:lnTo>
                    <a:pt x="147" y="12823"/>
                  </a:lnTo>
                  <a:lnTo>
                    <a:pt x="74" y="12774"/>
                  </a:lnTo>
                  <a:lnTo>
                    <a:pt x="49" y="12676"/>
                  </a:lnTo>
                  <a:lnTo>
                    <a:pt x="74" y="12579"/>
                  </a:lnTo>
                  <a:lnTo>
                    <a:pt x="123" y="12506"/>
                  </a:lnTo>
                  <a:lnTo>
                    <a:pt x="196" y="12432"/>
                  </a:lnTo>
                  <a:lnTo>
                    <a:pt x="269" y="12408"/>
                  </a:lnTo>
                  <a:lnTo>
                    <a:pt x="733" y="12335"/>
                  </a:lnTo>
                  <a:close/>
                  <a:moveTo>
                    <a:pt x="5691" y="1"/>
                  </a:moveTo>
                  <a:lnTo>
                    <a:pt x="5593" y="50"/>
                  </a:lnTo>
                  <a:lnTo>
                    <a:pt x="1" y="2907"/>
                  </a:lnTo>
                  <a:lnTo>
                    <a:pt x="1" y="16267"/>
                  </a:lnTo>
                  <a:lnTo>
                    <a:pt x="5618" y="13409"/>
                  </a:lnTo>
                  <a:lnTo>
                    <a:pt x="5740" y="13360"/>
                  </a:lnTo>
                  <a:lnTo>
                    <a:pt x="5838" y="13263"/>
                  </a:lnTo>
                  <a:lnTo>
                    <a:pt x="5935" y="13165"/>
                  </a:lnTo>
                  <a:lnTo>
                    <a:pt x="6009" y="13067"/>
                  </a:lnTo>
                  <a:lnTo>
                    <a:pt x="6082" y="12945"/>
                  </a:lnTo>
                  <a:lnTo>
                    <a:pt x="6131" y="12823"/>
                  </a:lnTo>
                  <a:lnTo>
                    <a:pt x="6155" y="12701"/>
                  </a:lnTo>
                  <a:lnTo>
                    <a:pt x="6155" y="12579"/>
                  </a:lnTo>
                  <a:lnTo>
                    <a:pt x="6155" y="343"/>
                  </a:lnTo>
                  <a:lnTo>
                    <a:pt x="6155" y="221"/>
                  </a:lnTo>
                  <a:lnTo>
                    <a:pt x="6106" y="147"/>
                  </a:lnTo>
                  <a:lnTo>
                    <a:pt x="6058" y="74"/>
                  </a:lnTo>
                  <a:lnTo>
                    <a:pt x="5984" y="25"/>
                  </a:lnTo>
                  <a:lnTo>
                    <a:pt x="5911" y="1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0" name="Shape 80"/>
          <p:cNvSpPr txBox="1">
            <a:spLocks noGrp="1"/>
          </p:cNvSpPr>
          <p:nvPr>
            <p:ph type="title"/>
          </p:nvPr>
        </p:nvSpPr>
        <p:spPr>
          <a:xfrm>
            <a:off x="832475" y="168450"/>
            <a:ext cx="7951800" cy="973500"/>
          </a:xfrm>
          <a:prstGeom prst="rect">
            <a:avLst/>
          </a:prstGeom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de-DE" dirty="0" err="1"/>
              <a:t>e</a:t>
            </a:r>
            <a:r>
              <a:rPr lang="de-DE" dirty="0" err="1" smtClean="0"/>
              <a:t>sm</a:t>
            </a:r>
            <a:r>
              <a:rPr lang="de-DE" dirty="0" smtClean="0"/>
              <a:t>-master</a:t>
            </a:r>
            <a:endParaRPr dirty="0"/>
          </a:p>
        </p:txBody>
      </p:sp>
      <p:sp>
        <p:nvSpPr>
          <p:cNvPr id="81" name="Shape 81"/>
          <p:cNvSpPr txBox="1"/>
          <p:nvPr/>
        </p:nvSpPr>
        <p:spPr>
          <a:xfrm>
            <a:off x="457200" y="1921975"/>
            <a:ext cx="3776700" cy="33555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rtl="0">
              <a:spcBef>
                <a:spcPts val="600"/>
              </a:spcBef>
              <a:spcAft>
                <a:spcPts val="0"/>
              </a:spcAft>
              <a:buNone/>
            </a:pPr>
            <a:r>
              <a:rPr lang="de-DE" b="1" dirty="0" err="1" smtClean="0">
                <a:solidFill>
                  <a:srgbClr val="F05768"/>
                </a:solidFill>
                <a:latin typeface="Source Sans Pro"/>
                <a:ea typeface="Source Sans Pro"/>
                <a:cs typeface="Source Sans Pro"/>
                <a:sym typeface="Source Sans Pro"/>
              </a:rPr>
              <a:t>Makefile-based</a:t>
            </a:r>
            <a:r>
              <a:rPr lang="de-DE" b="1" dirty="0" smtClean="0">
                <a:solidFill>
                  <a:srgbClr val="F05768"/>
                </a:solidFill>
                <a:latin typeface="Source Sans Pro"/>
                <a:ea typeface="Source Sans Pro"/>
                <a:cs typeface="Source Sans Pro"/>
                <a:sym typeface="Source Sans Pro"/>
              </a:rPr>
              <a:t> </a:t>
            </a:r>
            <a:r>
              <a:rPr lang="de-DE" b="1" dirty="0" err="1" smtClean="0">
                <a:solidFill>
                  <a:srgbClr val="F05768"/>
                </a:solidFill>
                <a:latin typeface="Source Sans Pro"/>
                <a:ea typeface="Source Sans Pro"/>
                <a:cs typeface="Source Sans Pro"/>
                <a:sym typeface="Source Sans Pro"/>
              </a:rPr>
              <a:t>tool</a:t>
            </a:r>
            <a:r>
              <a:rPr lang="de-DE" b="1" dirty="0" smtClean="0">
                <a:solidFill>
                  <a:srgbClr val="F05768"/>
                </a:solidFill>
                <a:latin typeface="Source Sans Pro"/>
                <a:ea typeface="Source Sans Pro"/>
                <a:cs typeface="Source Sans Pro"/>
                <a:sym typeface="Source Sans Pro"/>
              </a:rPr>
              <a:t> </a:t>
            </a:r>
            <a:r>
              <a:rPr lang="de-DE" b="1" dirty="0" err="1" smtClean="0">
                <a:solidFill>
                  <a:srgbClr val="F05768"/>
                </a:solidFill>
                <a:latin typeface="Source Sans Pro"/>
                <a:ea typeface="Source Sans Pro"/>
                <a:cs typeface="Source Sans Pro"/>
                <a:sym typeface="Source Sans Pro"/>
              </a:rPr>
              <a:t>to</a:t>
            </a:r>
            <a:endParaRPr dirty="0">
              <a:solidFill>
                <a:srgbClr val="F05768"/>
              </a:solidFill>
              <a:latin typeface="Source Sans Pro"/>
              <a:ea typeface="Source Sans Pro"/>
              <a:cs typeface="Source Sans Pro"/>
              <a:sym typeface="Source Sans Pro"/>
            </a:endParaRPr>
          </a:p>
          <a:p>
            <a:pPr marL="285750" lvl="0" indent="-285750" rtl="0"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 charset="0"/>
              <a:buChar char="•"/>
            </a:pPr>
            <a:r>
              <a:rPr lang="en-US" dirty="0">
                <a:solidFill>
                  <a:srgbClr val="2F3848"/>
                </a:solidFill>
                <a:latin typeface="Source Sans Pro"/>
                <a:ea typeface="Source Sans Pro"/>
                <a:cs typeface="Source Sans Pro"/>
                <a:sym typeface="Source Sans Pro"/>
              </a:rPr>
              <a:t>d</a:t>
            </a:r>
            <a:r>
              <a:rPr lang="de-DE" dirty="0" err="1" smtClean="0">
                <a:solidFill>
                  <a:srgbClr val="2F3848"/>
                </a:solidFill>
                <a:latin typeface="Source Sans Pro"/>
                <a:ea typeface="Source Sans Pro"/>
                <a:cs typeface="Source Sans Pro"/>
                <a:sym typeface="Source Sans Pro"/>
              </a:rPr>
              <a:t>ownload</a:t>
            </a:r>
            <a:r>
              <a:rPr lang="de-DE" dirty="0" smtClean="0">
                <a:solidFill>
                  <a:srgbClr val="2F3848"/>
                </a:solidFill>
                <a:latin typeface="Source Sans Pro"/>
                <a:ea typeface="Source Sans Pro"/>
                <a:cs typeface="Source Sans Pro"/>
                <a:sym typeface="Source Sans Pro"/>
              </a:rPr>
              <a:t> (e.g. </a:t>
            </a:r>
            <a:r>
              <a:rPr lang="de-DE" dirty="0" err="1" smtClean="0">
                <a:solidFill>
                  <a:srgbClr val="2F3848"/>
                </a:solidFill>
                <a:latin typeface="Source Sans Pro"/>
                <a:ea typeface="Source Sans Pro"/>
                <a:cs typeface="Source Sans Pro"/>
                <a:sym typeface="Source Sans Pro"/>
              </a:rPr>
              <a:t>make</a:t>
            </a:r>
            <a:r>
              <a:rPr lang="de-DE" dirty="0" smtClean="0">
                <a:solidFill>
                  <a:srgbClr val="2F3848"/>
                </a:solidFill>
                <a:latin typeface="Source Sans Pro"/>
                <a:ea typeface="Source Sans Pro"/>
                <a:cs typeface="Source Sans Pro"/>
                <a:sym typeface="Source Sans Pro"/>
              </a:rPr>
              <a:t> get-mpiesm-1.2.01)</a:t>
            </a:r>
            <a:endParaRPr dirty="0">
              <a:solidFill>
                <a:srgbClr val="2F3848"/>
              </a:solidFill>
              <a:latin typeface="Source Sans Pro"/>
              <a:ea typeface="Source Sans Pro"/>
              <a:cs typeface="Source Sans Pro"/>
              <a:sym typeface="Source Sans Pro"/>
            </a:endParaRPr>
          </a:p>
          <a:p>
            <a:pPr marL="285750" lvl="0" indent="-285750" rtl="0"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 charset="0"/>
              <a:buChar char="•"/>
            </a:pPr>
            <a:r>
              <a:rPr lang="en-US" dirty="0">
                <a:solidFill>
                  <a:srgbClr val="2F3848"/>
                </a:solidFill>
                <a:latin typeface="Source Sans Pro"/>
                <a:ea typeface="Source Sans Pro"/>
                <a:cs typeface="Source Sans Pro"/>
                <a:sym typeface="Source Sans Pro"/>
              </a:rPr>
              <a:t>c</a:t>
            </a:r>
            <a:r>
              <a:rPr lang="de-DE" dirty="0" err="1" smtClean="0">
                <a:solidFill>
                  <a:srgbClr val="2F3848"/>
                </a:solidFill>
                <a:latin typeface="Source Sans Pro"/>
                <a:ea typeface="Source Sans Pro"/>
                <a:cs typeface="Source Sans Pro"/>
                <a:sym typeface="Source Sans Pro"/>
              </a:rPr>
              <a:t>onfigure</a:t>
            </a:r>
            <a:r>
              <a:rPr lang="de-DE" dirty="0" smtClean="0">
                <a:solidFill>
                  <a:srgbClr val="2F3848"/>
                </a:solidFill>
                <a:latin typeface="Source Sans Pro"/>
                <a:ea typeface="Source Sans Pro"/>
                <a:cs typeface="Source Sans Pro"/>
                <a:sym typeface="Source Sans Pro"/>
              </a:rPr>
              <a:t> (e.g. </a:t>
            </a:r>
            <a:r>
              <a:rPr lang="de-DE" dirty="0" err="1" smtClean="0">
                <a:solidFill>
                  <a:srgbClr val="2F3848"/>
                </a:solidFill>
                <a:latin typeface="Source Sans Pro"/>
                <a:ea typeface="Source Sans Pro"/>
                <a:cs typeface="Source Sans Pro"/>
                <a:sym typeface="Source Sans Pro"/>
              </a:rPr>
              <a:t>make</a:t>
            </a:r>
            <a:r>
              <a:rPr lang="de-DE" dirty="0" smtClean="0">
                <a:solidFill>
                  <a:srgbClr val="2F3848"/>
                </a:solidFill>
                <a:latin typeface="Source Sans Pro"/>
                <a:ea typeface="Source Sans Pro"/>
                <a:cs typeface="Source Sans Pro"/>
                <a:sym typeface="Source Sans Pro"/>
              </a:rPr>
              <a:t> conf-mpiesm-1.2.01)</a:t>
            </a:r>
            <a:endParaRPr dirty="0">
              <a:solidFill>
                <a:srgbClr val="2F3848"/>
              </a:solidFill>
              <a:latin typeface="Source Sans Pro"/>
              <a:ea typeface="Source Sans Pro"/>
              <a:cs typeface="Source Sans Pro"/>
              <a:sym typeface="Source Sans Pro"/>
            </a:endParaRPr>
          </a:p>
          <a:p>
            <a:pPr marL="285750" lvl="0" indent="-285750" rtl="0"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 charset="0"/>
              <a:buChar char="•"/>
            </a:pPr>
            <a:r>
              <a:rPr lang="en-US" dirty="0">
                <a:solidFill>
                  <a:srgbClr val="2F3848"/>
                </a:solidFill>
                <a:latin typeface="Source Sans Pro"/>
                <a:ea typeface="Source Sans Pro"/>
                <a:cs typeface="Source Sans Pro"/>
                <a:sym typeface="Source Sans Pro"/>
              </a:rPr>
              <a:t>c</a:t>
            </a:r>
            <a:r>
              <a:rPr lang="de-DE" dirty="0" err="1" smtClean="0">
                <a:solidFill>
                  <a:srgbClr val="2F3848"/>
                </a:solidFill>
                <a:latin typeface="Source Sans Pro"/>
                <a:ea typeface="Source Sans Pro"/>
                <a:cs typeface="Source Sans Pro"/>
                <a:sym typeface="Source Sans Pro"/>
              </a:rPr>
              <a:t>ompile</a:t>
            </a:r>
            <a:r>
              <a:rPr lang="de-DE" dirty="0" smtClean="0">
                <a:solidFill>
                  <a:srgbClr val="2F3848"/>
                </a:solidFill>
                <a:latin typeface="Source Sans Pro"/>
                <a:ea typeface="Source Sans Pro"/>
                <a:cs typeface="Source Sans Pro"/>
                <a:sym typeface="Source Sans Pro"/>
              </a:rPr>
              <a:t> (e.g. </a:t>
            </a:r>
            <a:r>
              <a:rPr lang="de-DE" dirty="0" err="1" smtClean="0">
                <a:solidFill>
                  <a:srgbClr val="2F3848"/>
                </a:solidFill>
                <a:latin typeface="Source Sans Pro"/>
                <a:ea typeface="Source Sans Pro"/>
                <a:cs typeface="Source Sans Pro"/>
                <a:sym typeface="Source Sans Pro"/>
              </a:rPr>
              <a:t>make</a:t>
            </a:r>
            <a:r>
              <a:rPr lang="de-DE" dirty="0" smtClean="0">
                <a:solidFill>
                  <a:srgbClr val="2F3848"/>
                </a:solidFill>
                <a:latin typeface="Source Sans Pro"/>
                <a:ea typeface="Source Sans Pro"/>
                <a:cs typeface="Source Sans Pro"/>
                <a:sym typeface="Source Sans Pro"/>
              </a:rPr>
              <a:t> comp-mpiesm-1.2.01)</a:t>
            </a:r>
            <a:endParaRPr dirty="0">
              <a:solidFill>
                <a:srgbClr val="2F3848"/>
              </a:solidFill>
              <a:latin typeface="Source Sans Pro"/>
              <a:ea typeface="Source Sans Pro"/>
              <a:cs typeface="Source Sans Pro"/>
              <a:sym typeface="Source Sans Pro"/>
            </a:endParaRPr>
          </a:p>
          <a:p>
            <a:pPr marL="0" lvl="0" indent="0" rtl="0">
              <a:spcBef>
                <a:spcPts val="600"/>
              </a:spcBef>
              <a:spcAft>
                <a:spcPts val="0"/>
              </a:spcAft>
              <a:buNone/>
            </a:pPr>
            <a:r>
              <a:rPr lang="de-DE" b="1" dirty="0" err="1" smtClean="0">
                <a:solidFill>
                  <a:srgbClr val="F15668"/>
                </a:solidFill>
                <a:latin typeface="Source Sans Pro"/>
                <a:ea typeface="Source Sans Pro"/>
                <a:cs typeface="Source Sans Pro"/>
                <a:sym typeface="Source Sans Pro"/>
              </a:rPr>
              <a:t>Typing</a:t>
            </a:r>
            <a:r>
              <a:rPr lang="de-DE" b="1" dirty="0" smtClean="0">
                <a:solidFill>
                  <a:srgbClr val="F15668"/>
                </a:solidFill>
                <a:latin typeface="Source Sans Pro"/>
                <a:ea typeface="Source Sans Pro"/>
                <a:cs typeface="Source Sans Pro"/>
                <a:sym typeface="Source Sans Pro"/>
              </a:rPr>
              <a:t> „</a:t>
            </a:r>
            <a:r>
              <a:rPr lang="de-DE" b="1" dirty="0" err="1" smtClean="0">
                <a:solidFill>
                  <a:srgbClr val="F15668"/>
                </a:solidFill>
                <a:latin typeface="Source Sans Pro"/>
                <a:ea typeface="Source Sans Pro"/>
                <a:cs typeface="Source Sans Pro"/>
                <a:sym typeface="Source Sans Pro"/>
              </a:rPr>
              <a:t>make</a:t>
            </a:r>
            <a:r>
              <a:rPr lang="de-DE" b="1" dirty="0" smtClean="0">
                <a:solidFill>
                  <a:srgbClr val="F15668"/>
                </a:solidFill>
                <a:latin typeface="Source Sans Pro"/>
                <a:ea typeface="Source Sans Pro"/>
                <a:cs typeface="Source Sans Pro"/>
                <a:sym typeface="Source Sans Pro"/>
              </a:rPr>
              <a:t>“ </a:t>
            </a:r>
            <a:r>
              <a:rPr lang="de-DE" b="1" dirty="0" err="1" smtClean="0">
                <a:solidFill>
                  <a:srgbClr val="F15668"/>
                </a:solidFill>
                <a:latin typeface="Source Sans Pro"/>
                <a:ea typeface="Source Sans Pro"/>
                <a:cs typeface="Source Sans Pro"/>
                <a:sym typeface="Source Sans Pro"/>
              </a:rPr>
              <a:t>gives</a:t>
            </a:r>
            <a:r>
              <a:rPr lang="de-DE" b="1" dirty="0" smtClean="0">
                <a:solidFill>
                  <a:srgbClr val="F15668"/>
                </a:solidFill>
                <a:latin typeface="Source Sans Pro"/>
                <a:ea typeface="Source Sans Pro"/>
                <a:cs typeface="Source Sans Pro"/>
                <a:sym typeface="Source Sans Pro"/>
              </a:rPr>
              <a:t> </a:t>
            </a:r>
            <a:r>
              <a:rPr lang="de-DE" b="1" dirty="0" err="1" smtClean="0">
                <a:solidFill>
                  <a:srgbClr val="F15668"/>
                </a:solidFill>
                <a:latin typeface="Source Sans Pro"/>
                <a:ea typeface="Source Sans Pro"/>
                <a:cs typeface="Source Sans Pro"/>
                <a:sym typeface="Source Sans Pro"/>
              </a:rPr>
              <a:t>you</a:t>
            </a:r>
            <a:r>
              <a:rPr lang="de-DE" b="1" dirty="0" smtClean="0">
                <a:solidFill>
                  <a:srgbClr val="F15668"/>
                </a:solidFill>
                <a:latin typeface="Source Sans Pro"/>
                <a:ea typeface="Source Sans Pro"/>
                <a:cs typeface="Source Sans Pro"/>
                <a:sym typeface="Source Sans Pro"/>
              </a:rPr>
              <a:t> a </a:t>
            </a:r>
            <a:r>
              <a:rPr lang="de-DE" b="1" dirty="0" err="1" smtClean="0">
                <a:solidFill>
                  <a:srgbClr val="F15668"/>
                </a:solidFill>
                <a:latin typeface="Source Sans Pro"/>
                <a:ea typeface="Source Sans Pro"/>
                <a:cs typeface="Source Sans Pro"/>
                <a:sym typeface="Source Sans Pro"/>
              </a:rPr>
              <a:t>detailed</a:t>
            </a:r>
            <a:r>
              <a:rPr lang="de-DE" b="1" dirty="0" smtClean="0">
                <a:solidFill>
                  <a:srgbClr val="F15668"/>
                </a:solidFill>
                <a:latin typeface="Source Sans Pro"/>
                <a:ea typeface="Source Sans Pro"/>
                <a:cs typeface="Source Sans Pro"/>
                <a:sym typeface="Source Sans Pro"/>
              </a:rPr>
              <a:t> </a:t>
            </a:r>
            <a:r>
              <a:rPr lang="de-DE" b="1" dirty="0" err="1" smtClean="0">
                <a:solidFill>
                  <a:srgbClr val="F15668"/>
                </a:solidFill>
                <a:latin typeface="Source Sans Pro"/>
                <a:ea typeface="Source Sans Pro"/>
                <a:cs typeface="Source Sans Pro"/>
                <a:sym typeface="Source Sans Pro"/>
              </a:rPr>
              <a:t>list</a:t>
            </a:r>
            <a:r>
              <a:rPr lang="de-DE" b="1" dirty="0" smtClean="0">
                <a:solidFill>
                  <a:srgbClr val="F15668"/>
                </a:solidFill>
                <a:latin typeface="Source Sans Pro"/>
                <a:ea typeface="Source Sans Pro"/>
                <a:cs typeface="Source Sans Pro"/>
                <a:sym typeface="Source Sans Pro"/>
              </a:rPr>
              <a:t> </a:t>
            </a:r>
            <a:r>
              <a:rPr lang="de-DE" b="1" dirty="0" err="1" smtClean="0">
                <a:solidFill>
                  <a:srgbClr val="F15668"/>
                </a:solidFill>
                <a:latin typeface="Source Sans Pro"/>
                <a:ea typeface="Source Sans Pro"/>
                <a:cs typeface="Source Sans Pro"/>
                <a:sym typeface="Source Sans Pro"/>
              </a:rPr>
              <a:t>of</a:t>
            </a:r>
            <a:r>
              <a:rPr lang="de-DE" b="1" dirty="0" smtClean="0">
                <a:solidFill>
                  <a:srgbClr val="F15668"/>
                </a:solidFill>
                <a:latin typeface="Source Sans Pro"/>
                <a:ea typeface="Source Sans Pro"/>
                <a:cs typeface="Source Sans Pro"/>
                <a:sym typeface="Source Sans Pro"/>
              </a:rPr>
              <a:t> </a:t>
            </a:r>
            <a:r>
              <a:rPr lang="de-DE" b="1" dirty="0" err="1" smtClean="0">
                <a:solidFill>
                  <a:srgbClr val="F15668"/>
                </a:solidFill>
                <a:latin typeface="Source Sans Pro"/>
                <a:ea typeface="Source Sans Pro"/>
                <a:cs typeface="Source Sans Pro"/>
                <a:sym typeface="Source Sans Pro"/>
              </a:rPr>
              <a:t>available</a:t>
            </a:r>
            <a:r>
              <a:rPr lang="de-DE" b="1" dirty="0" smtClean="0">
                <a:solidFill>
                  <a:srgbClr val="F15668"/>
                </a:solidFill>
                <a:latin typeface="Source Sans Pro"/>
                <a:ea typeface="Source Sans Pro"/>
                <a:cs typeface="Source Sans Pro"/>
                <a:sym typeface="Source Sans Pro"/>
              </a:rPr>
              <a:t> </a:t>
            </a:r>
            <a:r>
              <a:rPr lang="de-DE" b="1" dirty="0" err="1" smtClean="0">
                <a:solidFill>
                  <a:srgbClr val="F15668"/>
                </a:solidFill>
                <a:latin typeface="Source Sans Pro"/>
                <a:ea typeface="Source Sans Pro"/>
                <a:cs typeface="Source Sans Pro"/>
                <a:sym typeface="Source Sans Pro"/>
              </a:rPr>
              <a:t>commands</a:t>
            </a:r>
            <a:r>
              <a:rPr lang="de-DE" b="1" dirty="0" smtClean="0">
                <a:solidFill>
                  <a:srgbClr val="F15668"/>
                </a:solidFill>
                <a:latin typeface="Source Sans Pro"/>
                <a:ea typeface="Source Sans Pro"/>
                <a:cs typeface="Source Sans Pro"/>
                <a:sym typeface="Source Sans Pro"/>
              </a:rPr>
              <a:t>. </a:t>
            </a:r>
          </a:p>
          <a:p>
            <a:pPr marL="0" lvl="0" indent="0" rtl="0">
              <a:spcBef>
                <a:spcPts val="600"/>
              </a:spcBef>
              <a:spcAft>
                <a:spcPts val="0"/>
              </a:spcAft>
              <a:buNone/>
            </a:pPr>
            <a:r>
              <a:rPr lang="de-DE" dirty="0" smtClean="0">
                <a:solidFill>
                  <a:srgbClr val="2F3848"/>
                </a:solidFill>
                <a:latin typeface="Source Sans Pro"/>
                <a:ea typeface="Source Sans Pro"/>
                <a:cs typeface="Source Sans Pro"/>
                <a:sym typeface="Source Sans Pro"/>
              </a:rPr>
              <a:t>Also </a:t>
            </a:r>
            <a:r>
              <a:rPr lang="de-DE" dirty="0" err="1" smtClean="0">
                <a:solidFill>
                  <a:srgbClr val="2F3848"/>
                </a:solidFill>
                <a:latin typeface="Source Sans Pro"/>
                <a:ea typeface="Source Sans Pro"/>
                <a:cs typeface="Source Sans Pro"/>
                <a:sym typeface="Source Sans Pro"/>
              </a:rPr>
              <a:t>gives</a:t>
            </a:r>
            <a:r>
              <a:rPr lang="de-DE" dirty="0" smtClean="0">
                <a:solidFill>
                  <a:srgbClr val="2F3848"/>
                </a:solidFill>
                <a:latin typeface="Source Sans Pro"/>
                <a:ea typeface="Source Sans Pro"/>
                <a:cs typeface="Source Sans Pro"/>
                <a:sym typeface="Source Sans Pro"/>
              </a:rPr>
              <a:t> </a:t>
            </a:r>
            <a:r>
              <a:rPr lang="de-DE" dirty="0" err="1" smtClean="0">
                <a:solidFill>
                  <a:srgbClr val="2F3848"/>
                </a:solidFill>
                <a:latin typeface="Source Sans Pro"/>
                <a:ea typeface="Source Sans Pro"/>
                <a:cs typeface="Source Sans Pro"/>
                <a:sym typeface="Source Sans Pro"/>
              </a:rPr>
              <a:t>you</a:t>
            </a:r>
            <a:r>
              <a:rPr lang="de-DE" dirty="0" smtClean="0">
                <a:solidFill>
                  <a:srgbClr val="2F3848"/>
                </a:solidFill>
                <a:latin typeface="Source Sans Pro"/>
                <a:ea typeface="Source Sans Pro"/>
                <a:cs typeface="Source Sans Pro"/>
                <a:sym typeface="Source Sans Pro"/>
              </a:rPr>
              <a:t> </a:t>
            </a:r>
            <a:r>
              <a:rPr lang="de-DE" dirty="0" err="1" smtClean="0">
                <a:solidFill>
                  <a:srgbClr val="2F3848"/>
                </a:solidFill>
                <a:latin typeface="Source Sans Pro"/>
                <a:ea typeface="Source Sans Pro"/>
                <a:cs typeface="Source Sans Pro"/>
                <a:sym typeface="Source Sans Pro"/>
              </a:rPr>
              <a:t>access</a:t>
            </a:r>
            <a:r>
              <a:rPr lang="de-DE" dirty="0" smtClean="0">
                <a:solidFill>
                  <a:srgbClr val="2F3848"/>
                </a:solidFill>
                <a:latin typeface="Source Sans Pro"/>
                <a:ea typeface="Source Sans Pro"/>
                <a:cs typeface="Source Sans Pro"/>
                <a:sym typeface="Source Sans Pro"/>
              </a:rPr>
              <a:t> </a:t>
            </a:r>
            <a:r>
              <a:rPr lang="de-DE" dirty="0" err="1" smtClean="0">
                <a:solidFill>
                  <a:srgbClr val="2F3848"/>
                </a:solidFill>
                <a:latin typeface="Source Sans Pro"/>
                <a:ea typeface="Source Sans Pro"/>
                <a:cs typeface="Source Sans Pro"/>
                <a:sym typeface="Source Sans Pro"/>
              </a:rPr>
              <a:t>to</a:t>
            </a:r>
            <a:r>
              <a:rPr lang="de-DE" dirty="0" smtClean="0">
                <a:solidFill>
                  <a:srgbClr val="2F3848"/>
                </a:solidFill>
                <a:latin typeface="Source Sans Pro"/>
                <a:ea typeface="Source Sans Pro"/>
                <a:cs typeface="Source Sans Pro"/>
                <a:sym typeface="Source Sans Pro"/>
              </a:rPr>
              <a:t> </a:t>
            </a:r>
          </a:p>
          <a:p>
            <a:pPr marL="285750" lvl="0" indent="-285750" rtl="0">
              <a:spcBef>
                <a:spcPts val="600"/>
              </a:spcBef>
              <a:spcAft>
                <a:spcPts val="0"/>
              </a:spcAft>
              <a:buFont typeface="Arial" charset="0"/>
              <a:buChar char="•"/>
            </a:pPr>
            <a:r>
              <a:rPr lang="de-DE" dirty="0" err="1" smtClean="0">
                <a:solidFill>
                  <a:srgbClr val="2F3848"/>
                </a:solidFill>
                <a:latin typeface="Source Sans Pro"/>
                <a:ea typeface="Source Sans Pro"/>
                <a:cs typeface="Source Sans Pro"/>
                <a:sym typeface="Source Sans Pro"/>
              </a:rPr>
              <a:t>the</a:t>
            </a:r>
            <a:r>
              <a:rPr lang="de-DE" dirty="0" smtClean="0">
                <a:solidFill>
                  <a:srgbClr val="2F3848"/>
                </a:solidFill>
                <a:latin typeface="Source Sans Pro"/>
                <a:ea typeface="Source Sans Pro"/>
                <a:cs typeface="Source Sans Pro"/>
                <a:sym typeface="Source Sans Pro"/>
              </a:rPr>
              <a:t> </a:t>
            </a:r>
            <a:r>
              <a:rPr lang="de-DE" dirty="0" err="1" smtClean="0">
                <a:solidFill>
                  <a:srgbClr val="2F3848"/>
                </a:solidFill>
                <a:latin typeface="Source Sans Pro"/>
                <a:ea typeface="Source Sans Pro"/>
                <a:cs typeface="Source Sans Pro"/>
                <a:sym typeface="Source Sans Pro"/>
              </a:rPr>
              <a:t>other</a:t>
            </a:r>
            <a:r>
              <a:rPr lang="de-DE" dirty="0" smtClean="0">
                <a:solidFill>
                  <a:srgbClr val="2F3848"/>
                </a:solidFill>
                <a:latin typeface="Source Sans Pro"/>
                <a:ea typeface="Source Sans Pro"/>
                <a:cs typeface="Source Sans Pro"/>
                <a:sym typeface="Source Sans Pro"/>
              </a:rPr>
              <a:t> </a:t>
            </a:r>
            <a:r>
              <a:rPr lang="de-DE" dirty="0" err="1" smtClean="0">
                <a:solidFill>
                  <a:srgbClr val="2F3848"/>
                </a:solidFill>
                <a:latin typeface="Source Sans Pro"/>
                <a:ea typeface="Source Sans Pro"/>
                <a:cs typeface="Source Sans Pro"/>
                <a:sym typeface="Source Sans Pro"/>
              </a:rPr>
              <a:t>esm</a:t>
            </a:r>
            <a:r>
              <a:rPr lang="de-DE" dirty="0" smtClean="0">
                <a:solidFill>
                  <a:srgbClr val="2F3848"/>
                </a:solidFill>
                <a:latin typeface="Source Sans Pro"/>
                <a:ea typeface="Source Sans Pro"/>
                <a:cs typeface="Source Sans Pro"/>
                <a:sym typeface="Source Sans Pro"/>
              </a:rPr>
              <a:t>-tools, </a:t>
            </a:r>
          </a:p>
          <a:p>
            <a:pPr marL="285750" lvl="0" indent="-285750" rtl="0">
              <a:spcBef>
                <a:spcPts val="600"/>
              </a:spcBef>
              <a:spcAft>
                <a:spcPts val="0"/>
              </a:spcAft>
              <a:buFont typeface="Arial" charset="0"/>
              <a:buChar char="•"/>
            </a:pPr>
            <a:r>
              <a:rPr lang="de-DE" dirty="0" err="1" smtClean="0">
                <a:solidFill>
                  <a:srgbClr val="2F3848"/>
                </a:solidFill>
                <a:latin typeface="Source Sans Pro"/>
                <a:ea typeface="Source Sans Pro"/>
                <a:cs typeface="Source Sans Pro"/>
                <a:sym typeface="Source Sans Pro"/>
              </a:rPr>
              <a:t>the</a:t>
            </a:r>
            <a:r>
              <a:rPr lang="de-DE" dirty="0" smtClean="0">
                <a:solidFill>
                  <a:srgbClr val="2F3848"/>
                </a:solidFill>
                <a:latin typeface="Source Sans Pro"/>
                <a:ea typeface="Source Sans Pro"/>
                <a:cs typeface="Source Sans Pro"/>
                <a:sym typeface="Source Sans Pro"/>
              </a:rPr>
              <a:t> </a:t>
            </a:r>
            <a:r>
              <a:rPr lang="de-DE" dirty="0" err="1" smtClean="0">
                <a:solidFill>
                  <a:srgbClr val="2F3848"/>
                </a:solidFill>
                <a:latin typeface="Source Sans Pro"/>
                <a:ea typeface="Source Sans Pro"/>
                <a:cs typeface="Source Sans Pro"/>
                <a:sym typeface="Source Sans Pro"/>
              </a:rPr>
              <a:t>slides</a:t>
            </a:r>
            <a:r>
              <a:rPr lang="de-DE" dirty="0" smtClean="0">
                <a:solidFill>
                  <a:srgbClr val="2F3848"/>
                </a:solidFill>
                <a:latin typeface="Source Sans Pro"/>
                <a:ea typeface="Source Sans Pro"/>
                <a:cs typeface="Source Sans Pro"/>
                <a:sym typeface="Source Sans Pro"/>
              </a:rPr>
              <a:t> </a:t>
            </a:r>
            <a:r>
              <a:rPr lang="de-DE" dirty="0" err="1" smtClean="0">
                <a:solidFill>
                  <a:srgbClr val="2F3848"/>
                </a:solidFill>
                <a:latin typeface="Source Sans Pro"/>
                <a:ea typeface="Source Sans Pro"/>
                <a:cs typeface="Source Sans Pro"/>
                <a:sym typeface="Source Sans Pro"/>
              </a:rPr>
              <a:t>of</a:t>
            </a:r>
            <a:r>
              <a:rPr lang="de-DE" dirty="0" smtClean="0">
                <a:solidFill>
                  <a:srgbClr val="2F3848"/>
                </a:solidFill>
                <a:latin typeface="Source Sans Pro"/>
                <a:ea typeface="Source Sans Pro"/>
                <a:cs typeface="Source Sans Pro"/>
                <a:sym typeface="Source Sans Pro"/>
              </a:rPr>
              <a:t> </a:t>
            </a:r>
            <a:r>
              <a:rPr lang="de-DE" dirty="0" err="1" smtClean="0">
                <a:solidFill>
                  <a:srgbClr val="2F3848"/>
                </a:solidFill>
                <a:latin typeface="Source Sans Pro"/>
                <a:ea typeface="Source Sans Pro"/>
                <a:cs typeface="Source Sans Pro"/>
                <a:sym typeface="Source Sans Pro"/>
              </a:rPr>
              <a:t>the</a:t>
            </a:r>
            <a:r>
              <a:rPr lang="de-DE" dirty="0" smtClean="0">
                <a:solidFill>
                  <a:srgbClr val="2F3848"/>
                </a:solidFill>
                <a:latin typeface="Source Sans Pro"/>
                <a:ea typeface="Source Sans Pro"/>
                <a:cs typeface="Source Sans Pro"/>
                <a:sym typeface="Source Sans Pro"/>
              </a:rPr>
              <a:t> </a:t>
            </a:r>
            <a:r>
              <a:rPr lang="de-DE" dirty="0" err="1" smtClean="0">
                <a:solidFill>
                  <a:srgbClr val="2F3848"/>
                </a:solidFill>
                <a:latin typeface="Source Sans Pro"/>
                <a:ea typeface="Source Sans Pro"/>
                <a:cs typeface="Source Sans Pro"/>
                <a:sym typeface="Source Sans Pro"/>
              </a:rPr>
              <a:t>git</a:t>
            </a:r>
            <a:r>
              <a:rPr lang="de-DE" dirty="0" smtClean="0">
                <a:solidFill>
                  <a:srgbClr val="2F3848"/>
                </a:solidFill>
                <a:latin typeface="Source Sans Pro"/>
                <a:ea typeface="Source Sans Pro"/>
                <a:cs typeface="Source Sans Pro"/>
                <a:sym typeface="Source Sans Pro"/>
              </a:rPr>
              <a:t>-workshop, </a:t>
            </a:r>
            <a:r>
              <a:rPr lang="de-DE" dirty="0" err="1" smtClean="0">
                <a:solidFill>
                  <a:srgbClr val="2F3848"/>
                </a:solidFill>
                <a:latin typeface="Source Sans Pro"/>
                <a:ea typeface="Source Sans Pro"/>
                <a:cs typeface="Source Sans Pro"/>
                <a:sym typeface="Source Sans Pro"/>
              </a:rPr>
              <a:t>and</a:t>
            </a:r>
            <a:r>
              <a:rPr lang="de-DE" dirty="0" smtClean="0">
                <a:solidFill>
                  <a:srgbClr val="2F3848"/>
                </a:solidFill>
                <a:latin typeface="Source Sans Pro"/>
                <a:ea typeface="Source Sans Pro"/>
                <a:cs typeface="Source Sans Pro"/>
                <a:sym typeface="Source Sans Pro"/>
              </a:rPr>
              <a:t> </a:t>
            </a:r>
          </a:p>
          <a:p>
            <a:pPr marL="285750" lvl="0" indent="-285750" rtl="0">
              <a:spcBef>
                <a:spcPts val="600"/>
              </a:spcBef>
              <a:spcAft>
                <a:spcPts val="0"/>
              </a:spcAft>
              <a:buFont typeface="Arial" charset="0"/>
              <a:buChar char="•"/>
            </a:pPr>
            <a:r>
              <a:rPr lang="de-DE" dirty="0" err="1" smtClean="0">
                <a:solidFill>
                  <a:srgbClr val="2F3848"/>
                </a:solidFill>
                <a:latin typeface="Source Sans Pro"/>
                <a:ea typeface="Source Sans Pro"/>
                <a:cs typeface="Source Sans Pro"/>
                <a:sym typeface="Source Sans Pro"/>
              </a:rPr>
              <a:t>the</a:t>
            </a:r>
            <a:r>
              <a:rPr lang="de-DE" dirty="0" smtClean="0">
                <a:solidFill>
                  <a:srgbClr val="2F3848"/>
                </a:solidFill>
                <a:latin typeface="Source Sans Pro"/>
                <a:ea typeface="Source Sans Pro"/>
                <a:cs typeface="Source Sans Pro"/>
                <a:sym typeface="Source Sans Pro"/>
              </a:rPr>
              <a:t> </a:t>
            </a:r>
            <a:r>
              <a:rPr lang="de-DE" dirty="0" err="1" smtClean="0">
                <a:solidFill>
                  <a:srgbClr val="2F3848"/>
                </a:solidFill>
                <a:latin typeface="Source Sans Pro"/>
                <a:ea typeface="Source Sans Pro"/>
                <a:cs typeface="Source Sans Pro"/>
                <a:sym typeface="Source Sans Pro"/>
              </a:rPr>
              <a:t>slides</a:t>
            </a:r>
            <a:r>
              <a:rPr lang="de-DE" dirty="0" smtClean="0">
                <a:solidFill>
                  <a:srgbClr val="2F3848"/>
                </a:solidFill>
                <a:latin typeface="Source Sans Pro"/>
                <a:ea typeface="Source Sans Pro"/>
                <a:cs typeface="Source Sans Pro"/>
                <a:sym typeface="Source Sans Pro"/>
              </a:rPr>
              <a:t> </a:t>
            </a:r>
            <a:r>
              <a:rPr lang="de-DE" dirty="0" err="1" smtClean="0">
                <a:solidFill>
                  <a:srgbClr val="2F3848"/>
                </a:solidFill>
                <a:latin typeface="Source Sans Pro"/>
                <a:ea typeface="Source Sans Pro"/>
                <a:cs typeface="Source Sans Pro"/>
                <a:sym typeface="Source Sans Pro"/>
              </a:rPr>
              <a:t>of</a:t>
            </a:r>
            <a:r>
              <a:rPr lang="de-DE" dirty="0" smtClean="0">
                <a:solidFill>
                  <a:srgbClr val="2F3848"/>
                </a:solidFill>
                <a:latin typeface="Source Sans Pro"/>
                <a:ea typeface="Source Sans Pro"/>
                <a:cs typeface="Source Sans Pro"/>
                <a:sym typeface="Source Sans Pro"/>
              </a:rPr>
              <a:t> </a:t>
            </a:r>
            <a:r>
              <a:rPr lang="de-DE" dirty="0" err="1" smtClean="0">
                <a:solidFill>
                  <a:srgbClr val="2F3848"/>
                </a:solidFill>
                <a:latin typeface="Source Sans Pro"/>
                <a:ea typeface="Source Sans Pro"/>
                <a:cs typeface="Source Sans Pro"/>
                <a:sym typeface="Source Sans Pro"/>
              </a:rPr>
              <a:t>the</a:t>
            </a:r>
            <a:r>
              <a:rPr lang="de-DE" dirty="0" smtClean="0">
                <a:solidFill>
                  <a:srgbClr val="2F3848"/>
                </a:solidFill>
                <a:latin typeface="Source Sans Pro"/>
                <a:ea typeface="Source Sans Pro"/>
                <a:cs typeface="Source Sans Pro"/>
                <a:sym typeface="Source Sans Pro"/>
              </a:rPr>
              <a:t> </a:t>
            </a:r>
            <a:r>
              <a:rPr lang="de-DE" dirty="0" err="1" smtClean="0">
                <a:solidFill>
                  <a:srgbClr val="2F3848"/>
                </a:solidFill>
                <a:latin typeface="Source Sans Pro"/>
                <a:ea typeface="Source Sans Pro"/>
                <a:cs typeface="Source Sans Pro"/>
                <a:sym typeface="Source Sans Pro"/>
              </a:rPr>
              <a:t>esm</a:t>
            </a:r>
            <a:r>
              <a:rPr lang="de-DE" dirty="0" smtClean="0">
                <a:solidFill>
                  <a:srgbClr val="2F3848"/>
                </a:solidFill>
                <a:latin typeface="Source Sans Pro"/>
                <a:ea typeface="Source Sans Pro"/>
                <a:cs typeface="Source Sans Pro"/>
                <a:sym typeface="Source Sans Pro"/>
              </a:rPr>
              <a:t>-tools </a:t>
            </a:r>
            <a:r>
              <a:rPr lang="de-DE" dirty="0" err="1" smtClean="0">
                <a:solidFill>
                  <a:srgbClr val="2F3848"/>
                </a:solidFill>
                <a:latin typeface="Source Sans Pro"/>
                <a:ea typeface="Source Sans Pro"/>
                <a:cs typeface="Source Sans Pro"/>
                <a:sym typeface="Source Sans Pro"/>
              </a:rPr>
              <a:t>workshop</a:t>
            </a:r>
            <a:r>
              <a:rPr lang="de-DE" dirty="0" smtClean="0">
                <a:solidFill>
                  <a:srgbClr val="2F3848"/>
                </a:solidFill>
                <a:latin typeface="Source Sans Pro"/>
                <a:ea typeface="Source Sans Pro"/>
                <a:cs typeface="Source Sans Pro"/>
                <a:sym typeface="Source Sans Pro"/>
              </a:rPr>
              <a:t>.</a:t>
            </a:r>
            <a:endParaRPr dirty="0">
              <a:solidFill>
                <a:srgbClr val="2F3848"/>
              </a:solidFill>
              <a:latin typeface="Source Sans Pro"/>
              <a:ea typeface="Source Sans Pro"/>
              <a:cs typeface="Source Sans Pro"/>
              <a:sym typeface="Source Sans Pro"/>
            </a:endParaRPr>
          </a:p>
        </p:txBody>
      </p:sp>
      <p:sp>
        <p:nvSpPr>
          <p:cNvPr id="82" name="Shape 82"/>
          <p:cNvSpPr txBox="1"/>
          <p:nvPr/>
        </p:nvSpPr>
        <p:spPr>
          <a:xfrm>
            <a:off x="4744975" y="1921975"/>
            <a:ext cx="3941700" cy="3158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rtl="0">
              <a:spcBef>
                <a:spcPts val="600"/>
              </a:spcBef>
              <a:spcAft>
                <a:spcPts val="0"/>
              </a:spcAft>
              <a:buNone/>
            </a:pPr>
            <a:r>
              <a:rPr lang="de-DE" b="1" dirty="0" smtClean="0">
                <a:solidFill>
                  <a:srgbClr val="F05768"/>
                </a:solidFill>
                <a:latin typeface="Source Sans Pro"/>
                <a:ea typeface="Source Sans Pro"/>
                <a:cs typeface="Source Sans Pro"/>
                <a:sym typeface="Source Sans Pro"/>
              </a:rPr>
              <a:t>Integration </a:t>
            </a:r>
            <a:r>
              <a:rPr lang="de-DE" b="1" dirty="0" err="1" smtClean="0">
                <a:solidFill>
                  <a:srgbClr val="F05768"/>
                </a:solidFill>
                <a:latin typeface="Source Sans Pro"/>
                <a:ea typeface="Source Sans Pro"/>
                <a:cs typeface="Source Sans Pro"/>
                <a:sym typeface="Source Sans Pro"/>
              </a:rPr>
              <a:t>with</a:t>
            </a:r>
            <a:r>
              <a:rPr lang="de-DE" b="1" dirty="0" smtClean="0">
                <a:solidFill>
                  <a:srgbClr val="F05768"/>
                </a:solidFill>
                <a:latin typeface="Source Sans Pro"/>
                <a:ea typeface="Source Sans Pro"/>
                <a:cs typeface="Source Sans Pro"/>
                <a:sym typeface="Source Sans Pro"/>
              </a:rPr>
              <a:t> </a:t>
            </a:r>
            <a:r>
              <a:rPr lang="de-DE" b="1" dirty="0" err="1" smtClean="0">
                <a:solidFill>
                  <a:srgbClr val="F05768"/>
                </a:solidFill>
                <a:latin typeface="Source Sans Pro"/>
                <a:ea typeface="Source Sans Pro"/>
                <a:cs typeface="Source Sans Pro"/>
                <a:sym typeface="Source Sans Pro"/>
              </a:rPr>
              <a:t>esm</a:t>
            </a:r>
            <a:r>
              <a:rPr lang="de-DE" b="1" dirty="0" smtClean="0">
                <a:solidFill>
                  <a:srgbClr val="F05768"/>
                </a:solidFill>
                <a:latin typeface="Source Sans Pro"/>
                <a:ea typeface="Source Sans Pro"/>
                <a:cs typeface="Source Sans Pro"/>
                <a:sym typeface="Source Sans Pro"/>
              </a:rPr>
              <a:t>-environment</a:t>
            </a:r>
            <a:endParaRPr dirty="0">
              <a:solidFill>
                <a:srgbClr val="F05768"/>
              </a:solidFill>
              <a:latin typeface="Source Sans Pro"/>
              <a:ea typeface="Source Sans Pro"/>
              <a:cs typeface="Source Sans Pro"/>
              <a:sym typeface="Source Sans Pro"/>
            </a:endParaRPr>
          </a:p>
          <a:p>
            <a:pPr marL="0" lvl="0" indent="0" rtl="0">
              <a:spcBef>
                <a:spcPts val="600"/>
              </a:spcBef>
              <a:spcAft>
                <a:spcPts val="0"/>
              </a:spcAft>
              <a:buNone/>
            </a:pPr>
            <a:r>
              <a:rPr lang="de-DE" dirty="0" err="1" smtClean="0">
                <a:solidFill>
                  <a:srgbClr val="2F3848"/>
                </a:solidFill>
                <a:latin typeface="Source Sans Pro"/>
                <a:ea typeface="Source Sans Pro"/>
                <a:cs typeface="Source Sans Pro"/>
                <a:sym typeface="Source Sans Pro"/>
              </a:rPr>
              <a:t>If</a:t>
            </a:r>
            <a:r>
              <a:rPr lang="de-DE" dirty="0" smtClean="0">
                <a:solidFill>
                  <a:srgbClr val="2F3848"/>
                </a:solidFill>
                <a:latin typeface="Source Sans Pro"/>
                <a:ea typeface="Source Sans Pro"/>
                <a:cs typeface="Source Sans Pro"/>
                <a:sym typeface="Source Sans Pro"/>
              </a:rPr>
              <a:t> </a:t>
            </a:r>
            <a:r>
              <a:rPr lang="de-DE" dirty="0" err="1" smtClean="0">
                <a:solidFill>
                  <a:srgbClr val="2F3848"/>
                </a:solidFill>
                <a:latin typeface="Source Sans Pro"/>
                <a:ea typeface="Source Sans Pro"/>
                <a:cs typeface="Source Sans Pro"/>
                <a:sym typeface="Source Sans Pro"/>
              </a:rPr>
              <a:t>esm</a:t>
            </a:r>
            <a:r>
              <a:rPr lang="de-DE" dirty="0" smtClean="0">
                <a:solidFill>
                  <a:srgbClr val="2F3848"/>
                </a:solidFill>
                <a:latin typeface="Source Sans Pro"/>
                <a:ea typeface="Source Sans Pro"/>
                <a:cs typeface="Source Sans Pro"/>
                <a:sym typeface="Source Sans Pro"/>
              </a:rPr>
              <a:t>-environment </a:t>
            </a:r>
            <a:r>
              <a:rPr lang="de-DE" dirty="0" err="1" smtClean="0">
                <a:solidFill>
                  <a:srgbClr val="2F3848"/>
                </a:solidFill>
                <a:latin typeface="Source Sans Pro"/>
                <a:ea typeface="Source Sans Pro"/>
                <a:cs typeface="Source Sans Pro"/>
                <a:sym typeface="Source Sans Pro"/>
              </a:rPr>
              <a:t>exists</a:t>
            </a:r>
            <a:r>
              <a:rPr lang="de-DE" dirty="0" smtClean="0">
                <a:solidFill>
                  <a:srgbClr val="2F3848"/>
                </a:solidFill>
                <a:latin typeface="Source Sans Pro"/>
                <a:ea typeface="Source Sans Pro"/>
                <a:cs typeface="Source Sans Pro"/>
                <a:sym typeface="Source Sans Pro"/>
              </a:rPr>
              <a:t> in </a:t>
            </a:r>
            <a:r>
              <a:rPr lang="de-DE" dirty="0" err="1" smtClean="0">
                <a:solidFill>
                  <a:srgbClr val="2F3848"/>
                </a:solidFill>
                <a:latin typeface="Source Sans Pro"/>
                <a:ea typeface="Source Sans Pro"/>
                <a:cs typeface="Source Sans Pro"/>
                <a:sym typeface="Source Sans Pro"/>
              </a:rPr>
              <a:t>esm</a:t>
            </a:r>
            <a:r>
              <a:rPr lang="de-DE" dirty="0" smtClean="0">
                <a:solidFill>
                  <a:srgbClr val="2F3848"/>
                </a:solidFill>
                <a:latin typeface="Source Sans Pro"/>
                <a:ea typeface="Source Sans Pro"/>
                <a:cs typeface="Source Sans Pro"/>
                <a:sym typeface="Source Sans Pro"/>
              </a:rPr>
              <a:t>-master </a:t>
            </a:r>
            <a:r>
              <a:rPr lang="de-DE" dirty="0" err="1" smtClean="0">
                <a:solidFill>
                  <a:srgbClr val="2F3848"/>
                </a:solidFill>
                <a:latin typeface="Source Sans Pro"/>
                <a:ea typeface="Source Sans Pro"/>
                <a:cs typeface="Source Sans Pro"/>
                <a:sym typeface="Source Sans Pro"/>
              </a:rPr>
              <a:t>folder</a:t>
            </a:r>
            <a:r>
              <a:rPr lang="de-DE" dirty="0" smtClean="0">
                <a:solidFill>
                  <a:srgbClr val="2F3848"/>
                </a:solidFill>
                <a:latin typeface="Source Sans Pro"/>
                <a:ea typeface="Source Sans Pro"/>
                <a:cs typeface="Source Sans Pro"/>
                <a:sym typeface="Source Sans Pro"/>
              </a:rPr>
              <a:t>, all </a:t>
            </a:r>
            <a:r>
              <a:rPr lang="de-DE" dirty="0" err="1" smtClean="0">
                <a:solidFill>
                  <a:srgbClr val="2F3848"/>
                </a:solidFill>
                <a:latin typeface="Source Sans Pro"/>
                <a:ea typeface="Source Sans Pro"/>
                <a:cs typeface="Source Sans Pro"/>
                <a:sym typeface="Source Sans Pro"/>
              </a:rPr>
              <a:t>compiling</a:t>
            </a:r>
            <a:r>
              <a:rPr lang="de-DE" dirty="0" smtClean="0">
                <a:solidFill>
                  <a:srgbClr val="2F3848"/>
                </a:solidFill>
                <a:latin typeface="Source Sans Pro"/>
                <a:ea typeface="Source Sans Pro"/>
                <a:cs typeface="Source Sans Pro"/>
                <a:sym typeface="Source Sans Pro"/>
              </a:rPr>
              <a:t> </a:t>
            </a:r>
            <a:r>
              <a:rPr lang="de-DE" dirty="0" err="1" smtClean="0">
                <a:solidFill>
                  <a:srgbClr val="2F3848"/>
                </a:solidFill>
                <a:latin typeface="Source Sans Pro"/>
                <a:ea typeface="Source Sans Pro"/>
                <a:cs typeface="Source Sans Pro"/>
                <a:sym typeface="Source Sans Pro"/>
              </a:rPr>
              <a:t>is</a:t>
            </a:r>
            <a:r>
              <a:rPr lang="de-DE" dirty="0" smtClean="0">
                <a:solidFill>
                  <a:srgbClr val="2F3848"/>
                </a:solidFill>
                <a:latin typeface="Source Sans Pro"/>
                <a:ea typeface="Source Sans Pro"/>
                <a:cs typeface="Source Sans Pro"/>
                <a:sym typeface="Source Sans Pro"/>
              </a:rPr>
              <a:t> </a:t>
            </a:r>
            <a:r>
              <a:rPr lang="de-DE" dirty="0" err="1" smtClean="0">
                <a:solidFill>
                  <a:srgbClr val="2F3848"/>
                </a:solidFill>
                <a:latin typeface="Source Sans Pro"/>
                <a:ea typeface="Source Sans Pro"/>
                <a:cs typeface="Source Sans Pro"/>
                <a:sym typeface="Source Sans Pro"/>
              </a:rPr>
              <a:t>performed</a:t>
            </a:r>
            <a:r>
              <a:rPr lang="de-DE" dirty="0" smtClean="0">
                <a:solidFill>
                  <a:srgbClr val="2F3848"/>
                </a:solidFill>
                <a:latin typeface="Source Sans Pro"/>
                <a:ea typeface="Source Sans Pro"/>
                <a:cs typeface="Source Sans Pro"/>
                <a:sym typeface="Source Sans Pro"/>
              </a:rPr>
              <a:t> </a:t>
            </a:r>
            <a:r>
              <a:rPr lang="de-DE" dirty="0" err="1" smtClean="0">
                <a:solidFill>
                  <a:srgbClr val="2F3848"/>
                </a:solidFill>
                <a:latin typeface="Source Sans Pro"/>
                <a:ea typeface="Source Sans Pro"/>
                <a:cs typeface="Source Sans Pro"/>
                <a:sym typeface="Source Sans Pro"/>
              </a:rPr>
              <a:t>using</a:t>
            </a:r>
            <a:r>
              <a:rPr lang="de-DE" dirty="0" smtClean="0">
                <a:solidFill>
                  <a:srgbClr val="2F3848"/>
                </a:solidFill>
                <a:latin typeface="Source Sans Pro"/>
                <a:ea typeface="Source Sans Pro"/>
                <a:cs typeface="Source Sans Pro"/>
                <a:sym typeface="Source Sans Pro"/>
              </a:rPr>
              <a:t> </a:t>
            </a:r>
            <a:r>
              <a:rPr lang="de-DE" dirty="0" err="1" smtClean="0">
                <a:solidFill>
                  <a:srgbClr val="2F3848"/>
                </a:solidFill>
                <a:latin typeface="Source Sans Pro"/>
                <a:ea typeface="Source Sans Pro"/>
                <a:cs typeface="Source Sans Pro"/>
                <a:sym typeface="Source Sans Pro"/>
              </a:rPr>
              <a:t>the</a:t>
            </a:r>
            <a:r>
              <a:rPr lang="de-DE" dirty="0" smtClean="0">
                <a:solidFill>
                  <a:srgbClr val="2F3848"/>
                </a:solidFill>
                <a:latin typeface="Source Sans Pro"/>
                <a:ea typeface="Source Sans Pro"/>
                <a:cs typeface="Source Sans Pro"/>
                <a:sym typeface="Source Sans Pro"/>
              </a:rPr>
              <a:t> </a:t>
            </a:r>
            <a:r>
              <a:rPr lang="de-DE" dirty="0" err="1" smtClean="0">
                <a:solidFill>
                  <a:srgbClr val="2F3848"/>
                </a:solidFill>
                <a:latin typeface="Source Sans Pro"/>
                <a:ea typeface="Source Sans Pro"/>
                <a:cs typeface="Source Sans Pro"/>
                <a:sym typeface="Source Sans Pro"/>
              </a:rPr>
              <a:t>machine</a:t>
            </a:r>
            <a:r>
              <a:rPr lang="de-DE" dirty="0" smtClean="0">
                <a:solidFill>
                  <a:srgbClr val="2F3848"/>
                </a:solidFill>
                <a:latin typeface="Source Sans Pro"/>
                <a:ea typeface="Source Sans Pro"/>
                <a:cs typeface="Source Sans Pro"/>
                <a:sym typeface="Source Sans Pro"/>
              </a:rPr>
              <a:t> </a:t>
            </a:r>
            <a:r>
              <a:rPr lang="de-DE" dirty="0" err="1" smtClean="0">
                <a:solidFill>
                  <a:srgbClr val="2F3848"/>
                </a:solidFill>
                <a:latin typeface="Source Sans Pro"/>
                <a:ea typeface="Source Sans Pro"/>
                <a:cs typeface="Source Sans Pro"/>
                <a:sym typeface="Source Sans Pro"/>
              </a:rPr>
              <a:t>settings</a:t>
            </a:r>
            <a:r>
              <a:rPr lang="de-DE" dirty="0" smtClean="0">
                <a:solidFill>
                  <a:srgbClr val="2F3848"/>
                </a:solidFill>
                <a:latin typeface="Source Sans Pro"/>
                <a:ea typeface="Source Sans Pro"/>
                <a:cs typeface="Source Sans Pro"/>
                <a:sym typeface="Source Sans Pro"/>
              </a:rPr>
              <a:t> </a:t>
            </a:r>
            <a:r>
              <a:rPr lang="de-DE" dirty="0" err="1" smtClean="0">
                <a:solidFill>
                  <a:srgbClr val="2F3848"/>
                </a:solidFill>
                <a:latin typeface="Source Sans Pro"/>
                <a:ea typeface="Source Sans Pro"/>
                <a:cs typeface="Source Sans Pro"/>
                <a:sym typeface="Source Sans Pro"/>
              </a:rPr>
              <a:t>from</a:t>
            </a:r>
            <a:r>
              <a:rPr lang="de-DE" dirty="0" smtClean="0">
                <a:solidFill>
                  <a:srgbClr val="2F3848"/>
                </a:solidFill>
                <a:latin typeface="Source Sans Pro"/>
                <a:ea typeface="Source Sans Pro"/>
                <a:cs typeface="Source Sans Pro"/>
                <a:sym typeface="Source Sans Pro"/>
              </a:rPr>
              <a:t> </a:t>
            </a:r>
            <a:r>
              <a:rPr lang="de-DE" dirty="0" err="1" smtClean="0">
                <a:solidFill>
                  <a:srgbClr val="2F3848"/>
                </a:solidFill>
                <a:latin typeface="Source Sans Pro"/>
                <a:ea typeface="Source Sans Pro"/>
                <a:cs typeface="Source Sans Pro"/>
                <a:sym typeface="Source Sans Pro"/>
              </a:rPr>
              <a:t>there</a:t>
            </a:r>
            <a:r>
              <a:rPr lang="de-DE" dirty="0" smtClean="0">
                <a:solidFill>
                  <a:srgbClr val="2F3848"/>
                </a:solidFill>
                <a:latin typeface="Source Sans Pro"/>
                <a:ea typeface="Source Sans Pro"/>
                <a:cs typeface="Source Sans Pro"/>
                <a:sym typeface="Source Sans Pro"/>
              </a:rPr>
              <a:t>.</a:t>
            </a:r>
          </a:p>
          <a:p>
            <a:pPr marL="0" lvl="0" indent="0" rtl="0">
              <a:spcBef>
                <a:spcPts val="600"/>
              </a:spcBef>
              <a:spcAft>
                <a:spcPts val="0"/>
              </a:spcAft>
              <a:buNone/>
            </a:pPr>
            <a:endParaRPr lang="de-DE" dirty="0">
              <a:solidFill>
                <a:srgbClr val="2F3848"/>
              </a:solidFill>
              <a:latin typeface="Source Sans Pro"/>
              <a:ea typeface="Source Sans Pro"/>
              <a:cs typeface="Source Sans Pro"/>
              <a:sym typeface="Source Sans Pro"/>
            </a:endParaRPr>
          </a:p>
          <a:p>
            <a:pPr lvl="0">
              <a:spcBef>
                <a:spcPts val="600"/>
              </a:spcBef>
            </a:pPr>
            <a:r>
              <a:rPr lang="de-DE" b="1" dirty="0">
                <a:solidFill>
                  <a:srgbClr val="F05768"/>
                </a:solidFill>
                <a:latin typeface="Source Sans Pro"/>
                <a:ea typeface="Source Sans Pro"/>
                <a:cs typeface="Source Sans Pro"/>
                <a:sym typeface="Source Sans Pro"/>
              </a:rPr>
              <a:t>Integration </a:t>
            </a:r>
            <a:r>
              <a:rPr lang="de-DE" b="1" dirty="0" err="1">
                <a:solidFill>
                  <a:srgbClr val="F05768"/>
                </a:solidFill>
                <a:latin typeface="Source Sans Pro"/>
                <a:ea typeface="Source Sans Pro"/>
                <a:cs typeface="Source Sans Pro"/>
                <a:sym typeface="Source Sans Pro"/>
              </a:rPr>
              <a:t>with</a:t>
            </a:r>
            <a:r>
              <a:rPr lang="de-DE" b="1" dirty="0">
                <a:solidFill>
                  <a:srgbClr val="F05768"/>
                </a:solidFill>
                <a:latin typeface="Source Sans Pro"/>
                <a:ea typeface="Source Sans Pro"/>
                <a:cs typeface="Source Sans Pro"/>
                <a:sym typeface="Source Sans Pro"/>
              </a:rPr>
              <a:t> </a:t>
            </a:r>
            <a:r>
              <a:rPr lang="de-DE" b="1" dirty="0" err="1" smtClean="0">
                <a:solidFill>
                  <a:srgbClr val="F05768"/>
                </a:solidFill>
                <a:latin typeface="Source Sans Pro"/>
                <a:ea typeface="Source Sans Pro"/>
                <a:cs typeface="Source Sans Pro"/>
                <a:sym typeface="Source Sans Pro"/>
              </a:rPr>
              <a:t>esm-runscripts</a:t>
            </a:r>
            <a:endParaRPr lang="de-DE" dirty="0">
              <a:solidFill>
                <a:srgbClr val="F05768"/>
              </a:solidFill>
              <a:latin typeface="Source Sans Pro"/>
              <a:ea typeface="Source Sans Pro"/>
              <a:cs typeface="Source Sans Pro"/>
              <a:sym typeface="Source Sans Pro"/>
            </a:endParaRPr>
          </a:p>
          <a:p>
            <a:pPr lvl="0">
              <a:spcBef>
                <a:spcPts val="600"/>
              </a:spcBef>
            </a:pPr>
            <a:r>
              <a:rPr lang="de-DE" dirty="0" err="1">
                <a:solidFill>
                  <a:srgbClr val="2F3848"/>
                </a:solidFill>
                <a:latin typeface="Source Sans Pro"/>
                <a:ea typeface="Source Sans Pro"/>
                <a:cs typeface="Source Sans Pro"/>
                <a:sym typeface="Source Sans Pro"/>
              </a:rPr>
              <a:t>If</a:t>
            </a:r>
            <a:r>
              <a:rPr lang="de-DE" dirty="0">
                <a:solidFill>
                  <a:srgbClr val="2F3848"/>
                </a:solidFill>
                <a:latin typeface="Source Sans Pro"/>
                <a:ea typeface="Source Sans Pro"/>
                <a:cs typeface="Source Sans Pro"/>
                <a:sym typeface="Source Sans Pro"/>
              </a:rPr>
              <a:t> </a:t>
            </a:r>
            <a:r>
              <a:rPr lang="de-DE" dirty="0" err="1" smtClean="0">
                <a:solidFill>
                  <a:srgbClr val="2F3848"/>
                </a:solidFill>
                <a:latin typeface="Source Sans Pro"/>
                <a:ea typeface="Source Sans Pro"/>
                <a:cs typeface="Source Sans Pro"/>
                <a:sym typeface="Source Sans Pro"/>
              </a:rPr>
              <a:t>esm-runscripts</a:t>
            </a:r>
            <a:r>
              <a:rPr lang="de-DE" dirty="0" smtClean="0">
                <a:solidFill>
                  <a:srgbClr val="2F3848"/>
                </a:solidFill>
                <a:latin typeface="Source Sans Pro"/>
                <a:ea typeface="Source Sans Pro"/>
                <a:cs typeface="Source Sans Pro"/>
                <a:sym typeface="Source Sans Pro"/>
              </a:rPr>
              <a:t> </a:t>
            </a:r>
            <a:r>
              <a:rPr lang="de-DE" dirty="0" err="1">
                <a:solidFill>
                  <a:srgbClr val="2F3848"/>
                </a:solidFill>
                <a:latin typeface="Source Sans Pro"/>
                <a:ea typeface="Source Sans Pro"/>
                <a:cs typeface="Source Sans Pro"/>
                <a:sym typeface="Source Sans Pro"/>
              </a:rPr>
              <a:t>exists</a:t>
            </a:r>
            <a:r>
              <a:rPr lang="de-DE" dirty="0">
                <a:solidFill>
                  <a:srgbClr val="2F3848"/>
                </a:solidFill>
                <a:latin typeface="Source Sans Pro"/>
                <a:ea typeface="Source Sans Pro"/>
                <a:cs typeface="Source Sans Pro"/>
                <a:sym typeface="Source Sans Pro"/>
              </a:rPr>
              <a:t> in </a:t>
            </a:r>
            <a:r>
              <a:rPr lang="de-DE" dirty="0" err="1">
                <a:solidFill>
                  <a:srgbClr val="2F3848"/>
                </a:solidFill>
                <a:latin typeface="Source Sans Pro"/>
                <a:ea typeface="Source Sans Pro"/>
                <a:cs typeface="Source Sans Pro"/>
                <a:sym typeface="Source Sans Pro"/>
              </a:rPr>
              <a:t>esm</a:t>
            </a:r>
            <a:r>
              <a:rPr lang="de-DE" dirty="0">
                <a:solidFill>
                  <a:srgbClr val="2F3848"/>
                </a:solidFill>
                <a:latin typeface="Source Sans Pro"/>
                <a:ea typeface="Source Sans Pro"/>
                <a:cs typeface="Source Sans Pro"/>
                <a:sym typeface="Source Sans Pro"/>
              </a:rPr>
              <a:t>-master </a:t>
            </a:r>
            <a:r>
              <a:rPr lang="de-DE" dirty="0" err="1">
                <a:solidFill>
                  <a:srgbClr val="2F3848"/>
                </a:solidFill>
                <a:latin typeface="Source Sans Pro"/>
                <a:ea typeface="Source Sans Pro"/>
                <a:cs typeface="Source Sans Pro"/>
                <a:sym typeface="Source Sans Pro"/>
              </a:rPr>
              <a:t>folder</a:t>
            </a:r>
            <a:r>
              <a:rPr lang="de-DE" dirty="0">
                <a:solidFill>
                  <a:srgbClr val="2F3848"/>
                </a:solidFill>
                <a:latin typeface="Source Sans Pro"/>
                <a:ea typeface="Source Sans Pro"/>
                <a:cs typeface="Source Sans Pro"/>
                <a:sym typeface="Source Sans Pro"/>
              </a:rPr>
              <a:t>, </a:t>
            </a:r>
            <a:r>
              <a:rPr lang="de-DE" dirty="0" err="1" smtClean="0">
                <a:solidFill>
                  <a:srgbClr val="2F3848"/>
                </a:solidFill>
                <a:latin typeface="Source Sans Pro"/>
                <a:ea typeface="Source Sans Pro"/>
                <a:cs typeface="Source Sans Pro"/>
                <a:sym typeface="Source Sans Pro"/>
              </a:rPr>
              <a:t>esm</a:t>
            </a:r>
            <a:r>
              <a:rPr lang="de-DE" dirty="0" smtClean="0">
                <a:solidFill>
                  <a:srgbClr val="2F3848"/>
                </a:solidFill>
                <a:latin typeface="Source Sans Pro"/>
                <a:ea typeface="Source Sans Pro"/>
                <a:cs typeface="Source Sans Pro"/>
                <a:sym typeface="Source Sans Pro"/>
              </a:rPr>
              <a:t>-master will </a:t>
            </a:r>
            <a:r>
              <a:rPr lang="de-DE" dirty="0" err="1" smtClean="0">
                <a:solidFill>
                  <a:srgbClr val="2F3848"/>
                </a:solidFill>
                <a:latin typeface="Source Sans Pro"/>
                <a:ea typeface="Source Sans Pro"/>
                <a:cs typeface="Source Sans Pro"/>
                <a:sym typeface="Source Sans Pro"/>
              </a:rPr>
              <a:t>generate</a:t>
            </a:r>
            <a:r>
              <a:rPr lang="de-DE" dirty="0" smtClean="0">
                <a:solidFill>
                  <a:srgbClr val="2F3848"/>
                </a:solidFill>
                <a:latin typeface="Source Sans Pro"/>
                <a:ea typeface="Source Sans Pro"/>
                <a:cs typeface="Source Sans Pro"/>
                <a:sym typeface="Source Sans Pro"/>
              </a:rPr>
              <a:t> a prototype </a:t>
            </a:r>
            <a:r>
              <a:rPr lang="de-DE" dirty="0" err="1" smtClean="0">
                <a:solidFill>
                  <a:srgbClr val="2F3848"/>
                </a:solidFill>
                <a:latin typeface="Source Sans Pro"/>
                <a:ea typeface="Source Sans Pro"/>
                <a:cs typeface="Source Sans Pro"/>
                <a:sym typeface="Source Sans Pro"/>
              </a:rPr>
              <a:t>runscript</a:t>
            </a:r>
            <a:r>
              <a:rPr lang="de-DE" dirty="0" smtClean="0">
                <a:solidFill>
                  <a:srgbClr val="2F3848"/>
                </a:solidFill>
                <a:latin typeface="Source Sans Pro"/>
                <a:ea typeface="Source Sans Pro"/>
                <a:cs typeface="Source Sans Pro"/>
                <a:sym typeface="Source Sans Pro"/>
              </a:rPr>
              <a:t> </a:t>
            </a:r>
            <a:r>
              <a:rPr lang="de-DE" dirty="0" err="1" smtClean="0">
                <a:solidFill>
                  <a:srgbClr val="2F3848"/>
                </a:solidFill>
                <a:latin typeface="Source Sans Pro"/>
                <a:ea typeface="Source Sans Pro"/>
                <a:cs typeface="Source Sans Pro"/>
                <a:sym typeface="Source Sans Pro"/>
              </a:rPr>
              <a:t>for</a:t>
            </a:r>
            <a:r>
              <a:rPr lang="de-DE" dirty="0" smtClean="0">
                <a:solidFill>
                  <a:srgbClr val="2F3848"/>
                </a:solidFill>
                <a:latin typeface="Source Sans Pro"/>
                <a:ea typeface="Source Sans Pro"/>
                <a:cs typeface="Source Sans Pro"/>
                <a:sym typeface="Source Sans Pro"/>
              </a:rPr>
              <a:t> </a:t>
            </a:r>
            <a:r>
              <a:rPr lang="de-DE" dirty="0" err="1" smtClean="0">
                <a:solidFill>
                  <a:srgbClr val="2F3848"/>
                </a:solidFill>
                <a:latin typeface="Source Sans Pro"/>
                <a:ea typeface="Source Sans Pro"/>
                <a:cs typeface="Source Sans Pro"/>
                <a:sym typeface="Source Sans Pro"/>
              </a:rPr>
              <a:t>the</a:t>
            </a:r>
            <a:r>
              <a:rPr lang="de-DE" dirty="0" smtClean="0">
                <a:solidFill>
                  <a:srgbClr val="2F3848"/>
                </a:solidFill>
                <a:latin typeface="Source Sans Pro"/>
                <a:ea typeface="Source Sans Pro"/>
                <a:cs typeface="Source Sans Pro"/>
                <a:sym typeface="Source Sans Pro"/>
              </a:rPr>
              <a:t> </a:t>
            </a:r>
            <a:r>
              <a:rPr lang="de-DE" dirty="0" err="1" smtClean="0">
                <a:solidFill>
                  <a:srgbClr val="2F3848"/>
                </a:solidFill>
                <a:latin typeface="Source Sans Pro"/>
                <a:ea typeface="Source Sans Pro"/>
                <a:cs typeface="Source Sans Pro"/>
                <a:sym typeface="Source Sans Pro"/>
              </a:rPr>
              <a:t>model</a:t>
            </a:r>
            <a:r>
              <a:rPr lang="de-DE" dirty="0" smtClean="0">
                <a:solidFill>
                  <a:srgbClr val="2F3848"/>
                </a:solidFill>
                <a:latin typeface="Source Sans Pro"/>
                <a:ea typeface="Source Sans Pro"/>
                <a:cs typeface="Source Sans Pro"/>
                <a:sym typeface="Source Sans Pro"/>
              </a:rPr>
              <a:t> after </a:t>
            </a:r>
            <a:r>
              <a:rPr lang="de-DE" dirty="0" err="1" smtClean="0">
                <a:solidFill>
                  <a:srgbClr val="2F3848"/>
                </a:solidFill>
                <a:latin typeface="Source Sans Pro"/>
                <a:ea typeface="Source Sans Pro"/>
                <a:cs typeface="Source Sans Pro"/>
                <a:sym typeface="Source Sans Pro"/>
              </a:rPr>
              <a:t>compiling</a:t>
            </a:r>
            <a:r>
              <a:rPr lang="de-DE" dirty="0" smtClean="0">
                <a:solidFill>
                  <a:srgbClr val="2F3848"/>
                </a:solidFill>
                <a:latin typeface="Source Sans Pro"/>
                <a:ea typeface="Source Sans Pro"/>
                <a:cs typeface="Source Sans Pro"/>
                <a:sym typeface="Source Sans Pro"/>
              </a:rPr>
              <a:t> it.</a:t>
            </a:r>
            <a:endParaRPr lang="de-DE" dirty="0">
              <a:solidFill>
                <a:srgbClr val="2F3848"/>
              </a:solidFill>
              <a:latin typeface="Source Sans Pro"/>
              <a:ea typeface="Source Sans Pro"/>
              <a:cs typeface="Source Sans Pro"/>
              <a:sym typeface="Source Sans Pro"/>
            </a:endParaRPr>
          </a:p>
          <a:p>
            <a:pPr marL="0" lvl="0" indent="0" rtl="0">
              <a:spcBef>
                <a:spcPts val="600"/>
              </a:spcBef>
              <a:spcAft>
                <a:spcPts val="0"/>
              </a:spcAft>
              <a:buNone/>
            </a:pPr>
            <a:endParaRPr dirty="0">
              <a:solidFill>
                <a:srgbClr val="2F3848"/>
              </a:solidFill>
              <a:latin typeface="Source Sans Pro"/>
              <a:ea typeface="Source Sans Pro"/>
              <a:cs typeface="Source Sans Pro"/>
              <a:sym typeface="Source Sans Pro"/>
            </a:endParaRPr>
          </a:p>
        </p:txBody>
      </p:sp>
      <p:sp>
        <p:nvSpPr>
          <p:cNvPr id="83" name="Shape 83"/>
          <p:cNvSpPr txBox="1"/>
          <p:nvPr/>
        </p:nvSpPr>
        <p:spPr>
          <a:xfrm>
            <a:off x="457200" y="5540872"/>
            <a:ext cx="8229600" cy="826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rtl="0">
              <a:spcBef>
                <a:spcPts val="1000"/>
              </a:spcBef>
              <a:spcAft>
                <a:spcPts val="0"/>
              </a:spcAft>
              <a:buNone/>
            </a:pPr>
            <a:r>
              <a:rPr lang="de-DE" b="1" dirty="0" err="1" smtClean="0">
                <a:solidFill>
                  <a:srgbClr val="2F3848"/>
                </a:solidFill>
                <a:latin typeface="Source Sans Pro"/>
                <a:ea typeface="Source Sans Pro"/>
                <a:cs typeface="Source Sans Pro"/>
                <a:sym typeface="Source Sans Pro"/>
              </a:rPr>
              <a:t>Get</a:t>
            </a:r>
            <a:r>
              <a:rPr lang="de-DE" b="1" dirty="0" smtClean="0">
                <a:solidFill>
                  <a:srgbClr val="2F3848"/>
                </a:solidFill>
                <a:latin typeface="Source Sans Pro"/>
                <a:ea typeface="Source Sans Pro"/>
                <a:cs typeface="Source Sans Pro"/>
                <a:sym typeface="Source Sans Pro"/>
              </a:rPr>
              <a:t> </a:t>
            </a:r>
            <a:r>
              <a:rPr lang="de-DE" b="1" dirty="0" err="1" smtClean="0">
                <a:solidFill>
                  <a:srgbClr val="2F3848"/>
                </a:solidFill>
                <a:latin typeface="Source Sans Pro"/>
                <a:ea typeface="Source Sans Pro"/>
                <a:cs typeface="Source Sans Pro"/>
                <a:sym typeface="Source Sans Pro"/>
              </a:rPr>
              <a:t>it</a:t>
            </a:r>
            <a:r>
              <a:rPr lang="de-DE" b="1" dirty="0" smtClean="0">
                <a:solidFill>
                  <a:srgbClr val="2F3848"/>
                </a:solidFill>
                <a:latin typeface="Source Sans Pro"/>
                <a:ea typeface="Source Sans Pro"/>
                <a:cs typeface="Source Sans Pro"/>
                <a:sym typeface="Source Sans Pro"/>
              </a:rPr>
              <a:t> </a:t>
            </a:r>
            <a:r>
              <a:rPr lang="de-DE" b="1" dirty="0" err="1" smtClean="0">
                <a:solidFill>
                  <a:srgbClr val="2F3848"/>
                </a:solidFill>
                <a:latin typeface="Source Sans Pro"/>
                <a:ea typeface="Source Sans Pro"/>
                <a:cs typeface="Source Sans Pro"/>
                <a:sym typeface="Source Sans Pro"/>
              </a:rPr>
              <a:t>from</a:t>
            </a:r>
            <a:r>
              <a:rPr lang="de-DE" b="1" dirty="0" smtClean="0">
                <a:solidFill>
                  <a:srgbClr val="2F3848"/>
                </a:solidFill>
                <a:latin typeface="Source Sans Pro"/>
                <a:ea typeface="Source Sans Pro"/>
                <a:cs typeface="Source Sans Pro"/>
                <a:sym typeface="Source Sans Pro"/>
              </a:rPr>
              <a:t>:	 </a:t>
            </a:r>
            <a:r>
              <a:rPr lang="de-DE" b="1" u="sng" dirty="0" smtClean="0">
                <a:solidFill>
                  <a:srgbClr val="2F3848"/>
                </a:solidFill>
                <a:latin typeface="Source Sans Pro"/>
                <a:ea typeface="Source Sans Pro"/>
                <a:cs typeface="Source Sans Pro"/>
                <a:sym typeface="Source Sans Pro"/>
              </a:rPr>
              <a:t>https://</a:t>
            </a:r>
            <a:r>
              <a:rPr lang="de-DE" b="1" u="sng" dirty="0" err="1" smtClean="0">
                <a:solidFill>
                  <a:srgbClr val="2F3848"/>
                </a:solidFill>
                <a:latin typeface="Source Sans Pro"/>
                <a:ea typeface="Source Sans Pro"/>
                <a:cs typeface="Source Sans Pro"/>
                <a:sym typeface="Source Sans Pro"/>
              </a:rPr>
              <a:t>gitlab.dkrz.de</a:t>
            </a:r>
            <a:r>
              <a:rPr lang="de-DE" b="1" u="sng" dirty="0" smtClean="0">
                <a:solidFill>
                  <a:srgbClr val="2F3848"/>
                </a:solidFill>
                <a:latin typeface="Source Sans Pro"/>
                <a:ea typeface="Source Sans Pro"/>
                <a:cs typeface="Source Sans Pro"/>
                <a:sym typeface="Source Sans Pro"/>
              </a:rPr>
              <a:t>/</a:t>
            </a:r>
            <a:r>
              <a:rPr lang="de-DE" b="1" u="sng" dirty="0" err="1" smtClean="0">
                <a:solidFill>
                  <a:srgbClr val="2F3848"/>
                </a:solidFill>
                <a:latin typeface="Source Sans Pro"/>
                <a:ea typeface="Source Sans Pro"/>
                <a:cs typeface="Source Sans Pro"/>
                <a:sym typeface="Source Sans Pro"/>
              </a:rPr>
              <a:t>esm</a:t>
            </a:r>
            <a:r>
              <a:rPr lang="de-DE" b="1" u="sng" dirty="0" smtClean="0">
                <a:solidFill>
                  <a:srgbClr val="2F3848"/>
                </a:solidFill>
                <a:latin typeface="Source Sans Pro"/>
                <a:ea typeface="Source Sans Pro"/>
                <a:cs typeface="Source Sans Pro"/>
                <a:sym typeface="Source Sans Pro"/>
              </a:rPr>
              <a:t>-tools/</a:t>
            </a:r>
            <a:r>
              <a:rPr lang="de-DE" b="1" u="sng" dirty="0" err="1" smtClean="0">
                <a:solidFill>
                  <a:srgbClr val="2F3848"/>
                </a:solidFill>
                <a:latin typeface="Source Sans Pro"/>
                <a:ea typeface="Source Sans Pro"/>
                <a:cs typeface="Source Sans Pro"/>
                <a:sym typeface="Source Sans Pro"/>
              </a:rPr>
              <a:t>esm</a:t>
            </a:r>
            <a:r>
              <a:rPr lang="de-DE" b="1" u="sng" dirty="0" smtClean="0">
                <a:solidFill>
                  <a:srgbClr val="2F3848"/>
                </a:solidFill>
                <a:latin typeface="Source Sans Pro"/>
                <a:ea typeface="Source Sans Pro"/>
                <a:cs typeface="Source Sans Pro"/>
                <a:sym typeface="Source Sans Pro"/>
              </a:rPr>
              <a:t>-master</a:t>
            </a:r>
            <a:endParaRPr b="1" dirty="0">
              <a:solidFill>
                <a:srgbClr val="2F3848"/>
              </a:solidFill>
              <a:latin typeface="Source Sans Pro"/>
              <a:ea typeface="Source Sans Pro"/>
              <a:cs typeface="Source Sans Pro"/>
              <a:sym typeface="Source Sans Pro"/>
            </a:endParaRPr>
          </a:p>
          <a:p>
            <a:pPr marL="0" lvl="0" indent="0" rtl="0">
              <a:spcBef>
                <a:spcPts val="1000"/>
              </a:spcBef>
              <a:spcAft>
                <a:spcPts val="1000"/>
              </a:spcAft>
              <a:buNone/>
            </a:pPr>
            <a:endParaRPr dirty="0">
              <a:solidFill>
                <a:srgbClr val="2F3848"/>
              </a:solidFill>
              <a:latin typeface="Source Sans Pro"/>
              <a:ea typeface="Source Sans Pro"/>
              <a:cs typeface="Source Sans Pro"/>
              <a:sym typeface="Source Sans Pro"/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6" name="Shape 96"/>
          <p:cNvSpPr txBox="1">
            <a:spLocks noGrp="1"/>
          </p:cNvSpPr>
          <p:nvPr>
            <p:ph type="ctrTitle"/>
          </p:nvPr>
        </p:nvSpPr>
        <p:spPr>
          <a:xfrm>
            <a:off x="665225" y="2004366"/>
            <a:ext cx="5560010" cy="805642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rtl="0">
              <a:spcBef>
                <a:spcPts val="0"/>
              </a:spcBef>
              <a:spcAft>
                <a:spcPts val="0"/>
              </a:spcAft>
              <a:buNone/>
            </a:pPr>
            <a:r>
              <a:rPr lang="de-DE" dirty="0">
                <a:solidFill>
                  <a:schemeClr val="bg1"/>
                </a:solidFill>
              </a:rPr>
              <a:t>2</a:t>
            </a:r>
            <a:r>
              <a:rPr lang="en" dirty="0" smtClean="0">
                <a:solidFill>
                  <a:schemeClr val="bg1"/>
                </a:solidFill>
              </a:rPr>
              <a:t>.</a:t>
            </a:r>
            <a:r>
              <a:rPr lang="de-DE" dirty="0" smtClean="0">
                <a:solidFill>
                  <a:schemeClr val="bg1"/>
                </a:solidFill>
              </a:rPr>
              <a:t> </a:t>
            </a:r>
            <a:r>
              <a:rPr lang="en-US" dirty="0" err="1" smtClean="0"/>
              <a:t>esm</a:t>
            </a:r>
            <a:r>
              <a:rPr lang="de-DE" dirty="0" smtClean="0"/>
              <a:t>-environment</a:t>
            </a:r>
            <a:endParaRPr dirty="0"/>
          </a:p>
        </p:txBody>
      </p:sp>
      <p:sp>
        <p:nvSpPr>
          <p:cNvPr id="97" name="Shape 97"/>
          <p:cNvSpPr txBox="1">
            <a:spLocks noGrp="1"/>
          </p:cNvSpPr>
          <p:nvPr>
            <p:ph type="subTitle" idx="1"/>
          </p:nvPr>
        </p:nvSpPr>
        <p:spPr>
          <a:xfrm>
            <a:off x="854252" y="3922275"/>
            <a:ext cx="3815400" cy="9939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rtl="0">
              <a:spcBef>
                <a:spcPts val="0"/>
              </a:spcBef>
              <a:spcAft>
                <a:spcPts val="0"/>
              </a:spcAft>
              <a:buNone/>
            </a:pPr>
            <a:r>
              <a:rPr lang="de-DE" dirty="0" smtClean="0"/>
              <a:t>All </a:t>
            </a:r>
            <a:r>
              <a:rPr lang="de-DE" dirty="0" err="1" smtClean="0"/>
              <a:t>the</a:t>
            </a:r>
            <a:r>
              <a:rPr lang="de-DE" dirty="0" smtClean="0"/>
              <a:t> </a:t>
            </a:r>
            <a:r>
              <a:rPr lang="de-DE" dirty="0" err="1" smtClean="0"/>
              <a:t>machine</a:t>
            </a:r>
            <a:r>
              <a:rPr lang="de-DE" dirty="0"/>
              <a:t>-</a:t>
            </a:r>
            <a:r>
              <a:rPr lang="de-DE" dirty="0" smtClean="0"/>
              <a:t>relevant </a:t>
            </a:r>
            <a:r>
              <a:rPr lang="de-DE" dirty="0" err="1" smtClean="0"/>
              <a:t>settings</a:t>
            </a:r>
            <a:r>
              <a:rPr lang="de-DE" dirty="0" smtClean="0"/>
              <a:t> in </a:t>
            </a:r>
            <a:r>
              <a:rPr lang="de-DE" dirty="0" err="1" smtClean="0"/>
              <a:t>one</a:t>
            </a:r>
            <a:r>
              <a:rPr lang="de-DE" dirty="0" smtClean="0"/>
              <a:t> </a:t>
            </a:r>
            <a:r>
              <a:rPr lang="de-DE" dirty="0" err="1" smtClean="0"/>
              <a:t>place</a:t>
            </a:r>
            <a:endParaRPr dirty="0"/>
          </a:p>
        </p:txBody>
      </p:sp>
      <p:grpSp>
        <p:nvGrpSpPr>
          <p:cNvPr id="5" name="Shape 440"/>
          <p:cNvGrpSpPr/>
          <p:nvPr/>
        </p:nvGrpSpPr>
        <p:grpSpPr>
          <a:xfrm>
            <a:off x="6811006" y="636423"/>
            <a:ext cx="1678678" cy="1616658"/>
            <a:chOff x="2583325" y="2972875"/>
            <a:chExt cx="462850" cy="445750"/>
          </a:xfrm>
        </p:grpSpPr>
        <p:sp>
          <p:nvSpPr>
            <p:cNvPr id="6" name="Shape 441"/>
            <p:cNvSpPr/>
            <p:nvPr/>
          </p:nvSpPr>
          <p:spPr>
            <a:xfrm>
              <a:off x="2701775" y="3323350"/>
              <a:ext cx="225950" cy="95275"/>
            </a:xfrm>
            <a:custGeom>
              <a:avLst/>
              <a:gdLst/>
              <a:ahLst/>
              <a:cxnLst/>
              <a:rect l="0" t="0" r="0" b="0"/>
              <a:pathLst>
                <a:path w="9038" h="3811" extrusionOk="0">
                  <a:moveTo>
                    <a:pt x="2956" y="1"/>
                  </a:moveTo>
                  <a:lnTo>
                    <a:pt x="2956" y="2956"/>
                  </a:lnTo>
                  <a:lnTo>
                    <a:pt x="685" y="2956"/>
                  </a:lnTo>
                  <a:lnTo>
                    <a:pt x="514" y="3005"/>
                  </a:lnTo>
                  <a:lnTo>
                    <a:pt x="367" y="3103"/>
                  </a:lnTo>
                  <a:lnTo>
                    <a:pt x="245" y="3200"/>
                  </a:lnTo>
                  <a:lnTo>
                    <a:pt x="147" y="3322"/>
                  </a:lnTo>
                  <a:lnTo>
                    <a:pt x="50" y="3469"/>
                  </a:lnTo>
                  <a:lnTo>
                    <a:pt x="1" y="3640"/>
                  </a:lnTo>
                  <a:lnTo>
                    <a:pt x="1" y="3811"/>
                  </a:lnTo>
                  <a:lnTo>
                    <a:pt x="9037" y="3811"/>
                  </a:lnTo>
                  <a:lnTo>
                    <a:pt x="9037" y="3640"/>
                  </a:lnTo>
                  <a:lnTo>
                    <a:pt x="8988" y="3469"/>
                  </a:lnTo>
                  <a:lnTo>
                    <a:pt x="8891" y="3322"/>
                  </a:lnTo>
                  <a:lnTo>
                    <a:pt x="8793" y="3200"/>
                  </a:lnTo>
                  <a:lnTo>
                    <a:pt x="8671" y="3103"/>
                  </a:lnTo>
                  <a:lnTo>
                    <a:pt x="8524" y="3005"/>
                  </a:lnTo>
                  <a:lnTo>
                    <a:pt x="8353" y="2956"/>
                  </a:lnTo>
                  <a:lnTo>
                    <a:pt x="6082" y="2956"/>
                  </a:lnTo>
                  <a:lnTo>
                    <a:pt x="6082" y="1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" name="Shape 442"/>
            <p:cNvSpPr/>
            <p:nvPr/>
          </p:nvSpPr>
          <p:spPr>
            <a:xfrm>
              <a:off x="2583325" y="2972875"/>
              <a:ext cx="462850" cy="337075"/>
            </a:xfrm>
            <a:custGeom>
              <a:avLst/>
              <a:gdLst/>
              <a:ahLst/>
              <a:cxnLst/>
              <a:rect l="0" t="0" r="0" b="0"/>
              <a:pathLst>
                <a:path w="18514" h="13483" extrusionOk="0">
                  <a:moveTo>
                    <a:pt x="17048" y="1466"/>
                  </a:moveTo>
                  <a:lnTo>
                    <a:pt x="17048" y="12017"/>
                  </a:lnTo>
                  <a:lnTo>
                    <a:pt x="1466" y="12017"/>
                  </a:lnTo>
                  <a:lnTo>
                    <a:pt x="1466" y="1466"/>
                  </a:lnTo>
                  <a:close/>
                  <a:moveTo>
                    <a:pt x="391" y="1"/>
                  </a:moveTo>
                  <a:lnTo>
                    <a:pt x="318" y="50"/>
                  </a:lnTo>
                  <a:lnTo>
                    <a:pt x="220" y="74"/>
                  </a:lnTo>
                  <a:lnTo>
                    <a:pt x="147" y="148"/>
                  </a:lnTo>
                  <a:lnTo>
                    <a:pt x="98" y="221"/>
                  </a:lnTo>
                  <a:lnTo>
                    <a:pt x="49" y="294"/>
                  </a:lnTo>
                  <a:lnTo>
                    <a:pt x="25" y="392"/>
                  </a:lnTo>
                  <a:lnTo>
                    <a:pt x="1" y="489"/>
                  </a:lnTo>
                  <a:lnTo>
                    <a:pt x="1" y="12994"/>
                  </a:lnTo>
                  <a:lnTo>
                    <a:pt x="25" y="13092"/>
                  </a:lnTo>
                  <a:lnTo>
                    <a:pt x="49" y="13189"/>
                  </a:lnTo>
                  <a:lnTo>
                    <a:pt x="98" y="13263"/>
                  </a:lnTo>
                  <a:lnTo>
                    <a:pt x="147" y="13336"/>
                  </a:lnTo>
                  <a:lnTo>
                    <a:pt x="220" y="13409"/>
                  </a:lnTo>
                  <a:lnTo>
                    <a:pt x="318" y="13434"/>
                  </a:lnTo>
                  <a:lnTo>
                    <a:pt x="391" y="13483"/>
                  </a:lnTo>
                  <a:lnTo>
                    <a:pt x="18123" y="13483"/>
                  </a:lnTo>
                  <a:lnTo>
                    <a:pt x="18196" y="13434"/>
                  </a:lnTo>
                  <a:lnTo>
                    <a:pt x="18293" y="13409"/>
                  </a:lnTo>
                  <a:lnTo>
                    <a:pt x="18367" y="13336"/>
                  </a:lnTo>
                  <a:lnTo>
                    <a:pt x="18416" y="13263"/>
                  </a:lnTo>
                  <a:lnTo>
                    <a:pt x="18464" y="13189"/>
                  </a:lnTo>
                  <a:lnTo>
                    <a:pt x="18489" y="13092"/>
                  </a:lnTo>
                  <a:lnTo>
                    <a:pt x="18513" y="12994"/>
                  </a:lnTo>
                  <a:lnTo>
                    <a:pt x="18513" y="489"/>
                  </a:lnTo>
                  <a:lnTo>
                    <a:pt x="18489" y="392"/>
                  </a:lnTo>
                  <a:lnTo>
                    <a:pt x="18464" y="294"/>
                  </a:lnTo>
                  <a:lnTo>
                    <a:pt x="18416" y="221"/>
                  </a:lnTo>
                  <a:lnTo>
                    <a:pt x="18367" y="148"/>
                  </a:lnTo>
                  <a:lnTo>
                    <a:pt x="18293" y="74"/>
                  </a:lnTo>
                  <a:lnTo>
                    <a:pt x="18196" y="50"/>
                  </a:lnTo>
                  <a:lnTo>
                    <a:pt x="18123" y="1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</p:spTree>
    <p:extLst>
      <p:ext uri="{BB962C8B-B14F-4D97-AF65-F5344CB8AC3E}">
        <p14:creationId xmlns:p14="http://schemas.microsoft.com/office/powerpoint/2010/main" val="582804601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0" name="Shape 80"/>
          <p:cNvSpPr txBox="1">
            <a:spLocks noGrp="1"/>
          </p:cNvSpPr>
          <p:nvPr>
            <p:ph type="title"/>
          </p:nvPr>
        </p:nvSpPr>
        <p:spPr>
          <a:xfrm>
            <a:off x="832475" y="168450"/>
            <a:ext cx="7951800" cy="973500"/>
          </a:xfrm>
          <a:prstGeom prst="rect">
            <a:avLst/>
          </a:prstGeom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de-DE" dirty="0" err="1" smtClean="0"/>
              <a:t>esm</a:t>
            </a:r>
            <a:r>
              <a:rPr lang="de-DE" dirty="0" smtClean="0"/>
              <a:t>-environment</a:t>
            </a:r>
            <a:endParaRPr dirty="0"/>
          </a:p>
        </p:txBody>
      </p:sp>
      <p:sp>
        <p:nvSpPr>
          <p:cNvPr id="81" name="Shape 81"/>
          <p:cNvSpPr txBox="1"/>
          <p:nvPr/>
        </p:nvSpPr>
        <p:spPr>
          <a:xfrm>
            <a:off x="457200" y="1921975"/>
            <a:ext cx="3776700" cy="33555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rtl="0">
              <a:spcBef>
                <a:spcPts val="600"/>
              </a:spcBef>
              <a:spcAft>
                <a:spcPts val="0"/>
              </a:spcAft>
              <a:buNone/>
            </a:pPr>
            <a:r>
              <a:rPr lang="de-DE" b="1" dirty="0" smtClean="0">
                <a:solidFill>
                  <a:srgbClr val="F05768"/>
                </a:solidFill>
                <a:latin typeface="Source Sans Pro"/>
                <a:ea typeface="Source Sans Pro"/>
                <a:cs typeface="Source Sans Pro"/>
                <a:sym typeface="Source Sans Pro"/>
              </a:rPr>
              <a:t>Collection </a:t>
            </a:r>
            <a:r>
              <a:rPr lang="de-DE" b="1" dirty="0" err="1" smtClean="0">
                <a:solidFill>
                  <a:srgbClr val="F05768"/>
                </a:solidFill>
                <a:latin typeface="Source Sans Pro"/>
                <a:ea typeface="Source Sans Pro"/>
                <a:cs typeface="Source Sans Pro"/>
                <a:sym typeface="Source Sans Pro"/>
              </a:rPr>
              <a:t>of</a:t>
            </a:r>
            <a:r>
              <a:rPr lang="de-DE" b="1" dirty="0" smtClean="0">
                <a:solidFill>
                  <a:srgbClr val="F05768"/>
                </a:solidFill>
                <a:latin typeface="Source Sans Pro"/>
                <a:ea typeface="Source Sans Pro"/>
                <a:cs typeface="Source Sans Pro"/>
                <a:sym typeface="Source Sans Pro"/>
              </a:rPr>
              <a:t> </a:t>
            </a:r>
            <a:r>
              <a:rPr lang="de-DE" b="1" dirty="0" err="1" smtClean="0">
                <a:solidFill>
                  <a:srgbClr val="F05768"/>
                </a:solidFill>
                <a:latin typeface="Source Sans Pro"/>
                <a:ea typeface="Source Sans Pro"/>
                <a:cs typeface="Source Sans Pro"/>
                <a:sym typeface="Source Sans Pro"/>
              </a:rPr>
              <a:t>files</a:t>
            </a:r>
            <a:r>
              <a:rPr lang="de-DE" b="1" dirty="0" smtClean="0">
                <a:solidFill>
                  <a:srgbClr val="F05768"/>
                </a:solidFill>
                <a:latin typeface="Source Sans Pro"/>
                <a:ea typeface="Source Sans Pro"/>
                <a:cs typeface="Source Sans Pro"/>
                <a:sym typeface="Source Sans Pro"/>
              </a:rPr>
              <a:t> </a:t>
            </a:r>
            <a:r>
              <a:rPr lang="de-DE" b="1" dirty="0" err="1" smtClean="0">
                <a:solidFill>
                  <a:srgbClr val="F05768"/>
                </a:solidFill>
                <a:latin typeface="Source Sans Pro"/>
                <a:ea typeface="Source Sans Pro"/>
                <a:cs typeface="Source Sans Pro"/>
                <a:sym typeface="Source Sans Pro"/>
              </a:rPr>
              <a:t>containing</a:t>
            </a:r>
            <a:r>
              <a:rPr lang="de-DE" b="1" dirty="0" smtClean="0">
                <a:solidFill>
                  <a:srgbClr val="F05768"/>
                </a:solidFill>
                <a:latin typeface="Source Sans Pro"/>
                <a:ea typeface="Source Sans Pro"/>
                <a:cs typeface="Source Sans Pro"/>
                <a:sym typeface="Source Sans Pro"/>
              </a:rPr>
              <a:t> </a:t>
            </a:r>
            <a:r>
              <a:rPr lang="de-DE" b="1" dirty="0" err="1" smtClean="0">
                <a:solidFill>
                  <a:srgbClr val="F05768"/>
                </a:solidFill>
                <a:latin typeface="Source Sans Pro"/>
                <a:ea typeface="Source Sans Pro"/>
                <a:cs typeface="Source Sans Pro"/>
                <a:sym typeface="Source Sans Pro"/>
              </a:rPr>
              <a:t>the</a:t>
            </a:r>
            <a:r>
              <a:rPr lang="de-DE" b="1" dirty="0" smtClean="0">
                <a:solidFill>
                  <a:srgbClr val="F05768"/>
                </a:solidFill>
                <a:latin typeface="Source Sans Pro"/>
                <a:ea typeface="Source Sans Pro"/>
                <a:cs typeface="Source Sans Pro"/>
                <a:sym typeface="Source Sans Pro"/>
              </a:rPr>
              <a:t> (optimal) </a:t>
            </a:r>
            <a:r>
              <a:rPr lang="de-DE" b="1" dirty="0" err="1" smtClean="0">
                <a:solidFill>
                  <a:srgbClr val="F05768"/>
                </a:solidFill>
                <a:latin typeface="Source Sans Pro"/>
                <a:ea typeface="Source Sans Pro"/>
                <a:cs typeface="Source Sans Pro"/>
                <a:sym typeface="Source Sans Pro"/>
              </a:rPr>
              <a:t>settings</a:t>
            </a:r>
            <a:r>
              <a:rPr lang="de-DE" b="1" dirty="0" smtClean="0">
                <a:solidFill>
                  <a:srgbClr val="F05768"/>
                </a:solidFill>
                <a:latin typeface="Source Sans Pro"/>
                <a:ea typeface="Source Sans Pro"/>
                <a:cs typeface="Source Sans Pro"/>
                <a:sym typeface="Source Sans Pro"/>
              </a:rPr>
              <a:t> </a:t>
            </a:r>
            <a:r>
              <a:rPr lang="de-DE" b="1" dirty="0" err="1" smtClean="0">
                <a:solidFill>
                  <a:srgbClr val="F05768"/>
                </a:solidFill>
                <a:latin typeface="Source Sans Pro"/>
                <a:ea typeface="Source Sans Pro"/>
                <a:cs typeface="Source Sans Pro"/>
                <a:sym typeface="Source Sans Pro"/>
              </a:rPr>
              <a:t>for</a:t>
            </a:r>
            <a:r>
              <a:rPr lang="de-DE" b="1" dirty="0" smtClean="0">
                <a:solidFill>
                  <a:srgbClr val="F05768"/>
                </a:solidFill>
                <a:latin typeface="Source Sans Pro"/>
                <a:ea typeface="Source Sans Pro"/>
                <a:cs typeface="Source Sans Pro"/>
                <a:sym typeface="Source Sans Pro"/>
              </a:rPr>
              <a:t> </a:t>
            </a:r>
            <a:r>
              <a:rPr lang="de-DE" b="1" dirty="0" err="1" smtClean="0">
                <a:solidFill>
                  <a:srgbClr val="F05768"/>
                </a:solidFill>
                <a:latin typeface="Source Sans Pro"/>
                <a:ea typeface="Source Sans Pro"/>
                <a:cs typeface="Source Sans Pro"/>
                <a:sym typeface="Source Sans Pro"/>
              </a:rPr>
              <a:t>each</a:t>
            </a:r>
            <a:r>
              <a:rPr lang="de-DE" b="1" dirty="0" smtClean="0">
                <a:solidFill>
                  <a:srgbClr val="F05768"/>
                </a:solidFill>
                <a:latin typeface="Source Sans Pro"/>
                <a:ea typeface="Source Sans Pro"/>
                <a:cs typeface="Source Sans Pro"/>
                <a:sym typeface="Source Sans Pro"/>
              </a:rPr>
              <a:t> </a:t>
            </a:r>
            <a:r>
              <a:rPr lang="de-DE" b="1" dirty="0" err="1" smtClean="0">
                <a:solidFill>
                  <a:srgbClr val="F05768"/>
                </a:solidFill>
                <a:latin typeface="Source Sans Pro"/>
                <a:ea typeface="Source Sans Pro"/>
                <a:cs typeface="Source Sans Pro"/>
                <a:sym typeface="Source Sans Pro"/>
              </a:rPr>
              <a:t>machine</a:t>
            </a:r>
            <a:r>
              <a:rPr lang="de-DE" b="1" dirty="0" smtClean="0">
                <a:solidFill>
                  <a:srgbClr val="F05768"/>
                </a:solidFill>
                <a:latin typeface="Source Sans Pro"/>
                <a:ea typeface="Source Sans Pro"/>
                <a:cs typeface="Source Sans Pro"/>
                <a:sym typeface="Source Sans Pro"/>
              </a:rPr>
              <a:t>, e.g. </a:t>
            </a:r>
            <a:r>
              <a:rPr lang="de-DE" b="1" dirty="0" err="1" smtClean="0">
                <a:solidFill>
                  <a:srgbClr val="F05768"/>
                </a:solidFill>
                <a:latin typeface="Source Sans Pro"/>
                <a:ea typeface="Source Sans Pro"/>
                <a:cs typeface="Source Sans Pro"/>
                <a:sym typeface="Source Sans Pro"/>
              </a:rPr>
              <a:t>ollie.awi.de</a:t>
            </a:r>
            <a:r>
              <a:rPr lang="de-DE" b="1" dirty="0" smtClean="0">
                <a:solidFill>
                  <a:srgbClr val="F05768"/>
                </a:solidFill>
                <a:latin typeface="Source Sans Pro"/>
                <a:ea typeface="Source Sans Pro"/>
                <a:cs typeface="Source Sans Pro"/>
                <a:sym typeface="Source Sans Pro"/>
              </a:rPr>
              <a:t>, </a:t>
            </a:r>
            <a:r>
              <a:rPr lang="de-DE" b="1" dirty="0" err="1" smtClean="0">
                <a:solidFill>
                  <a:srgbClr val="F05768"/>
                </a:solidFill>
                <a:latin typeface="Source Sans Pro"/>
                <a:ea typeface="Source Sans Pro"/>
                <a:cs typeface="Source Sans Pro"/>
                <a:sym typeface="Source Sans Pro"/>
              </a:rPr>
              <a:t>mistral.dkrz.de</a:t>
            </a:r>
            <a:r>
              <a:rPr lang="de-DE" b="1" dirty="0" smtClean="0">
                <a:solidFill>
                  <a:srgbClr val="F05768"/>
                </a:solidFill>
                <a:latin typeface="Source Sans Pro"/>
                <a:ea typeface="Source Sans Pro"/>
                <a:cs typeface="Source Sans Pro"/>
                <a:sym typeface="Source Sans Pro"/>
              </a:rPr>
              <a:t>, </a:t>
            </a:r>
            <a:r>
              <a:rPr lang="mr-IN" b="1" dirty="0" smtClean="0">
                <a:solidFill>
                  <a:srgbClr val="F05768"/>
                </a:solidFill>
                <a:latin typeface="Source Sans Pro"/>
                <a:ea typeface="Source Sans Pro"/>
                <a:cs typeface="Source Sans Pro"/>
                <a:sym typeface="Source Sans Pro"/>
              </a:rPr>
              <a:t>…</a:t>
            </a:r>
            <a:endParaRPr lang="de-DE" b="1" dirty="0" smtClean="0">
              <a:solidFill>
                <a:srgbClr val="F05768"/>
              </a:solidFill>
              <a:latin typeface="Source Sans Pro"/>
              <a:ea typeface="Source Sans Pro"/>
              <a:cs typeface="Source Sans Pro"/>
              <a:sym typeface="Source Sans Pro"/>
            </a:endParaRPr>
          </a:p>
          <a:p>
            <a:pPr marL="285750" lvl="0" indent="-285750" rtl="0"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 charset="0"/>
              <a:buChar char="•"/>
            </a:pPr>
            <a:r>
              <a:rPr lang="de-DE" dirty="0">
                <a:solidFill>
                  <a:srgbClr val="2F3848"/>
                </a:solidFill>
                <a:latin typeface="Source Sans Pro"/>
                <a:ea typeface="Source Sans Pro"/>
                <a:cs typeface="Source Sans Pro"/>
                <a:sym typeface="Source Sans Pro"/>
              </a:rPr>
              <a:t>s</a:t>
            </a:r>
            <a:r>
              <a:rPr lang="en-US" dirty="0" err="1" smtClean="0">
                <a:solidFill>
                  <a:srgbClr val="2F3848"/>
                </a:solidFill>
                <a:latin typeface="Source Sans Pro"/>
                <a:ea typeface="Source Sans Pro"/>
                <a:cs typeface="Source Sans Pro"/>
                <a:sym typeface="Source Sans Pro"/>
              </a:rPr>
              <a:t>ets</a:t>
            </a:r>
            <a:r>
              <a:rPr lang="en-US" dirty="0" smtClean="0">
                <a:solidFill>
                  <a:srgbClr val="2F3848"/>
                </a:solidFill>
                <a:latin typeface="Source Sans Pro"/>
                <a:ea typeface="Source Sans Pro"/>
                <a:cs typeface="Source Sans Pro"/>
                <a:sym typeface="Source Sans Pro"/>
              </a:rPr>
              <a:t> module files</a:t>
            </a:r>
            <a:endParaRPr dirty="0">
              <a:solidFill>
                <a:srgbClr val="2F3848"/>
              </a:solidFill>
              <a:latin typeface="Source Sans Pro"/>
              <a:ea typeface="Source Sans Pro"/>
              <a:cs typeface="Source Sans Pro"/>
              <a:sym typeface="Source Sans Pro"/>
            </a:endParaRPr>
          </a:p>
          <a:p>
            <a:pPr marL="285750" lvl="0" indent="-285750" rtl="0"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 charset="0"/>
              <a:buChar char="•"/>
            </a:pPr>
            <a:r>
              <a:rPr lang="en-US" dirty="0">
                <a:solidFill>
                  <a:srgbClr val="2F3848"/>
                </a:solidFill>
                <a:latin typeface="Source Sans Pro"/>
                <a:ea typeface="Source Sans Pro"/>
                <a:cs typeface="Source Sans Pro"/>
                <a:sym typeface="Source Sans Pro"/>
              </a:rPr>
              <a:t>s</a:t>
            </a:r>
            <a:r>
              <a:rPr lang="de-DE" dirty="0" err="1" smtClean="0">
                <a:solidFill>
                  <a:srgbClr val="2F3848"/>
                </a:solidFill>
                <a:latin typeface="Source Sans Pro"/>
                <a:ea typeface="Source Sans Pro"/>
                <a:cs typeface="Source Sans Pro"/>
                <a:sym typeface="Source Sans Pro"/>
              </a:rPr>
              <a:t>ets</a:t>
            </a:r>
            <a:r>
              <a:rPr lang="de-DE" dirty="0" smtClean="0">
                <a:solidFill>
                  <a:srgbClr val="2F3848"/>
                </a:solidFill>
                <a:latin typeface="Source Sans Pro"/>
                <a:ea typeface="Source Sans Pro"/>
                <a:cs typeface="Source Sans Pro"/>
                <a:sym typeface="Source Sans Pro"/>
              </a:rPr>
              <a:t> </a:t>
            </a:r>
            <a:r>
              <a:rPr lang="de-DE" dirty="0" err="1" smtClean="0">
                <a:solidFill>
                  <a:srgbClr val="2F3848"/>
                </a:solidFill>
                <a:latin typeface="Source Sans Pro"/>
                <a:ea typeface="Source Sans Pro"/>
                <a:cs typeface="Source Sans Pro"/>
                <a:sym typeface="Source Sans Pro"/>
              </a:rPr>
              <a:t>environment</a:t>
            </a:r>
            <a:r>
              <a:rPr lang="de-DE" dirty="0" smtClean="0">
                <a:solidFill>
                  <a:srgbClr val="2F3848"/>
                </a:solidFill>
                <a:latin typeface="Source Sans Pro"/>
                <a:ea typeface="Source Sans Pro"/>
                <a:cs typeface="Source Sans Pro"/>
                <a:sym typeface="Source Sans Pro"/>
              </a:rPr>
              <a:t> variables</a:t>
            </a:r>
          </a:p>
          <a:p>
            <a:pPr marL="285750" lvl="0" indent="-285750" rtl="0"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 charset="0"/>
              <a:buChar char="•"/>
            </a:pPr>
            <a:r>
              <a:rPr lang="de-DE" dirty="0" err="1" smtClean="0">
                <a:solidFill>
                  <a:srgbClr val="2F3848"/>
                </a:solidFill>
                <a:latin typeface="Source Sans Pro"/>
                <a:ea typeface="Source Sans Pro"/>
                <a:cs typeface="Source Sans Pro"/>
                <a:sym typeface="Source Sans Pro"/>
              </a:rPr>
              <a:t>is</a:t>
            </a:r>
            <a:r>
              <a:rPr lang="de-DE" dirty="0" smtClean="0">
                <a:solidFill>
                  <a:srgbClr val="2F3848"/>
                </a:solidFill>
                <a:latin typeface="Source Sans Pro"/>
                <a:ea typeface="Source Sans Pro"/>
                <a:cs typeface="Source Sans Pro"/>
                <a:sym typeface="Source Sans Pro"/>
              </a:rPr>
              <a:t> </a:t>
            </a:r>
            <a:r>
              <a:rPr lang="de-DE" dirty="0" err="1" smtClean="0">
                <a:solidFill>
                  <a:srgbClr val="2F3848"/>
                </a:solidFill>
                <a:latin typeface="Source Sans Pro"/>
                <a:ea typeface="Source Sans Pro"/>
                <a:cs typeface="Source Sans Pro"/>
                <a:sym typeface="Source Sans Pro"/>
              </a:rPr>
              <a:t>by</a:t>
            </a:r>
            <a:r>
              <a:rPr lang="de-DE" dirty="0" smtClean="0">
                <a:solidFill>
                  <a:srgbClr val="2F3848"/>
                </a:solidFill>
                <a:latin typeface="Source Sans Pro"/>
                <a:ea typeface="Source Sans Pro"/>
                <a:cs typeface="Source Sans Pro"/>
                <a:sym typeface="Source Sans Pro"/>
              </a:rPr>
              <a:t> </a:t>
            </a:r>
            <a:r>
              <a:rPr lang="de-DE" dirty="0" err="1" smtClean="0">
                <a:solidFill>
                  <a:srgbClr val="2F3848"/>
                </a:solidFill>
                <a:latin typeface="Source Sans Pro"/>
                <a:ea typeface="Source Sans Pro"/>
                <a:cs typeface="Source Sans Pro"/>
                <a:sym typeface="Source Sans Pro"/>
              </a:rPr>
              <a:t>default</a:t>
            </a:r>
            <a:r>
              <a:rPr lang="de-DE" dirty="0" smtClean="0">
                <a:solidFill>
                  <a:srgbClr val="2F3848"/>
                </a:solidFill>
                <a:latin typeface="Source Sans Pro"/>
                <a:ea typeface="Source Sans Pro"/>
                <a:cs typeface="Source Sans Pro"/>
                <a:sym typeface="Source Sans Pro"/>
              </a:rPr>
              <a:t> </a:t>
            </a:r>
            <a:r>
              <a:rPr lang="de-DE" dirty="0" err="1" smtClean="0">
                <a:solidFill>
                  <a:srgbClr val="2F3848"/>
                </a:solidFill>
                <a:latin typeface="Source Sans Pro"/>
                <a:ea typeface="Source Sans Pro"/>
                <a:cs typeface="Source Sans Pro"/>
                <a:sym typeface="Source Sans Pro"/>
              </a:rPr>
              <a:t>used</a:t>
            </a:r>
            <a:r>
              <a:rPr lang="de-DE" dirty="0" smtClean="0">
                <a:solidFill>
                  <a:srgbClr val="2F3848"/>
                </a:solidFill>
                <a:latin typeface="Source Sans Pro"/>
                <a:ea typeface="Source Sans Pro"/>
                <a:cs typeface="Source Sans Pro"/>
                <a:sym typeface="Source Sans Pro"/>
              </a:rPr>
              <a:t> </a:t>
            </a:r>
            <a:r>
              <a:rPr lang="de-DE" dirty="0" err="1" smtClean="0">
                <a:solidFill>
                  <a:srgbClr val="2F3848"/>
                </a:solidFill>
                <a:latin typeface="Source Sans Pro"/>
                <a:ea typeface="Source Sans Pro"/>
                <a:cs typeface="Source Sans Pro"/>
                <a:sym typeface="Source Sans Pro"/>
              </a:rPr>
              <a:t>by</a:t>
            </a:r>
            <a:r>
              <a:rPr lang="de-DE" dirty="0" smtClean="0">
                <a:solidFill>
                  <a:srgbClr val="2F3848"/>
                </a:solidFill>
                <a:latin typeface="Source Sans Pro"/>
                <a:ea typeface="Source Sans Pro"/>
                <a:cs typeface="Source Sans Pro"/>
                <a:sym typeface="Source Sans Pro"/>
              </a:rPr>
              <a:t> </a:t>
            </a:r>
            <a:r>
              <a:rPr lang="de-DE" dirty="0" err="1" smtClean="0">
                <a:solidFill>
                  <a:srgbClr val="2F3848"/>
                </a:solidFill>
                <a:latin typeface="Source Sans Pro"/>
                <a:ea typeface="Source Sans Pro"/>
                <a:cs typeface="Source Sans Pro"/>
                <a:sym typeface="Source Sans Pro"/>
              </a:rPr>
              <a:t>esm</a:t>
            </a:r>
            <a:r>
              <a:rPr lang="de-DE" dirty="0" smtClean="0">
                <a:solidFill>
                  <a:srgbClr val="2F3848"/>
                </a:solidFill>
                <a:latin typeface="Source Sans Pro"/>
                <a:ea typeface="Source Sans Pro"/>
                <a:cs typeface="Source Sans Pro"/>
                <a:sym typeface="Source Sans Pro"/>
              </a:rPr>
              <a:t>-master </a:t>
            </a:r>
            <a:r>
              <a:rPr lang="de-DE" dirty="0" err="1" smtClean="0">
                <a:solidFill>
                  <a:srgbClr val="2F3848"/>
                </a:solidFill>
                <a:latin typeface="Source Sans Pro"/>
                <a:ea typeface="Source Sans Pro"/>
                <a:cs typeface="Source Sans Pro"/>
                <a:sym typeface="Source Sans Pro"/>
              </a:rPr>
              <a:t>to</a:t>
            </a:r>
            <a:r>
              <a:rPr lang="de-DE" dirty="0" smtClean="0">
                <a:solidFill>
                  <a:srgbClr val="2F3848"/>
                </a:solidFill>
                <a:latin typeface="Source Sans Pro"/>
                <a:ea typeface="Source Sans Pro"/>
                <a:cs typeface="Source Sans Pro"/>
                <a:sym typeface="Source Sans Pro"/>
              </a:rPr>
              <a:t> </a:t>
            </a:r>
            <a:r>
              <a:rPr lang="de-DE" dirty="0" err="1" smtClean="0">
                <a:solidFill>
                  <a:srgbClr val="2F3848"/>
                </a:solidFill>
                <a:latin typeface="Source Sans Pro"/>
                <a:ea typeface="Source Sans Pro"/>
                <a:cs typeface="Source Sans Pro"/>
                <a:sym typeface="Source Sans Pro"/>
              </a:rPr>
              <a:t>compile</a:t>
            </a:r>
            <a:r>
              <a:rPr lang="de-DE" dirty="0" smtClean="0">
                <a:solidFill>
                  <a:srgbClr val="2F3848"/>
                </a:solidFill>
                <a:latin typeface="Source Sans Pro"/>
                <a:ea typeface="Source Sans Pro"/>
                <a:cs typeface="Source Sans Pro"/>
                <a:sym typeface="Source Sans Pro"/>
              </a:rPr>
              <a:t> </a:t>
            </a:r>
            <a:r>
              <a:rPr lang="de-DE" dirty="0" err="1" smtClean="0">
                <a:solidFill>
                  <a:srgbClr val="2F3848"/>
                </a:solidFill>
                <a:latin typeface="Source Sans Pro"/>
                <a:ea typeface="Source Sans Pro"/>
                <a:cs typeface="Source Sans Pro"/>
                <a:sym typeface="Source Sans Pro"/>
              </a:rPr>
              <a:t>models</a:t>
            </a:r>
            <a:endParaRPr lang="de-DE" dirty="0" smtClean="0">
              <a:solidFill>
                <a:srgbClr val="2F3848"/>
              </a:solidFill>
              <a:latin typeface="Source Sans Pro"/>
              <a:ea typeface="Source Sans Pro"/>
              <a:cs typeface="Source Sans Pro"/>
              <a:sym typeface="Source Sans Pro"/>
            </a:endParaRPr>
          </a:p>
          <a:p>
            <a:pPr marL="285750" lvl="0" indent="-285750" rtl="0"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 charset="0"/>
              <a:buChar char="•"/>
            </a:pPr>
            <a:r>
              <a:rPr lang="de-DE" dirty="0" err="1">
                <a:solidFill>
                  <a:srgbClr val="2F3848"/>
                </a:solidFill>
                <a:latin typeface="Source Sans Pro"/>
                <a:ea typeface="Source Sans Pro"/>
                <a:cs typeface="Source Sans Pro"/>
                <a:sym typeface="Source Sans Pro"/>
              </a:rPr>
              <a:t>c</a:t>
            </a:r>
            <a:r>
              <a:rPr lang="de-DE" dirty="0" err="1" smtClean="0">
                <a:solidFill>
                  <a:srgbClr val="2F3848"/>
                </a:solidFill>
                <a:latin typeface="Source Sans Pro"/>
                <a:ea typeface="Source Sans Pro"/>
                <a:cs typeface="Source Sans Pro"/>
                <a:sym typeface="Source Sans Pro"/>
              </a:rPr>
              <a:t>an</a:t>
            </a:r>
            <a:r>
              <a:rPr lang="de-DE" dirty="0" smtClean="0">
                <a:solidFill>
                  <a:srgbClr val="2F3848"/>
                </a:solidFill>
                <a:latin typeface="Source Sans Pro"/>
                <a:ea typeface="Source Sans Pro"/>
                <a:cs typeface="Source Sans Pro"/>
                <a:sym typeface="Source Sans Pro"/>
              </a:rPr>
              <a:t> </a:t>
            </a:r>
            <a:r>
              <a:rPr lang="de-DE" dirty="0" err="1" smtClean="0">
                <a:solidFill>
                  <a:srgbClr val="2F3848"/>
                </a:solidFill>
                <a:latin typeface="Source Sans Pro"/>
                <a:ea typeface="Source Sans Pro"/>
                <a:cs typeface="Source Sans Pro"/>
                <a:sym typeface="Source Sans Pro"/>
              </a:rPr>
              <a:t>be</a:t>
            </a:r>
            <a:r>
              <a:rPr lang="de-DE" dirty="0" smtClean="0">
                <a:solidFill>
                  <a:srgbClr val="2F3848"/>
                </a:solidFill>
                <a:latin typeface="Source Sans Pro"/>
                <a:ea typeface="Source Sans Pro"/>
                <a:cs typeface="Source Sans Pro"/>
                <a:sym typeface="Source Sans Pro"/>
              </a:rPr>
              <a:t> </a:t>
            </a:r>
            <a:r>
              <a:rPr lang="de-DE" dirty="0" err="1" smtClean="0">
                <a:solidFill>
                  <a:srgbClr val="2F3848"/>
                </a:solidFill>
                <a:latin typeface="Source Sans Pro"/>
                <a:ea typeface="Source Sans Pro"/>
                <a:cs typeface="Source Sans Pro"/>
                <a:sym typeface="Source Sans Pro"/>
              </a:rPr>
              <a:t>used</a:t>
            </a:r>
            <a:r>
              <a:rPr lang="de-DE" dirty="0" smtClean="0">
                <a:solidFill>
                  <a:srgbClr val="2F3848"/>
                </a:solidFill>
                <a:latin typeface="Source Sans Pro"/>
                <a:ea typeface="Source Sans Pro"/>
                <a:cs typeface="Source Sans Pro"/>
                <a:sym typeface="Source Sans Pro"/>
              </a:rPr>
              <a:t> </a:t>
            </a:r>
            <a:r>
              <a:rPr lang="de-DE" dirty="0" err="1" smtClean="0">
                <a:solidFill>
                  <a:srgbClr val="2F3848"/>
                </a:solidFill>
                <a:latin typeface="Source Sans Pro"/>
                <a:ea typeface="Source Sans Pro"/>
                <a:cs typeface="Source Sans Pro"/>
                <a:sym typeface="Source Sans Pro"/>
              </a:rPr>
              <a:t>by</a:t>
            </a:r>
            <a:r>
              <a:rPr lang="de-DE" dirty="0" smtClean="0">
                <a:solidFill>
                  <a:srgbClr val="2F3848"/>
                </a:solidFill>
                <a:latin typeface="Source Sans Pro"/>
                <a:ea typeface="Source Sans Pro"/>
                <a:cs typeface="Source Sans Pro"/>
                <a:sym typeface="Source Sans Pro"/>
              </a:rPr>
              <a:t> </a:t>
            </a:r>
            <a:r>
              <a:rPr lang="de-DE" dirty="0" err="1" smtClean="0">
                <a:solidFill>
                  <a:srgbClr val="2F3848"/>
                </a:solidFill>
                <a:latin typeface="Source Sans Pro"/>
                <a:ea typeface="Source Sans Pro"/>
                <a:cs typeface="Source Sans Pro"/>
                <a:sym typeface="Source Sans Pro"/>
              </a:rPr>
              <a:t>esm-runscripts</a:t>
            </a:r>
            <a:r>
              <a:rPr lang="de-DE" dirty="0" smtClean="0">
                <a:solidFill>
                  <a:srgbClr val="2F3848"/>
                </a:solidFill>
                <a:latin typeface="Source Sans Pro"/>
                <a:ea typeface="Source Sans Pro"/>
                <a:cs typeface="Source Sans Pro"/>
                <a:sym typeface="Source Sans Pro"/>
              </a:rPr>
              <a:t> </a:t>
            </a:r>
            <a:r>
              <a:rPr lang="de-DE" dirty="0" err="1" smtClean="0">
                <a:solidFill>
                  <a:srgbClr val="2F3848"/>
                </a:solidFill>
                <a:latin typeface="Source Sans Pro"/>
                <a:ea typeface="Source Sans Pro"/>
                <a:cs typeface="Source Sans Pro"/>
                <a:sym typeface="Source Sans Pro"/>
              </a:rPr>
              <a:t>to</a:t>
            </a:r>
            <a:r>
              <a:rPr lang="de-DE" dirty="0" smtClean="0">
                <a:solidFill>
                  <a:srgbClr val="2F3848"/>
                </a:solidFill>
                <a:latin typeface="Source Sans Pro"/>
                <a:ea typeface="Source Sans Pro"/>
                <a:cs typeface="Source Sans Pro"/>
                <a:sym typeface="Source Sans Pro"/>
              </a:rPr>
              <a:t> </a:t>
            </a:r>
            <a:r>
              <a:rPr lang="de-DE" dirty="0" err="1" smtClean="0">
                <a:solidFill>
                  <a:srgbClr val="2F3848"/>
                </a:solidFill>
                <a:latin typeface="Source Sans Pro"/>
                <a:ea typeface="Source Sans Pro"/>
                <a:cs typeface="Source Sans Pro"/>
                <a:sym typeface="Source Sans Pro"/>
              </a:rPr>
              <a:t>run</a:t>
            </a:r>
            <a:r>
              <a:rPr lang="de-DE" dirty="0" smtClean="0">
                <a:solidFill>
                  <a:srgbClr val="2F3848"/>
                </a:solidFill>
                <a:latin typeface="Source Sans Pro"/>
                <a:ea typeface="Source Sans Pro"/>
                <a:cs typeface="Source Sans Pro"/>
                <a:sym typeface="Source Sans Pro"/>
              </a:rPr>
              <a:t> </a:t>
            </a:r>
            <a:r>
              <a:rPr lang="de-DE" dirty="0" err="1" smtClean="0">
                <a:solidFill>
                  <a:srgbClr val="2F3848"/>
                </a:solidFill>
                <a:latin typeface="Source Sans Pro"/>
                <a:ea typeface="Source Sans Pro"/>
                <a:cs typeface="Source Sans Pro"/>
                <a:sym typeface="Source Sans Pro"/>
              </a:rPr>
              <a:t>simulations</a:t>
            </a:r>
            <a:endParaRPr dirty="0">
              <a:solidFill>
                <a:srgbClr val="2F3848"/>
              </a:solidFill>
              <a:latin typeface="Source Sans Pro"/>
              <a:ea typeface="Source Sans Pro"/>
              <a:cs typeface="Source Sans Pro"/>
              <a:sym typeface="Source Sans Pro"/>
            </a:endParaRPr>
          </a:p>
        </p:txBody>
      </p:sp>
      <p:sp>
        <p:nvSpPr>
          <p:cNvPr id="82" name="Shape 82"/>
          <p:cNvSpPr txBox="1"/>
          <p:nvPr/>
        </p:nvSpPr>
        <p:spPr>
          <a:xfrm>
            <a:off x="4744975" y="1921975"/>
            <a:ext cx="3941700" cy="3158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rtl="0">
              <a:spcBef>
                <a:spcPts val="600"/>
              </a:spcBef>
              <a:spcAft>
                <a:spcPts val="0"/>
              </a:spcAft>
              <a:buNone/>
            </a:pPr>
            <a:r>
              <a:rPr lang="de-DE" b="1" dirty="0" smtClean="0">
                <a:solidFill>
                  <a:srgbClr val="F05768"/>
                </a:solidFill>
                <a:latin typeface="Source Sans Pro"/>
                <a:ea typeface="Source Sans Pro"/>
                <a:cs typeface="Source Sans Pro"/>
                <a:sym typeface="Source Sans Pro"/>
              </a:rPr>
              <a:t>Advantages:</a:t>
            </a:r>
            <a:endParaRPr dirty="0">
              <a:solidFill>
                <a:srgbClr val="F05768"/>
              </a:solidFill>
              <a:latin typeface="Source Sans Pro"/>
              <a:ea typeface="Source Sans Pro"/>
              <a:cs typeface="Source Sans Pro"/>
              <a:sym typeface="Source Sans Pro"/>
            </a:endParaRPr>
          </a:p>
          <a:p>
            <a:pPr marL="285750" lvl="0" indent="-285750" rtl="0">
              <a:spcBef>
                <a:spcPts val="600"/>
              </a:spcBef>
              <a:spcAft>
                <a:spcPts val="0"/>
              </a:spcAft>
              <a:buFont typeface="Arial" charset="0"/>
              <a:buChar char="•"/>
            </a:pPr>
            <a:r>
              <a:rPr lang="de-DE" dirty="0" smtClean="0">
                <a:solidFill>
                  <a:srgbClr val="2F3848"/>
                </a:solidFill>
                <a:latin typeface="Source Sans Pro"/>
                <a:ea typeface="Source Sans Pro"/>
                <a:cs typeface="Source Sans Pro"/>
                <a:sym typeface="Source Sans Pro"/>
              </a:rPr>
              <a:t>Share optimal </a:t>
            </a:r>
            <a:r>
              <a:rPr lang="de-DE" dirty="0" err="1" smtClean="0">
                <a:solidFill>
                  <a:srgbClr val="2F3848"/>
                </a:solidFill>
                <a:latin typeface="Source Sans Pro"/>
                <a:ea typeface="Source Sans Pro"/>
                <a:cs typeface="Source Sans Pro"/>
                <a:sym typeface="Source Sans Pro"/>
              </a:rPr>
              <a:t>settings</a:t>
            </a:r>
            <a:r>
              <a:rPr lang="de-DE" dirty="0" smtClean="0">
                <a:solidFill>
                  <a:srgbClr val="2F3848"/>
                </a:solidFill>
                <a:latin typeface="Source Sans Pro"/>
                <a:ea typeface="Source Sans Pro"/>
                <a:cs typeface="Source Sans Pro"/>
                <a:sym typeface="Source Sans Pro"/>
              </a:rPr>
              <a:t> </a:t>
            </a:r>
            <a:r>
              <a:rPr lang="de-DE" dirty="0" err="1" smtClean="0">
                <a:solidFill>
                  <a:srgbClr val="2F3848"/>
                </a:solidFill>
                <a:latin typeface="Source Sans Pro"/>
                <a:ea typeface="Source Sans Pro"/>
                <a:cs typeface="Source Sans Pro"/>
                <a:sym typeface="Source Sans Pro"/>
              </a:rPr>
              <a:t>for</a:t>
            </a:r>
            <a:r>
              <a:rPr lang="de-DE" dirty="0" smtClean="0">
                <a:solidFill>
                  <a:srgbClr val="2F3848"/>
                </a:solidFill>
                <a:latin typeface="Source Sans Pro"/>
                <a:ea typeface="Source Sans Pro"/>
                <a:cs typeface="Source Sans Pro"/>
                <a:sym typeface="Source Sans Pro"/>
              </a:rPr>
              <a:t> (</a:t>
            </a:r>
            <a:r>
              <a:rPr lang="de-DE" dirty="0" err="1" smtClean="0">
                <a:solidFill>
                  <a:srgbClr val="2F3848"/>
                </a:solidFill>
                <a:latin typeface="Source Sans Pro"/>
                <a:ea typeface="Source Sans Pro"/>
                <a:cs typeface="Source Sans Pro"/>
                <a:sym typeface="Source Sans Pro"/>
              </a:rPr>
              <a:t>new</a:t>
            </a:r>
            <a:r>
              <a:rPr lang="de-DE" dirty="0" smtClean="0">
                <a:solidFill>
                  <a:srgbClr val="2F3848"/>
                </a:solidFill>
                <a:latin typeface="Source Sans Pro"/>
                <a:ea typeface="Source Sans Pro"/>
                <a:cs typeface="Source Sans Pro"/>
                <a:sym typeface="Source Sans Pro"/>
              </a:rPr>
              <a:t>/</a:t>
            </a:r>
            <a:r>
              <a:rPr lang="de-DE" dirty="0" err="1" smtClean="0">
                <a:solidFill>
                  <a:srgbClr val="2F3848"/>
                </a:solidFill>
                <a:latin typeface="Source Sans Pro"/>
                <a:ea typeface="Source Sans Pro"/>
                <a:cs typeface="Source Sans Pro"/>
                <a:sym typeface="Source Sans Pro"/>
              </a:rPr>
              <a:t>changed</a:t>
            </a:r>
            <a:r>
              <a:rPr lang="de-DE" dirty="0" smtClean="0">
                <a:solidFill>
                  <a:srgbClr val="2F3848"/>
                </a:solidFill>
                <a:latin typeface="Source Sans Pro"/>
                <a:ea typeface="Source Sans Pro"/>
                <a:cs typeface="Source Sans Pro"/>
                <a:sym typeface="Source Sans Pro"/>
              </a:rPr>
              <a:t>) </a:t>
            </a:r>
            <a:r>
              <a:rPr lang="de-DE" dirty="0" err="1" smtClean="0">
                <a:solidFill>
                  <a:srgbClr val="2F3848"/>
                </a:solidFill>
                <a:latin typeface="Source Sans Pro"/>
                <a:ea typeface="Source Sans Pro"/>
                <a:cs typeface="Source Sans Pro"/>
                <a:sym typeface="Source Sans Pro"/>
              </a:rPr>
              <a:t>machines</a:t>
            </a:r>
            <a:r>
              <a:rPr lang="de-DE" dirty="0" smtClean="0">
                <a:solidFill>
                  <a:srgbClr val="2F3848"/>
                </a:solidFill>
                <a:latin typeface="Source Sans Pro"/>
                <a:ea typeface="Source Sans Pro"/>
                <a:cs typeface="Source Sans Pro"/>
                <a:sym typeface="Source Sans Pro"/>
              </a:rPr>
              <a:t> </a:t>
            </a:r>
            <a:r>
              <a:rPr lang="de-DE" dirty="0" err="1" smtClean="0">
                <a:solidFill>
                  <a:srgbClr val="2F3848"/>
                </a:solidFill>
                <a:latin typeface="Source Sans Pro"/>
                <a:ea typeface="Source Sans Pro"/>
                <a:cs typeface="Source Sans Pro"/>
                <a:sym typeface="Source Sans Pro"/>
              </a:rPr>
              <a:t>easily</a:t>
            </a:r>
            <a:endParaRPr lang="de-DE" dirty="0" smtClean="0">
              <a:solidFill>
                <a:srgbClr val="2F3848"/>
              </a:solidFill>
              <a:latin typeface="Source Sans Pro"/>
              <a:ea typeface="Source Sans Pro"/>
              <a:cs typeface="Source Sans Pro"/>
              <a:sym typeface="Source Sans Pro"/>
            </a:endParaRPr>
          </a:p>
          <a:p>
            <a:pPr marL="285750" lvl="0" indent="-285750" rtl="0">
              <a:spcBef>
                <a:spcPts val="600"/>
              </a:spcBef>
              <a:spcAft>
                <a:spcPts val="0"/>
              </a:spcAft>
              <a:buFont typeface="Arial" charset="0"/>
              <a:buChar char="•"/>
            </a:pPr>
            <a:r>
              <a:rPr lang="de-DE" dirty="0" err="1" smtClean="0">
                <a:solidFill>
                  <a:srgbClr val="2F3848"/>
                </a:solidFill>
                <a:latin typeface="Source Sans Pro"/>
                <a:ea typeface="Source Sans Pro"/>
                <a:cs typeface="Source Sans Pro"/>
                <a:sym typeface="Source Sans Pro"/>
              </a:rPr>
              <a:t>No</a:t>
            </a:r>
            <a:r>
              <a:rPr lang="de-DE" dirty="0" smtClean="0">
                <a:solidFill>
                  <a:srgbClr val="2F3848"/>
                </a:solidFill>
                <a:latin typeface="Source Sans Pro"/>
                <a:ea typeface="Source Sans Pro"/>
                <a:cs typeface="Source Sans Pro"/>
                <a:sym typeface="Source Sans Pro"/>
              </a:rPr>
              <a:t> </a:t>
            </a:r>
            <a:r>
              <a:rPr lang="de-DE" dirty="0" err="1" smtClean="0">
                <a:solidFill>
                  <a:srgbClr val="2F3848"/>
                </a:solidFill>
                <a:latin typeface="Source Sans Pro"/>
                <a:ea typeface="Source Sans Pro"/>
                <a:cs typeface="Source Sans Pro"/>
                <a:sym typeface="Source Sans Pro"/>
              </a:rPr>
              <a:t>contradicting</a:t>
            </a:r>
            <a:r>
              <a:rPr lang="de-DE" dirty="0" smtClean="0">
                <a:solidFill>
                  <a:srgbClr val="2F3848"/>
                </a:solidFill>
                <a:latin typeface="Source Sans Pro"/>
                <a:ea typeface="Source Sans Pro"/>
                <a:cs typeface="Source Sans Pro"/>
                <a:sym typeface="Source Sans Pro"/>
              </a:rPr>
              <a:t> </a:t>
            </a:r>
            <a:r>
              <a:rPr lang="de-DE" dirty="0" err="1" smtClean="0">
                <a:solidFill>
                  <a:srgbClr val="2F3848"/>
                </a:solidFill>
                <a:latin typeface="Source Sans Pro"/>
                <a:ea typeface="Source Sans Pro"/>
                <a:cs typeface="Source Sans Pro"/>
                <a:sym typeface="Source Sans Pro"/>
              </a:rPr>
              <a:t>settings</a:t>
            </a:r>
            <a:r>
              <a:rPr lang="de-DE" dirty="0" smtClean="0">
                <a:solidFill>
                  <a:srgbClr val="2F3848"/>
                </a:solidFill>
                <a:latin typeface="Source Sans Pro"/>
                <a:ea typeface="Source Sans Pro"/>
                <a:cs typeface="Source Sans Pro"/>
                <a:sym typeface="Source Sans Pro"/>
              </a:rPr>
              <a:t> </a:t>
            </a:r>
            <a:r>
              <a:rPr lang="de-DE" dirty="0" err="1" smtClean="0">
                <a:solidFill>
                  <a:srgbClr val="2F3848"/>
                </a:solidFill>
                <a:latin typeface="Source Sans Pro"/>
                <a:ea typeface="Source Sans Pro"/>
                <a:cs typeface="Source Sans Pro"/>
                <a:sym typeface="Source Sans Pro"/>
              </a:rPr>
              <a:t>between</a:t>
            </a:r>
            <a:r>
              <a:rPr lang="de-DE" dirty="0" smtClean="0">
                <a:solidFill>
                  <a:srgbClr val="2F3848"/>
                </a:solidFill>
                <a:latin typeface="Source Sans Pro"/>
                <a:ea typeface="Source Sans Pro"/>
                <a:cs typeface="Source Sans Pro"/>
                <a:sym typeface="Source Sans Pro"/>
              </a:rPr>
              <a:t> </a:t>
            </a:r>
            <a:r>
              <a:rPr lang="de-DE" dirty="0" err="1" smtClean="0">
                <a:solidFill>
                  <a:srgbClr val="2F3848"/>
                </a:solidFill>
                <a:latin typeface="Source Sans Pro"/>
                <a:ea typeface="Source Sans Pro"/>
                <a:cs typeface="Source Sans Pro"/>
                <a:sym typeface="Source Sans Pro"/>
              </a:rPr>
              <a:t>compilation</a:t>
            </a:r>
            <a:r>
              <a:rPr lang="de-DE" dirty="0" smtClean="0">
                <a:solidFill>
                  <a:srgbClr val="2F3848"/>
                </a:solidFill>
                <a:latin typeface="Source Sans Pro"/>
                <a:ea typeface="Source Sans Pro"/>
                <a:cs typeface="Source Sans Pro"/>
                <a:sym typeface="Source Sans Pro"/>
              </a:rPr>
              <a:t> </a:t>
            </a:r>
            <a:r>
              <a:rPr lang="de-DE" dirty="0" err="1" smtClean="0">
                <a:solidFill>
                  <a:srgbClr val="2F3848"/>
                </a:solidFill>
                <a:latin typeface="Source Sans Pro"/>
                <a:ea typeface="Source Sans Pro"/>
                <a:cs typeface="Source Sans Pro"/>
                <a:sym typeface="Source Sans Pro"/>
              </a:rPr>
              <a:t>and</a:t>
            </a:r>
            <a:r>
              <a:rPr lang="de-DE" dirty="0" smtClean="0">
                <a:solidFill>
                  <a:srgbClr val="2F3848"/>
                </a:solidFill>
                <a:latin typeface="Source Sans Pro"/>
                <a:ea typeface="Source Sans Pro"/>
                <a:cs typeface="Source Sans Pro"/>
                <a:sym typeface="Source Sans Pro"/>
              </a:rPr>
              <a:t> </a:t>
            </a:r>
            <a:r>
              <a:rPr lang="de-DE" dirty="0" err="1" smtClean="0">
                <a:solidFill>
                  <a:srgbClr val="2F3848"/>
                </a:solidFill>
                <a:latin typeface="Source Sans Pro"/>
                <a:ea typeface="Source Sans Pro"/>
                <a:cs typeface="Source Sans Pro"/>
                <a:sym typeface="Source Sans Pro"/>
              </a:rPr>
              <a:t>run</a:t>
            </a:r>
            <a:endParaRPr lang="de-DE" dirty="0" smtClean="0">
              <a:solidFill>
                <a:srgbClr val="2F3848"/>
              </a:solidFill>
              <a:latin typeface="Source Sans Pro"/>
              <a:ea typeface="Source Sans Pro"/>
              <a:cs typeface="Source Sans Pro"/>
              <a:sym typeface="Source Sans Pro"/>
            </a:endParaRPr>
          </a:p>
          <a:p>
            <a:pPr marL="285750" lvl="0" indent="-285750" rtl="0">
              <a:spcBef>
                <a:spcPts val="600"/>
              </a:spcBef>
              <a:spcAft>
                <a:spcPts val="0"/>
              </a:spcAft>
              <a:buFont typeface="Arial" charset="0"/>
              <a:buChar char="•"/>
            </a:pPr>
            <a:endParaRPr lang="de-DE" dirty="0" smtClean="0">
              <a:solidFill>
                <a:srgbClr val="2F3848"/>
              </a:solidFill>
              <a:latin typeface="Source Sans Pro"/>
              <a:ea typeface="Source Sans Pro"/>
              <a:cs typeface="Source Sans Pro"/>
              <a:sym typeface="Source Sans Pro"/>
            </a:endParaRPr>
          </a:p>
          <a:p>
            <a:pPr marL="0" lvl="0" indent="0" rtl="0">
              <a:spcBef>
                <a:spcPts val="600"/>
              </a:spcBef>
              <a:spcAft>
                <a:spcPts val="0"/>
              </a:spcAft>
              <a:buNone/>
            </a:pPr>
            <a:endParaRPr lang="de-DE" dirty="0" smtClean="0">
              <a:solidFill>
                <a:srgbClr val="2F3848"/>
              </a:solidFill>
              <a:latin typeface="Source Sans Pro"/>
              <a:ea typeface="Source Sans Pro"/>
              <a:cs typeface="Source Sans Pro"/>
              <a:sym typeface="Source Sans Pro"/>
            </a:endParaRPr>
          </a:p>
          <a:p>
            <a:pPr marL="0" lvl="0" indent="0" rtl="0">
              <a:spcBef>
                <a:spcPts val="600"/>
              </a:spcBef>
              <a:spcAft>
                <a:spcPts val="0"/>
              </a:spcAft>
              <a:buNone/>
            </a:pPr>
            <a:endParaRPr lang="de-DE" dirty="0">
              <a:solidFill>
                <a:srgbClr val="2F3848"/>
              </a:solidFill>
              <a:latin typeface="Source Sans Pro"/>
              <a:ea typeface="Source Sans Pro"/>
              <a:cs typeface="Source Sans Pro"/>
              <a:sym typeface="Source Sans Pro"/>
            </a:endParaRPr>
          </a:p>
          <a:p>
            <a:pPr marL="0" lvl="0" indent="0" rtl="0">
              <a:spcBef>
                <a:spcPts val="600"/>
              </a:spcBef>
              <a:spcAft>
                <a:spcPts val="0"/>
              </a:spcAft>
              <a:buNone/>
            </a:pPr>
            <a:endParaRPr lang="de-DE" dirty="0" smtClean="0">
              <a:solidFill>
                <a:srgbClr val="2F3848"/>
              </a:solidFill>
              <a:latin typeface="Source Sans Pro"/>
              <a:ea typeface="Source Sans Pro"/>
              <a:cs typeface="Source Sans Pro"/>
              <a:sym typeface="Source Sans Pro"/>
            </a:endParaRPr>
          </a:p>
          <a:p>
            <a:pPr marL="0" lvl="0" indent="0" rtl="0">
              <a:spcBef>
                <a:spcPts val="600"/>
              </a:spcBef>
              <a:spcAft>
                <a:spcPts val="0"/>
              </a:spcAft>
              <a:buNone/>
            </a:pPr>
            <a:r>
              <a:rPr lang="de-DE" dirty="0" err="1" smtClean="0">
                <a:solidFill>
                  <a:srgbClr val="2F3848"/>
                </a:solidFill>
                <a:latin typeface="Source Sans Pro"/>
                <a:ea typeface="Source Sans Pro"/>
                <a:cs typeface="Source Sans Pro"/>
                <a:sym typeface="Source Sans Pro"/>
              </a:rPr>
              <a:t>esm</a:t>
            </a:r>
            <a:r>
              <a:rPr lang="de-DE" dirty="0" smtClean="0">
                <a:solidFill>
                  <a:srgbClr val="2F3848"/>
                </a:solidFill>
                <a:latin typeface="Source Sans Pro"/>
                <a:ea typeface="Source Sans Pro"/>
                <a:cs typeface="Source Sans Pro"/>
                <a:sym typeface="Source Sans Pro"/>
              </a:rPr>
              <a:t>-environment </a:t>
            </a:r>
            <a:r>
              <a:rPr lang="de-DE" dirty="0" err="1" smtClean="0">
                <a:solidFill>
                  <a:srgbClr val="2F3848"/>
                </a:solidFill>
                <a:latin typeface="Source Sans Pro"/>
                <a:ea typeface="Source Sans Pro"/>
                <a:cs typeface="Source Sans Pro"/>
                <a:sym typeface="Source Sans Pro"/>
              </a:rPr>
              <a:t>is</a:t>
            </a:r>
            <a:r>
              <a:rPr lang="de-DE" dirty="0" smtClean="0">
                <a:solidFill>
                  <a:srgbClr val="2F3848"/>
                </a:solidFill>
                <a:latin typeface="Source Sans Pro"/>
                <a:ea typeface="Source Sans Pro"/>
                <a:cs typeface="Source Sans Pro"/>
                <a:sym typeface="Source Sans Pro"/>
              </a:rPr>
              <a:t> </a:t>
            </a:r>
            <a:r>
              <a:rPr lang="de-DE" dirty="0" err="1" smtClean="0">
                <a:solidFill>
                  <a:srgbClr val="2F3848"/>
                </a:solidFill>
                <a:latin typeface="Source Sans Pro"/>
                <a:ea typeface="Source Sans Pro"/>
                <a:cs typeface="Source Sans Pro"/>
                <a:sym typeface="Source Sans Pro"/>
              </a:rPr>
              <a:t>based</a:t>
            </a:r>
            <a:r>
              <a:rPr lang="de-DE" dirty="0" smtClean="0">
                <a:solidFill>
                  <a:srgbClr val="2F3848"/>
                </a:solidFill>
                <a:latin typeface="Source Sans Pro"/>
                <a:ea typeface="Source Sans Pro"/>
                <a:cs typeface="Source Sans Pro"/>
                <a:sym typeface="Source Sans Pro"/>
              </a:rPr>
              <a:t> on </a:t>
            </a:r>
            <a:r>
              <a:rPr lang="de-DE" dirty="0" err="1" smtClean="0">
                <a:solidFill>
                  <a:srgbClr val="2F3848"/>
                </a:solidFill>
                <a:latin typeface="Source Sans Pro"/>
                <a:ea typeface="Source Sans Pro"/>
                <a:cs typeface="Source Sans Pro"/>
                <a:sym typeface="Source Sans Pro"/>
              </a:rPr>
              <a:t>the</a:t>
            </a:r>
            <a:r>
              <a:rPr lang="de-DE" dirty="0" smtClean="0">
                <a:solidFill>
                  <a:srgbClr val="2F3848"/>
                </a:solidFill>
                <a:latin typeface="Source Sans Pro"/>
                <a:ea typeface="Source Sans Pro"/>
                <a:cs typeface="Source Sans Pro"/>
                <a:sym typeface="Source Sans Pro"/>
              </a:rPr>
              <a:t> </a:t>
            </a:r>
            <a:r>
              <a:rPr lang="de-DE" dirty="0" err="1" smtClean="0">
                <a:solidFill>
                  <a:srgbClr val="2F3848"/>
                </a:solidFill>
                <a:latin typeface="Source Sans Pro"/>
                <a:ea typeface="Source Sans Pro"/>
                <a:cs typeface="Source Sans Pro"/>
                <a:sym typeface="Source Sans Pro"/>
              </a:rPr>
              <a:t>cmake</a:t>
            </a:r>
            <a:r>
              <a:rPr lang="de-DE" dirty="0" smtClean="0">
                <a:solidFill>
                  <a:srgbClr val="2F3848"/>
                </a:solidFill>
                <a:latin typeface="Source Sans Pro"/>
                <a:ea typeface="Source Sans Pro"/>
                <a:cs typeface="Source Sans Pro"/>
                <a:sym typeface="Source Sans Pro"/>
              </a:rPr>
              <a:t>-</a:t>
            </a:r>
            <a:r>
              <a:rPr lang="de-DE" dirty="0" err="1" smtClean="0">
                <a:solidFill>
                  <a:srgbClr val="2F3848"/>
                </a:solidFill>
                <a:latin typeface="Source Sans Pro"/>
                <a:ea typeface="Source Sans Pro"/>
                <a:cs typeface="Source Sans Pro"/>
                <a:sym typeface="Source Sans Pro"/>
              </a:rPr>
              <a:t>build</a:t>
            </a:r>
            <a:r>
              <a:rPr lang="de-DE" dirty="0" smtClean="0">
                <a:solidFill>
                  <a:srgbClr val="2F3848"/>
                </a:solidFill>
                <a:latin typeface="Source Sans Pro"/>
                <a:ea typeface="Source Sans Pro"/>
                <a:cs typeface="Source Sans Pro"/>
                <a:sym typeface="Source Sans Pro"/>
              </a:rPr>
              <a:t>-system </a:t>
            </a:r>
            <a:r>
              <a:rPr lang="de-DE" dirty="0" err="1" smtClean="0">
                <a:solidFill>
                  <a:srgbClr val="2F3848"/>
                </a:solidFill>
                <a:latin typeface="Source Sans Pro"/>
                <a:ea typeface="Source Sans Pro"/>
                <a:cs typeface="Source Sans Pro"/>
                <a:sym typeface="Source Sans Pro"/>
              </a:rPr>
              <a:t>developed</a:t>
            </a:r>
            <a:r>
              <a:rPr lang="de-DE" dirty="0" smtClean="0">
                <a:solidFill>
                  <a:srgbClr val="2F3848"/>
                </a:solidFill>
                <a:latin typeface="Source Sans Pro"/>
                <a:ea typeface="Source Sans Pro"/>
                <a:cs typeface="Source Sans Pro"/>
                <a:sym typeface="Source Sans Pro"/>
              </a:rPr>
              <a:t> </a:t>
            </a:r>
            <a:r>
              <a:rPr lang="de-DE" dirty="0" err="1" smtClean="0">
                <a:solidFill>
                  <a:srgbClr val="2F3848"/>
                </a:solidFill>
                <a:latin typeface="Source Sans Pro"/>
                <a:ea typeface="Source Sans Pro"/>
                <a:cs typeface="Source Sans Pro"/>
                <a:sym typeface="Source Sans Pro"/>
              </a:rPr>
              <a:t>by</a:t>
            </a:r>
            <a:r>
              <a:rPr lang="de-DE" dirty="0" smtClean="0">
                <a:solidFill>
                  <a:srgbClr val="2F3848"/>
                </a:solidFill>
                <a:latin typeface="Source Sans Pro"/>
                <a:ea typeface="Source Sans Pro"/>
                <a:cs typeface="Source Sans Pro"/>
                <a:sym typeface="Source Sans Pro"/>
              </a:rPr>
              <a:t> Jan Hegewald </a:t>
            </a:r>
            <a:r>
              <a:rPr lang="de-DE" dirty="0" err="1" smtClean="0">
                <a:solidFill>
                  <a:srgbClr val="2F3848"/>
                </a:solidFill>
                <a:latin typeface="Source Sans Pro"/>
                <a:ea typeface="Source Sans Pro"/>
                <a:cs typeface="Source Sans Pro"/>
                <a:sym typeface="Source Sans Pro"/>
              </a:rPr>
              <a:t>for</a:t>
            </a:r>
            <a:r>
              <a:rPr lang="de-DE" dirty="0" smtClean="0">
                <a:solidFill>
                  <a:srgbClr val="2F3848"/>
                </a:solidFill>
                <a:latin typeface="Source Sans Pro"/>
                <a:ea typeface="Source Sans Pro"/>
                <a:cs typeface="Source Sans Pro"/>
                <a:sym typeface="Source Sans Pro"/>
              </a:rPr>
              <a:t> </a:t>
            </a:r>
            <a:r>
              <a:rPr lang="de-DE" dirty="0" err="1" smtClean="0">
                <a:solidFill>
                  <a:srgbClr val="2F3848"/>
                </a:solidFill>
                <a:latin typeface="Source Sans Pro"/>
                <a:ea typeface="Source Sans Pro"/>
                <a:cs typeface="Source Sans Pro"/>
                <a:sym typeface="Source Sans Pro"/>
              </a:rPr>
              <a:t>awicm</a:t>
            </a:r>
            <a:r>
              <a:rPr lang="de-DE" dirty="0" smtClean="0">
                <a:solidFill>
                  <a:srgbClr val="2F3848"/>
                </a:solidFill>
                <a:latin typeface="Source Sans Pro"/>
                <a:ea typeface="Source Sans Pro"/>
                <a:cs typeface="Source Sans Pro"/>
                <a:sym typeface="Source Sans Pro"/>
              </a:rPr>
              <a:t>.</a:t>
            </a:r>
            <a:endParaRPr lang="de-DE" dirty="0">
              <a:solidFill>
                <a:srgbClr val="2F3848"/>
              </a:solidFill>
              <a:latin typeface="Source Sans Pro"/>
              <a:ea typeface="Source Sans Pro"/>
              <a:cs typeface="Source Sans Pro"/>
              <a:sym typeface="Source Sans Pro"/>
            </a:endParaRPr>
          </a:p>
        </p:txBody>
      </p:sp>
      <p:sp>
        <p:nvSpPr>
          <p:cNvPr id="83" name="Shape 83"/>
          <p:cNvSpPr txBox="1"/>
          <p:nvPr/>
        </p:nvSpPr>
        <p:spPr>
          <a:xfrm>
            <a:off x="457075" y="5555502"/>
            <a:ext cx="8229600" cy="826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rtl="0">
              <a:spcAft>
                <a:spcPts val="0"/>
              </a:spcAft>
              <a:buNone/>
            </a:pPr>
            <a:r>
              <a:rPr lang="de-DE" b="1" dirty="0" err="1" smtClean="0">
                <a:solidFill>
                  <a:srgbClr val="2F3848"/>
                </a:solidFill>
                <a:latin typeface="Source Sans Pro"/>
                <a:ea typeface="Source Sans Pro"/>
                <a:cs typeface="Source Sans Pro"/>
                <a:sym typeface="Source Sans Pro"/>
              </a:rPr>
              <a:t>Get</a:t>
            </a:r>
            <a:r>
              <a:rPr lang="de-DE" b="1" dirty="0" smtClean="0">
                <a:solidFill>
                  <a:srgbClr val="2F3848"/>
                </a:solidFill>
                <a:latin typeface="Source Sans Pro"/>
                <a:ea typeface="Source Sans Pro"/>
                <a:cs typeface="Source Sans Pro"/>
                <a:sym typeface="Source Sans Pro"/>
              </a:rPr>
              <a:t> </a:t>
            </a:r>
            <a:r>
              <a:rPr lang="de-DE" b="1" dirty="0" err="1" smtClean="0">
                <a:solidFill>
                  <a:srgbClr val="2F3848"/>
                </a:solidFill>
                <a:latin typeface="Source Sans Pro"/>
                <a:ea typeface="Source Sans Pro"/>
                <a:cs typeface="Source Sans Pro"/>
                <a:sym typeface="Source Sans Pro"/>
              </a:rPr>
              <a:t>it</a:t>
            </a:r>
            <a:r>
              <a:rPr lang="de-DE" b="1" dirty="0" smtClean="0">
                <a:solidFill>
                  <a:srgbClr val="2F3848"/>
                </a:solidFill>
                <a:latin typeface="Source Sans Pro"/>
                <a:ea typeface="Source Sans Pro"/>
                <a:cs typeface="Source Sans Pro"/>
                <a:sym typeface="Source Sans Pro"/>
              </a:rPr>
              <a:t> </a:t>
            </a:r>
            <a:r>
              <a:rPr lang="de-DE" b="1" dirty="0" err="1" smtClean="0">
                <a:solidFill>
                  <a:srgbClr val="2F3848"/>
                </a:solidFill>
                <a:latin typeface="Source Sans Pro"/>
                <a:ea typeface="Source Sans Pro"/>
                <a:cs typeface="Source Sans Pro"/>
                <a:sym typeface="Source Sans Pro"/>
              </a:rPr>
              <a:t>by</a:t>
            </a:r>
            <a:r>
              <a:rPr lang="de-DE" b="1" dirty="0" smtClean="0">
                <a:solidFill>
                  <a:srgbClr val="2F3848"/>
                </a:solidFill>
                <a:latin typeface="Source Sans Pro"/>
                <a:ea typeface="Source Sans Pro"/>
                <a:cs typeface="Source Sans Pro"/>
                <a:sym typeface="Source Sans Pro"/>
              </a:rPr>
              <a:t> </a:t>
            </a:r>
            <a:r>
              <a:rPr lang="de-DE" b="1" dirty="0" err="1" smtClean="0">
                <a:solidFill>
                  <a:srgbClr val="2F3848"/>
                </a:solidFill>
                <a:latin typeface="Source Sans Pro"/>
                <a:ea typeface="Source Sans Pro"/>
                <a:cs typeface="Source Sans Pro"/>
                <a:sym typeface="Source Sans Pro"/>
              </a:rPr>
              <a:t>using</a:t>
            </a:r>
            <a:r>
              <a:rPr lang="de-DE" b="1" dirty="0" smtClean="0">
                <a:solidFill>
                  <a:srgbClr val="2F3848"/>
                </a:solidFill>
                <a:latin typeface="Source Sans Pro"/>
                <a:ea typeface="Source Sans Pro"/>
                <a:cs typeface="Source Sans Pro"/>
                <a:sym typeface="Source Sans Pro"/>
              </a:rPr>
              <a:t> </a:t>
            </a:r>
            <a:r>
              <a:rPr lang="de-DE" b="1" dirty="0" err="1" smtClean="0">
                <a:solidFill>
                  <a:srgbClr val="2F3848"/>
                </a:solidFill>
                <a:latin typeface="Source Sans Pro"/>
                <a:ea typeface="Source Sans Pro"/>
                <a:cs typeface="Source Sans Pro"/>
                <a:sym typeface="Source Sans Pro"/>
              </a:rPr>
              <a:t>esm</a:t>
            </a:r>
            <a:r>
              <a:rPr lang="de-DE" b="1" dirty="0" smtClean="0">
                <a:solidFill>
                  <a:srgbClr val="2F3848"/>
                </a:solidFill>
                <a:latin typeface="Source Sans Pro"/>
                <a:ea typeface="Source Sans Pro"/>
                <a:cs typeface="Source Sans Pro"/>
                <a:sym typeface="Source Sans Pro"/>
              </a:rPr>
              <a:t>-master (</a:t>
            </a:r>
            <a:r>
              <a:rPr lang="de-DE" b="1" dirty="0" err="1" smtClean="0">
                <a:solidFill>
                  <a:srgbClr val="2F3848"/>
                </a:solidFill>
                <a:latin typeface="Source Sans Pro"/>
                <a:ea typeface="Source Sans Pro"/>
                <a:cs typeface="Source Sans Pro"/>
                <a:sym typeface="Source Sans Pro"/>
              </a:rPr>
              <a:t>make</a:t>
            </a:r>
            <a:r>
              <a:rPr lang="de-DE" b="1" dirty="0" smtClean="0">
                <a:solidFill>
                  <a:srgbClr val="2F3848"/>
                </a:solidFill>
                <a:latin typeface="Source Sans Pro"/>
                <a:ea typeface="Source Sans Pro"/>
                <a:cs typeface="Source Sans Pro"/>
                <a:sym typeface="Source Sans Pro"/>
              </a:rPr>
              <a:t> </a:t>
            </a:r>
            <a:r>
              <a:rPr lang="de-DE" b="1" dirty="0" err="1" smtClean="0">
                <a:solidFill>
                  <a:srgbClr val="2F3848"/>
                </a:solidFill>
                <a:latin typeface="Source Sans Pro"/>
                <a:ea typeface="Source Sans Pro"/>
                <a:cs typeface="Source Sans Pro"/>
                <a:sym typeface="Source Sans Pro"/>
              </a:rPr>
              <a:t>get</a:t>
            </a:r>
            <a:r>
              <a:rPr lang="de-DE" b="1" dirty="0" smtClean="0">
                <a:solidFill>
                  <a:srgbClr val="2F3848"/>
                </a:solidFill>
                <a:latin typeface="Source Sans Pro"/>
                <a:ea typeface="Source Sans Pro"/>
                <a:cs typeface="Source Sans Pro"/>
                <a:sym typeface="Source Sans Pro"/>
              </a:rPr>
              <a:t>-</a:t>
            </a:r>
            <a:r>
              <a:rPr lang="de-DE" b="1" dirty="0" err="1" smtClean="0">
                <a:solidFill>
                  <a:srgbClr val="2F3848"/>
                </a:solidFill>
                <a:latin typeface="Source Sans Pro"/>
                <a:ea typeface="Source Sans Pro"/>
                <a:cs typeface="Source Sans Pro"/>
                <a:sym typeface="Source Sans Pro"/>
              </a:rPr>
              <a:t>esm</a:t>
            </a:r>
            <a:r>
              <a:rPr lang="de-DE" b="1" dirty="0" smtClean="0">
                <a:solidFill>
                  <a:srgbClr val="2F3848"/>
                </a:solidFill>
                <a:latin typeface="Source Sans Pro"/>
                <a:ea typeface="Source Sans Pro"/>
                <a:cs typeface="Source Sans Pro"/>
                <a:sym typeface="Source Sans Pro"/>
              </a:rPr>
              <a:t>-environment), </a:t>
            </a:r>
          </a:p>
          <a:p>
            <a:pPr marL="0" lvl="0" indent="0" rtl="0">
              <a:spcAft>
                <a:spcPts val="0"/>
              </a:spcAft>
              <a:buNone/>
            </a:pPr>
            <a:r>
              <a:rPr lang="de-DE" b="1" dirty="0" err="1">
                <a:solidFill>
                  <a:srgbClr val="2F3848"/>
                </a:solidFill>
                <a:latin typeface="Source Sans Pro"/>
                <a:ea typeface="Source Sans Pro"/>
                <a:cs typeface="Source Sans Pro"/>
                <a:sym typeface="Source Sans Pro"/>
              </a:rPr>
              <a:t>o</a:t>
            </a:r>
            <a:r>
              <a:rPr lang="de-DE" b="1" dirty="0" err="1" smtClean="0">
                <a:solidFill>
                  <a:srgbClr val="2F3848"/>
                </a:solidFill>
                <a:latin typeface="Source Sans Pro"/>
                <a:ea typeface="Source Sans Pro"/>
                <a:cs typeface="Source Sans Pro"/>
                <a:sym typeface="Source Sans Pro"/>
              </a:rPr>
              <a:t>r</a:t>
            </a:r>
            <a:r>
              <a:rPr lang="de-DE" b="1" dirty="0" smtClean="0">
                <a:solidFill>
                  <a:srgbClr val="2F3848"/>
                </a:solidFill>
                <a:latin typeface="Source Sans Pro"/>
                <a:ea typeface="Source Sans Pro"/>
                <a:cs typeface="Source Sans Pro"/>
                <a:sym typeface="Source Sans Pro"/>
              </a:rPr>
              <a:t> </a:t>
            </a:r>
            <a:r>
              <a:rPr lang="de-DE" b="1" dirty="0" err="1" smtClean="0">
                <a:solidFill>
                  <a:srgbClr val="2F3848"/>
                </a:solidFill>
                <a:latin typeface="Source Sans Pro"/>
                <a:ea typeface="Source Sans Pro"/>
                <a:cs typeface="Source Sans Pro"/>
                <a:sym typeface="Source Sans Pro"/>
              </a:rPr>
              <a:t>from</a:t>
            </a:r>
            <a:r>
              <a:rPr lang="de-DE" b="1" dirty="0" smtClean="0">
                <a:solidFill>
                  <a:srgbClr val="2F3848"/>
                </a:solidFill>
                <a:latin typeface="Source Sans Pro"/>
                <a:ea typeface="Source Sans Pro"/>
                <a:cs typeface="Source Sans Pro"/>
                <a:sym typeface="Source Sans Pro"/>
              </a:rPr>
              <a:t>:	 </a:t>
            </a:r>
            <a:r>
              <a:rPr lang="de-DE" b="1" u="sng" dirty="0" smtClean="0">
                <a:solidFill>
                  <a:srgbClr val="2F3848"/>
                </a:solidFill>
                <a:latin typeface="Source Sans Pro"/>
                <a:ea typeface="Source Sans Pro"/>
                <a:cs typeface="Source Sans Pro"/>
                <a:sym typeface="Source Sans Pro"/>
              </a:rPr>
              <a:t>https://</a:t>
            </a:r>
            <a:r>
              <a:rPr lang="de-DE" b="1" u="sng" dirty="0" err="1" smtClean="0">
                <a:solidFill>
                  <a:srgbClr val="2F3848"/>
                </a:solidFill>
                <a:latin typeface="Source Sans Pro"/>
                <a:ea typeface="Source Sans Pro"/>
                <a:cs typeface="Source Sans Pro"/>
                <a:sym typeface="Source Sans Pro"/>
              </a:rPr>
              <a:t>gitlab.dkrz.de</a:t>
            </a:r>
            <a:r>
              <a:rPr lang="de-DE" b="1" u="sng" dirty="0" smtClean="0">
                <a:solidFill>
                  <a:srgbClr val="2F3848"/>
                </a:solidFill>
                <a:latin typeface="Source Sans Pro"/>
                <a:ea typeface="Source Sans Pro"/>
                <a:cs typeface="Source Sans Pro"/>
                <a:sym typeface="Source Sans Pro"/>
              </a:rPr>
              <a:t>/</a:t>
            </a:r>
            <a:r>
              <a:rPr lang="de-DE" b="1" u="sng" dirty="0" err="1" smtClean="0">
                <a:solidFill>
                  <a:srgbClr val="2F3848"/>
                </a:solidFill>
                <a:latin typeface="Source Sans Pro"/>
                <a:ea typeface="Source Sans Pro"/>
                <a:cs typeface="Source Sans Pro"/>
                <a:sym typeface="Source Sans Pro"/>
              </a:rPr>
              <a:t>esm</a:t>
            </a:r>
            <a:r>
              <a:rPr lang="de-DE" b="1" u="sng" dirty="0" smtClean="0">
                <a:solidFill>
                  <a:srgbClr val="2F3848"/>
                </a:solidFill>
                <a:latin typeface="Source Sans Pro"/>
                <a:ea typeface="Source Sans Pro"/>
                <a:cs typeface="Source Sans Pro"/>
                <a:sym typeface="Source Sans Pro"/>
              </a:rPr>
              <a:t>-tools/</a:t>
            </a:r>
            <a:r>
              <a:rPr lang="de-DE" b="1" u="sng" dirty="0" err="1" smtClean="0">
                <a:solidFill>
                  <a:srgbClr val="2F3848"/>
                </a:solidFill>
                <a:latin typeface="Source Sans Pro"/>
                <a:ea typeface="Source Sans Pro"/>
                <a:cs typeface="Source Sans Pro"/>
                <a:sym typeface="Source Sans Pro"/>
              </a:rPr>
              <a:t>esm</a:t>
            </a:r>
            <a:r>
              <a:rPr lang="de-DE" b="1" u="sng" dirty="0" smtClean="0">
                <a:solidFill>
                  <a:srgbClr val="2F3848"/>
                </a:solidFill>
                <a:latin typeface="Source Sans Pro"/>
                <a:ea typeface="Source Sans Pro"/>
                <a:cs typeface="Source Sans Pro"/>
                <a:sym typeface="Source Sans Pro"/>
              </a:rPr>
              <a:t>-environment</a:t>
            </a:r>
            <a:endParaRPr dirty="0">
              <a:solidFill>
                <a:srgbClr val="2F3848"/>
              </a:solidFill>
              <a:latin typeface="Source Sans Pro"/>
              <a:ea typeface="Source Sans Pro"/>
              <a:cs typeface="Source Sans Pro"/>
              <a:sym typeface="Source Sans Pro"/>
            </a:endParaRPr>
          </a:p>
        </p:txBody>
      </p:sp>
    </p:spTree>
    <p:extLst>
      <p:ext uri="{BB962C8B-B14F-4D97-AF65-F5344CB8AC3E}">
        <p14:creationId xmlns:p14="http://schemas.microsoft.com/office/powerpoint/2010/main" val="820487501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6" name="Shape 96"/>
          <p:cNvSpPr txBox="1">
            <a:spLocks noGrp="1"/>
          </p:cNvSpPr>
          <p:nvPr>
            <p:ph type="ctrTitle"/>
          </p:nvPr>
        </p:nvSpPr>
        <p:spPr>
          <a:xfrm>
            <a:off x="665225" y="2004366"/>
            <a:ext cx="5560010" cy="805642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rtl="0">
              <a:spcBef>
                <a:spcPts val="0"/>
              </a:spcBef>
              <a:spcAft>
                <a:spcPts val="0"/>
              </a:spcAft>
              <a:buNone/>
            </a:pPr>
            <a:r>
              <a:rPr lang="de-DE" dirty="0" smtClean="0">
                <a:solidFill>
                  <a:schemeClr val="bg1"/>
                </a:solidFill>
              </a:rPr>
              <a:t>3</a:t>
            </a:r>
            <a:r>
              <a:rPr lang="en" dirty="0" smtClean="0">
                <a:solidFill>
                  <a:schemeClr val="bg1"/>
                </a:solidFill>
              </a:rPr>
              <a:t>.</a:t>
            </a:r>
            <a:r>
              <a:rPr lang="de-DE" dirty="0" smtClean="0">
                <a:solidFill>
                  <a:schemeClr val="bg1"/>
                </a:solidFill>
              </a:rPr>
              <a:t> </a:t>
            </a:r>
            <a:r>
              <a:rPr lang="en-US" dirty="0" err="1" smtClean="0"/>
              <a:t>esm</a:t>
            </a:r>
            <a:r>
              <a:rPr lang="de-DE" dirty="0" smtClean="0"/>
              <a:t>-</a:t>
            </a:r>
            <a:r>
              <a:rPr lang="de-DE" dirty="0" err="1" smtClean="0"/>
              <a:t>runscripts</a:t>
            </a:r>
            <a:endParaRPr dirty="0"/>
          </a:p>
        </p:txBody>
      </p:sp>
      <p:sp>
        <p:nvSpPr>
          <p:cNvPr id="97" name="Shape 97"/>
          <p:cNvSpPr txBox="1">
            <a:spLocks noGrp="1"/>
          </p:cNvSpPr>
          <p:nvPr>
            <p:ph type="subTitle" idx="1"/>
          </p:nvPr>
        </p:nvSpPr>
        <p:spPr>
          <a:xfrm>
            <a:off x="854252" y="3922274"/>
            <a:ext cx="3815400" cy="1439767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rtl="0">
              <a:spcBef>
                <a:spcPts val="0"/>
              </a:spcBef>
              <a:spcAft>
                <a:spcPts val="0"/>
              </a:spcAft>
              <a:buNone/>
            </a:pPr>
            <a:r>
              <a:rPr lang="de-DE" dirty="0" smtClean="0"/>
              <a:t>Run all </a:t>
            </a:r>
            <a:r>
              <a:rPr lang="de-DE" dirty="0" err="1" smtClean="0"/>
              <a:t>your</a:t>
            </a:r>
            <a:r>
              <a:rPr lang="de-DE" dirty="0" smtClean="0"/>
              <a:t> </a:t>
            </a:r>
            <a:r>
              <a:rPr lang="de-DE" dirty="0" err="1" smtClean="0"/>
              <a:t>models</a:t>
            </a:r>
            <a:r>
              <a:rPr lang="de-DE" dirty="0" smtClean="0"/>
              <a:t> </a:t>
            </a:r>
            <a:r>
              <a:rPr lang="de-DE" dirty="0" err="1" smtClean="0"/>
              <a:t>with</a:t>
            </a:r>
            <a:r>
              <a:rPr lang="de-DE" dirty="0" smtClean="0"/>
              <a:t> </a:t>
            </a:r>
            <a:r>
              <a:rPr lang="de-DE" dirty="0" err="1" smtClean="0"/>
              <a:t>short</a:t>
            </a:r>
            <a:r>
              <a:rPr lang="de-DE" dirty="0" smtClean="0"/>
              <a:t>, easy, </a:t>
            </a:r>
            <a:r>
              <a:rPr lang="de-DE" dirty="0" err="1" smtClean="0"/>
              <a:t>and</a:t>
            </a:r>
            <a:r>
              <a:rPr lang="de-DE" dirty="0" smtClean="0"/>
              <a:t> </a:t>
            </a:r>
            <a:r>
              <a:rPr lang="de-DE" dirty="0" err="1" smtClean="0"/>
              <a:t>almost</a:t>
            </a:r>
            <a:r>
              <a:rPr lang="de-DE" dirty="0" smtClean="0"/>
              <a:t> </a:t>
            </a:r>
            <a:r>
              <a:rPr lang="de-DE" dirty="0" err="1" smtClean="0"/>
              <a:t>identical</a:t>
            </a:r>
            <a:r>
              <a:rPr lang="de-DE" dirty="0" smtClean="0"/>
              <a:t> </a:t>
            </a:r>
            <a:r>
              <a:rPr lang="de-DE" dirty="0" err="1" smtClean="0"/>
              <a:t>runscripts</a:t>
            </a:r>
            <a:endParaRPr dirty="0"/>
          </a:p>
        </p:txBody>
      </p:sp>
      <p:grpSp>
        <p:nvGrpSpPr>
          <p:cNvPr id="8" name="Shape 222"/>
          <p:cNvGrpSpPr/>
          <p:nvPr/>
        </p:nvGrpSpPr>
        <p:grpSpPr>
          <a:xfrm>
            <a:off x="6697086" y="735589"/>
            <a:ext cx="1686134" cy="1686229"/>
            <a:chOff x="570875" y="4322250"/>
            <a:chExt cx="443300" cy="443325"/>
          </a:xfrm>
        </p:grpSpPr>
        <p:sp>
          <p:nvSpPr>
            <p:cNvPr id="9" name="Shape 223"/>
            <p:cNvSpPr/>
            <p:nvPr/>
          </p:nvSpPr>
          <p:spPr>
            <a:xfrm>
              <a:off x="570875" y="4322250"/>
              <a:ext cx="443300" cy="443325"/>
            </a:xfrm>
            <a:custGeom>
              <a:avLst/>
              <a:gdLst/>
              <a:ahLst/>
              <a:cxnLst/>
              <a:rect l="0" t="0" r="0" b="0"/>
              <a:pathLst>
                <a:path w="17732" h="17733" extrusionOk="0">
                  <a:moveTo>
                    <a:pt x="13091" y="2712"/>
                  </a:moveTo>
                  <a:lnTo>
                    <a:pt x="13286" y="2736"/>
                  </a:lnTo>
                  <a:lnTo>
                    <a:pt x="13506" y="2785"/>
                  </a:lnTo>
                  <a:lnTo>
                    <a:pt x="13702" y="2858"/>
                  </a:lnTo>
                  <a:lnTo>
                    <a:pt x="13873" y="2956"/>
                  </a:lnTo>
                  <a:lnTo>
                    <a:pt x="14068" y="3054"/>
                  </a:lnTo>
                  <a:lnTo>
                    <a:pt x="14239" y="3176"/>
                  </a:lnTo>
                  <a:lnTo>
                    <a:pt x="14410" y="3323"/>
                  </a:lnTo>
                  <a:lnTo>
                    <a:pt x="14556" y="3493"/>
                  </a:lnTo>
                  <a:lnTo>
                    <a:pt x="14679" y="3664"/>
                  </a:lnTo>
                  <a:lnTo>
                    <a:pt x="14776" y="3860"/>
                  </a:lnTo>
                  <a:lnTo>
                    <a:pt x="14874" y="4031"/>
                  </a:lnTo>
                  <a:lnTo>
                    <a:pt x="14947" y="4226"/>
                  </a:lnTo>
                  <a:lnTo>
                    <a:pt x="14996" y="4446"/>
                  </a:lnTo>
                  <a:lnTo>
                    <a:pt x="15021" y="4641"/>
                  </a:lnTo>
                  <a:lnTo>
                    <a:pt x="15021" y="4861"/>
                  </a:lnTo>
                  <a:lnTo>
                    <a:pt x="15021" y="5057"/>
                  </a:lnTo>
                  <a:lnTo>
                    <a:pt x="14996" y="5252"/>
                  </a:lnTo>
                  <a:lnTo>
                    <a:pt x="14947" y="5472"/>
                  </a:lnTo>
                  <a:lnTo>
                    <a:pt x="14874" y="5667"/>
                  </a:lnTo>
                  <a:lnTo>
                    <a:pt x="14776" y="5838"/>
                  </a:lnTo>
                  <a:lnTo>
                    <a:pt x="14679" y="6033"/>
                  </a:lnTo>
                  <a:lnTo>
                    <a:pt x="14556" y="6204"/>
                  </a:lnTo>
                  <a:lnTo>
                    <a:pt x="14410" y="6375"/>
                  </a:lnTo>
                  <a:lnTo>
                    <a:pt x="13433" y="7328"/>
                  </a:lnTo>
                  <a:lnTo>
                    <a:pt x="13311" y="7426"/>
                  </a:lnTo>
                  <a:lnTo>
                    <a:pt x="13189" y="7499"/>
                  </a:lnTo>
                  <a:lnTo>
                    <a:pt x="13042" y="7548"/>
                  </a:lnTo>
                  <a:lnTo>
                    <a:pt x="12871" y="7572"/>
                  </a:lnTo>
                  <a:lnTo>
                    <a:pt x="12725" y="7548"/>
                  </a:lnTo>
                  <a:lnTo>
                    <a:pt x="12578" y="7499"/>
                  </a:lnTo>
                  <a:lnTo>
                    <a:pt x="12456" y="7426"/>
                  </a:lnTo>
                  <a:lnTo>
                    <a:pt x="12334" y="7328"/>
                  </a:lnTo>
                  <a:lnTo>
                    <a:pt x="10405" y="5398"/>
                  </a:lnTo>
                  <a:lnTo>
                    <a:pt x="10307" y="5276"/>
                  </a:lnTo>
                  <a:lnTo>
                    <a:pt x="10234" y="5154"/>
                  </a:lnTo>
                  <a:lnTo>
                    <a:pt x="10185" y="5008"/>
                  </a:lnTo>
                  <a:lnTo>
                    <a:pt x="10160" y="4861"/>
                  </a:lnTo>
                  <a:lnTo>
                    <a:pt x="10185" y="4690"/>
                  </a:lnTo>
                  <a:lnTo>
                    <a:pt x="10234" y="4544"/>
                  </a:lnTo>
                  <a:lnTo>
                    <a:pt x="10307" y="4422"/>
                  </a:lnTo>
                  <a:lnTo>
                    <a:pt x="10405" y="4299"/>
                  </a:lnTo>
                  <a:lnTo>
                    <a:pt x="11357" y="3323"/>
                  </a:lnTo>
                  <a:lnTo>
                    <a:pt x="11528" y="3176"/>
                  </a:lnTo>
                  <a:lnTo>
                    <a:pt x="11699" y="3054"/>
                  </a:lnTo>
                  <a:lnTo>
                    <a:pt x="11894" y="2956"/>
                  </a:lnTo>
                  <a:lnTo>
                    <a:pt x="12065" y="2858"/>
                  </a:lnTo>
                  <a:lnTo>
                    <a:pt x="12261" y="2785"/>
                  </a:lnTo>
                  <a:lnTo>
                    <a:pt x="12481" y="2736"/>
                  </a:lnTo>
                  <a:lnTo>
                    <a:pt x="12676" y="2712"/>
                  </a:lnTo>
                  <a:close/>
                  <a:moveTo>
                    <a:pt x="8377" y="8867"/>
                  </a:moveTo>
                  <a:lnTo>
                    <a:pt x="8475" y="8891"/>
                  </a:lnTo>
                  <a:lnTo>
                    <a:pt x="8548" y="8915"/>
                  </a:lnTo>
                  <a:lnTo>
                    <a:pt x="8646" y="8964"/>
                  </a:lnTo>
                  <a:lnTo>
                    <a:pt x="8719" y="9013"/>
                  </a:lnTo>
                  <a:lnTo>
                    <a:pt x="8768" y="9086"/>
                  </a:lnTo>
                  <a:lnTo>
                    <a:pt x="8817" y="9184"/>
                  </a:lnTo>
                  <a:lnTo>
                    <a:pt x="8841" y="9257"/>
                  </a:lnTo>
                  <a:lnTo>
                    <a:pt x="8866" y="9355"/>
                  </a:lnTo>
                  <a:lnTo>
                    <a:pt x="8841" y="9453"/>
                  </a:lnTo>
                  <a:lnTo>
                    <a:pt x="8817" y="9550"/>
                  </a:lnTo>
                  <a:lnTo>
                    <a:pt x="8768" y="9624"/>
                  </a:lnTo>
                  <a:lnTo>
                    <a:pt x="8719" y="9697"/>
                  </a:lnTo>
                  <a:lnTo>
                    <a:pt x="6179" y="12237"/>
                  </a:lnTo>
                  <a:lnTo>
                    <a:pt x="6106" y="12310"/>
                  </a:lnTo>
                  <a:lnTo>
                    <a:pt x="6033" y="12359"/>
                  </a:lnTo>
                  <a:lnTo>
                    <a:pt x="5935" y="12383"/>
                  </a:lnTo>
                  <a:lnTo>
                    <a:pt x="5740" y="12383"/>
                  </a:lnTo>
                  <a:lnTo>
                    <a:pt x="5642" y="12359"/>
                  </a:lnTo>
                  <a:lnTo>
                    <a:pt x="5569" y="12310"/>
                  </a:lnTo>
                  <a:lnTo>
                    <a:pt x="5496" y="12237"/>
                  </a:lnTo>
                  <a:lnTo>
                    <a:pt x="5422" y="12164"/>
                  </a:lnTo>
                  <a:lnTo>
                    <a:pt x="5373" y="12090"/>
                  </a:lnTo>
                  <a:lnTo>
                    <a:pt x="5349" y="11993"/>
                  </a:lnTo>
                  <a:lnTo>
                    <a:pt x="5349" y="11895"/>
                  </a:lnTo>
                  <a:lnTo>
                    <a:pt x="5349" y="11797"/>
                  </a:lnTo>
                  <a:lnTo>
                    <a:pt x="5373" y="11700"/>
                  </a:lnTo>
                  <a:lnTo>
                    <a:pt x="5422" y="11626"/>
                  </a:lnTo>
                  <a:lnTo>
                    <a:pt x="5496" y="11553"/>
                  </a:lnTo>
                  <a:lnTo>
                    <a:pt x="8036" y="9013"/>
                  </a:lnTo>
                  <a:lnTo>
                    <a:pt x="8109" y="8964"/>
                  </a:lnTo>
                  <a:lnTo>
                    <a:pt x="8182" y="8915"/>
                  </a:lnTo>
                  <a:lnTo>
                    <a:pt x="8280" y="8891"/>
                  </a:lnTo>
                  <a:lnTo>
                    <a:pt x="8377" y="8867"/>
                  </a:lnTo>
                  <a:close/>
                  <a:moveTo>
                    <a:pt x="14825" y="1"/>
                  </a:moveTo>
                  <a:lnTo>
                    <a:pt x="14288" y="25"/>
                  </a:lnTo>
                  <a:lnTo>
                    <a:pt x="13751" y="50"/>
                  </a:lnTo>
                  <a:lnTo>
                    <a:pt x="13213" y="123"/>
                  </a:lnTo>
                  <a:lnTo>
                    <a:pt x="12676" y="245"/>
                  </a:lnTo>
                  <a:lnTo>
                    <a:pt x="12163" y="367"/>
                  </a:lnTo>
                  <a:lnTo>
                    <a:pt x="11675" y="538"/>
                  </a:lnTo>
                  <a:lnTo>
                    <a:pt x="11235" y="758"/>
                  </a:lnTo>
                  <a:lnTo>
                    <a:pt x="11015" y="856"/>
                  </a:lnTo>
                  <a:lnTo>
                    <a:pt x="10844" y="1002"/>
                  </a:lnTo>
                  <a:lnTo>
                    <a:pt x="10649" y="1124"/>
                  </a:lnTo>
                  <a:lnTo>
                    <a:pt x="10502" y="1271"/>
                  </a:lnTo>
                  <a:lnTo>
                    <a:pt x="5544" y="6229"/>
                  </a:lnTo>
                  <a:lnTo>
                    <a:pt x="391" y="6229"/>
                  </a:lnTo>
                  <a:lnTo>
                    <a:pt x="245" y="6253"/>
                  </a:lnTo>
                  <a:lnTo>
                    <a:pt x="147" y="6278"/>
                  </a:lnTo>
                  <a:lnTo>
                    <a:pt x="49" y="6327"/>
                  </a:lnTo>
                  <a:lnTo>
                    <a:pt x="0" y="6400"/>
                  </a:lnTo>
                  <a:lnTo>
                    <a:pt x="0" y="6473"/>
                  </a:lnTo>
                  <a:lnTo>
                    <a:pt x="25" y="6571"/>
                  </a:lnTo>
                  <a:lnTo>
                    <a:pt x="74" y="6668"/>
                  </a:lnTo>
                  <a:lnTo>
                    <a:pt x="171" y="6791"/>
                  </a:lnTo>
                  <a:lnTo>
                    <a:pt x="2589" y="9184"/>
                  </a:lnTo>
                  <a:lnTo>
                    <a:pt x="2272" y="9502"/>
                  </a:lnTo>
                  <a:lnTo>
                    <a:pt x="953" y="9746"/>
                  </a:lnTo>
                  <a:lnTo>
                    <a:pt x="806" y="9795"/>
                  </a:lnTo>
                  <a:lnTo>
                    <a:pt x="684" y="9843"/>
                  </a:lnTo>
                  <a:lnTo>
                    <a:pt x="611" y="9941"/>
                  </a:lnTo>
                  <a:lnTo>
                    <a:pt x="562" y="10014"/>
                  </a:lnTo>
                  <a:lnTo>
                    <a:pt x="562" y="10112"/>
                  </a:lnTo>
                  <a:lnTo>
                    <a:pt x="586" y="10234"/>
                  </a:lnTo>
                  <a:lnTo>
                    <a:pt x="635" y="10332"/>
                  </a:lnTo>
                  <a:lnTo>
                    <a:pt x="733" y="10454"/>
                  </a:lnTo>
                  <a:lnTo>
                    <a:pt x="7278" y="16999"/>
                  </a:lnTo>
                  <a:lnTo>
                    <a:pt x="7401" y="17097"/>
                  </a:lnTo>
                  <a:lnTo>
                    <a:pt x="7498" y="17146"/>
                  </a:lnTo>
                  <a:lnTo>
                    <a:pt x="7620" y="17170"/>
                  </a:lnTo>
                  <a:lnTo>
                    <a:pt x="7718" y="17170"/>
                  </a:lnTo>
                  <a:lnTo>
                    <a:pt x="7791" y="17122"/>
                  </a:lnTo>
                  <a:lnTo>
                    <a:pt x="7889" y="17048"/>
                  </a:lnTo>
                  <a:lnTo>
                    <a:pt x="7938" y="16926"/>
                  </a:lnTo>
                  <a:lnTo>
                    <a:pt x="7987" y="16780"/>
                  </a:lnTo>
                  <a:lnTo>
                    <a:pt x="8231" y="15461"/>
                  </a:lnTo>
                  <a:lnTo>
                    <a:pt x="8548" y="15143"/>
                  </a:lnTo>
                  <a:lnTo>
                    <a:pt x="10942" y="17561"/>
                  </a:lnTo>
                  <a:lnTo>
                    <a:pt x="11064" y="17659"/>
                  </a:lnTo>
                  <a:lnTo>
                    <a:pt x="11162" y="17708"/>
                  </a:lnTo>
                  <a:lnTo>
                    <a:pt x="11259" y="17732"/>
                  </a:lnTo>
                  <a:lnTo>
                    <a:pt x="11333" y="17732"/>
                  </a:lnTo>
                  <a:lnTo>
                    <a:pt x="11406" y="17683"/>
                  </a:lnTo>
                  <a:lnTo>
                    <a:pt x="11455" y="17586"/>
                  </a:lnTo>
                  <a:lnTo>
                    <a:pt x="11479" y="17488"/>
                  </a:lnTo>
                  <a:lnTo>
                    <a:pt x="11504" y="17341"/>
                  </a:lnTo>
                  <a:lnTo>
                    <a:pt x="11504" y="12188"/>
                  </a:lnTo>
                  <a:lnTo>
                    <a:pt x="16461" y="7230"/>
                  </a:lnTo>
                  <a:lnTo>
                    <a:pt x="16608" y="7084"/>
                  </a:lnTo>
                  <a:lnTo>
                    <a:pt x="16730" y="6888"/>
                  </a:lnTo>
                  <a:lnTo>
                    <a:pt x="16877" y="6693"/>
                  </a:lnTo>
                  <a:lnTo>
                    <a:pt x="16974" y="6498"/>
                  </a:lnTo>
                  <a:lnTo>
                    <a:pt x="17194" y="6058"/>
                  </a:lnTo>
                  <a:lnTo>
                    <a:pt x="17365" y="5569"/>
                  </a:lnTo>
                  <a:lnTo>
                    <a:pt x="17487" y="5057"/>
                  </a:lnTo>
                  <a:lnTo>
                    <a:pt x="17609" y="4519"/>
                  </a:lnTo>
                  <a:lnTo>
                    <a:pt x="17683" y="3982"/>
                  </a:lnTo>
                  <a:lnTo>
                    <a:pt x="17707" y="3445"/>
                  </a:lnTo>
                  <a:lnTo>
                    <a:pt x="17731" y="2907"/>
                  </a:lnTo>
                  <a:lnTo>
                    <a:pt x="17731" y="2419"/>
                  </a:lnTo>
                  <a:lnTo>
                    <a:pt x="17707" y="1955"/>
                  </a:lnTo>
                  <a:lnTo>
                    <a:pt x="17658" y="1515"/>
                  </a:lnTo>
                  <a:lnTo>
                    <a:pt x="17585" y="1149"/>
                  </a:lnTo>
                  <a:lnTo>
                    <a:pt x="17512" y="831"/>
                  </a:lnTo>
                  <a:lnTo>
                    <a:pt x="17414" y="587"/>
                  </a:lnTo>
                  <a:lnTo>
                    <a:pt x="17341" y="489"/>
                  </a:lnTo>
                  <a:lnTo>
                    <a:pt x="17292" y="441"/>
                  </a:lnTo>
                  <a:lnTo>
                    <a:pt x="17243" y="392"/>
                  </a:lnTo>
                  <a:lnTo>
                    <a:pt x="17145" y="318"/>
                  </a:lnTo>
                  <a:lnTo>
                    <a:pt x="16901" y="221"/>
                  </a:lnTo>
                  <a:lnTo>
                    <a:pt x="16584" y="148"/>
                  </a:lnTo>
                  <a:lnTo>
                    <a:pt x="16217" y="74"/>
                  </a:lnTo>
                  <a:lnTo>
                    <a:pt x="15778" y="25"/>
                  </a:lnTo>
                  <a:lnTo>
                    <a:pt x="15314" y="1"/>
                  </a:lnTo>
                  <a:close/>
                </a:path>
              </a:pathLst>
            </a:custGeom>
            <a:solidFill>
              <a:srgbClr val="FFFFFF"/>
            </a:solidFill>
            <a:ln>
              <a:solidFill>
                <a:schemeClr val="accent1"/>
              </a:solidFill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" name="Shape 224"/>
            <p:cNvSpPr/>
            <p:nvPr/>
          </p:nvSpPr>
          <p:spPr>
            <a:xfrm>
              <a:off x="597725" y="4665400"/>
              <a:ext cx="73300" cy="73300"/>
            </a:xfrm>
            <a:custGeom>
              <a:avLst/>
              <a:gdLst/>
              <a:ahLst/>
              <a:cxnLst/>
              <a:rect l="0" t="0" r="0" b="0"/>
              <a:pathLst>
                <a:path w="2932" h="2932" extrusionOk="0">
                  <a:moveTo>
                    <a:pt x="2028" y="1"/>
                  </a:moveTo>
                  <a:lnTo>
                    <a:pt x="1857" y="25"/>
                  </a:lnTo>
                  <a:lnTo>
                    <a:pt x="1686" y="74"/>
                  </a:lnTo>
                  <a:lnTo>
                    <a:pt x="1515" y="147"/>
                  </a:lnTo>
                  <a:lnTo>
                    <a:pt x="1369" y="269"/>
                  </a:lnTo>
                  <a:lnTo>
                    <a:pt x="1222" y="489"/>
                  </a:lnTo>
                  <a:lnTo>
                    <a:pt x="1002" y="831"/>
                  </a:lnTo>
                  <a:lnTo>
                    <a:pt x="563" y="1735"/>
                  </a:lnTo>
                  <a:lnTo>
                    <a:pt x="172" y="2565"/>
                  </a:lnTo>
                  <a:lnTo>
                    <a:pt x="1" y="2932"/>
                  </a:lnTo>
                  <a:lnTo>
                    <a:pt x="1" y="2932"/>
                  </a:lnTo>
                  <a:lnTo>
                    <a:pt x="367" y="2761"/>
                  </a:lnTo>
                  <a:lnTo>
                    <a:pt x="1198" y="2370"/>
                  </a:lnTo>
                  <a:lnTo>
                    <a:pt x="2101" y="1930"/>
                  </a:lnTo>
                  <a:lnTo>
                    <a:pt x="2443" y="1710"/>
                  </a:lnTo>
                  <a:lnTo>
                    <a:pt x="2663" y="1564"/>
                  </a:lnTo>
                  <a:lnTo>
                    <a:pt x="2785" y="1417"/>
                  </a:lnTo>
                  <a:lnTo>
                    <a:pt x="2858" y="1246"/>
                  </a:lnTo>
                  <a:lnTo>
                    <a:pt x="2907" y="1075"/>
                  </a:lnTo>
                  <a:lnTo>
                    <a:pt x="2932" y="904"/>
                  </a:lnTo>
                  <a:lnTo>
                    <a:pt x="2907" y="733"/>
                  </a:lnTo>
                  <a:lnTo>
                    <a:pt x="2858" y="562"/>
                  </a:lnTo>
                  <a:lnTo>
                    <a:pt x="2785" y="416"/>
                  </a:lnTo>
                  <a:lnTo>
                    <a:pt x="2663" y="269"/>
                  </a:lnTo>
                  <a:lnTo>
                    <a:pt x="2517" y="147"/>
                  </a:lnTo>
                  <a:lnTo>
                    <a:pt x="2370" y="74"/>
                  </a:lnTo>
                  <a:lnTo>
                    <a:pt x="2199" y="25"/>
                  </a:lnTo>
                  <a:lnTo>
                    <a:pt x="2028" y="1"/>
                  </a:lnTo>
                  <a:close/>
                </a:path>
              </a:pathLst>
            </a:custGeom>
            <a:solidFill>
              <a:srgbClr val="FFFFFF"/>
            </a:solidFill>
            <a:ln>
              <a:solidFill>
                <a:schemeClr val="accent1"/>
              </a:solidFill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" name="Shape 225"/>
            <p:cNvSpPr/>
            <p:nvPr/>
          </p:nvSpPr>
          <p:spPr>
            <a:xfrm>
              <a:off x="654525" y="4708150"/>
              <a:ext cx="47025" cy="47025"/>
            </a:xfrm>
            <a:custGeom>
              <a:avLst/>
              <a:gdLst/>
              <a:ahLst/>
              <a:cxnLst/>
              <a:rect l="0" t="0" r="0" b="0"/>
              <a:pathLst>
                <a:path w="1881" h="1881" extrusionOk="0">
                  <a:moveTo>
                    <a:pt x="1124" y="0"/>
                  </a:moveTo>
                  <a:lnTo>
                    <a:pt x="977" y="25"/>
                  </a:lnTo>
                  <a:lnTo>
                    <a:pt x="831" y="74"/>
                  </a:lnTo>
                  <a:lnTo>
                    <a:pt x="709" y="147"/>
                  </a:lnTo>
                  <a:lnTo>
                    <a:pt x="586" y="245"/>
                  </a:lnTo>
                  <a:lnTo>
                    <a:pt x="464" y="391"/>
                  </a:lnTo>
                  <a:lnTo>
                    <a:pt x="367" y="611"/>
                  </a:lnTo>
                  <a:lnTo>
                    <a:pt x="269" y="880"/>
                  </a:lnTo>
                  <a:lnTo>
                    <a:pt x="171" y="1173"/>
                  </a:lnTo>
                  <a:lnTo>
                    <a:pt x="49" y="1686"/>
                  </a:lnTo>
                  <a:lnTo>
                    <a:pt x="0" y="1881"/>
                  </a:lnTo>
                  <a:lnTo>
                    <a:pt x="0" y="1881"/>
                  </a:lnTo>
                  <a:lnTo>
                    <a:pt x="220" y="1857"/>
                  </a:lnTo>
                  <a:lnTo>
                    <a:pt x="733" y="1710"/>
                  </a:lnTo>
                  <a:lnTo>
                    <a:pt x="1002" y="1637"/>
                  </a:lnTo>
                  <a:lnTo>
                    <a:pt x="1270" y="1539"/>
                  </a:lnTo>
                  <a:lnTo>
                    <a:pt x="1515" y="1417"/>
                  </a:lnTo>
                  <a:lnTo>
                    <a:pt x="1661" y="1319"/>
                  </a:lnTo>
                  <a:lnTo>
                    <a:pt x="1759" y="1197"/>
                  </a:lnTo>
                  <a:lnTo>
                    <a:pt x="1832" y="1051"/>
                  </a:lnTo>
                  <a:lnTo>
                    <a:pt x="1881" y="928"/>
                  </a:lnTo>
                  <a:lnTo>
                    <a:pt x="1881" y="782"/>
                  </a:lnTo>
                  <a:lnTo>
                    <a:pt x="1881" y="635"/>
                  </a:lnTo>
                  <a:lnTo>
                    <a:pt x="1832" y="489"/>
                  </a:lnTo>
                  <a:lnTo>
                    <a:pt x="1759" y="367"/>
                  </a:lnTo>
                  <a:lnTo>
                    <a:pt x="1661" y="245"/>
                  </a:lnTo>
                  <a:lnTo>
                    <a:pt x="1539" y="147"/>
                  </a:lnTo>
                  <a:lnTo>
                    <a:pt x="1417" y="74"/>
                  </a:lnTo>
                  <a:lnTo>
                    <a:pt x="1270" y="25"/>
                  </a:lnTo>
                  <a:lnTo>
                    <a:pt x="1124" y="0"/>
                  </a:lnTo>
                  <a:close/>
                </a:path>
              </a:pathLst>
            </a:custGeom>
            <a:solidFill>
              <a:srgbClr val="FFFFFF"/>
            </a:solidFill>
            <a:ln>
              <a:solidFill>
                <a:schemeClr val="accent1"/>
              </a:solidFill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" name="Shape 226"/>
            <p:cNvSpPr/>
            <p:nvPr/>
          </p:nvSpPr>
          <p:spPr>
            <a:xfrm>
              <a:off x="581250" y="4634875"/>
              <a:ext cx="47050" cy="47050"/>
            </a:xfrm>
            <a:custGeom>
              <a:avLst/>
              <a:gdLst/>
              <a:ahLst/>
              <a:cxnLst/>
              <a:rect l="0" t="0" r="0" b="0"/>
              <a:pathLst>
                <a:path w="1882" h="1882" extrusionOk="0">
                  <a:moveTo>
                    <a:pt x="953" y="1"/>
                  </a:moveTo>
                  <a:lnTo>
                    <a:pt x="831" y="49"/>
                  </a:lnTo>
                  <a:lnTo>
                    <a:pt x="684" y="123"/>
                  </a:lnTo>
                  <a:lnTo>
                    <a:pt x="562" y="220"/>
                  </a:lnTo>
                  <a:lnTo>
                    <a:pt x="465" y="367"/>
                  </a:lnTo>
                  <a:lnTo>
                    <a:pt x="342" y="611"/>
                  </a:lnTo>
                  <a:lnTo>
                    <a:pt x="245" y="880"/>
                  </a:lnTo>
                  <a:lnTo>
                    <a:pt x="171" y="1148"/>
                  </a:lnTo>
                  <a:lnTo>
                    <a:pt x="25" y="1661"/>
                  </a:lnTo>
                  <a:lnTo>
                    <a:pt x="1" y="1881"/>
                  </a:lnTo>
                  <a:lnTo>
                    <a:pt x="196" y="1832"/>
                  </a:lnTo>
                  <a:lnTo>
                    <a:pt x="709" y="1710"/>
                  </a:lnTo>
                  <a:lnTo>
                    <a:pt x="1002" y="1613"/>
                  </a:lnTo>
                  <a:lnTo>
                    <a:pt x="1271" y="1515"/>
                  </a:lnTo>
                  <a:lnTo>
                    <a:pt x="1490" y="1417"/>
                  </a:lnTo>
                  <a:lnTo>
                    <a:pt x="1637" y="1295"/>
                  </a:lnTo>
                  <a:lnTo>
                    <a:pt x="1735" y="1173"/>
                  </a:lnTo>
                  <a:lnTo>
                    <a:pt x="1808" y="1051"/>
                  </a:lnTo>
                  <a:lnTo>
                    <a:pt x="1857" y="904"/>
                  </a:lnTo>
                  <a:lnTo>
                    <a:pt x="1881" y="758"/>
                  </a:lnTo>
                  <a:lnTo>
                    <a:pt x="1857" y="611"/>
                  </a:lnTo>
                  <a:lnTo>
                    <a:pt x="1808" y="465"/>
                  </a:lnTo>
                  <a:lnTo>
                    <a:pt x="1735" y="343"/>
                  </a:lnTo>
                  <a:lnTo>
                    <a:pt x="1637" y="220"/>
                  </a:lnTo>
                  <a:lnTo>
                    <a:pt x="1515" y="123"/>
                  </a:lnTo>
                  <a:lnTo>
                    <a:pt x="1393" y="49"/>
                  </a:lnTo>
                  <a:lnTo>
                    <a:pt x="1246" y="1"/>
                  </a:lnTo>
                  <a:close/>
                </a:path>
              </a:pathLst>
            </a:custGeom>
            <a:solidFill>
              <a:srgbClr val="FFFFFF"/>
            </a:solidFill>
            <a:ln>
              <a:solidFill>
                <a:schemeClr val="accent1"/>
              </a:solidFill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</p:spTree>
    <p:extLst>
      <p:ext uri="{BB962C8B-B14F-4D97-AF65-F5344CB8AC3E}">
        <p14:creationId xmlns:p14="http://schemas.microsoft.com/office/powerpoint/2010/main" val="525043983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0" name="Shape 80"/>
          <p:cNvSpPr txBox="1">
            <a:spLocks noGrp="1"/>
          </p:cNvSpPr>
          <p:nvPr>
            <p:ph type="title"/>
          </p:nvPr>
        </p:nvSpPr>
        <p:spPr>
          <a:xfrm>
            <a:off x="832475" y="168450"/>
            <a:ext cx="7951800" cy="973500"/>
          </a:xfrm>
          <a:prstGeom prst="rect">
            <a:avLst/>
          </a:prstGeom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de-DE" dirty="0" err="1" smtClean="0"/>
              <a:t>esm-runscripts</a:t>
            </a:r>
            <a:endParaRPr dirty="0"/>
          </a:p>
        </p:txBody>
      </p:sp>
      <p:sp>
        <p:nvSpPr>
          <p:cNvPr id="81" name="Shape 81"/>
          <p:cNvSpPr txBox="1"/>
          <p:nvPr/>
        </p:nvSpPr>
        <p:spPr>
          <a:xfrm>
            <a:off x="457075" y="1921975"/>
            <a:ext cx="3776700" cy="33555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rtl="0">
              <a:spcBef>
                <a:spcPts val="600"/>
              </a:spcBef>
              <a:spcAft>
                <a:spcPts val="0"/>
              </a:spcAft>
              <a:buNone/>
            </a:pPr>
            <a:r>
              <a:rPr lang="de-DE" b="1" dirty="0" err="1" smtClean="0">
                <a:solidFill>
                  <a:srgbClr val="F05768"/>
                </a:solidFill>
                <a:latin typeface="Source Sans Pro"/>
                <a:ea typeface="Source Sans Pro"/>
                <a:cs typeface="Source Sans Pro"/>
                <a:sym typeface="Source Sans Pro"/>
              </a:rPr>
              <a:t>Huge</a:t>
            </a:r>
            <a:r>
              <a:rPr lang="de-DE" b="1" dirty="0" smtClean="0">
                <a:solidFill>
                  <a:srgbClr val="F05768"/>
                </a:solidFill>
                <a:latin typeface="Source Sans Pro"/>
                <a:ea typeface="Source Sans Pro"/>
                <a:cs typeface="Source Sans Pro"/>
                <a:sym typeface="Source Sans Pro"/>
              </a:rPr>
              <a:t> </a:t>
            </a:r>
            <a:r>
              <a:rPr lang="de-DE" b="1" dirty="0" err="1" smtClean="0">
                <a:solidFill>
                  <a:srgbClr val="F05768"/>
                </a:solidFill>
                <a:latin typeface="Source Sans Pro"/>
                <a:ea typeface="Source Sans Pro"/>
                <a:cs typeface="Source Sans Pro"/>
                <a:sym typeface="Source Sans Pro"/>
              </a:rPr>
              <a:t>set</a:t>
            </a:r>
            <a:r>
              <a:rPr lang="de-DE" b="1" dirty="0" smtClean="0">
                <a:solidFill>
                  <a:srgbClr val="F05768"/>
                </a:solidFill>
                <a:latin typeface="Source Sans Pro"/>
                <a:ea typeface="Source Sans Pro"/>
                <a:cs typeface="Source Sans Pro"/>
                <a:sym typeface="Source Sans Pro"/>
              </a:rPr>
              <a:t> </a:t>
            </a:r>
            <a:r>
              <a:rPr lang="de-DE" b="1" dirty="0" err="1" smtClean="0">
                <a:solidFill>
                  <a:srgbClr val="F05768"/>
                </a:solidFill>
                <a:latin typeface="Source Sans Pro"/>
                <a:ea typeface="Source Sans Pro"/>
                <a:cs typeface="Source Sans Pro"/>
                <a:sym typeface="Source Sans Pro"/>
              </a:rPr>
              <a:t>of</a:t>
            </a:r>
            <a:r>
              <a:rPr lang="de-DE" b="1" dirty="0" smtClean="0">
                <a:solidFill>
                  <a:srgbClr val="F05768"/>
                </a:solidFill>
                <a:latin typeface="Source Sans Pro"/>
                <a:ea typeface="Source Sans Pro"/>
                <a:cs typeface="Source Sans Pro"/>
                <a:sym typeface="Source Sans Pro"/>
              </a:rPr>
              <a:t> </a:t>
            </a:r>
            <a:r>
              <a:rPr lang="de-DE" b="1" dirty="0" err="1" smtClean="0">
                <a:solidFill>
                  <a:srgbClr val="F05768"/>
                </a:solidFill>
                <a:latin typeface="Source Sans Pro"/>
                <a:ea typeface="Source Sans Pro"/>
                <a:cs typeface="Source Sans Pro"/>
                <a:sym typeface="Source Sans Pro"/>
              </a:rPr>
              <a:t>functions</a:t>
            </a:r>
            <a:r>
              <a:rPr lang="de-DE" b="1" dirty="0" smtClean="0">
                <a:solidFill>
                  <a:srgbClr val="F05768"/>
                </a:solidFill>
                <a:latin typeface="Source Sans Pro"/>
                <a:ea typeface="Source Sans Pro"/>
                <a:cs typeface="Source Sans Pro"/>
                <a:sym typeface="Source Sans Pro"/>
              </a:rPr>
              <a:t>, </a:t>
            </a:r>
            <a:r>
              <a:rPr lang="de-DE" b="1" dirty="0" err="1" smtClean="0">
                <a:solidFill>
                  <a:srgbClr val="F05768"/>
                </a:solidFill>
                <a:latin typeface="Source Sans Pro"/>
                <a:ea typeface="Source Sans Pro"/>
                <a:cs typeface="Source Sans Pro"/>
                <a:sym typeface="Source Sans Pro"/>
              </a:rPr>
              <a:t>containing</a:t>
            </a:r>
            <a:r>
              <a:rPr lang="de-DE" b="1" dirty="0" smtClean="0">
                <a:solidFill>
                  <a:srgbClr val="F05768"/>
                </a:solidFill>
                <a:latin typeface="Source Sans Pro"/>
                <a:ea typeface="Source Sans Pro"/>
                <a:cs typeface="Source Sans Pro"/>
                <a:sym typeface="Source Sans Pro"/>
              </a:rPr>
              <a:t> </a:t>
            </a:r>
            <a:r>
              <a:rPr lang="de-DE" b="1" dirty="0" err="1" smtClean="0">
                <a:solidFill>
                  <a:srgbClr val="F05768"/>
                </a:solidFill>
                <a:latin typeface="Source Sans Pro"/>
                <a:ea typeface="Source Sans Pro"/>
                <a:cs typeface="Source Sans Pro"/>
                <a:sym typeface="Source Sans Pro"/>
              </a:rPr>
              <a:t>the</a:t>
            </a:r>
            <a:r>
              <a:rPr lang="de-DE" b="1" dirty="0" smtClean="0">
                <a:solidFill>
                  <a:srgbClr val="F05768"/>
                </a:solidFill>
                <a:latin typeface="Source Sans Pro"/>
                <a:ea typeface="Source Sans Pro"/>
                <a:cs typeface="Source Sans Pro"/>
                <a:sym typeface="Source Sans Pro"/>
              </a:rPr>
              <a:t> </a:t>
            </a:r>
            <a:r>
              <a:rPr lang="de-DE" b="1" dirty="0" err="1" smtClean="0">
                <a:solidFill>
                  <a:srgbClr val="F05768"/>
                </a:solidFill>
                <a:latin typeface="Source Sans Pro"/>
                <a:ea typeface="Source Sans Pro"/>
                <a:cs typeface="Source Sans Pro"/>
                <a:sym typeface="Source Sans Pro"/>
              </a:rPr>
              <a:t>script</a:t>
            </a:r>
            <a:r>
              <a:rPr lang="de-DE" b="1" dirty="0" smtClean="0">
                <a:solidFill>
                  <a:srgbClr val="F05768"/>
                </a:solidFill>
                <a:latin typeface="Source Sans Pro"/>
                <a:ea typeface="Source Sans Pro"/>
                <a:cs typeface="Source Sans Pro"/>
                <a:sym typeface="Source Sans Pro"/>
              </a:rPr>
              <a:t> </a:t>
            </a:r>
            <a:r>
              <a:rPr lang="de-DE" b="1" dirty="0" err="1" smtClean="0">
                <a:solidFill>
                  <a:srgbClr val="F05768"/>
                </a:solidFill>
                <a:latin typeface="Source Sans Pro"/>
                <a:ea typeface="Source Sans Pro"/>
                <a:cs typeface="Source Sans Pro"/>
                <a:sym typeface="Source Sans Pro"/>
              </a:rPr>
              <a:t>blocks</a:t>
            </a:r>
            <a:r>
              <a:rPr lang="de-DE" b="1" dirty="0" smtClean="0">
                <a:solidFill>
                  <a:srgbClr val="F05768"/>
                </a:solidFill>
                <a:latin typeface="Source Sans Pro"/>
                <a:ea typeface="Source Sans Pro"/>
                <a:cs typeface="Source Sans Pro"/>
                <a:sym typeface="Source Sans Pro"/>
              </a:rPr>
              <a:t> </a:t>
            </a:r>
            <a:r>
              <a:rPr lang="de-DE" b="1" dirty="0" err="1" smtClean="0">
                <a:solidFill>
                  <a:srgbClr val="F05768"/>
                </a:solidFill>
                <a:latin typeface="Source Sans Pro"/>
                <a:ea typeface="Source Sans Pro"/>
                <a:cs typeface="Source Sans Pro"/>
                <a:sym typeface="Source Sans Pro"/>
              </a:rPr>
              <a:t>depending</a:t>
            </a:r>
            <a:r>
              <a:rPr lang="de-DE" b="1" dirty="0" smtClean="0">
                <a:solidFill>
                  <a:srgbClr val="F05768"/>
                </a:solidFill>
                <a:latin typeface="Source Sans Pro"/>
                <a:ea typeface="Source Sans Pro"/>
                <a:cs typeface="Source Sans Pro"/>
                <a:sym typeface="Source Sans Pro"/>
              </a:rPr>
              <a:t> on </a:t>
            </a:r>
          </a:p>
          <a:p>
            <a:pPr marL="285750" lvl="0" indent="-285750" rtl="0"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 charset="0"/>
              <a:buChar char="•"/>
            </a:pPr>
            <a:r>
              <a:rPr lang="de-DE" dirty="0" smtClean="0">
                <a:solidFill>
                  <a:srgbClr val="2F3848"/>
                </a:solidFill>
                <a:latin typeface="Source Sans Pro"/>
                <a:ea typeface="Source Sans Pro"/>
                <a:cs typeface="Source Sans Pro"/>
                <a:sym typeface="Source Sans Pro"/>
              </a:rPr>
              <a:t>(</a:t>
            </a:r>
            <a:r>
              <a:rPr lang="de-DE" dirty="0" err="1" smtClean="0">
                <a:solidFill>
                  <a:srgbClr val="2F3848"/>
                </a:solidFill>
                <a:latin typeface="Source Sans Pro"/>
                <a:ea typeface="Source Sans Pro"/>
                <a:cs typeface="Source Sans Pro"/>
                <a:sym typeface="Source Sans Pro"/>
              </a:rPr>
              <a:t>machine</a:t>
            </a:r>
            <a:r>
              <a:rPr lang="de-DE" dirty="0" smtClean="0">
                <a:solidFill>
                  <a:srgbClr val="2F3848"/>
                </a:solidFill>
                <a:latin typeface="Source Sans Pro"/>
                <a:ea typeface="Source Sans Pro"/>
                <a:cs typeface="Source Sans Pro"/>
                <a:sym typeface="Source Sans Pro"/>
              </a:rPr>
              <a:t>)</a:t>
            </a:r>
            <a:endParaRPr dirty="0">
              <a:solidFill>
                <a:srgbClr val="2F3848"/>
              </a:solidFill>
              <a:latin typeface="Source Sans Pro"/>
              <a:ea typeface="Source Sans Pro"/>
              <a:cs typeface="Source Sans Pro"/>
              <a:sym typeface="Source Sans Pro"/>
            </a:endParaRPr>
          </a:p>
          <a:p>
            <a:pPr marL="285750" lvl="0" indent="-285750" rtl="0"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 charset="0"/>
              <a:buChar char="•"/>
            </a:pPr>
            <a:r>
              <a:rPr lang="en-US" dirty="0" smtClean="0">
                <a:solidFill>
                  <a:srgbClr val="2F3848"/>
                </a:solidFill>
                <a:latin typeface="Source Sans Pro"/>
                <a:ea typeface="Source Sans Pro"/>
                <a:cs typeface="Source Sans Pro"/>
                <a:sym typeface="Source Sans Pro"/>
              </a:rPr>
              <a:t>operating system</a:t>
            </a:r>
          </a:p>
          <a:p>
            <a:pPr marL="285750" lvl="0" indent="-285750" rtl="0"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 charset="0"/>
              <a:buChar char="•"/>
            </a:pPr>
            <a:r>
              <a:rPr lang="en-US" dirty="0" smtClean="0">
                <a:solidFill>
                  <a:srgbClr val="2F3848"/>
                </a:solidFill>
                <a:latin typeface="Source Sans Pro"/>
                <a:ea typeface="Source Sans Pro"/>
                <a:cs typeface="Source Sans Pro"/>
                <a:sym typeface="Source Sans Pro"/>
              </a:rPr>
              <a:t>batch system</a:t>
            </a:r>
          </a:p>
          <a:p>
            <a:pPr marL="285750" lvl="0" indent="-285750" rtl="0"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 charset="0"/>
              <a:buChar char="•"/>
            </a:pPr>
            <a:r>
              <a:rPr lang="en-US" dirty="0" smtClean="0">
                <a:solidFill>
                  <a:srgbClr val="2F3848"/>
                </a:solidFill>
                <a:latin typeface="Source Sans Pro"/>
                <a:ea typeface="Source Sans Pro"/>
                <a:cs typeface="Source Sans Pro"/>
                <a:sym typeface="Source Sans Pro"/>
              </a:rPr>
              <a:t>coupled setup</a:t>
            </a:r>
          </a:p>
          <a:p>
            <a:pPr marL="285750" lvl="0" indent="-285750" rtl="0"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 charset="0"/>
              <a:buChar char="•"/>
            </a:pPr>
            <a:r>
              <a:rPr lang="en-US" dirty="0" smtClean="0">
                <a:solidFill>
                  <a:srgbClr val="2F3848"/>
                </a:solidFill>
                <a:latin typeface="Source Sans Pro"/>
                <a:ea typeface="Source Sans Pro"/>
                <a:cs typeface="Source Sans Pro"/>
                <a:sym typeface="Source Sans Pro"/>
              </a:rPr>
              <a:t>component models</a:t>
            </a:r>
            <a:endParaRPr lang="de-DE" dirty="0">
              <a:solidFill>
                <a:srgbClr val="2F3848"/>
              </a:solidFill>
              <a:latin typeface="Source Sans Pro"/>
              <a:ea typeface="Source Sans Pro"/>
              <a:cs typeface="Source Sans Pro"/>
              <a:sym typeface="Source Sans Pro"/>
            </a:endParaRPr>
          </a:p>
          <a:p>
            <a:pPr marL="285750" lvl="0" indent="-285750" rtl="0"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 charset="0"/>
              <a:buChar char="•"/>
            </a:pPr>
            <a:endParaRPr lang="de-DE" dirty="0">
              <a:solidFill>
                <a:srgbClr val="2F3848"/>
              </a:solidFill>
              <a:latin typeface="Source Sans Pro"/>
              <a:ea typeface="Source Sans Pro"/>
              <a:cs typeface="Source Sans Pro"/>
              <a:sym typeface="Source Sans Pro"/>
            </a:endParaRPr>
          </a:p>
          <a:p>
            <a:pPr lvl="0">
              <a:spcBef>
                <a:spcPts val="600"/>
              </a:spcBef>
              <a:buClr>
                <a:schemeClr val="dk1"/>
              </a:buClr>
              <a:buSzPts val="1100"/>
            </a:pPr>
            <a:r>
              <a:rPr lang="de-DE" b="1" dirty="0" err="1" smtClean="0">
                <a:solidFill>
                  <a:srgbClr val="F05768"/>
                </a:solidFill>
                <a:latin typeface="Source Sans Pro"/>
                <a:ea typeface="Source Sans Pro"/>
                <a:cs typeface="Source Sans Pro"/>
                <a:sym typeface="Source Sans Pro"/>
              </a:rPr>
              <a:t>as</a:t>
            </a:r>
            <a:r>
              <a:rPr lang="de-DE" b="1" dirty="0" smtClean="0">
                <a:solidFill>
                  <a:srgbClr val="F05768"/>
                </a:solidFill>
                <a:latin typeface="Source Sans Pro"/>
                <a:ea typeface="Source Sans Pro"/>
                <a:cs typeface="Source Sans Pro"/>
                <a:sym typeface="Source Sans Pro"/>
              </a:rPr>
              <a:t> </a:t>
            </a:r>
            <a:r>
              <a:rPr lang="de-DE" b="1" dirty="0" err="1" smtClean="0">
                <a:solidFill>
                  <a:srgbClr val="F05768"/>
                </a:solidFill>
                <a:latin typeface="Source Sans Pro"/>
                <a:ea typeface="Source Sans Pro"/>
                <a:cs typeface="Source Sans Pro"/>
                <a:sym typeface="Source Sans Pro"/>
              </a:rPr>
              <a:t>well</a:t>
            </a:r>
            <a:r>
              <a:rPr lang="de-DE" b="1" dirty="0" smtClean="0">
                <a:solidFill>
                  <a:srgbClr val="F05768"/>
                </a:solidFill>
                <a:latin typeface="Source Sans Pro"/>
                <a:ea typeface="Source Sans Pro"/>
                <a:cs typeface="Source Sans Pro"/>
                <a:sym typeface="Source Sans Pro"/>
              </a:rPr>
              <a:t> </a:t>
            </a:r>
            <a:r>
              <a:rPr lang="de-DE" b="1" dirty="0" err="1" smtClean="0">
                <a:solidFill>
                  <a:srgbClr val="F05768"/>
                </a:solidFill>
                <a:latin typeface="Source Sans Pro"/>
                <a:ea typeface="Source Sans Pro"/>
                <a:cs typeface="Source Sans Pro"/>
                <a:sym typeface="Source Sans Pro"/>
              </a:rPr>
              <a:t>as</a:t>
            </a:r>
            <a:r>
              <a:rPr lang="de-DE" b="1" dirty="0" smtClean="0">
                <a:solidFill>
                  <a:srgbClr val="F05768"/>
                </a:solidFill>
                <a:latin typeface="Source Sans Pro"/>
                <a:ea typeface="Source Sans Pro"/>
                <a:cs typeface="Source Sans Pro"/>
                <a:sym typeface="Source Sans Pro"/>
              </a:rPr>
              <a:t> a </a:t>
            </a:r>
            <a:r>
              <a:rPr lang="de-DE" b="1" dirty="0" err="1" smtClean="0">
                <a:solidFill>
                  <a:srgbClr val="F05768"/>
                </a:solidFill>
                <a:latin typeface="Source Sans Pro"/>
                <a:ea typeface="Source Sans Pro"/>
                <a:cs typeface="Source Sans Pro"/>
                <a:sym typeface="Source Sans Pro"/>
              </a:rPr>
              <a:t>layer</a:t>
            </a:r>
            <a:r>
              <a:rPr lang="de-DE" b="1" dirty="0" smtClean="0">
                <a:solidFill>
                  <a:srgbClr val="F05768"/>
                </a:solidFill>
                <a:latin typeface="Source Sans Pro"/>
                <a:ea typeface="Source Sans Pro"/>
                <a:cs typeface="Source Sans Pro"/>
                <a:sym typeface="Source Sans Pro"/>
              </a:rPr>
              <a:t> </a:t>
            </a:r>
            <a:r>
              <a:rPr lang="de-DE" b="1" dirty="0" err="1" smtClean="0">
                <a:solidFill>
                  <a:srgbClr val="F05768"/>
                </a:solidFill>
                <a:latin typeface="Source Sans Pro"/>
                <a:ea typeface="Source Sans Pro"/>
                <a:cs typeface="Source Sans Pro"/>
                <a:sym typeface="Source Sans Pro"/>
              </a:rPr>
              <a:t>for</a:t>
            </a:r>
            <a:r>
              <a:rPr lang="de-DE" b="1" dirty="0" smtClean="0">
                <a:solidFill>
                  <a:srgbClr val="F05768"/>
                </a:solidFill>
                <a:latin typeface="Source Sans Pro"/>
                <a:ea typeface="Source Sans Pro"/>
                <a:cs typeface="Source Sans Pro"/>
                <a:sym typeface="Source Sans Pro"/>
              </a:rPr>
              <a:t> </a:t>
            </a:r>
            <a:r>
              <a:rPr lang="de-DE" b="1" dirty="0" err="1" smtClean="0">
                <a:solidFill>
                  <a:srgbClr val="F05768"/>
                </a:solidFill>
                <a:latin typeface="Source Sans Pro"/>
                <a:ea typeface="Source Sans Pro"/>
                <a:cs typeface="Source Sans Pro"/>
                <a:sym typeface="Source Sans Pro"/>
              </a:rPr>
              <a:t>general</a:t>
            </a:r>
            <a:r>
              <a:rPr lang="de-DE" b="1" dirty="0" smtClean="0">
                <a:solidFill>
                  <a:srgbClr val="F05768"/>
                </a:solidFill>
                <a:latin typeface="Source Sans Pro"/>
                <a:ea typeface="Source Sans Pro"/>
                <a:cs typeface="Source Sans Pro"/>
                <a:sym typeface="Source Sans Pro"/>
              </a:rPr>
              <a:t> </a:t>
            </a:r>
            <a:r>
              <a:rPr lang="de-DE" b="1" dirty="0" err="1" smtClean="0">
                <a:solidFill>
                  <a:srgbClr val="F05768"/>
                </a:solidFill>
                <a:latin typeface="Source Sans Pro"/>
                <a:ea typeface="Source Sans Pro"/>
                <a:cs typeface="Source Sans Pro"/>
                <a:sym typeface="Source Sans Pro"/>
              </a:rPr>
              <a:t>functionality</a:t>
            </a:r>
            <a:r>
              <a:rPr lang="de-DE" b="1" dirty="0" smtClean="0">
                <a:solidFill>
                  <a:srgbClr val="F05768"/>
                </a:solidFill>
                <a:latin typeface="Source Sans Pro"/>
                <a:ea typeface="Source Sans Pro"/>
                <a:cs typeface="Source Sans Pro"/>
                <a:sym typeface="Source Sans Pro"/>
              </a:rPr>
              <a:t>.</a:t>
            </a:r>
            <a:endParaRPr lang="de-DE" dirty="0" smtClean="0">
              <a:solidFill>
                <a:srgbClr val="2F3848"/>
              </a:solidFill>
              <a:latin typeface="Source Sans Pro"/>
              <a:ea typeface="Source Sans Pro"/>
              <a:cs typeface="Source Sans Pro"/>
              <a:sym typeface="Source Sans Pro"/>
            </a:endParaRPr>
          </a:p>
        </p:txBody>
      </p:sp>
      <p:sp>
        <p:nvSpPr>
          <p:cNvPr id="82" name="Shape 82"/>
          <p:cNvSpPr txBox="1"/>
          <p:nvPr/>
        </p:nvSpPr>
        <p:spPr>
          <a:xfrm>
            <a:off x="4744975" y="1921975"/>
            <a:ext cx="3941700" cy="363352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rtl="0">
              <a:spcBef>
                <a:spcPts val="600"/>
              </a:spcBef>
              <a:spcAft>
                <a:spcPts val="0"/>
              </a:spcAft>
              <a:buNone/>
            </a:pPr>
            <a:r>
              <a:rPr lang="de-DE" b="1" dirty="0" err="1" smtClean="0">
                <a:solidFill>
                  <a:srgbClr val="F05768"/>
                </a:solidFill>
                <a:latin typeface="Source Sans Pro"/>
                <a:ea typeface="Source Sans Pro"/>
                <a:cs typeface="Source Sans Pro"/>
                <a:sym typeface="Source Sans Pro"/>
              </a:rPr>
              <a:t>Needed</a:t>
            </a:r>
            <a:r>
              <a:rPr lang="de-DE" b="1" dirty="0" smtClean="0">
                <a:solidFill>
                  <a:srgbClr val="F05768"/>
                </a:solidFill>
                <a:latin typeface="Source Sans Pro"/>
                <a:ea typeface="Source Sans Pro"/>
                <a:cs typeface="Source Sans Pro"/>
                <a:sym typeface="Source Sans Pro"/>
              </a:rPr>
              <a:t> </a:t>
            </a:r>
            <a:r>
              <a:rPr lang="de-DE" b="1" dirty="0" err="1" smtClean="0">
                <a:solidFill>
                  <a:srgbClr val="F05768"/>
                </a:solidFill>
                <a:latin typeface="Source Sans Pro"/>
                <a:ea typeface="Source Sans Pro"/>
                <a:cs typeface="Source Sans Pro"/>
                <a:sym typeface="Source Sans Pro"/>
              </a:rPr>
              <a:t>user</a:t>
            </a:r>
            <a:r>
              <a:rPr lang="de-DE" b="1" dirty="0" smtClean="0">
                <a:solidFill>
                  <a:srgbClr val="F05768"/>
                </a:solidFill>
                <a:latin typeface="Source Sans Pro"/>
                <a:ea typeface="Source Sans Pro"/>
                <a:cs typeface="Source Sans Pro"/>
                <a:sym typeface="Source Sans Pro"/>
              </a:rPr>
              <a:t> </a:t>
            </a:r>
            <a:r>
              <a:rPr lang="de-DE" b="1" dirty="0" err="1" smtClean="0">
                <a:solidFill>
                  <a:srgbClr val="F05768"/>
                </a:solidFill>
                <a:latin typeface="Source Sans Pro"/>
                <a:ea typeface="Source Sans Pro"/>
                <a:cs typeface="Source Sans Pro"/>
                <a:sym typeface="Source Sans Pro"/>
              </a:rPr>
              <a:t>input</a:t>
            </a:r>
            <a:r>
              <a:rPr lang="de-DE" b="1" dirty="0" smtClean="0">
                <a:solidFill>
                  <a:srgbClr val="F05768"/>
                </a:solidFill>
                <a:latin typeface="Source Sans Pro"/>
                <a:ea typeface="Source Sans Pro"/>
                <a:cs typeface="Source Sans Pro"/>
                <a:sym typeface="Source Sans Pro"/>
              </a:rPr>
              <a:t>:</a:t>
            </a:r>
            <a:endParaRPr dirty="0">
              <a:solidFill>
                <a:srgbClr val="F05768"/>
              </a:solidFill>
              <a:latin typeface="Source Sans Pro"/>
              <a:ea typeface="Source Sans Pro"/>
              <a:cs typeface="Source Sans Pro"/>
              <a:sym typeface="Source Sans Pro"/>
            </a:endParaRPr>
          </a:p>
          <a:p>
            <a:pPr marL="285750" lvl="0" indent="-285750" rtl="0">
              <a:spcBef>
                <a:spcPts val="600"/>
              </a:spcBef>
              <a:spcAft>
                <a:spcPts val="0"/>
              </a:spcAft>
              <a:buFont typeface="Arial" charset="0"/>
              <a:buChar char="•"/>
            </a:pPr>
            <a:r>
              <a:rPr lang="de-DE" dirty="0" smtClean="0">
                <a:solidFill>
                  <a:srgbClr val="2F3848"/>
                </a:solidFill>
                <a:latin typeface="Source Sans Pro"/>
                <a:ea typeface="Source Sans Pro"/>
                <a:cs typeface="Source Sans Pro"/>
                <a:sym typeface="Source Sans Pro"/>
              </a:rPr>
              <a:t>Models </a:t>
            </a:r>
            <a:r>
              <a:rPr lang="de-DE" dirty="0" err="1" smtClean="0">
                <a:solidFill>
                  <a:srgbClr val="2F3848"/>
                </a:solidFill>
                <a:latin typeface="Source Sans Pro"/>
                <a:ea typeface="Source Sans Pro"/>
                <a:cs typeface="Source Sans Pro"/>
                <a:sym typeface="Source Sans Pro"/>
              </a:rPr>
              <a:t>used</a:t>
            </a:r>
            <a:endParaRPr lang="de-DE" dirty="0" smtClean="0">
              <a:solidFill>
                <a:srgbClr val="2F3848"/>
              </a:solidFill>
              <a:latin typeface="Source Sans Pro"/>
              <a:ea typeface="Source Sans Pro"/>
              <a:cs typeface="Source Sans Pro"/>
              <a:sym typeface="Source Sans Pro"/>
            </a:endParaRPr>
          </a:p>
          <a:p>
            <a:pPr marL="285750" lvl="0" indent="-285750" rtl="0">
              <a:spcBef>
                <a:spcPts val="600"/>
              </a:spcBef>
              <a:spcAft>
                <a:spcPts val="0"/>
              </a:spcAft>
              <a:buFont typeface="Arial" charset="0"/>
              <a:buChar char="•"/>
            </a:pPr>
            <a:r>
              <a:rPr lang="de-DE" dirty="0" smtClean="0">
                <a:solidFill>
                  <a:srgbClr val="2F3848"/>
                </a:solidFill>
                <a:latin typeface="Source Sans Pro"/>
                <a:ea typeface="Source Sans Pro"/>
                <a:cs typeface="Source Sans Pro"/>
                <a:sym typeface="Source Sans Pro"/>
              </a:rPr>
              <a:t>Resolution</a:t>
            </a:r>
          </a:p>
          <a:p>
            <a:pPr marL="285750" lvl="0" indent="-285750" rtl="0">
              <a:spcBef>
                <a:spcPts val="600"/>
              </a:spcBef>
              <a:spcAft>
                <a:spcPts val="0"/>
              </a:spcAft>
              <a:buFont typeface="Arial" charset="0"/>
              <a:buChar char="•"/>
            </a:pPr>
            <a:r>
              <a:rPr lang="de-DE" dirty="0" smtClean="0">
                <a:solidFill>
                  <a:srgbClr val="2F3848"/>
                </a:solidFill>
                <a:latin typeface="Source Sans Pro"/>
                <a:ea typeface="Source Sans Pro"/>
                <a:cs typeface="Source Sans Pro"/>
                <a:sym typeface="Source Sans Pro"/>
              </a:rPr>
              <a:t>Integration </a:t>
            </a:r>
            <a:r>
              <a:rPr lang="de-DE" dirty="0" err="1" smtClean="0">
                <a:solidFill>
                  <a:srgbClr val="2F3848"/>
                </a:solidFill>
                <a:latin typeface="Source Sans Pro"/>
                <a:ea typeface="Source Sans Pro"/>
                <a:cs typeface="Source Sans Pro"/>
                <a:sym typeface="Source Sans Pro"/>
              </a:rPr>
              <a:t>period</a:t>
            </a:r>
            <a:endParaRPr lang="de-DE" dirty="0" smtClean="0">
              <a:solidFill>
                <a:srgbClr val="2F3848"/>
              </a:solidFill>
              <a:latin typeface="Source Sans Pro"/>
              <a:ea typeface="Source Sans Pro"/>
              <a:cs typeface="Source Sans Pro"/>
              <a:sym typeface="Source Sans Pro"/>
            </a:endParaRPr>
          </a:p>
          <a:p>
            <a:pPr marL="285750" lvl="0" indent="-285750" rtl="0">
              <a:spcBef>
                <a:spcPts val="600"/>
              </a:spcBef>
              <a:spcAft>
                <a:spcPts val="0"/>
              </a:spcAft>
              <a:buFont typeface="Arial" charset="0"/>
              <a:buChar char="•"/>
            </a:pPr>
            <a:endParaRPr lang="de-DE" dirty="0" smtClean="0">
              <a:solidFill>
                <a:srgbClr val="2F3848"/>
              </a:solidFill>
              <a:latin typeface="Source Sans Pro"/>
              <a:ea typeface="Source Sans Pro"/>
              <a:cs typeface="Source Sans Pro"/>
              <a:sym typeface="Source Sans Pro"/>
            </a:endParaRPr>
          </a:p>
          <a:p>
            <a:pPr>
              <a:spcBef>
                <a:spcPts val="600"/>
              </a:spcBef>
            </a:pPr>
            <a:r>
              <a:rPr lang="de-DE" b="1" dirty="0" smtClean="0">
                <a:solidFill>
                  <a:srgbClr val="F05768"/>
                </a:solidFill>
                <a:latin typeface="Source Sans Pro"/>
                <a:ea typeface="Source Sans Pro"/>
                <a:cs typeface="Source Sans Pro"/>
                <a:sym typeface="Source Sans Pro"/>
              </a:rPr>
              <a:t>Defaults </a:t>
            </a:r>
            <a:r>
              <a:rPr lang="de-DE" b="1" dirty="0" err="1" smtClean="0">
                <a:solidFill>
                  <a:srgbClr val="F05768"/>
                </a:solidFill>
                <a:latin typeface="Source Sans Pro"/>
                <a:ea typeface="Source Sans Pro"/>
                <a:cs typeface="Source Sans Pro"/>
                <a:sym typeface="Source Sans Pro"/>
              </a:rPr>
              <a:t>exist</a:t>
            </a:r>
            <a:r>
              <a:rPr lang="de-DE" b="1" dirty="0" smtClean="0">
                <a:solidFill>
                  <a:srgbClr val="F05768"/>
                </a:solidFill>
                <a:latin typeface="Source Sans Pro"/>
                <a:ea typeface="Source Sans Pro"/>
                <a:cs typeface="Source Sans Pro"/>
                <a:sym typeface="Source Sans Pro"/>
              </a:rPr>
              <a:t> </a:t>
            </a:r>
            <a:r>
              <a:rPr lang="de-DE" b="1" dirty="0" err="1" smtClean="0">
                <a:solidFill>
                  <a:srgbClr val="F05768"/>
                </a:solidFill>
                <a:latin typeface="Source Sans Pro"/>
                <a:ea typeface="Source Sans Pro"/>
                <a:cs typeface="Source Sans Pro"/>
                <a:sym typeface="Source Sans Pro"/>
              </a:rPr>
              <a:t>for</a:t>
            </a:r>
            <a:r>
              <a:rPr lang="de-DE" b="1" dirty="0" smtClean="0">
                <a:solidFill>
                  <a:srgbClr val="F05768"/>
                </a:solidFill>
                <a:latin typeface="Source Sans Pro"/>
                <a:ea typeface="Source Sans Pro"/>
                <a:cs typeface="Source Sans Pro"/>
                <a:sym typeface="Source Sans Pro"/>
              </a:rPr>
              <a:t>:</a:t>
            </a:r>
            <a:endParaRPr lang="de-DE" dirty="0">
              <a:solidFill>
                <a:srgbClr val="F05768"/>
              </a:solidFill>
              <a:latin typeface="Source Sans Pro"/>
              <a:ea typeface="Source Sans Pro"/>
              <a:cs typeface="Source Sans Pro"/>
              <a:sym typeface="Source Sans Pro"/>
            </a:endParaRPr>
          </a:p>
          <a:p>
            <a:pPr marL="285750" lvl="0" indent="-285750">
              <a:spcBef>
                <a:spcPts val="600"/>
              </a:spcBef>
              <a:buFont typeface="Arial" charset="0"/>
              <a:buChar char="•"/>
            </a:pPr>
            <a:r>
              <a:rPr lang="de-DE" dirty="0" err="1" smtClean="0">
                <a:solidFill>
                  <a:srgbClr val="2F3848"/>
                </a:solidFill>
                <a:latin typeface="Source Sans Pro"/>
                <a:ea typeface="Source Sans Pro"/>
                <a:cs typeface="Source Sans Pro"/>
                <a:sym typeface="Source Sans Pro"/>
              </a:rPr>
              <a:t>Physical</a:t>
            </a:r>
            <a:r>
              <a:rPr lang="de-DE" dirty="0" smtClean="0">
                <a:solidFill>
                  <a:srgbClr val="2F3848"/>
                </a:solidFill>
                <a:latin typeface="Source Sans Pro"/>
                <a:ea typeface="Source Sans Pro"/>
                <a:cs typeface="Source Sans Pro"/>
                <a:sym typeface="Source Sans Pro"/>
              </a:rPr>
              <a:t> </a:t>
            </a:r>
            <a:r>
              <a:rPr lang="de-DE" dirty="0" err="1" smtClean="0">
                <a:solidFill>
                  <a:srgbClr val="2F3848"/>
                </a:solidFill>
                <a:latin typeface="Source Sans Pro"/>
                <a:ea typeface="Source Sans Pro"/>
                <a:cs typeface="Source Sans Pro"/>
                <a:sym typeface="Source Sans Pro"/>
              </a:rPr>
              <a:t>parameters</a:t>
            </a:r>
            <a:r>
              <a:rPr lang="de-DE" dirty="0" smtClean="0">
                <a:solidFill>
                  <a:srgbClr val="2F3848"/>
                </a:solidFill>
                <a:latin typeface="Source Sans Pro"/>
                <a:ea typeface="Source Sans Pro"/>
                <a:cs typeface="Source Sans Pro"/>
                <a:sym typeface="Source Sans Pro"/>
              </a:rPr>
              <a:t> </a:t>
            </a:r>
            <a:endParaRPr lang="de-DE" dirty="0">
              <a:solidFill>
                <a:srgbClr val="2F3848"/>
              </a:solidFill>
              <a:latin typeface="Source Sans Pro"/>
              <a:ea typeface="Source Sans Pro"/>
              <a:cs typeface="Source Sans Pro"/>
              <a:sym typeface="Source Sans Pro"/>
            </a:endParaRPr>
          </a:p>
          <a:p>
            <a:pPr marL="285750" lvl="0" indent="-285750">
              <a:spcBef>
                <a:spcPts val="600"/>
              </a:spcBef>
              <a:buFont typeface="Arial" charset="0"/>
              <a:buChar char="•"/>
            </a:pPr>
            <a:r>
              <a:rPr lang="de-DE" dirty="0" err="1" smtClean="0">
                <a:solidFill>
                  <a:srgbClr val="2F3848"/>
                </a:solidFill>
                <a:latin typeface="Source Sans Pro"/>
                <a:ea typeface="Source Sans Pro"/>
                <a:cs typeface="Source Sans Pro"/>
                <a:sym typeface="Source Sans Pro"/>
              </a:rPr>
              <a:t>Slurm</a:t>
            </a:r>
            <a:r>
              <a:rPr lang="de-DE" dirty="0" smtClean="0">
                <a:solidFill>
                  <a:srgbClr val="2F3848"/>
                </a:solidFill>
                <a:latin typeface="Source Sans Pro"/>
                <a:ea typeface="Source Sans Pro"/>
                <a:cs typeface="Source Sans Pro"/>
                <a:sym typeface="Source Sans Pro"/>
              </a:rPr>
              <a:t> </a:t>
            </a:r>
            <a:r>
              <a:rPr lang="de-DE" dirty="0" err="1" smtClean="0">
                <a:solidFill>
                  <a:srgbClr val="2F3848"/>
                </a:solidFill>
                <a:latin typeface="Source Sans Pro"/>
                <a:ea typeface="Source Sans Pro"/>
                <a:cs typeface="Source Sans Pro"/>
                <a:sym typeface="Source Sans Pro"/>
              </a:rPr>
              <a:t>settings</a:t>
            </a:r>
            <a:endParaRPr lang="de-DE" dirty="0">
              <a:solidFill>
                <a:srgbClr val="2F3848"/>
              </a:solidFill>
              <a:latin typeface="Source Sans Pro"/>
              <a:ea typeface="Source Sans Pro"/>
              <a:cs typeface="Source Sans Pro"/>
              <a:sym typeface="Source Sans Pro"/>
            </a:endParaRPr>
          </a:p>
          <a:p>
            <a:pPr marL="285750" lvl="0" indent="-285750">
              <a:spcBef>
                <a:spcPts val="600"/>
              </a:spcBef>
              <a:buFont typeface="Arial" charset="0"/>
              <a:buChar char="•"/>
            </a:pPr>
            <a:r>
              <a:rPr lang="de-DE" dirty="0" smtClean="0">
                <a:solidFill>
                  <a:srgbClr val="2F3848"/>
                </a:solidFill>
                <a:latin typeface="Source Sans Pro"/>
                <a:ea typeface="Source Sans Pro"/>
                <a:cs typeface="Source Sans Pro"/>
                <a:sym typeface="Source Sans Pro"/>
              </a:rPr>
              <a:t>Model </a:t>
            </a:r>
            <a:r>
              <a:rPr lang="de-DE" dirty="0" err="1" smtClean="0">
                <a:solidFill>
                  <a:srgbClr val="2F3848"/>
                </a:solidFill>
                <a:latin typeface="Source Sans Pro"/>
                <a:ea typeface="Source Sans Pro"/>
                <a:cs typeface="Source Sans Pro"/>
                <a:sym typeface="Source Sans Pro"/>
              </a:rPr>
              <a:t>Partitioning</a:t>
            </a:r>
            <a:r>
              <a:rPr lang="de-DE" dirty="0" smtClean="0">
                <a:solidFill>
                  <a:srgbClr val="2F3848"/>
                </a:solidFill>
                <a:latin typeface="Source Sans Pro"/>
                <a:ea typeface="Source Sans Pro"/>
                <a:cs typeface="Source Sans Pro"/>
                <a:sym typeface="Source Sans Pro"/>
              </a:rPr>
              <a:t> </a:t>
            </a:r>
          </a:p>
          <a:p>
            <a:pPr marL="285750" lvl="0" indent="-285750">
              <a:spcBef>
                <a:spcPts val="600"/>
              </a:spcBef>
              <a:buFont typeface="Arial" charset="0"/>
              <a:buChar char="•"/>
            </a:pPr>
            <a:endParaRPr lang="de-DE" dirty="0" smtClean="0">
              <a:solidFill>
                <a:srgbClr val="2F3848"/>
              </a:solidFill>
              <a:latin typeface="Source Sans Pro"/>
              <a:ea typeface="Source Sans Pro"/>
              <a:cs typeface="Source Sans Pro"/>
              <a:sym typeface="Source Sans Pro"/>
            </a:endParaRPr>
          </a:p>
          <a:p>
            <a:pPr marL="0" lvl="0" indent="0" rtl="0">
              <a:spcBef>
                <a:spcPts val="600"/>
              </a:spcBef>
              <a:spcAft>
                <a:spcPts val="0"/>
              </a:spcAft>
              <a:buNone/>
            </a:pPr>
            <a:r>
              <a:rPr lang="de-DE" b="1" dirty="0" smtClean="0">
                <a:solidFill>
                  <a:srgbClr val="F15668"/>
                </a:solidFill>
                <a:latin typeface="Source Sans Pro"/>
                <a:ea typeface="Source Sans Pro"/>
                <a:cs typeface="Source Sans Pro"/>
                <a:sym typeface="Source Sans Pro"/>
              </a:rPr>
              <a:t>All </a:t>
            </a:r>
            <a:r>
              <a:rPr lang="de-DE" b="1" dirty="0" err="1" smtClean="0">
                <a:solidFill>
                  <a:srgbClr val="F15668"/>
                </a:solidFill>
                <a:latin typeface="Source Sans Pro"/>
                <a:ea typeface="Source Sans Pro"/>
                <a:cs typeface="Source Sans Pro"/>
                <a:sym typeface="Source Sans Pro"/>
              </a:rPr>
              <a:t>defaults</a:t>
            </a:r>
            <a:r>
              <a:rPr lang="de-DE" b="1" dirty="0" smtClean="0">
                <a:solidFill>
                  <a:srgbClr val="F15668"/>
                </a:solidFill>
                <a:latin typeface="Source Sans Pro"/>
                <a:ea typeface="Source Sans Pro"/>
                <a:cs typeface="Source Sans Pro"/>
                <a:sym typeface="Source Sans Pro"/>
              </a:rPr>
              <a:t> </a:t>
            </a:r>
            <a:r>
              <a:rPr lang="de-DE" b="1" dirty="0" err="1" smtClean="0">
                <a:solidFill>
                  <a:srgbClr val="F15668"/>
                </a:solidFill>
                <a:latin typeface="Source Sans Pro"/>
                <a:ea typeface="Source Sans Pro"/>
                <a:cs typeface="Source Sans Pro"/>
                <a:sym typeface="Source Sans Pro"/>
              </a:rPr>
              <a:t>can</a:t>
            </a:r>
            <a:r>
              <a:rPr lang="de-DE" b="1" dirty="0" smtClean="0">
                <a:solidFill>
                  <a:srgbClr val="F15668"/>
                </a:solidFill>
                <a:latin typeface="Source Sans Pro"/>
                <a:ea typeface="Source Sans Pro"/>
                <a:cs typeface="Source Sans Pro"/>
                <a:sym typeface="Source Sans Pro"/>
              </a:rPr>
              <a:t> </a:t>
            </a:r>
            <a:r>
              <a:rPr lang="de-DE" b="1" dirty="0" err="1" smtClean="0">
                <a:solidFill>
                  <a:srgbClr val="F15668"/>
                </a:solidFill>
                <a:latin typeface="Source Sans Pro"/>
                <a:ea typeface="Source Sans Pro"/>
                <a:cs typeface="Source Sans Pro"/>
                <a:sym typeface="Source Sans Pro"/>
              </a:rPr>
              <a:t>be</a:t>
            </a:r>
            <a:r>
              <a:rPr lang="de-DE" b="1" dirty="0" smtClean="0">
                <a:solidFill>
                  <a:srgbClr val="F15668"/>
                </a:solidFill>
                <a:latin typeface="Source Sans Pro"/>
                <a:ea typeface="Source Sans Pro"/>
                <a:cs typeface="Source Sans Pro"/>
                <a:sym typeface="Source Sans Pro"/>
              </a:rPr>
              <a:t> </a:t>
            </a:r>
            <a:r>
              <a:rPr lang="de-DE" b="1" dirty="0" err="1" smtClean="0">
                <a:solidFill>
                  <a:srgbClr val="F15668"/>
                </a:solidFill>
                <a:latin typeface="Source Sans Pro"/>
                <a:ea typeface="Source Sans Pro"/>
                <a:cs typeface="Source Sans Pro"/>
                <a:sym typeface="Source Sans Pro"/>
              </a:rPr>
              <a:t>overwritten</a:t>
            </a:r>
            <a:r>
              <a:rPr lang="de-DE" b="1" dirty="0" smtClean="0">
                <a:solidFill>
                  <a:srgbClr val="F15668"/>
                </a:solidFill>
                <a:latin typeface="Source Sans Pro"/>
                <a:ea typeface="Source Sans Pro"/>
                <a:cs typeface="Source Sans Pro"/>
                <a:sym typeface="Source Sans Pro"/>
              </a:rPr>
              <a:t> </a:t>
            </a:r>
            <a:r>
              <a:rPr lang="de-DE" b="1" dirty="0" err="1" smtClean="0">
                <a:solidFill>
                  <a:srgbClr val="F15668"/>
                </a:solidFill>
                <a:latin typeface="Source Sans Pro"/>
                <a:ea typeface="Source Sans Pro"/>
                <a:cs typeface="Source Sans Pro"/>
                <a:sym typeface="Source Sans Pro"/>
              </a:rPr>
              <a:t>easily</a:t>
            </a:r>
            <a:r>
              <a:rPr lang="de-DE" b="1" dirty="0" smtClean="0">
                <a:solidFill>
                  <a:srgbClr val="F15668"/>
                </a:solidFill>
                <a:latin typeface="Source Sans Pro"/>
                <a:ea typeface="Source Sans Pro"/>
                <a:cs typeface="Source Sans Pro"/>
                <a:sym typeface="Source Sans Pro"/>
              </a:rPr>
              <a:t>!</a:t>
            </a:r>
            <a:endParaRPr lang="de-DE" b="1" dirty="0">
              <a:solidFill>
                <a:srgbClr val="F15668"/>
              </a:solidFill>
              <a:latin typeface="Source Sans Pro"/>
              <a:ea typeface="Source Sans Pro"/>
              <a:cs typeface="Source Sans Pro"/>
              <a:sym typeface="Source Sans Pro"/>
            </a:endParaRPr>
          </a:p>
          <a:p>
            <a:pPr marL="0" lvl="0" indent="0" rtl="0">
              <a:spcBef>
                <a:spcPts val="600"/>
              </a:spcBef>
              <a:spcAft>
                <a:spcPts val="0"/>
              </a:spcAft>
              <a:buNone/>
            </a:pPr>
            <a:endParaRPr lang="de-DE" dirty="0" smtClean="0">
              <a:solidFill>
                <a:srgbClr val="2F3848"/>
              </a:solidFill>
              <a:latin typeface="Source Sans Pro"/>
              <a:ea typeface="Source Sans Pro"/>
              <a:cs typeface="Source Sans Pro"/>
              <a:sym typeface="Source Sans Pro"/>
            </a:endParaRPr>
          </a:p>
          <a:p>
            <a:pPr marL="0" lvl="0" indent="0" rtl="0">
              <a:spcBef>
                <a:spcPts val="600"/>
              </a:spcBef>
              <a:spcAft>
                <a:spcPts val="0"/>
              </a:spcAft>
              <a:buNone/>
            </a:pPr>
            <a:endParaRPr lang="de-DE" dirty="0">
              <a:solidFill>
                <a:srgbClr val="2F3848"/>
              </a:solidFill>
              <a:latin typeface="Source Sans Pro"/>
              <a:ea typeface="Source Sans Pro"/>
              <a:cs typeface="Source Sans Pro"/>
              <a:sym typeface="Source Sans Pro"/>
            </a:endParaRPr>
          </a:p>
        </p:txBody>
      </p:sp>
      <p:sp>
        <p:nvSpPr>
          <p:cNvPr id="83" name="Shape 83"/>
          <p:cNvSpPr txBox="1"/>
          <p:nvPr/>
        </p:nvSpPr>
        <p:spPr>
          <a:xfrm>
            <a:off x="457075" y="5555502"/>
            <a:ext cx="8229600" cy="826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rtl="0">
              <a:spcAft>
                <a:spcPts val="0"/>
              </a:spcAft>
              <a:buNone/>
            </a:pPr>
            <a:r>
              <a:rPr lang="de-DE" b="1" dirty="0" err="1" smtClean="0">
                <a:solidFill>
                  <a:srgbClr val="2F3848"/>
                </a:solidFill>
                <a:latin typeface="Source Sans Pro"/>
                <a:ea typeface="Source Sans Pro"/>
                <a:cs typeface="Source Sans Pro"/>
                <a:sym typeface="Source Sans Pro"/>
              </a:rPr>
              <a:t>Get</a:t>
            </a:r>
            <a:r>
              <a:rPr lang="de-DE" b="1" dirty="0" smtClean="0">
                <a:solidFill>
                  <a:srgbClr val="2F3848"/>
                </a:solidFill>
                <a:latin typeface="Source Sans Pro"/>
                <a:ea typeface="Source Sans Pro"/>
                <a:cs typeface="Source Sans Pro"/>
                <a:sym typeface="Source Sans Pro"/>
              </a:rPr>
              <a:t> </a:t>
            </a:r>
            <a:r>
              <a:rPr lang="de-DE" b="1" dirty="0" err="1" smtClean="0">
                <a:solidFill>
                  <a:srgbClr val="2F3848"/>
                </a:solidFill>
                <a:latin typeface="Source Sans Pro"/>
                <a:ea typeface="Source Sans Pro"/>
                <a:cs typeface="Source Sans Pro"/>
                <a:sym typeface="Source Sans Pro"/>
              </a:rPr>
              <a:t>it</a:t>
            </a:r>
            <a:r>
              <a:rPr lang="de-DE" b="1" dirty="0" smtClean="0">
                <a:solidFill>
                  <a:srgbClr val="2F3848"/>
                </a:solidFill>
                <a:latin typeface="Source Sans Pro"/>
                <a:ea typeface="Source Sans Pro"/>
                <a:cs typeface="Source Sans Pro"/>
                <a:sym typeface="Source Sans Pro"/>
              </a:rPr>
              <a:t> </a:t>
            </a:r>
            <a:r>
              <a:rPr lang="de-DE" b="1" dirty="0" err="1" smtClean="0">
                <a:solidFill>
                  <a:srgbClr val="2F3848"/>
                </a:solidFill>
                <a:latin typeface="Source Sans Pro"/>
                <a:ea typeface="Source Sans Pro"/>
                <a:cs typeface="Source Sans Pro"/>
                <a:sym typeface="Source Sans Pro"/>
              </a:rPr>
              <a:t>by</a:t>
            </a:r>
            <a:r>
              <a:rPr lang="de-DE" b="1" dirty="0" smtClean="0">
                <a:solidFill>
                  <a:srgbClr val="2F3848"/>
                </a:solidFill>
                <a:latin typeface="Source Sans Pro"/>
                <a:ea typeface="Source Sans Pro"/>
                <a:cs typeface="Source Sans Pro"/>
                <a:sym typeface="Source Sans Pro"/>
              </a:rPr>
              <a:t> </a:t>
            </a:r>
            <a:r>
              <a:rPr lang="de-DE" b="1" dirty="0" err="1" smtClean="0">
                <a:solidFill>
                  <a:srgbClr val="2F3848"/>
                </a:solidFill>
                <a:latin typeface="Source Sans Pro"/>
                <a:ea typeface="Source Sans Pro"/>
                <a:cs typeface="Source Sans Pro"/>
                <a:sym typeface="Source Sans Pro"/>
              </a:rPr>
              <a:t>using</a:t>
            </a:r>
            <a:r>
              <a:rPr lang="de-DE" b="1" dirty="0" smtClean="0">
                <a:solidFill>
                  <a:srgbClr val="2F3848"/>
                </a:solidFill>
                <a:latin typeface="Source Sans Pro"/>
                <a:ea typeface="Source Sans Pro"/>
                <a:cs typeface="Source Sans Pro"/>
                <a:sym typeface="Source Sans Pro"/>
              </a:rPr>
              <a:t> </a:t>
            </a:r>
            <a:r>
              <a:rPr lang="de-DE" b="1" dirty="0" err="1" smtClean="0">
                <a:solidFill>
                  <a:srgbClr val="2F3848"/>
                </a:solidFill>
                <a:latin typeface="Source Sans Pro"/>
                <a:ea typeface="Source Sans Pro"/>
                <a:cs typeface="Source Sans Pro"/>
                <a:sym typeface="Source Sans Pro"/>
              </a:rPr>
              <a:t>esm</a:t>
            </a:r>
            <a:r>
              <a:rPr lang="de-DE" b="1" dirty="0" smtClean="0">
                <a:solidFill>
                  <a:srgbClr val="2F3848"/>
                </a:solidFill>
                <a:latin typeface="Source Sans Pro"/>
                <a:ea typeface="Source Sans Pro"/>
                <a:cs typeface="Source Sans Pro"/>
                <a:sym typeface="Source Sans Pro"/>
              </a:rPr>
              <a:t>-master (</a:t>
            </a:r>
            <a:r>
              <a:rPr lang="de-DE" b="1" dirty="0" err="1" smtClean="0">
                <a:solidFill>
                  <a:srgbClr val="2F3848"/>
                </a:solidFill>
                <a:latin typeface="Source Sans Pro"/>
                <a:ea typeface="Source Sans Pro"/>
                <a:cs typeface="Source Sans Pro"/>
                <a:sym typeface="Source Sans Pro"/>
              </a:rPr>
              <a:t>make</a:t>
            </a:r>
            <a:r>
              <a:rPr lang="de-DE" b="1" dirty="0" smtClean="0">
                <a:solidFill>
                  <a:srgbClr val="2F3848"/>
                </a:solidFill>
                <a:latin typeface="Source Sans Pro"/>
                <a:ea typeface="Source Sans Pro"/>
                <a:cs typeface="Source Sans Pro"/>
                <a:sym typeface="Source Sans Pro"/>
              </a:rPr>
              <a:t> </a:t>
            </a:r>
            <a:r>
              <a:rPr lang="de-DE" b="1" dirty="0" err="1" smtClean="0">
                <a:solidFill>
                  <a:srgbClr val="2F3848"/>
                </a:solidFill>
                <a:latin typeface="Source Sans Pro"/>
                <a:ea typeface="Source Sans Pro"/>
                <a:cs typeface="Source Sans Pro"/>
                <a:sym typeface="Source Sans Pro"/>
              </a:rPr>
              <a:t>get-esm-runscripts</a:t>
            </a:r>
            <a:r>
              <a:rPr lang="de-DE" b="1" dirty="0" smtClean="0">
                <a:solidFill>
                  <a:srgbClr val="2F3848"/>
                </a:solidFill>
                <a:latin typeface="Source Sans Pro"/>
                <a:ea typeface="Source Sans Pro"/>
                <a:cs typeface="Source Sans Pro"/>
                <a:sym typeface="Source Sans Pro"/>
              </a:rPr>
              <a:t>), </a:t>
            </a:r>
          </a:p>
          <a:p>
            <a:pPr marL="0" lvl="0" indent="0" rtl="0">
              <a:spcAft>
                <a:spcPts val="0"/>
              </a:spcAft>
              <a:buNone/>
            </a:pPr>
            <a:r>
              <a:rPr lang="de-DE" b="1" dirty="0" err="1">
                <a:solidFill>
                  <a:srgbClr val="2F3848"/>
                </a:solidFill>
                <a:latin typeface="Source Sans Pro"/>
                <a:ea typeface="Source Sans Pro"/>
                <a:cs typeface="Source Sans Pro"/>
                <a:sym typeface="Source Sans Pro"/>
              </a:rPr>
              <a:t>o</a:t>
            </a:r>
            <a:r>
              <a:rPr lang="de-DE" b="1" dirty="0" err="1" smtClean="0">
                <a:solidFill>
                  <a:srgbClr val="2F3848"/>
                </a:solidFill>
                <a:latin typeface="Source Sans Pro"/>
                <a:ea typeface="Source Sans Pro"/>
                <a:cs typeface="Source Sans Pro"/>
                <a:sym typeface="Source Sans Pro"/>
              </a:rPr>
              <a:t>r</a:t>
            </a:r>
            <a:r>
              <a:rPr lang="de-DE" b="1" dirty="0" smtClean="0">
                <a:solidFill>
                  <a:srgbClr val="2F3848"/>
                </a:solidFill>
                <a:latin typeface="Source Sans Pro"/>
                <a:ea typeface="Source Sans Pro"/>
                <a:cs typeface="Source Sans Pro"/>
                <a:sym typeface="Source Sans Pro"/>
              </a:rPr>
              <a:t> </a:t>
            </a:r>
            <a:r>
              <a:rPr lang="de-DE" b="1" dirty="0" err="1" smtClean="0">
                <a:solidFill>
                  <a:srgbClr val="2F3848"/>
                </a:solidFill>
                <a:latin typeface="Source Sans Pro"/>
                <a:ea typeface="Source Sans Pro"/>
                <a:cs typeface="Source Sans Pro"/>
                <a:sym typeface="Source Sans Pro"/>
              </a:rPr>
              <a:t>from</a:t>
            </a:r>
            <a:r>
              <a:rPr lang="de-DE" b="1" dirty="0" smtClean="0">
                <a:solidFill>
                  <a:srgbClr val="2F3848"/>
                </a:solidFill>
                <a:latin typeface="Source Sans Pro"/>
                <a:ea typeface="Source Sans Pro"/>
                <a:cs typeface="Source Sans Pro"/>
                <a:sym typeface="Source Sans Pro"/>
              </a:rPr>
              <a:t>:	 </a:t>
            </a:r>
            <a:r>
              <a:rPr lang="de-DE" b="1" u="sng" dirty="0" smtClean="0">
                <a:solidFill>
                  <a:srgbClr val="2F3848"/>
                </a:solidFill>
                <a:latin typeface="Source Sans Pro"/>
                <a:ea typeface="Source Sans Pro"/>
                <a:cs typeface="Source Sans Pro"/>
                <a:sym typeface="Source Sans Pro"/>
              </a:rPr>
              <a:t>https://</a:t>
            </a:r>
            <a:r>
              <a:rPr lang="de-DE" b="1" u="sng" dirty="0" err="1" smtClean="0">
                <a:solidFill>
                  <a:srgbClr val="2F3848"/>
                </a:solidFill>
                <a:latin typeface="Source Sans Pro"/>
                <a:ea typeface="Source Sans Pro"/>
                <a:cs typeface="Source Sans Pro"/>
                <a:sym typeface="Source Sans Pro"/>
              </a:rPr>
              <a:t>gitlab.dkrz.de</a:t>
            </a:r>
            <a:r>
              <a:rPr lang="de-DE" b="1" u="sng" dirty="0" smtClean="0">
                <a:solidFill>
                  <a:srgbClr val="2F3848"/>
                </a:solidFill>
                <a:latin typeface="Source Sans Pro"/>
                <a:ea typeface="Source Sans Pro"/>
                <a:cs typeface="Source Sans Pro"/>
                <a:sym typeface="Source Sans Pro"/>
              </a:rPr>
              <a:t>/</a:t>
            </a:r>
            <a:r>
              <a:rPr lang="de-DE" b="1" u="sng" dirty="0" err="1" smtClean="0">
                <a:solidFill>
                  <a:srgbClr val="2F3848"/>
                </a:solidFill>
                <a:latin typeface="Source Sans Pro"/>
                <a:ea typeface="Source Sans Pro"/>
                <a:cs typeface="Source Sans Pro"/>
                <a:sym typeface="Source Sans Pro"/>
              </a:rPr>
              <a:t>esm</a:t>
            </a:r>
            <a:r>
              <a:rPr lang="de-DE" b="1" u="sng" dirty="0" smtClean="0">
                <a:solidFill>
                  <a:srgbClr val="2F3848"/>
                </a:solidFill>
                <a:latin typeface="Source Sans Pro"/>
                <a:ea typeface="Source Sans Pro"/>
                <a:cs typeface="Source Sans Pro"/>
                <a:sym typeface="Source Sans Pro"/>
              </a:rPr>
              <a:t>-tools/</a:t>
            </a:r>
            <a:r>
              <a:rPr lang="de-DE" b="1" u="sng" dirty="0" err="1" smtClean="0">
                <a:solidFill>
                  <a:srgbClr val="2F3848"/>
                </a:solidFill>
                <a:latin typeface="Source Sans Pro"/>
                <a:ea typeface="Source Sans Pro"/>
                <a:cs typeface="Source Sans Pro"/>
                <a:sym typeface="Source Sans Pro"/>
              </a:rPr>
              <a:t>esm-runscripts</a:t>
            </a:r>
            <a:endParaRPr dirty="0">
              <a:solidFill>
                <a:srgbClr val="2F3848"/>
              </a:solidFill>
              <a:latin typeface="Source Sans Pro"/>
              <a:ea typeface="Source Sans Pro"/>
              <a:cs typeface="Source Sans Pro"/>
              <a:sym typeface="Source Sans Pro"/>
            </a:endParaRPr>
          </a:p>
        </p:txBody>
      </p:sp>
    </p:spTree>
    <p:extLst>
      <p:ext uri="{BB962C8B-B14F-4D97-AF65-F5344CB8AC3E}">
        <p14:creationId xmlns:p14="http://schemas.microsoft.com/office/powerpoint/2010/main" val="1236001055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Shape 130"/>
          <p:cNvSpPr txBox="1">
            <a:spLocks noGrp="1"/>
          </p:cNvSpPr>
          <p:nvPr>
            <p:ph type="body" idx="1"/>
          </p:nvPr>
        </p:nvSpPr>
        <p:spPr>
          <a:xfrm>
            <a:off x="489275" y="2034700"/>
            <a:ext cx="2631900" cy="4533300"/>
          </a:xfrm>
          <a:prstGeom prst="rect">
            <a:avLst/>
          </a:prstGeom>
          <a:ln>
            <a:solidFill>
              <a:schemeClr val="accent4"/>
            </a:solidFill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rtl="0">
              <a:spcBef>
                <a:spcPts val="600"/>
              </a:spcBef>
              <a:spcAft>
                <a:spcPts val="0"/>
              </a:spcAft>
              <a:buNone/>
            </a:pPr>
            <a:r>
              <a:rPr lang="de-DE" sz="2400" b="1" dirty="0" err="1" smtClean="0"/>
              <a:t>Optimize</a:t>
            </a:r>
            <a:endParaRPr sz="2400" b="1" dirty="0"/>
          </a:p>
          <a:p>
            <a:pPr marL="0" lvl="0" indent="0">
              <a:spcBef>
                <a:spcPts val="600"/>
              </a:spcBef>
              <a:spcAft>
                <a:spcPts val="0"/>
              </a:spcAft>
              <a:buNone/>
            </a:pPr>
            <a:r>
              <a:rPr lang="de-DE" dirty="0" err="1" smtClean="0"/>
              <a:t>Choose</a:t>
            </a:r>
            <a:r>
              <a:rPr lang="de-DE" dirty="0" smtClean="0"/>
              <a:t> </a:t>
            </a:r>
            <a:r>
              <a:rPr lang="de-DE" dirty="0" err="1" smtClean="0"/>
              <a:t>hardware</a:t>
            </a:r>
            <a:r>
              <a:rPr lang="de-DE" dirty="0" smtClean="0"/>
              <a:t> </a:t>
            </a:r>
            <a:r>
              <a:rPr lang="de-DE" dirty="0" err="1" smtClean="0"/>
              <a:t>based</a:t>
            </a:r>
            <a:r>
              <a:rPr lang="de-DE" dirty="0" smtClean="0"/>
              <a:t> </a:t>
            </a:r>
            <a:r>
              <a:rPr lang="de-DE" dirty="0" err="1" smtClean="0"/>
              <a:t>options</a:t>
            </a:r>
            <a:r>
              <a:rPr lang="de-DE" dirty="0" smtClean="0"/>
              <a:t> like </a:t>
            </a:r>
            <a:r>
              <a:rPr lang="de-DE" dirty="0" err="1" smtClean="0"/>
              <a:t>hyperthreading</a:t>
            </a:r>
            <a:r>
              <a:rPr lang="de-DE" dirty="0" smtClean="0"/>
              <a:t>, </a:t>
            </a:r>
            <a:r>
              <a:rPr lang="de-DE" dirty="0" err="1" smtClean="0"/>
              <a:t>beeond</a:t>
            </a:r>
            <a:r>
              <a:rPr lang="de-DE" dirty="0" smtClean="0"/>
              <a:t> etc. </a:t>
            </a:r>
            <a:r>
              <a:rPr lang="de-DE" dirty="0" err="1" smtClean="0"/>
              <a:t>by</a:t>
            </a:r>
            <a:r>
              <a:rPr lang="de-DE" dirty="0" smtClean="0"/>
              <a:t> </a:t>
            </a:r>
            <a:r>
              <a:rPr lang="de-DE" dirty="0" err="1" smtClean="0"/>
              <a:t>setting</a:t>
            </a:r>
            <a:r>
              <a:rPr lang="de-DE" dirty="0" smtClean="0"/>
              <a:t> simple </a:t>
            </a:r>
            <a:r>
              <a:rPr lang="de-DE" dirty="0" err="1" smtClean="0"/>
              <a:t>flags</a:t>
            </a:r>
            <a:r>
              <a:rPr lang="de-DE" dirty="0" smtClean="0"/>
              <a:t>, like</a:t>
            </a:r>
          </a:p>
          <a:p>
            <a:pPr marL="0" lvl="0" indent="0">
              <a:spcBef>
                <a:spcPts val="600"/>
              </a:spcBef>
              <a:spcAft>
                <a:spcPts val="0"/>
              </a:spcAft>
              <a:buNone/>
            </a:pPr>
            <a:endParaRPr lang="de-DE" dirty="0"/>
          </a:p>
          <a:p>
            <a:pPr marL="0" lvl="0" indent="0" algn="ctr">
              <a:spcBef>
                <a:spcPts val="600"/>
              </a:spcBef>
              <a:spcAft>
                <a:spcPts val="0"/>
              </a:spcAft>
              <a:buNone/>
            </a:pPr>
            <a:r>
              <a:rPr lang="de-DE" dirty="0" err="1" smtClean="0">
                <a:latin typeface="STIXNonUnicode-Regular" charset="0"/>
                <a:ea typeface="STIXNonUnicode-Regular" charset="0"/>
                <a:cs typeface="STIXNonUnicode-Regular" charset="0"/>
              </a:rPr>
              <a:t>use_beeond</a:t>
            </a:r>
            <a:r>
              <a:rPr lang="de-DE" dirty="0" smtClean="0">
                <a:latin typeface="STIXNonUnicode-Regular" charset="0"/>
                <a:ea typeface="STIXNonUnicode-Regular" charset="0"/>
                <a:cs typeface="STIXNonUnicode-Regular" charset="0"/>
              </a:rPr>
              <a:t>=1</a:t>
            </a:r>
            <a:endParaRPr dirty="0">
              <a:latin typeface="STIXNonUnicode-Regular" charset="0"/>
              <a:ea typeface="STIXNonUnicode-Regular" charset="0"/>
              <a:cs typeface="STIXNonUnicode-Regular" charset="0"/>
            </a:endParaRPr>
          </a:p>
        </p:txBody>
      </p:sp>
      <p:sp>
        <p:nvSpPr>
          <p:cNvPr id="131" name="Shape 131"/>
          <p:cNvSpPr txBox="1">
            <a:spLocks noGrp="1"/>
          </p:cNvSpPr>
          <p:nvPr>
            <p:ph type="body" idx="2"/>
          </p:nvPr>
        </p:nvSpPr>
        <p:spPr>
          <a:xfrm>
            <a:off x="3256047" y="2034700"/>
            <a:ext cx="2631900" cy="4533300"/>
          </a:xfrm>
          <a:prstGeom prst="rect">
            <a:avLst/>
          </a:prstGeom>
          <a:ln>
            <a:solidFill>
              <a:schemeClr val="accent4"/>
            </a:solidFill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rtl="0">
              <a:spcBef>
                <a:spcPts val="600"/>
              </a:spcBef>
              <a:spcAft>
                <a:spcPts val="0"/>
              </a:spcAft>
              <a:buNone/>
            </a:pPr>
            <a:r>
              <a:rPr lang="de-DE" sz="2400" b="1" dirty="0" err="1" smtClean="0"/>
              <a:t>Organize</a:t>
            </a:r>
            <a:r>
              <a:rPr lang="de-DE" sz="2400" b="1" dirty="0" smtClean="0"/>
              <a:t> </a:t>
            </a:r>
            <a:endParaRPr sz="2400" b="1" dirty="0"/>
          </a:p>
          <a:p>
            <a:pPr marL="0" lvl="0" indent="0">
              <a:spcBef>
                <a:spcPts val="600"/>
              </a:spcBef>
              <a:spcAft>
                <a:spcPts val="0"/>
              </a:spcAft>
              <a:buNone/>
            </a:pPr>
            <a:r>
              <a:rPr lang="de-DE" dirty="0" smtClean="0"/>
              <a:t>All </a:t>
            </a:r>
            <a:r>
              <a:rPr lang="de-DE" dirty="0" err="1" smtClean="0"/>
              <a:t>data</a:t>
            </a:r>
            <a:r>
              <a:rPr lang="de-DE" dirty="0" smtClean="0"/>
              <a:t> </a:t>
            </a:r>
            <a:r>
              <a:rPr lang="de-DE" dirty="0" err="1" smtClean="0"/>
              <a:t>is</a:t>
            </a:r>
            <a:r>
              <a:rPr lang="de-DE" dirty="0" smtClean="0"/>
              <a:t> </a:t>
            </a:r>
            <a:r>
              <a:rPr lang="de-DE" dirty="0" err="1" smtClean="0"/>
              <a:t>automatically</a:t>
            </a:r>
            <a:r>
              <a:rPr lang="de-DE" dirty="0" smtClean="0"/>
              <a:t> </a:t>
            </a:r>
            <a:r>
              <a:rPr lang="de-DE" dirty="0" err="1" smtClean="0"/>
              <a:t>organized</a:t>
            </a:r>
            <a:r>
              <a:rPr lang="de-DE" dirty="0" smtClean="0"/>
              <a:t> </a:t>
            </a:r>
            <a:r>
              <a:rPr lang="de-DE" dirty="0" err="1" smtClean="0"/>
              <a:t>neatly</a:t>
            </a:r>
            <a:r>
              <a:rPr lang="de-DE" dirty="0" smtClean="0"/>
              <a:t> in </a:t>
            </a:r>
            <a:r>
              <a:rPr lang="de-DE" dirty="0" err="1" smtClean="0"/>
              <a:t>subfolders</a:t>
            </a:r>
            <a:r>
              <a:rPr lang="de-DE" dirty="0" smtClean="0"/>
              <a:t> </a:t>
            </a:r>
            <a:r>
              <a:rPr lang="de-DE" dirty="0" err="1" smtClean="0"/>
              <a:t>of</a:t>
            </a:r>
            <a:r>
              <a:rPr lang="de-DE" dirty="0" smtClean="0"/>
              <a:t> </a:t>
            </a:r>
            <a:r>
              <a:rPr lang="de-DE" dirty="0" err="1" smtClean="0"/>
              <a:t>the</a:t>
            </a:r>
            <a:r>
              <a:rPr lang="de-DE" dirty="0" smtClean="0"/>
              <a:t> </a:t>
            </a:r>
            <a:r>
              <a:rPr lang="de-DE" dirty="0" err="1" smtClean="0"/>
              <a:t>experiment</a:t>
            </a:r>
            <a:r>
              <a:rPr lang="de-DE" dirty="0" smtClean="0"/>
              <a:t> </a:t>
            </a:r>
            <a:r>
              <a:rPr lang="de-DE" dirty="0" err="1" smtClean="0"/>
              <a:t>folders</a:t>
            </a:r>
            <a:r>
              <a:rPr lang="de-DE" dirty="0" smtClean="0"/>
              <a:t>,</a:t>
            </a:r>
          </a:p>
          <a:p>
            <a:pPr marL="0" lvl="0" indent="0">
              <a:spcBef>
                <a:spcPts val="600"/>
              </a:spcBef>
              <a:spcAft>
                <a:spcPts val="0"/>
              </a:spcAft>
              <a:buNone/>
            </a:pPr>
            <a:r>
              <a:rPr lang="de-DE" dirty="0" smtClean="0"/>
              <a:t>e.g.</a:t>
            </a:r>
          </a:p>
          <a:p>
            <a:pPr marL="0" lvl="0" indent="0">
              <a:spcBef>
                <a:spcPts val="600"/>
              </a:spcBef>
              <a:spcAft>
                <a:spcPts val="0"/>
              </a:spcAft>
              <a:buNone/>
            </a:pPr>
            <a:endParaRPr lang="de-DE" dirty="0" smtClean="0"/>
          </a:p>
          <a:p>
            <a:pPr marL="0" lvl="0" indent="0" algn="ctr">
              <a:spcBef>
                <a:spcPts val="600"/>
              </a:spcBef>
              <a:spcAft>
                <a:spcPts val="0"/>
              </a:spcAft>
              <a:buNone/>
            </a:pPr>
            <a:r>
              <a:rPr lang="de-DE" dirty="0" err="1" smtClean="0">
                <a:latin typeface="STIXNonUnicode-Regular" charset="0"/>
                <a:ea typeface="STIXNonUnicode-Regular" charset="0"/>
                <a:cs typeface="STIXNonUnicode-Regular" charset="0"/>
              </a:rPr>
              <a:t>forcing</a:t>
            </a:r>
            <a:r>
              <a:rPr lang="de-DE" dirty="0" smtClean="0">
                <a:latin typeface="STIXNonUnicode-Regular" charset="0"/>
                <a:ea typeface="STIXNonUnicode-Regular" charset="0"/>
                <a:cs typeface="STIXNonUnicode-Regular" charset="0"/>
              </a:rPr>
              <a:t>/</a:t>
            </a:r>
            <a:r>
              <a:rPr lang="de-DE" dirty="0" err="1" smtClean="0">
                <a:latin typeface="STIXNonUnicode-Regular" charset="0"/>
                <a:ea typeface="STIXNonUnicode-Regular" charset="0"/>
                <a:cs typeface="STIXNonUnicode-Regular" charset="0"/>
              </a:rPr>
              <a:t>echam</a:t>
            </a:r>
            <a:endParaRPr lang="de-DE" dirty="0">
              <a:latin typeface="STIXNonUnicode-Regular" charset="0"/>
              <a:ea typeface="STIXNonUnicode-Regular" charset="0"/>
              <a:cs typeface="STIXNonUnicode-Regular" charset="0"/>
            </a:endParaRPr>
          </a:p>
          <a:p>
            <a:pPr marL="0" lvl="0" indent="0">
              <a:spcBef>
                <a:spcPts val="600"/>
              </a:spcBef>
              <a:spcAft>
                <a:spcPts val="0"/>
              </a:spcAft>
              <a:buNone/>
            </a:pPr>
            <a:endParaRPr lang="de-DE" dirty="0" smtClean="0"/>
          </a:p>
          <a:p>
            <a:pPr marL="0" lvl="0" indent="0">
              <a:spcBef>
                <a:spcPts val="600"/>
              </a:spcBef>
              <a:spcAft>
                <a:spcPts val="0"/>
              </a:spcAft>
              <a:buNone/>
            </a:pPr>
            <a:r>
              <a:rPr lang="de-DE" dirty="0" smtClean="0"/>
              <a:t>(also </a:t>
            </a:r>
            <a:r>
              <a:rPr lang="de-DE" dirty="0" err="1" smtClean="0"/>
              <a:t>init</a:t>
            </a:r>
            <a:r>
              <a:rPr lang="de-DE" dirty="0" smtClean="0"/>
              <a:t>, </a:t>
            </a:r>
            <a:r>
              <a:rPr lang="de-DE" dirty="0" err="1" smtClean="0"/>
              <a:t>output</a:t>
            </a:r>
            <a:r>
              <a:rPr lang="de-DE" dirty="0" smtClean="0"/>
              <a:t>, </a:t>
            </a:r>
            <a:r>
              <a:rPr lang="de-DE" dirty="0" err="1" smtClean="0"/>
              <a:t>restart</a:t>
            </a:r>
            <a:r>
              <a:rPr lang="de-DE" dirty="0" smtClean="0"/>
              <a:t>, log, </a:t>
            </a:r>
            <a:r>
              <a:rPr lang="de-DE" dirty="0" err="1" smtClean="0"/>
              <a:t>config</a:t>
            </a:r>
            <a:r>
              <a:rPr lang="de-DE" dirty="0" smtClean="0"/>
              <a:t>, </a:t>
            </a:r>
            <a:r>
              <a:rPr lang="de-DE" dirty="0" err="1" smtClean="0"/>
              <a:t>scripts</a:t>
            </a:r>
            <a:r>
              <a:rPr lang="de-DE" dirty="0" smtClean="0"/>
              <a:t>)</a:t>
            </a:r>
          </a:p>
        </p:txBody>
      </p:sp>
      <p:sp>
        <p:nvSpPr>
          <p:cNvPr id="132" name="Shape 132"/>
          <p:cNvSpPr txBox="1">
            <a:spLocks noGrp="1"/>
          </p:cNvSpPr>
          <p:nvPr>
            <p:ph type="body" idx="3"/>
          </p:nvPr>
        </p:nvSpPr>
        <p:spPr>
          <a:xfrm>
            <a:off x="6022819" y="2034700"/>
            <a:ext cx="2631900" cy="4533300"/>
          </a:xfrm>
          <a:prstGeom prst="rect">
            <a:avLst/>
          </a:prstGeom>
          <a:ln>
            <a:solidFill>
              <a:schemeClr val="accent4"/>
            </a:solidFill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rtl="0">
              <a:spcBef>
                <a:spcPts val="600"/>
              </a:spcBef>
              <a:spcAft>
                <a:spcPts val="0"/>
              </a:spcAft>
              <a:buNone/>
            </a:pPr>
            <a:r>
              <a:rPr lang="de-DE" sz="2400" b="1" dirty="0" err="1" smtClean="0"/>
              <a:t>Document</a:t>
            </a:r>
            <a:endParaRPr sz="2400" b="1" dirty="0"/>
          </a:p>
          <a:p>
            <a:pPr marL="0" lvl="0" indent="0" rtl="0">
              <a:spcBef>
                <a:spcPts val="600"/>
              </a:spcBef>
              <a:spcAft>
                <a:spcPts val="0"/>
              </a:spcAft>
              <a:buNone/>
            </a:pPr>
            <a:r>
              <a:rPr lang="de-DE" dirty="0" smtClean="0"/>
              <a:t>All relevant </a:t>
            </a:r>
            <a:r>
              <a:rPr lang="de-DE" dirty="0" err="1" smtClean="0"/>
              <a:t>data</a:t>
            </a:r>
            <a:r>
              <a:rPr lang="de-DE" dirty="0"/>
              <a:t> </a:t>
            </a:r>
            <a:r>
              <a:rPr lang="de-DE" dirty="0" smtClean="0"/>
              <a:t>(</a:t>
            </a:r>
            <a:r>
              <a:rPr lang="de-DE" dirty="0" err="1" smtClean="0"/>
              <a:t>origin</a:t>
            </a:r>
            <a:r>
              <a:rPr lang="de-DE" dirty="0" smtClean="0"/>
              <a:t> </a:t>
            </a:r>
            <a:r>
              <a:rPr lang="de-DE" dirty="0" err="1" smtClean="0"/>
              <a:t>of</a:t>
            </a:r>
            <a:r>
              <a:rPr lang="de-DE" dirty="0" smtClean="0"/>
              <a:t> </a:t>
            </a:r>
            <a:r>
              <a:rPr lang="de-DE" dirty="0" err="1" smtClean="0"/>
              <a:t>input</a:t>
            </a:r>
            <a:r>
              <a:rPr lang="de-DE" dirty="0" smtClean="0"/>
              <a:t> </a:t>
            </a:r>
            <a:r>
              <a:rPr lang="de-DE" dirty="0" err="1" smtClean="0"/>
              <a:t>files</a:t>
            </a:r>
            <a:r>
              <a:rPr lang="de-DE" dirty="0" smtClean="0"/>
              <a:t>, </a:t>
            </a:r>
            <a:r>
              <a:rPr lang="de-DE" dirty="0" err="1" smtClean="0"/>
              <a:t>parameter</a:t>
            </a:r>
            <a:r>
              <a:rPr lang="de-DE" dirty="0" smtClean="0"/>
              <a:t> </a:t>
            </a:r>
            <a:r>
              <a:rPr lang="de-DE" dirty="0" err="1" smtClean="0"/>
              <a:t>settings</a:t>
            </a:r>
            <a:r>
              <a:rPr lang="de-DE" dirty="0" smtClean="0"/>
              <a:t>, </a:t>
            </a:r>
            <a:r>
              <a:rPr lang="de-DE" dirty="0" err="1" smtClean="0"/>
              <a:t>machine</a:t>
            </a:r>
            <a:r>
              <a:rPr lang="de-DE" dirty="0" smtClean="0"/>
              <a:t> </a:t>
            </a:r>
            <a:r>
              <a:rPr lang="de-DE" dirty="0" err="1" smtClean="0"/>
              <a:t>settings</a:t>
            </a:r>
            <a:r>
              <a:rPr lang="de-DE" dirty="0" smtClean="0"/>
              <a:t>, </a:t>
            </a:r>
            <a:r>
              <a:rPr lang="de-DE" dirty="0" err="1" smtClean="0"/>
              <a:t>namelist</a:t>
            </a:r>
            <a:r>
              <a:rPr lang="de-DE" dirty="0" smtClean="0"/>
              <a:t> </a:t>
            </a:r>
            <a:r>
              <a:rPr lang="de-DE" dirty="0" err="1" smtClean="0"/>
              <a:t>configurations</a:t>
            </a:r>
            <a:r>
              <a:rPr lang="de-DE" dirty="0" smtClean="0"/>
              <a:t>, </a:t>
            </a:r>
            <a:r>
              <a:rPr lang="de-DE" dirty="0" err="1" smtClean="0"/>
              <a:t>runscript</a:t>
            </a:r>
            <a:r>
              <a:rPr lang="de-DE" dirty="0" smtClean="0"/>
              <a:t> </a:t>
            </a:r>
            <a:r>
              <a:rPr lang="de-DE" dirty="0" err="1" smtClean="0"/>
              <a:t>itself</a:t>
            </a:r>
            <a:r>
              <a:rPr lang="de-DE" dirty="0" smtClean="0"/>
              <a:t> etc.) </a:t>
            </a:r>
            <a:r>
              <a:rPr lang="de-DE" dirty="0" err="1" smtClean="0"/>
              <a:t>are</a:t>
            </a:r>
            <a:r>
              <a:rPr lang="de-DE" dirty="0" smtClean="0"/>
              <a:t> </a:t>
            </a:r>
            <a:r>
              <a:rPr lang="de-DE" dirty="0" err="1" smtClean="0"/>
              <a:t>saved</a:t>
            </a:r>
            <a:r>
              <a:rPr lang="de-DE" dirty="0" smtClean="0"/>
              <a:t> </a:t>
            </a:r>
            <a:r>
              <a:rPr lang="de-DE" dirty="0" err="1" smtClean="0"/>
              <a:t>to</a:t>
            </a:r>
            <a:r>
              <a:rPr lang="de-DE" dirty="0" smtClean="0"/>
              <a:t> log </a:t>
            </a:r>
            <a:r>
              <a:rPr lang="de-DE" dirty="0" err="1" smtClean="0"/>
              <a:t>files</a:t>
            </a:r>
            <a:r>
              <a:rPr lang="de-DE" dirty="0" smtClean="0"/>
              <a:t> </a:t>
            </a:r>
            <a:r>
              <a:rPr lang="de-DE" dirty="0" err="1" smtClean="0"/>
              <a:t>nicely</a:t>
            </a:r>
            <a:r>
              <a:rPr lang="de-DE" dirty="0" smtClean="0"/>
              <a:t>. </a:t>
            </a:r>
            <a:endParaRPr dirty="0"/>
          </a:p>
          <a:p>
            <a:pPr marL="0" lvl="0" indent="0">
              <a:spcBef>
                <a:spcPts val="600"/>
              </a:spcBef>
              <a:spcAft>
                <a:spcPts val="0"/>
              </a:spcAft>
              <a:buNone/>
            </a:pPr>
            <a:endParaRPr dirty="0"/>
          </a:p>
        </p:txBody>
      </p:sp>
      <p:sp>
        <p:nvSpPr>
          <p:cNvPr id="133" name="Shape 133"/>
          <p:cNvSpPr txBox="1">
            <a:spLocks noGrp="1"/>
          </p:cNvSpPr>
          <p:nvPr>
            <p:ph type="title"/>
          </p:nvPr>
        </p:nvSpPr>
        <p:spPr>
          <a:xfrm>
            <a:off x="832475" y="168450"/>
            <a:ext cx="7951800" cy="9735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de-DE" dirty="0" err="1" smtClean="0"/>
              <a:t>esm-runscripts</a:t>
            </a:r>
            <a:r>
              <a:rPr lang="de-DE" dirty="0" smtClean="0"/>
              <a:t> </a:t>
            </a:r>
            <a:r>
              <a:rPr lang="mr-IN" dirty="0" smtClean="0"/>
              <a:t>–</a:t>
            </a:r>
            <a:r>
              <a:rPr lang="de-DE" dirty="0" smtClean="0"/>
              <a:t> </a:t>
            </a:r>
            <a:r>
              <a:rPr lang="de-DE" dirty="0" err="1" smtClean="0"/>
              <a:t>more</a:t>
            </a:r>
            <a:r>
              <a:rPr lang="de-DE" dirty="0" smtClean="0"/>
              <a:t> </a:t>
            </a:r>
            <a:r>
              <a:rPr lang="de-DE" dirty="0" err="1" smtClean="0"/>
              <a:t>than</a:t>
            </a:r>
            <a:r>
              <a:rPr lang="de-DE" dirty="0" smtClean="0"/>
              <a:t> </a:t>
            </a:r>
            <a:r>
              <a:rPr lang="de-DE" dirty="0" err="1" smtClean="0"/>
              <a:t>runscripts</a:t>
            </a:r>
            <a:endParaRPr dirty="0"/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5" name="Shape 145"/>
          <p:cNvPicPr preferRelativeResize="0"/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109867"/>
            <a:ext cx="9144000" cy="6638266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Shape 146"/>
          <p:cNvSpPr/>
          <p:nvPr/>
        </p:nvSpPr>
        <p:spPr>
          <a:xfrm>
            <a:off x="5948218" y="3099466"/>
            <a:ext cx="3069000" cy="2457300"/>
          </a:xfrm>
          <a:prstGeom prst="wedgeRectCallout">
            <a:avLst>
              <a:gd name="adj1" fmla="val 33489"/>
              <a:gd name="adj2" fmla="val 69190"/>
            </a:avLst>
          </a:prstGeom>
          <a:solidFill>
            <a:srgbClr val="2F3848">
              <a:alpha val="71540"/>
            </a:srgbClr>
          </a:solidFill>
          <a:ln w="152400" cap="flat" cmpd="sng">
            <a:solidFill>
              <a:srgbClr val="FFFFFF"/>
            </a:solidFill>
            <a:prstDash val="solid"/>
            <a:miter lim="8000"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de-DE" sz="2400" b="1" dirty="0" err="1" smtClean="0">
                <a:solidFill>
                  <a:srgbClr val="FD8E80"/>
                </a:solidFill>
                <a:latin typeface="Source Sans Pro"/>
                <a:ea typeface="Source Sans Pro"/>
                <a:cs typeface="Source Sans Pro"/>
                <a:sym typeface="Source Sans Pro"/>
              </a:rPr>
              <a:t>fesom-runscript</a:t>
            </a:r>
            <a:r>
              <a:rPr lang="en" sz="2400" b="1" dirty="0" smtClean="0">
                <a:solidFill>
                  <a:srgbClr val="FD8E80"/>
                </a:solidFill>
                <a:latin typeface="Source Sans Pro"/>
                <a:ea typeface="Source Sans Pro"/>
                <a:cs typeface="Source Sans Pro"/>
                <a:sym typeface="Source Sans Pro"/>
              </a:rPr>
              <a:t>?</a:t>
            </a:r>
            <a:endParaRPr sz="2400" b="1" dirty="0">
              <a:solidFill>
                <a:srgbClr val="FD8E80"/>
              </a:solidFill>
              <a:latin typeface="Source Sans Pro"/>
              <a:ea typeface="Source Sans Pro"/>
              <a:cs typeface="Source Sans Pro"/>
              <a:sym typeface="Source Sans Pro"/>
            </a:endParaRPr>
          </a:p>
          <a:p>
            <a:pPr marL="0" lv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de-DE" sz="2400" dirty="0" err="1" smtClean="0">
                <a:solidFill>
                  <a:srgbClr val="FFFFFF"/>
                </a:solidFill>
                <a:latin typeface="Source Sans Pro"/>
                <a:ea typeface="Source Sans Pro"/>
                <a:cs typeface="Source Sans Pro"/>
                <a:sym typeface="Source Sans Pro"/>
              </a:rPr>
              <a:t>That‘s</a:t>
            </a:r>
            <a:r>
              <a:rPr lang="de-DE" sz="2400" dirty="0" smtClean="0">
                <a:solidFill>
                  <a:srgbClr val="FFFFFF"/>
                </a:solidFill>
                <a:latin typeface="Source Sans Pro"/>
                <a:ea typeface="Source Sans Pro"/>
                <a:cs typeface="Source Sans Pro"/>
                <a:sym typeface="Source Sans Pro"/>
              </a:rPr>
              <a:t> all!</a:t>
            </a:r>
            <a:endParaRPr sz="2400" dirty="0">
              <a:solidFill>
                <a:srgbClr val="FFFFFF"/>
              </a:solidFill>
              <a:latin typeface="Source Sans Pro"/>
              <a:ea typeface="Source Sans Pro"/>
              <a:cs typeface="Source Sans Pro"/>
              <a:sym typeface="Source Sans Pro"/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Shape 113"/>
          <p:cNvSpPr txBox="1">
            <a:spLocks noGrp="1"/>
          </p:cNvSpPr>
          <p:nvPr>
            <p:ph type="ctrTitle" idx="4294967295"/>
          </p:nvPr>
        </p:nvSpPr>
        <p:spPr>
          <a:xfrm>
            <a:off x="685800" y="3101725"/>
            <a:ext cx="6731700" cy="15465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de-DE" sz="7200" dirty="0" smtClean="0">
                <a:solidFill>
                  <a:srgbClr val="FFFFFF"/>
                </a:solidFill>
              </a:rPr>
              <a:t>MODULARITY</a:t>
            </a:r>
            <a:endParaRPr sz="7200" dirty="0">
              <a:solidFill>
                <a:srgbClr val="FFFFFF"/>
              </a:solidFill>
            </a:endParaRPr>
          </a:p>
        </p:txBody>
      </p:sp>
      <p:sp>
        <p:nvSpPr>
          <p:cNvPr id="114" name="Shape 114"/>
          <p:cNvSpPr txBox="1">
            <a:spLocks noGrp="1"/>
          </p:cNvSpPr>
          <p:nvPr>
            <p:ph type="subTitle" idx="4294967295"/>
          </p:nvPr>
        </p:nvSpPr>
        <p:spPr>
          <a:xfrm>
            <a:off x="685800" y="4396350"/>
            <a:ext cx="6731700" cy="104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rtl="0">
              <a:spcBef>
                <a:spcPts val="600"/>
              </a:spcBef>
              <a:spcAft>
                <a:spcPts val="0"/>
              </a:spcAft>
              <a:buNone/>
            </a:pPr>
            <a:r>
              <a:rPr lang="de-DE" sz="3000" dirty="0" smtClean="0"/>
              <a:t>As </a:t>
            </a:r>
            <a:r>
              <a:rPr lang="de-DE" sz="3000" dirty="0" err="1" smtClean="0"/>
              <a:t>first</a:t>
            </a:r>
            <a:r>
              <a:rPr lang="de-DE" sz="3000" dirty="0" smtClean="0"/>
              <a:t> </a:t>
            </a:r>
            <a:r>
              <a:rPr lang="de-DE" sz="3000" dirty="0" err="1" smtClean="0"/>
              <a:t>step</a:t>
            </a:r>
            <a:r>
              <a:rPr lang="de-DE" sz="3000" dirty="0" smtClean="0"/>
              <a:t> </a:t>
            </a:r>
            <a:r>
              <a:rPr lang="de-DE" sz="3000" dirty="0" err="1" smtClean="0"/>
              <a:t>towards</a:t>
            </a:r>
            <a:r>
              <a:rPr lang="de-DE" sz="3000" dirty="0" smtClean="0"/>
              <a:t> </a:t>
            </a:r>
            <a:r>
              <a:rPr lang="de-DE" sz="3000" dirty="0" err="1" smtClean="0"/>
              <a:t>building</a:t>
            </a:r>
            <a:r>
              <a:rPr lang="de-DE" sz="3000" dirty="0" smtClean="0"/>
              <a:t> a </a:t>
            </a:r>
            <a:r>
              <a:rPr lang="de-DE" sz="3000" dirty="0" err="1" smtClean="0"/>
              <a:t>framework</a:t>
            </a:r>
            <a:r>
              <a:rPr lang="de-DE" sz="3000" dirty="0" smtClean="0"/>
              <a:t> </a:t>
            </a:r>
            <a:r>
              <a:rPr lang="de-DE" sz="3000" dirty="0" err="1" smtClean="0"/>
              <a:t>for</a:t>
            </a:r>
            <a:r>
              <a:rPr lang="de-DE" sz="3000" dirty="0" smtClean="0"/>
              <a:t> Modular Earth System </a:t>
            </a:r>
            <a:r>
              <a:rPr lang="de-DE" sz="3000" dirty="0" err="1" smtClean="0"/>
              <a:t>Modelling</a:t>
            </a:r>
            <a:r>
              <a:rPr lang="de-DE" sz="3000" dirty="0" smtClean="0"/>
              <a:t>, </a:t>
            </a:r>
            <a:r>
              <a:rPr lang="de-DE" sz="3000" dirty="0" err="1" smtClean="0"/>
              <a:t>the</a:t>
            </a:r>
            <a:r>
              <a:rPr lang="de-DE" sz="3000" dirty="0" smtClean="0"/>
              <a:t> </a:t>
            </a:r>
            <a:r>
              <a:rPr lang="de-DE" sz="3000" dirty="0" err="1" smtClean="0"/>
              <a:t>esm-runscripts</a:t>
            </a:r>
            <a:r>
              <a:rPr lang="de-DE" sz="3000" dirty="0" smtClean="0"/>
              <a:t> </a:t>
            </a:r>
            <a:r>
              <a:rPr lang="de-DE" sz="3000" dirty="0" err="1" smtClean="0"/>
              <a:t>are</a:t>
            </a:r>
            <a:r>
              <a:rPr lang="de-DE" sz="3000" dirty="0" smtClean="0"/>
              <a:t> </a:t>
            </a:r>
            <a:r>
              <a:rPr lang="de-DE" sz="3000" dirty="0" err="1" smtClean="0"/>
              <a:t>themselves</a:t>
            </a:r>
            <a:r>
              <a:rPr lang="de-DE" sz="3000" dirty="0" smtClean="0"/>
              <a:t> </a:t>
            </a:r>
            <a:r>
              <a:rPr lang="de-DE" sz="3000" dirty="0" err="1" smtClean="0"/>
              <a:t>implemented</a:t>
            </a:r>
            <a:r>
              <a:rPr lang="de-DE" sz="3000" dirty="0" smtClean="0"/>
              <a:t> in a modular </a:t>
            </a:r>
            <a:r>
              <a:rPr lang="de-DE" sz="3000" dirty="0" err="1" smtClean="0"/>
              <a:t>way</a:t>
            </a:r>
            <a:r>
              <a:rPr lang="de-DE" sz="3000" dirty="0" smtClean="0"/>
              <a:t>.</a:t>
            </a:r>
            <a:endParaRPr sz="3000" dirty="0"/>
          </a:p>
        </p:txBody>
      </p:sp>
      <p:sp>
        <p:nvSpPr>
          <p:cNvPr id="115" name="Shape 115"/>
          <p:cNvSpPr/>
          <p:nvPr/>
        </p:nvSpPr>
        <p:spPr>
          <a:xfrm>
            <a:off x="927338" y="935475"/>
            <a:ext cx="2399400" cy="1921200"/>
          </a:xfrm>
          <a:prstGeom prst="wedgeRectCallout">
            <a:avLst>
              <a:gd name="adj1" fmla="val -32904"/>
              <a:gd name="adj2" fmla="val 66457"/>
            </a:avLst>
          </a:prstGeom>
          <a:noFill/>
          <a:ln w="152400" cap="flat" cmpd="sng">
            <a:solidFill>
              <a:srgbClr val="FFFFFF"/>
            </a:solidFill>
            <a:prstDash val="solid"/>
            <a:miter lim="8000"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8" name="Shape 222"/>
          <p:cNvGrpSpPr/>
          <p:nvPr/>
        </p:nvGrpSpPr>
        <p:grpSpPr>
          <a:xfrm>
            <a:off x="1415645" y="1202439"/>
            <a:ext cx="1448326" cy="1437440"/>
            <a:chOff x="570875" y="4322250"/>
            <a:chExt cx="443300" cy="443325"/>
          </a:xfrm>
        </p:grpSpPr>
        <p:sp>
          <p:nvSpPr>
            <p:cNvPr id="9" name="Shape 223"/>
            <p:cNvSpPr/>
            <p:nvPr/>
          </p:nvSpPr>
          <p:spPr>
            <a:xfrm>
              <a:off x="570875" y="4322250"/>
              <a:ext cx="443300" cy="443325"/>
            </a:xfrm>
            <a:custGeom>
              <a:avLst/>
              <a:gdLst/>
              <a:ahLst/>
              <a:cxnLst/>
              <a:rect l="0" t="0" r="0" b="0"/>
              <a:pathLst>
                <a:path w="17732" h="17733" extrusionOk="0">
                  <a:moveTo>
                    <a:pt x="13091" y="2712"/>
                  </a:moveTo>
                  <a:lnTo>
                    <a:pt x="13286" y="2736"/>
                  </a:lnTo>
                  <a:lnTo>
                    <a:pt x="13506" y="2785"/>
                  </a:lnTo>
                  <a:lnTo>
                    <a:pt x="13702" y="2858"/>
                  </a:lnTo>
                  <a:lnTo>
                    <a:pt x="13873" y="2956"/>
                  </a:lnTo>
                  <a:lnTo>
                    <a:pt x="14068" y="3054"/>
                  </a:lnTo>
                  <a:lnTo>
                    <a:pt x="14239" y="3176"/>
                  </a:lnTo>
                  <a:lnTo>
                    <a:pt x="14410" y="3323"/>
                  </a:lnTo>
                  <a:lnTo>
                    <a:pt x="14556" y="3493"/>
                  </a:lnTo>
                  <a:lnTo>
                    <a:pt x="14679" y="3664"/>
                  </a:lnTo>
                  <a:lnTo>
                    <a:pt x="14776" y="3860"/>
                  </a:lnTo>
                  <a:lnTo>
                    <a:pt x="14874" y="4031"/>
                  </a:lnTo>
                  <a:lnTo>
                    <a:pt x="14947" y="4226"/>
                  </a:lnTo>
                  <a:lnTo>
                    <a:pt x="14996" y="4446"/>
                  </a:lnTo>
                  <a:lnTo>
                    <a:pt x="15021" y="4641"/>
                  </a:lnTo>
                  <a:lnTo>
                    <a:pt x="15021" y="4861"/>
                  </a:lnTo>
                  <a:lnTo>
                    <a:pt x="15021" y="5057"/>
                  </a:lnTo>
                  <a:lnTo>
                    <a:pt x="14996" y="5252"/>
                  </a:lnTo>
                  <a:lnTo>
                    <a:pt x="14947" y="5472"/>
                  </a:lnTo>
                  <a:lnTo>
                    <a:pt x="14874" y="5667"/>
                  </a:lnTo>
                  <a:lnTo>
                    <a:pt x="14776" y="5838"/>
                  </a:lnTo>
                  <a:lnTo>
                    <a:pt x="14679" y="6033"/>
                  </a:lnTo>
                  <a:lnTo>
                    <a:pt x="14556" y="6204"/>
                  </a:lnTo>
                  <a:lnTo>
                    <a:pt x="14410" y="6375"/>
                  </a:lnTo>
                  <a:lnTo>
                    <a:pt x="13433" y="7328"/>
                  </a:lnTo>
                  <a:lnTo>
                    <a:pt x="13311" y="7426"/>
                  </a:lnTo>
                  <a:lnTo>
                    <a:pt x="13189" y="7499"/>
                  </a:lnTo>
                  <a:lnTo>
                    <a:pt x="13042" y="7548"/>
                  </a:lnTo>
                  <a:lnTo>
                    <a:pt x="12871" y="7572"/>
                  </a:lnTo>
                  <a:lnTo>
                    <a:pt x="12725" y="7548"/>
                  </a:lnTo>
                  <a:lnTo>
                    <a:pt x="12578" y="7499"/>
                  </a:lnTo>
                  <a:lnTo>
                    <a:pt x="12456" y="7426"/>
                  </a:lnTo>
                  <a:lnTo>
                    <a:pt x="12334" y="7328"/>
                  </a:lnTo>
                  <a:lnTo>
                    <a:pt x="10405" y="5398"/>
                  </a:lnTo>
                  <a:lnTo>
                    <a:pt x="10307" y="5276"/>
                  </a:lnTo>
                  <a:lnTo>
                    <a:pt x="10234" y="5154"/>
                  </a:lnTo>
                  <a:lnTo>
                    <a:pt x="10185" y="5008"/>
                  </a:lnTo>
                  <a:lnTo>
                    <a:pt x="10160" y="4861"/>
                  </a:lnTo>
                  <a:lnTo>
                    <a:pt x="10185" y="4690"/>
                  </a:lnTo>
                  <a:lnTo>
                    <a:pt x="10234" y="4544"/>
                  </a:lnTo>
                  <a:lnTo>
                    <a:pt x="10307" y="4422"/>
                  </a:lnTo>
                  <a:lnTo>
                    <a:pt x="10405" y="4299"/>
                  </a:lnTo>
                  <a:lnTo>
                    <a:pt x="11357" y="3323"/>
                  </a:lnTo>
                  <a:lnTo>
                    <a:pt x="11528" y="3176"/>
                  </a:lnTo>
                  <a:lnTo>
                    <a:pt x="11699" y="3054"/>
                  </a:lnTo>
                  <a:lnTo>
                    <a:pt x="11894" y="2956"/>
                  </a:lnTo>
                  <a:lnTo>
                    <a:pt x="12065" y="2858"/>
                  </a:lnTo>
                  <a:lnTo>
                    <a:pt x="12261" y="2785"/>
                  </a:lnTo>
                  <a:lnTo>
                    <a:pt x="12481" y="2736"/>
                  </a:lnTo>
                  <a:lnTo>
                    <a:pt x="12676" y="2712"/>
                  </a:lnTo>
                  <a:close/>
                  <a:moveTo>
                    <a:pt x="8377" y="8867"/>
                  </a:moveTo>
                  <a:lnTo>
                    <a:pt x="8475" y="8891"/>
                  </a:lnTo>
                  <a:lnTo>
                    <a:pt x="8548" y="8915"/>
                  </a:lnTo>
                  <a:lnTo>
                    <a:pt x="8646" y="8964"/>
                  </a:lnTo>
                  <a:lnTo>
                    <a:pt x="8719" y="9013"/>
                  </a:lnTo>
                  <a:lnTo>
                    <a:pt x="8768" y="9086"/>
                  </a:lnTo>
                  <a:lnTo>
                    <a:pt x="8817" y="9184"/>
                  </a:lnTo>
                  <a:lnTo>
                    <a:pt x="8841" y="9257"/>
                  </a:lnTo>
                  <a:lnTo>
                    <a:pt x="8866" y="9355"/>
                  </a:lnTo>
                  <a:lnTo>
                    <a:pt x="8841" y="9453"/>
                  </a:lnTo>
                  <a:lnTo>
                    <a:pt x="8817" y="9550"/>
                  </a:lnTo>
                  <a:lnTo>
                    <a:pt x="8768" y="9624"/>
                  </a:lnTo>
                  <a:lnTo>
                    <a:pt x="8719" y="9697"/>
                  </a:lnTo>
                  <a:lnTo>
                    <a:pt x="6179" y="12237"/>
                  </a:lnTo>
                  <a:lnTo>
                    <a:pt x="6106" y="12310"/>
                  </a:lnTo>
                  <a:lnTo>
                    <a:pt x="6033" y="12359"/>
                  </a:lnTo>
                  <a:lnTo>
                    <a:pt x="5935" y="12383"/>
                  </a:lnTo>
                  <a:lnTo>
                    <a:pt x="5740" y="12383"/>
                  </a:lnTo>
                  <a:lnTo>
                    <a:pt x="5642" y="12359"/>
                  </a:lnTo>
                  <a:lnTo>
                    <a:pt x="5569" y="12310"/>
                  </a:lnTo>
                  <a:lnTo>
                    <a:pt x="5496" y="12237"/>
                  </a:lnTo>
                  <a:lnTo>
                    <a:pt x="5422" y="12164"/>
                  </a:lnTo>
                  <a:lnTo>
                    <a:pt x="5373" y="12090"/>
                  </a:lnTo>
                  <a:lnTo>
                    <a:pt x="5349" y="11993"/>
                  </a:lnTo>
                  <a:lnTo>
                    <a:pt x="5349" y="11895"/>
                  </a:lnTo>
                  <a:lnTo>
                    <a:pt x="5349" y="11797"/>
                  </a:lnTo>
                  <a:lnTo>
                    <a:pt x="5373" y="11700"/>
                  </a:lnTo>
                  <a:lnTo>
                    <a:pt x="5422" y="11626"/>
                  </a:lnTo>
                  <a:lnTo>
                    <a:pt x="5496" y="11553"/>
                  </a:lnTo>
                  <a:lnTo>
                    <a:pt x="8036" y="9013"/>
                  </a:lnTo>
                  <a:lnTo>
                    <a:pt x="8109" y="8964"/>
                  </a:lnTo>
                  <a:lnTo>
                    <a:pt x="8182" y="8915"/>
                  </a:lnTo>
                  <a:lnTo>
                    <a:pt x="8280" y="8891"/>
                  </a:lnTo>
                  <a:lnTo>
                    <a:pt x="8377" y="8867"/>
                  </a:lnTo>
                  <a:close/>
                  <a:moveTo>
                    <a:pt x="14825" y="1"/>
                  </a:moveTo>
                  <a:lnTo>
                    <a:pt x="14288" y="25"/>
                  </a:lnTo>
                  <a:lnTo>
                    <a:pt x="13751" y="50"/>
                  </a:lnTo>
                  <a:lnTo>
                    <a:pt x="13213" y="123"/>
                  </a:lnTo>
                  <a:lnTo>
                    <a:pt x="12676" y="245"/>
                  </a:lnTo>
                  <a:lnTo>
                    <a:pt x="12163" y="367"/>
                  </a:lnTo>
                  <a:lnTo>
                    <a:pt x="11675" y="538"/>
                  </a:lnTo>
                  <a:lnTo>
                    <a:pt x="11235" y="758"/>
                  </a:lnTo>
                  <a:lnTo>
                    <a:pt x="11015" y="856"/>
                  </a:lnTo>
                  <a:lnTo>
                    <a:pt x="10844" y="1002"/>
                  </a:lnTo>
                  <a:lnTo>
                    <a:pt x="10649" y="1124"/>
                  </a:lnTo>
                  <a:lnTo>
                    <a:pt x="10502" y="1271"/>
                  </a:lnTo>
                  <a:lnTo>
                    <a:pt x="5544" y="6229"/>
                  </a:lnTo>
                  <a:lnTo>
                    <a:pt x="391" y="6229"/>
                  </a:lnTo>
                  <a:lnTo>
                    <a:pt x="245" y="6253"/>
                  </a:lnTo>
                  <a:lnTo>
                    <a:pt x="147" y="6278"/>
                  </a:lnTo>
                  <a:lnTo>
                    <a:pt x="49" y="6327"/>
                  </a:lnTo>
                  <a:lnTo>
                    <a:pt x="0" y="6400"/>
                  </a:lnTo>
                  <a:lnTo>
                    <a:pt x="0" y="6473"/>
                  </a:lnTo>
                  <a:lnTo>
                    <a:pt x="25" y="6571"/>
                  </a:lnTo>
                  <a:lnTo>
                    <a:pt x="74" y="6668"/>
                  </a:lnTo>
                  <a:lnTo>
                    <a:pt x="171" y="6791"/>
                  </a:lnTo>
                  <a:lnTo>
                    <a:pt x="2589" y="9184"/>
                  </a:lnTo>
                  <a:lnTo>
                    <a:pt x="2272" y="9502"/>
                  </a:lnTo>
                  <a:lnTo>
                    <a:pt x="953" y="9746"/>
                  </a:lnTo>
                  <a:lnTo>
                    <a:pt x="806" y="9795"/>
                  </a:lnTo>
                  <a:lnTo>
                    <a:pt x="684" y="9843"/>
                  </a:lnTo>
                  <a:lnTo>
                    <a:pt x="611" y="9941"/>
                  </a:lnTo>
                  <a:lnTo>
                    <a:pt x="562" y="10014"/>
                  </a:lnTo>
                  <a:lnTo>
                    <a:pt x="562" y="10112"/>
                  </a:lnTo>
                  <a:lnTo>
                    <a:pt x="586" y="10234"/>
                  </a:lnTo>
                  <a:lnTo>
                    <a:pt x="635" y="10332"/>
                  </a:lnTo>
                  <a:lnTo>
                    <a:pt x="733" y="10454"/>
                  </a:lnTo>
                  <a:lnTo>
                    <a:pt x="7278" y="16999"/>
                  </a:lnTo>
                  <a:lnTo>
                    <a:pt x="7401" y="17097"/>
                  </a:lnTo>
                  <a:lnTo>
                    <a:pt x="7498" y="17146"/>
                  </a:lnTo>
                  <a:lnTo>
                    <a:pt x="7620" y="17170"/>
                  </a:lnTo>
                  <a:lnTo>
                    <a:pt x="7718" y="17170"/>
                  </a:lnTo>
                  <a:lnTo>
                    <a:pt x="7791" y="17122"/>
                  </a:lnTo>
                  <a:lnTo>
                    <a:pt x="7889" y="17048"/>
                  </a:lnTo>
                  <a:lnTo>
                    <a:pt x="7938" y="16926"/>
                  </a:lnTo>
                  <a:lnTo>
                    <a:pt x="7987" y="16780"/>
                  </a:lnTo>
                  <a:lnTo>
                    <a:pt x="8231" y="15461"/>
                  </a:lnTo>
                  <a:lnTo>
                    <a:pt x="8548" y="15143"/>
                  </a:lnTo>
                  <a:lnTo>
                    <a:pt x="10942" y="17561"/>
                  </a:lnTo>
                  <a:lnTo>
                    <a:pt x="11064" y="17659"/>
                  </a:lnTo>
                  <a:lnTo>
                    <a:pt x="11162" y="17708"/>
                  </a:lnTo>
                  <a:lnTo>
                    <a:pt x="11259" y="17732"/>
                  </a:lnTo>
                  <a:lnTo>
                    <a:pt x="11333" y="17732"/>
                  </a:lnTo>
                  <a:lnTo>
                    <a:pt x="11406" y="17683"/>
                  </a:lnTo>
                  <a:lnTo>
                    <a:pt x="11455" y="17586"/>
                  </a:lnTo>
                  <a:lnTo>
                    <a:pt x="11479" y="17488"/>
                  </a:lnTo>
                  <a:lnTo>
                    <a:pt x="11504" y="17341"/>
                  </a:lnTo>
                  <a:lnTo>
                    <a:pt x="11504" y="12188"/>
                  </a:lnTo>
                  <a:lnTo>
                    <a:pt x="16461" y="7230"/>
                  </a:lnTo>
                  <a:lnTo>
                    <a:pt x="16608" y="7084"/>
                  </a:lnTo>
                  <a:lnTo>
                    <a:pt x="16730" y="6888"/>
                  </a:lnTo>
                  <a:lnTo>
                    <a:pt x="16877" y="6693"/>
                  </a:lnTo>
                  <a:lnTo>
                    <a:pt x="16974" y="6498"/>
                  </a:lnTo>
                  <a:lnTo>
                    <a:pt x="17194" y="6058"/>
                  </a:lnTo>
                  <a:lnTo>
                    <a:pt x="17365" y="5569"/>
                  </a:lnTo>
                  <a:lnTo>
                    <a:pt x="17487" y="5057"/>
                  </a:lnTo>
                  <a:lnTo>
                    <a:pt x="17609" y="4519"/>
                  </a:lnTo>
                  <a:lnTo>
                    <a:pt x="17683" y="3982"/>
                  </a:lnTo>
                  <a:lnTo>
                    <a:pt x="17707" y="3445"/>
                  </a:lnTo>
                  <a:lnTo>
                    <a:pt x="17731" y="2907"/>
                  </a:lnTo>
                  <a:lnTo>
                    <a:pt x="17731" y="2419"/>
                  </a:lnTo>
                  <a:lnTo>
                    <a:pt x="17707" y="1955"/>
                  </a:lnTo>
                  <a:lnTo>
                    <a:pt x="17658" y="1515"/>
                  </a:lnTo>
                  <a:lnTo>
                    <a:pt x="17585" y="1149"/>
                  </a:lnTo>
                  <a:lnTo>
                    <a:pt x="17512" y="831"/>
                  </a:lnTo>
                  <a:lnTo>
                    <a:pt x="17414" y="587"/>
                  </a:lnTo>
                  <a:lnTo>
                    <a:pt x="17341" y="489"/>
                  </a:lnTo>
                  <a:lnTo>
                    <a:pt x="17292" y="441"/>
                  </a:lnTo>
                  <a:lnTo>
                    <a:pt x="17243" y="392"/>
                  </a:lnTo>
                  <a:lnTo>
                    <a:pt x="17145" y="318"/>
                  </a:lnTo>
                  <a:lnTo>
                    <a:pt x="16901" y="221"/>
                  </a:lnTo>
                  <a:lnTo>
                    <a:pt x="16584" y="148"/>
                  </a:lnTo>
                  <a:lnTo>
                    <a:pt x="16217" y="74"/>
                  </a:lnTo>
                  <a:lnTo>
                    <a:pt x="15778" y="25"/>
                  </a:lnTo>
                  <a:lnTo>
                    <a:pt x="15314" y="1"/>
                  </a:lnTo>
                  <a:close/>
                </a:path>
              </a:pathLst>
            </a:custGeom>
            <a:solidFill>
              <a:srgbClr val="FFFFFF"/>
            </a:solidFill>
            <a:ln>
              <a:solidFill>
                <a:schemeClr val="accent1"/>
              </a:solidFill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" name="Shape 224"/>
            <p:cNvSpPr/>
            <p:nvPr/>
          </p:nvSpPr>
          <p:spPr>
            <a:xfrm>
              <a:off x="597725" y="4665400"/>
              <a:ext cx="73300" cy="73300"/>
            </a:xfrm>
            <a:custGeom>
              <a:avLst/>
              <a:gdLst/>
              <a:ahLst/>
              <a:cxnLst/>
              <a:rect l="0" t="0" r="0" b="0"/>
              <a:pathLst>
                <a:path w="2932" h="2932" extrusionOk="0">
                  <a:moveTo>
                    <a:pt x="2028" y="1"/>
                  </a:moveTo>
                  <a:lnTo>
                    <a:pt x="1857" y="25"/>
                  </a:lnTo>
                  <a:lnTo>
                    <a:pt x="1686" y="74"/>
                  </a:lnTo>
                  <a:lnTo>
                    <a:pt x="1515" y="147"/>
                  </a:lnTo>
                  <a:lnTo>
                    <a:pt x="1369" y="269"/>
                  </a:lnTo>
                  <a:lnTo>
                    <a:pt x="1222" y="489"/>
                  </a:lnTo>
                  <a:lnTo>
                    <a:pt x="1002" y="831"/>
                  </a:lnTo>
                  <a:lnTo>
                    <a:pt x="563" y="1735"/>
                  </a:lnTo>
                  <a:lnTo>
                    <a:pt x="172" y="2565"/>
                  </a:lnTo>
                  <a:lnTo>
                    <a:pt x="1" y="2932"/>
                  </a:lnTo>
                  <a:lnTo>
                    <a:pt x="1" y="2932"/>
                  </a:lnTo>
                  <a:lnTo>
                    <a:pt x="367" y="2761"/>
                  </a:lnTo>
                  <a:lnTo>
                    <a:pt x="1198" y="2370"/>
                  </a:lnTo>
                  <a:lnTo>
                    <a:pt x="2101" y="1930"/>
                  </a:lnTo>
                  <a:lnTo>
                    <a:pt x="2443" y="1710"/>
                  </a:lnTo>
                  <a:lnTo>
                    <a:pt x="2663" y="1564"/>
                  </a:lnTo>
                  <a:lnTo>
                    <a:pt x="2785" y="1417"/>
                  </a:lnTo>
                  <a:lnTo>
                    <a:pt x="2858" y="1246"/>
                  </a:lnTo>
                  <a:lnTo>
                    <a:pt x="2907" y="1075"/>
                  </a:lnTo>
                  <a:lnTo>
                    <a:pt x="2932" y="904"/>
                  </a:lnTo>
                  <a:lnTo>
                    <a:pt x="2907" y="733"/>
                  </a:lnTo>
                  <a:lnTo>
                    <a:pt x="2858" y="562"/>
                  </a:lnTo>
                  <a:lnTo>
                    <a:pt x="2785" y="416"/>
                  </a:lnTo>
                  <a:lnTo>
                    <a:pt x="2663" y="269"/>
                  </a:lnTo>
                  <a:lnTo>
                    <a:pt x="2517" y="147"/>
                  </a:lnTo>
                  <a:lnTo>
                    <a:pt x="2370" y="74"/>
                  </a:lnTo>
                  <a:lnTo>
                    <a:pt x="2199" y="25"/>
                  </a:lnTo>
                  <a:lnTo>
                    <a:pt x="2028" y="1"/>
                  </a:lnTo>
                  <a:close/>
                </a:path>
              </a:pathLst>
            </a:custGeom>
            <a:solidFill>
              <a:srgbClr val="FFFFFF"/>
            </a:solidFill>
            <a:ln>
              <a:solidFill>
                <a:schemeClr val="accent1"/>
              </a:solidFill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" name="Shape 225"/>
            <p:cNvSpPr/>
            <p:nvPr/>
          </p:nvSpPr>
          <p:spPr>
            <a:xfrm>
              <a:off x="654525" y="4708150"/>
              <a:ext cx="47025" cy="47025"/>
            </a:xfrm>
            <a:custGeom>
              <a:avLst/>
              <a:gdLst/>
              <a:ahLst/>
              <a:cxnLst/>
              <a:rect l="0" t="0" r="0" b="0"/>
              <a:pathLst>
                <a:path w="1881" h="1881" extrusionOk="0">
                  <a:moveTo>
                    <a:pt x="1124" y="0"/>
                  </a:moveTo>
                  <a:lnTo>
                    <a:pt x="977" y="25"/>
                  </a:lnTo>
                  <a:lnTo>
                    <a:pt x="831" y="74"/>
                  </a:lnTo>
                  <a:lnTo>
                    <a:pt x="709" y="147"/>
                  </a:lnTo>
                  <a:lnTo>
                    <a:pt x="586" y="245"/>
                  </a:lnTo>
                  <a:lnTo>
                    <a:pt x="464" y="391"/>
                  </a:lnTo>
                  <a:lnTo>
                    <a:pt x="367" y="611"/>
                  </a:lnTo>
                  <a:lnTo>
                    <a:pt x="269" y="880"/>
                  </a:lnTo>
                  <a:lnTo>
                    <a:pt x="171" y="1173"/>
                  </a:lnTo>
                  <a:lnTo>
                    <a:pt x="49" y="1686"/>
                  </a:lnTo>
                  <a:lnTo>
                    <a:pt x="0" y="1881"/>
                  </a:lnTo>
                  <a:lnTo>
                    <a:pt x="0" y="1881"/>
                  </a:lnTo>
                  <a:lnTo>
                    <a:pt x="220" y="1857"/>
                  </a:lnTo>
                  <a:lnTo>
                    <a:pt x="733" y="1710"/>
                  </a:lnTo>
                  <a:lnTo>
                    <a:pt x="1002" y="1637"/>
                  </a:lnTo>
                  <a:lnTo>
                    <a:pt x="1270" y="1539"/>
                  </a:lnTo>
                  <a:lnTo>
                    <a:pt x="1515" y="1417"/>
                  </a:lnTo>
                  <a:lnTo>
                    <a:pt x="1661" y="1319"/>
                  </a:lnTo>
                  <a:lnTo>
                    <a:pt x="1759" y="1197"/>
                  </a:lnTo>
                  <a:lnTo>
                    <a:pt x="1832" y="1051"/>
                  </a:lnTo>
                  <a:lnTo>
                    <a:pt x="1881" y="928"/>
                  </a:lnTo>
                  <a:lnTo>
                    <a:pt x="1881" y="782"/>
                  </a:lnTo>
                  <a:lnTo>
                    <a:pt x="1881" y="635"/>
                  </a:lnTo>
                  <a:lnTo>
                    <a:pt x="1832" y="489"/>
                  </a:lnTo>
                  <a:lnTo>
                    <a:pt x="1759" y="367"/>
                  </a:lnTo>
                  <a:lnTo>
                    <a:pt x="1661" y="245"/>
                  </a:lnTo>
                  <a:lnTo>
                    <a:pt x="1539" y="147"/>
                  </a:lnTo>
                  <a:lnTo>
                    <a:pt x="1417" y="74"/>
                  </a:lnTo>
                  <a:lnTo>
                    <a:pt x="1270" y="25"/>
                  </a:lnTo>
                  <a:lnTo>
                    <a:pt x="1124" y="0"/>
                  </a:lnTo>
                  <a:close/>
                </a:path>
              </a:pathLst>
            </a:custGeom>
            <a:solidFill>
              <a:srgbClr val="FFFFFF"/>
            </a:solidFill>
            <a:ln>
              <a:solidFill>
                <a:schemeClr val="accent1"/>
              </a:solidFill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" name="Shape 226"/>
            <p:cNvSpPr/>
            <p:nvPr/>
          </p:nvSpPr>
          <p:spPr>
            <a:xfrm>
              <a:off x="581250" y="4634875"/>
              <a:ext cx="47050" cy="47050"/>
            </a:xfrm>
            <a:custGeom>
              <a:avLst/>
              <a:gdLst/>
              <a:ahLst/>
              <a:cxnLst/>
              <a:rect l="0" t="0" r="0" b="0"/>
              <a:pathLst>
                <a:path w="1882" h="1882" extrusionOk="0">
                  <a:moveTo>
                    <a:pt x="953" y="1"/>
                  </a:moveTo>
                  <a:lnTo>
                    <a:pt x="831" y="49"/>
                  </a:lnTo>
                  <a:lnTo>
                    <a:pt x="684" y="123"/>
                  </a:lnTo>
                  <a:lnTo>
                    <a:pt x="562" y="220"/>
                  </a:lnTo>
                  <a:lnTo>
                    <a:pt x="465" y="367"/>
                  </a:lnTo>
                  <a:lnTo>
                    <a:pt x="342" y="611"/>
                  </a:lnTo>
                  <a:lnTo>
                    <a:pt x="245" y="880"/>
                  </a:lnTo>
                  <a:lnTo>
                    <a:pt x="171" y="1148"/>
                  </a:lnTo>
                  <a:lnTo>
                    <a:pt x="25" y="1661"/>
                  </a:lnTo>
                  <a:lnTo>
                    <a:pt x="1" y="1881"/>
                  </a:lnTo>
                  <a:lnTo>
                    <a:pt x="196" y="1832"/>
                  </a:lnTo>
                  <a:lnTo>
                    <a:pt x="709" y="1710"/>
                  </a:lnTo>
                  <a:lnTo>
                    <a:pt x="1002" y="1613"/>
                  </a:lnTo>
                  <a:lnTo>
                    <a:pt x="1271" y="1515"/>
                  </a:lnTo>
                  <a:lnTo>
                    <a:pt x="1490" y="1417"/>
                  </a:lnTo>
                  <a:lnTo>
                    <a:pt x="1637" y="1295"/>
                  </a:lnTo>
                  <a:lnTo>
                    <a:pt x="1735" y="1173"/>
                  </a:lnTo>
                  <a:lnTo>
                    <a:pt x="1808" y="1051"/>
                  </a:lnTo>
                  <a:lnTo>
                    <a:pt x="1857" y="904"/>
                  </a:lnTo>
                  <a:lnTo>
                    <a:pt x="1881" y="758"/>
                  </a:lnTo>
                  <a:lnTo>
                    <a:pt x="1857" y="611"/>
                  </a:lnTo>
                  <a:lnTo>
                    <a:pt x="1808" y="465"/>
                  </a:lnTo>
                  <a:lnTo>
                    <a:pt x="1735" y="343"/>
                  </a:lnTo>
                  <a:lnTo>
                    <a:pt x="1637" y="220"/>
                  </a:lnTo>
                  <a:lnTo>
                    <a:pt x="1515" y="123"/>
                  </a:lnTo>
                  <a:lnTo>
                    <a:pt x="1393" y="49"/>
                  </a:lnTo>
                  <a:lnTo>
                    <a:pt x="1246" y="1"/>
                  </a:lnTo>
                  <a:close/>
                </a:path>
              </a:pathLst>
            </a:custGeom>
            <a:solidFill>
              <a:srgbClr val="FFFFFF"/>
            </a:solidFill>
            <a:ln>
              <a:solidFill>
                <a:schemeClr val="accent1"/>
              </a:solidFill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Shape 107"/>
          <p:cNvSpPr txBox="1">
            <a:spLocks noGrp="1"/>
          </p:cNvSpPr>
          <p:nvPr>
            <p:ph type="title"/>
          </p:nvPr>
        </p:nvSpPr>
        <p:spPr>
          <a:xfrm>
            <a:off x="832475" y="168450"/>
            <a:ext cx="7951800" cy="973500"/>
          </a:xfrm>
          <a:prstGeom prst="rect">
            <a:avLst/>
          </a:prstGeom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de-DE" dirty="0" err="1" smtClean="0"/>
              <a:t>esm-runscripts</a:t>
            </a:r>
            <a:r>
              <a:rPr lang="de-DE" dirty="0"/>
              <a:t> </a:t>
            </a:r>
            <a:r>
              <a:rPr lang="mr-IN" dirty="0" smtClean="0"/>
              <a:t>–</a:t>
            </a:r>
            <a:r>
              <a:rPr lang="de-DE" dirty="0" smtClean="0"/>
              <a:t> </a:t>
            </a:r>
            <a:r>
              <a:rPr lang="de-DE" dirty="0" err="1" smtClean="0"/>
              <a:t>main</a:t>
            </a:r>
            <a:r>
              <a:rPr lang="de-DE" dirty="0" smtClean="0"/>
              <a:t> </a:t>
            </a:r>
            <a:r>
              <a:rPr lang="de-DE" dirty="0" err="1" smtClean="0"/>
              <a:t>benefits</a:t>
            </a:r>
            <a:endParaRPr dirty="0"/>
          </a:p>
        </p:txBody>
      </p:sp>
      <p:sp>
        <p:nvSpPr>
          <p:cNvPr id="108" name="Shape 108"/>
          <p:cNvSpPr txBox="1">
            <a:spLocks noGrp="1"/>
          </p:cNvSpPr>
          <p:nvPr>
            <p:ph type="body" idx="1"/>
          </p:nvPr>
        </p:nvSpPr>
        <p:spPr>
          <a:xfrm>
            <a:off x="753150" y="1600200"/>
            <a:ext cx="7637700" cy="4967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457200" lvl="0" indent="-431800" rtl="0">
              <a:spcBef>
                <a:spcPts val="600"/>
              </a:spcBef>
              <a:spcAft>
                <a:spcPts val="0"/>
              </a:spcAft>
              <a:buSzPts val="3200"/>
              <a:buChar char="■"/>
            </a:pPr>
            <a:r>
              <a:rPr lang="de-DE" dirty="0" err="1" smtClean="0"/>
              <a:t>Get</a:t>
            </a:r>
            <a:r>
              <a:rPr lang="de-DE" dirty="0" smtClean="0"/>
              <a:t> </a:t>
            </a:r>
            <a:r>
              <a:rPr lang="de-DE" dirty="0" err="1" smtClean="0"/>
              <a:t>to</a:t>
            </a:r>
            <a:r>
              <a:rPr lang="de-DE" dirty="0" smtClean="0"/>
              <a:t> a </a:t>
            </a:r>
            <a:r>
              <a:rPr lang="de-DE" dirty="0" err="1" smtClean="0"/>
              <a:t>running</a:t>
            </a:r>
            <a:r>
              <a:rPr lang="de-DE" dirty="0" smtClean="0"/>
              <a:t> </a:t>
            </a:r>
            <a:r>
              <a:rPr lang="de-DE" dirty="0" err="1" smtClean="0"/>
              <a:t>simulation</a:t>
            </a:r>
            <a:r>
              <a:rPr lang="de-DE" dirty="0" smtClean="0"/>
              <a:t> </a:t>
            </a:r>
            <a:r>
              <a:rPr lang="de-DE" dirty="0" err="1" smtClean="0"/>
              <a:t>quickly</a:t>
            </a:r>
            <a:endParaRPr lang="de-DE" dirty="0" smtClean="0"/>
          </a:p>
          <a:p>
            <a:pPr marL="457200" lvl="0" indent="-431800" rtl="0">
              <a:spcBef>
                <a:spcPts val="600"/>
              </a:spcBef>
              <a:spcAft>
                <a:spcPts val="0"/>
              </a:spcAft>
              <a:buSzPts val="3200"/>
              <a:buChar char="■"/>
            </a:pPr>
            <a:r>
              <a:rPr lang="de-DE" dirty="0" smtClean="0"/>
              <a:t>Combine </a:t>
            </a:r>
            <a:r>
              <a:rPr lang="de-DE" dirty="0" err="1" smtClean="0"/>
              <a:t>two</a:t>
            </a:r>
            <a:r>
              <a:rPr lang="de-DE" dirty="0" smtClean="0"/>
              <a:t> </a:t>
            </a:r>
            <a:r>
              <a:rPr lang="de-DE" dirty="0" err="1" smtClean="0"/>
              <a:t>setups</a:t>
            </a:r>
            <a:r>
              <a:rPr lang="de-DE" dirty="0" smtClean="0"/>
              <a:t> </a:t>
            </a:r>
            <a:r>
              <a:rPr lang="de-DE" dirty="0" err="1" smtClean="0"/>
              <a:t>for</a:t>
            </a:r>
            <a:r>
              <a:rPr lang="de-DE" dirty="0" smtClean="0"/>
              <a:t> offline </a:t>
            </a:r>
            <a:r>
              <a:rPr lang="de-DE" dirty="0" err="1" smtClean="0"/>
              <a:t>coupling</a:t>
            </a:r>
            <a:endParaRPr dirty="0"/>
          </a:p>
          <a:p>
            <a:pPr marL="457200" lvl="0" indent="-431800" rtl="0">
              <a:spcBef>
                <a:spcPts val="0"/>
              </a:spcBef>
              <a:spcAft>
                <a:spcPts val="0"/>
              </a:spcAft>
              <a:buSzPts val="3200"/>
              <a:buChar char="■"/>
            </a:pPr>
            <a:r>
              <a:rPr lang="de-DE" dirty="0" err="1" smtClean="0"/>
              <a:t>Consider</a:t>
            </a:r>
            <a:r>
              <a:rPr lang="de-DE" dirty="0" smtClean="0"/>
              <a:t> </a:t>
            </a:r>
            <a:r>
              <a:rPr lang="de-DE" dirty="0" err="1" smtClean="0"/>
              <a:t>only</a:t>
            </a:r>
            <a:r>
              <a:rPr lang="de-DE" dirty="0" smtClean="0"/>
              <a:t> </a:t>
            </a:r>
            <a:r>
              <a:rPr lang="de-DE" dirty="0" err="1" smtClean="0"/>
              <a:t>the</a:t>
            </a:r>
            <a:r>
              <a:rPr lang="de-DE" dirty="0" smtClean="0"/>
              <a:t> </a:t>
            </a:r>
            <a:r>
              <a:rPr lang="de-DE" dirty="0" err="1" smtClean="0"/>
              <a:t>scientific</a:t>
            </a:r>
            <a:r>
              <a:rPr lang="de-DE" dirty="0" smtClean="0"/>
              <a:t> </a:t>
            </a:r>
            <a:r>
              <a:rPr lang="de-DE" dirty="0" err="1" smtClean="0"/>
              <a:t>side</a:t>
            </a:r>
            <a:r>
              <a:rPr lang="de-DE" dirty="0" smtClean="0"/>
              <a:t>, not </a:t>
            </a:r>
            <a:r>
              <a:rPr lang="de-DE" dirty="0" err="1" smtClean="0"/>
              <a:t>the</a:t>
            </a:r>
            <a:r>
              <a:rPr lang="de-DE" dirty="0" smtClean="0"/>
              <a:t> </a:t>
            </a:r>
            <a:r>
              <a:rPr lang="de-DE" dirty="0" err="1" smtClean="0"/>
              <a:t>technical</a:t>
            </a:r>
            <a:r>
              <a:rPr lang="de-DE" dirty="0" smtClean="0"/>
              <a:t> </a:t>
            </a:r>
            <a:r>
              <a:rPr lang="de-DE" dirty="0" err="1" smtClean="0"/>
              <a:t>side</a:t>
            </a:r>
            <a:endParaRPr dirty="0"/>
          </a:p>
          <a:p>
            <a:pPr marL="457200" lvl="0" indent="-431800" rtl="0">
              <a:spcBef>
                <a:spcPts val="0"/>
              </a:spcBef>
              <a:spcAft>
                <a:spcPts val="0"/>
              </a:spcAft>
              <a:buSzPts val="3200"/>
              <a:buChar char="■"/>
            </a:pPr>
            <a:r>
              <a:rPr lang="de-DE" dirty="0" err="1" smtClean="0"/>
              <a:t>Directly</a:t>
            </a:r>
            <a:r>
              <a:rPr lang="de-DE" dirty="0" smtClean="0"/>
              <a:t> </a:t>
            </a:r>
            <a:r>
              <a:rPr lang="de-DE" dirty="0" err="1" smtClean="0"/>
              <a:t>compare</a:t>
            </a:r>
            <a:r>
              <a:rPr lang="de-DE" dirty="0" smtClean="0"/>
              <a:t> </a:t>
            </a:r>
            <a:r>
              <a:rPr lang="de-DE" dirty="0" err="1" smtClean="0"/>
              <a:t>model</a:t>
            </a:r>
            <a:r>
              <a:rPr lang="de-DE" dirty="0" smtClean="0"/>
              <a:t> </a:t>
            </a:r>
            <a:r>
              <a:rPr lang="de-DE" dirty="0" err="1" smtClean="0"/>
              <a:t>runs</a:t>
            </a:r>
            <a:r>
              <a:rPr lang="de-DE" dirty="0" smtClean="0"/>
              <a:t> </a:t>
            </a:r>
            <a:r>
              <a:rPr lang="de-DE" dirty="0" err="1" smtClean="0"/>
              <a:t>from</a:t>
            </a:r>
            <a:r>
              <a:rPr lang="de-DE" dirty="0" smtClean="0"/>
              <a:t> different </a:t>
            </a:r>
            <a:r>
              <a:rPr lang="de-DE" dirty="0" err="1" smtClean="0"/>
              <a:t>models</a:t>
            </a:r>
            <a:endParaRPr lang="de-DE" dirty="0"/>
          </a:p>
          <a:p>
            <a:pPr marL="457200" lvl="0" indent="-431800" rtl="0">
              <a:spcBef>
                <a:spcPts val="0"/>
              </a:spcBef>
              <a:spcAft>
                <a:spcPts val="0"/>
              </a:spcAft>
              <a:buSzPts val="3200"/>
              <a:buChar char="■"/>
            </a:pPr>
            <a:r>
              <a:rPr lang="de-DE" dirty="0" err="1" smtClean="0"/>
              <a:t>Have</a:t>
            </a:r>
            <a:r>
              <a:rPr lang="de-DE" dirty="0" smtClean="0"/>
              <a:t> all </a:t>
            </a:r>
            <a:r>
              <a:rPr lang="de-DE" dirty="0" err="1" smtClean="0"/>
              <a:t>the</a:t>
            </a:r>
            <a:r>
              <a:rPr lang="de-DE" dirty="0" smtClean="0"/>
              <a:t> </a:t>
            </a:r>
            <a:r>
              <a:rPr lang="de-DE" dirty="0" err="1" smtClean="0"/>
              <a:t>functionality</a:t>
            </a:r>
            <a:r>
              <a:rPr lang="de-DE" dirty="0" smtClean="0"/>
              <a:t> </a:t>
            </a:r>
            <a:r>
              <a:rPr lang="de-DE" dirty="0" err="1" smtClean="0"/>
              <a:t>you</a:t>
            </a:r>
            <a:r>
              <a:rPr lang="de-DE" dirty="0" smtClean="0"/>
              <a:t> </a:t>
            </a:r>
            <a:r>
              <a:rPr lang="de-DE" dirty="0" err="1" smtClean="0"/>
              <a:t>want</a:t>
            </a:r>
            <a:r>
              <a:rPr lang="de-DE" dirty="0" smtClean="0"/>
              <a:t> (</a:t>
            </a:r>
            <a:r>
              <a:rPr lang="de-DE" dirty="0" err="1" smtClean="0"/>
              <a:t>or</a:t>
            </a:r>
            <a:r>
              <a:rPr lang="de-DE" dirty="0" smtClean="0"/>
              <a:t> </a:t>
            </a:r>
            <a:r>
              <a:rPr lang="de-DE" dirty="0" err="1" smtClean="0"/>
              <a:t>ask</a:t>
            </a:r>
            <a:r>
              <a:rPr lang="de-DE" dirty="0" smtClean="0"/>
              <a:t> </a:t>
            </a:r>
            <a:r>
              <a:rPr lang="de-DE" dirty="0" err="1" smtClean="0"/>
              <a:t>us</a:t>
            </a:r>
            <a:r>
              <a:rPr lang="de-DE" dirty="0" smtClean="0"/>
              <a:t> </a:t>
            </a:r>
            <a:r>
              <a:rPr lang="de-DE" dirty="0" err="1" smtClean="0"/>
              <a:t>for</a:t>
            </a:r>
            <a:r>
              <a:rPr lang="de-DE" dirty="0" smtClean="0"/>
              <a:t> </a:t>
            </a:r>
            <a:r>
              <a:rPr lang="de-DE" dirty="0" err="1" smtClean="0"/>
              <a:t>it</a:t>
            </a:r>
            <a:r>
              <a:rPr lang="de-DE" dirty="0" smtClean="0"/>
              <a:t>)</a:t>
            </a:r>
            <a:endParaRPr dirty="0"/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Shape 102"/>
          <p:cNvSpPr txBox="1">
            <a:spLocks noGrp="1"/>
          </p:cNvSpPr>
          <p:nvPr>
            <p:ph type="body" idx="1"/>
          </p:nvPr>
        </p:nvSpPr>
        <p:spPr>
          <a:xfrm>
            <a:off x="810450" y="2790325"/>
            <a:ext cx="7523100" cy="8043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>
              <a:spcBef>
                <a:spcPts val="600"/>
              </a:spcBef>
              <a:spcAft>
                <a:spcPts val="0"/>
              </a:spcAft>
              <a:buNone/>
            </a:pPr>
            <a:r>
              <a:rPr lang="de-DE" dirty="0" err="1" smtClean="0"/>
              <a:t>No</a:t>
            </a:r>
            <a:r>
              <a:rPr lang="de-DE" dirty="0" smtClean="0"/>
              <a:t> </a:t>
            </a:r>
            <a:r>
              <a:rPr lang="de-DE" dirty="0" err="1" smtClean="0"/>
              <a:t>work</a:t>
            </a:r>
            <a:r>
              <a:rPr lang="de-DE" dirty="0" smtClean="0"/>
              <a:t> </a:t>
            </a:r>
            <a:r>
              <a:rPr lang="de-DE" dirty="0" err="1" smtClean="0"/>
              <a:t>is</a:t>
            </a:r>
            <a:r>
              <a:rPr lang="de-DE" dirty="0" smtClean="0"/>
              <a:t> so </a:t>
            </a:r>
            <a:r>
              <a:rPr lang="de-DE" dirty="0" err="1" smtClean="0"/>
              <a:t>much</a:t>
            </a:r>
            <a:r>
              <a:rPr lang="de-DE" dirty="0" smtClean="0"/>
              <a:t> </a:t>
            </a:r>
            <a:r>
              <a:rPr lang="de-DE" dirty="0" err="1" smtClean="0"/>
              <a:t>fun</a:t>
            </a:r>
            <a:r>
              <a:rPr lang="de-DE" dirty="0" smtClean="0"/>
              <a:t> </a:t>
            </a:r>
            <a:r>
              <a:rPr lang="de-DE" dirty="0" err="1" smtClean="0"/>
              <a:t>that</a:t>
            </a:r>
            <a:r>
              <a:rPr lang="de-DE" dirty="0" smtClean="0"/>
              <a:t> </a:t>
            </a:r>
            <a:r>
              <a:rPr lang="de-DE" dirty="0" err="1" smtClean="0"/>
              <a:t>you</a:t>
            </a:r>
            <a:r>
              <a:rPr lang="de-DE" dirty="0" smtClean="0"/>
              <a:t> </a:t>
            </a:r>
            <a:r>
              <a:rPr lang="de-DE" dirty="0" err="1" smtClean="0"/>
              <a:t>should</a:t>
            </a:r>
            <a:r>
              <a:rPr lang="de-DE" dirty="0" smtClean="0"/>
              <a:t> do </a:t>
            </a:r>
            <a:r>
              <a:rPr lang="de-DE" dirty="0" err="1" smtClean="0"/>
              <a:t>it</a:t>
            </a:r>
            <a:r>
              <a:rPr lang="de-DE" dirty="0" smtClean="0"/>
              <a:t> </a:t>
            </a:r>
            <a:r>
              <a:rPr lang="de-DE" dirty="0" err="1" smtClean="0"/>
              <a:t>twice</a:t>
            </a:r>
            <a:r>
              <a:rPr lang="en" dirty="0" smtClean="0"/>
              <a:t>.</a:t>
            </a:r>
            <a:endParaRPr lang="de-DE" dirty="0" smtClean="0"/>
          </a:p>
          <a:p>
            <a:pPr marL="0" lvl="0" indent="0">
              <a:spcBef>
                <a:spcPts val="600"/>
              </a:spcBef>
              <a:spcAft>
                <a:spcPts val="0"/>
              </a:spcAft>
              <a:buNone/>
            </a:pPr>
            <a:r>
              <a:rPr lang="de-DE" i="0" dirty="0" smtClean="0"/>
              <a:t>(</a:t>
            </a:r>
            <a:r>
              <a:rPr lang="de-DE" i="0" dirty="0" err="1" smtClean="0"/>
              <a:t>Someone</a:t>
            </a:r>
            <a:r>
              <a:rPr lang="de-DE" i="0" dirty="0"/>
              <a:t>.</a:t>
            </a:r>
            <a:r>
              <a:rPr lang="de-DE" i="0" dirty="0" smtClean="0"/>
              <a:t>)</a:t>
            </a:r>
            <a:endParaRPr i="0" dirty="0"/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6" name="Shape 96"/>
          <p:cNvSpPr txBox="1">
            <a:spLocks noGrp="1"/>
          </p:cNvSpPr>
          <p:nvPr>
            <p:ph type="ctrTitle"/>
          </p:nvPr>
        </p:nvSpPr>
        <p:spPr>
          <a:xfrm>
            <a:off x="665225" y="2004366"/>
            <a:ext cx="5560010" cy="805642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rtl="0">
              <a:spcBef>
                <a:spcPts val="0"/>
              </a:spcBef>
              <a:spcAft>
                <a:spcPts val="0"/>
              </a:spcAft>
              <a:buNone/>
            </a:pPr>
            <a:r>
              <a:rPr lang="de-DE" dirty="0">
                <a:solidFill>
                  <a:schemeClr val="bg1"/>
                </a:solidFill>
              </a:rPr>
              <a:t>4</a:t>
            </a:r>
            <a:r>
              <a:rPr lang="en" dirty="0" smtClean="0">
                <a:solidFill>
                  <a:schemeClr val="bg1"/>
                </a:solidFill>
              </a:rPr>
              <a:t>.</a:t>
            </a:r>
            <a:r>
              <a:rPr lang="de-DE" dirty="0" smtClean="0">
                <a:solidFill>
                  <a:schemeClr val="bg1"/>
                </a:solidFill>
              </a:rPr>
              <a:t> </a:t>
            </a:r>
            <a:r>
              <a:rPr lang="en-US" dirty="0" err="1" smtClean="0"/>
              <a:t>esm</a:t>
            </a:r>
            <a:r>
              <a:rPr lang="de-DE" dirty="0" smtClean="0"/>
              <a:t>-</a:t>
            </a:r>
            <a:r>
              <a:rPr lang="de-DE" dirty="0" err="1" smtClean="0"/>
              <a:t>usermanual</a:t>
            </a:r>
            <a:endParaRPr dirty="0"/>
          </a:p>
        </p:txBody>
      </p:sp>
      <p:sp>
        <p:nvSpPr>
          <p:cNvPr id="97" name="Shape 97"/>
          <p:cNvSpPr txBox="1">
            <a:spLocks noGrp="1"/>
          </p:cNvSpPr>
          <p:nvPr>
            <p:ph type="subTitle" idx="1"/>
          </p:nvPr>
        </p:nvSpPr>
        <p:spPr>
          <a:xfrm>
            <a:off x="854252" y="3922275"/>
            <a:ext cx="3815400" cy="81066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rtl="0">
              <a:spcBef>
                <a:spcPts val="0"/>
              </a:spcBef>
              <a:spcAft>
                <a:spcPts val="0"/>
              </a:spcAft>
              <a:buNone/>
            </a:pPr>
            <a:r>
              <a:rPr lang="de-DE" dirty="0" err="1" smtClean="0"/>
              <a:t>Documentation</a:t>
            </a:r>
            <a:r>
              <a:rPr lang="de-DE" dirty="0" smtClean="0"/>
              <a:t> (</a:t>
            </a:r>
            <a:r>
              <a:rPr lang="de-DE" dirty="0" err="1" smtClean="0"/>
              <a:t>really</a:t>
            </a:r>
            <a:r>
              <a:rPr lang="de-DE" dirty="0" smtClean="0"/>
              <a:t>!)</a:t>
            </a:r>
            <a:endParaRPr dirty="0"/>
          </a:p>
        </p:txBody>
      </p:sp>
      <p:grpSp>
        <p:nvGrpSpPr>
          <p:cNvPr id="13" name="Shape 350"/>
          <p:cNvGrpSpPr/>
          <p:nvPr/>
        </p:nvGrpSpPr>
        <p:grpSpPr>
          <a:xfrm>
            <a:off x="6661330" y="500918"/>
            <a:ext cx="1947901" cy="1620490"/>
            <a:chOff x="1926350" y="995225"/>
            <a:chExt cx="428650" cy="356600"/>
          </a:xfrm>
        </p:grpSpPr>
        <p:sp>
          <p:nvSpPr>
            <p:cNvPr id="14" name="Shape 351"/>
            <p:cNvSpPr/>
            <p:nvPr/>
          </p:nvSpPr>
          <p:spPr>
            <a:xfrm>
              <a:off x="1926350" y="1298075"/>
              <a:ext cx="208225" cy="53750"/>
            </a:xfrm>
            <a:custGeom>
              <a:avLst/>
              <a:gdLst/>
              <a:ahLst/>
              <a:cxnLst/>
              <a:rect l="0" t="0" r="0" b="0"/>
              <a:pathLst>
                <a:path w="8329" h="2150" extrusionOk="0">
                  <a:moveTo>
                    <a:pt x="0" y="0"/>
                  </a:moveTo>
                  <a:lnTo>
                    <a:pt x="0" y="489"/>
                  </a:lnTo>
                  <a:lnTo>
                    <a:pt x="25" y="635"/>
                  </a:lnTo>
                  <a:lnTo>
                    <a:pt x="74" y="758"/>
                  </a:lnTo>
                  <a:lnTo>
                    <a:pt x="147" y="855"/>
                  </a:lnTo>
                  <a:lnTo>
                    <a:pt x="245" y="953"/>
                  </a:lnTo>
                  <a:lnTo>
                    <a:pt x="391" y="1026"/>
                  </a:lnTo>
                  <a:lnTo>
                    <a:pt x="562" y="1051"/>
                  </a:lnTo>
                  <a:lnTo>
                    <a:pt x="733" y="1026"/>
                  </a:lnTo>
                  <a:lnTo>
                    <a:pt x="1295" y="855"/>
                  </a:lnTo>
                  <a:lnTo>
                    <a:pt x="1661" y="782"/>
                  </a:lnTo>
                  <a:lnTo>
                    <a:pt x="2076" y="684"/>
                  </a:lnTo>
                  <a:lnTo>
                    <a:pt x="2540" y="611"/>
                  </a:lnTo>
                  <a:lnTo>
                    <a:pt x="3029" y="562"/>
                  </a:lnTo>
                  <a:lnTo>
                    <a:pt x="3591" y="513"/>
                  </a:lnTo>
                  <a:lnTo>
                    <a:pt x="4177" y="489"/>
                  </a:lnTo>
                  <a:lnTo>
                    <a:pt x="4616" y="513"/>
                  </a:lnTo>
                  <a:lnTo>
                    <a:pt x="5032" y="538"/>
                  </a:lnTo>
                  <a:lnTo>
                    <a:pt x="5422" y="611"/>
                  </a:lnTo>
                  <a:lnTo>
                    <a:pt x="5789" y="684"/>
                  </a:lnTo>
                  <a:lnTo>
                    <a:pt x="6131" y="782"/>
                  </a:lnTo>
                  <a:lnTo>
                    <a:pt x="6448" y="880"/>
                  </a:lnTo>
                  <a:lnTo>
                    <a:pt x="6717" y="1002"/>
                  </a:lnTo>
                  <a:lnTo>
                    <a:pt x="6985" y="1124"/>
                  </a:lnTo>
                  <a:lnTo>
                    <a:pt x="7205" y="1246"/>
                  </a:lnTo>
                  <a:lnTo>
                    <a:pt x="7425" y="1393"/>
                  </a:lnTo>
                  <a:lnTo>
                    <a:pt x="7791" y="1661"/>
                  </a:lnTo>
                  <a:lnTo>
                    <a:pt x="8084" y="1930"/>
                  </a:lnTo>
                  <a:lnTo>
                    <a:pt x="8329" y="2150"/>
                  </a:lnTo>
                  <a:lnTo>
                    <a:pt x="8329" y="1661"/>
                  </a:lnTo>
                  <a:lnTo>
                    <a:pt x="8084" y="1441"/>
                  </a:lnTo>
                  <a:lnTo>
                    <a:pt x="7791" y="1173"/>
                  </a:lnTo>
                  <a:lnTo>
                    <a:pt x="7425" y="904"/>
                  </a:lnTo>
                  <a:lnTo>
                    <a:pt x="7205" y="758"/>
                  </a:lnTo>
                  <a:lnTo>
                    <a:pt x="6985" y="635"/>
                  </a:lnTo>
                  <a:lnTo>
                    <a:pt x="6717" y="513"/>
                  </a:lnTo>
                  <a:lnTo>
                    <a:pt x="6448" y="391"/>
                  </a:lnTo>
                  <a:lnTo>
                    <a:pt x="6131" y="294"/>
                  </a:lnTo>
                  <a:lnTo>
                    <a:pt x="5789" y="196"/>
                  </a:lnTo>
                  <a:lnTo>
                    <a:pt x="5422" y="123"/>
                  </a:lnTo>
                  <a:lnTo>
                    <a:pt x="5032" y="49"/>
                  </a:lnTo>
                  <a:lnTo>
                    <a:pt x="4616" y="25"/>
                  </a:lnTo>
                  <a:lnTo>
                    <a:pt x="4177" y="0"/>
                  </a:lnTo>
                  <a:lnTo>
                    <a:pt x="3591" y="25"/>
                  </a:lnTo>
                  <a:lnTo>
                    <a:pt x="3029" y="74"/>
                  </a:lnTo>
                  <a:lnTo>
                    <a:pt x="2540" y="123"/>
                  </a:lnTo>
                  <a:lnTo>
                    <a:pt x="2076" y="196"/>
                  </a:lnTo>
                  <a:lnTo>
                    <a:pt x="1661" y="294"/>
                  </a:lnTo>
                  <a:lnTo>
                    <a:pt x="1295" y="367"/>
                  </a:lnTo>
                  <a:lnTo>
                    <a:pt x="733" y="538"/>
                  </a:lnTo>
                  <a:lnTo>
                    <a:pt x="562" y="562"/>
                  </a:lnTo>
                  <a:lnTo>
                    <a:pt x="391" y="538"/>
                  </a:lnTo>
                  <a:lnTo>
                    <a:pt x="245" y="465"/>
                  </a:lnTo>
                  <a:lnTo>
                    <a:pt x="147" y="367"/>
                  </a:lnTo>
                  <a:lnTo>
                    <a:pt x="74" y="269"/>
                  </a:lnTo>
                  <a:lnTo>
                    <a:pt x="25" y="14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" name="Shape 352"/>
            <p:cNvSpPr/>
            <p:nvPr/>
          </p:nvSpPr>
          <p:spPr>
            <a:xfrm>
              <a:off x="2146775" y="1298075"/>
              <a:ext cx="208225" cy="53750"/>
            </a:xfrm>
            <a:custGeom>
              <a:avLst/>
              <a:gdLst/>
              <a:ahLst/>
              <a:cxnLst/>
              <a:rect l="0" t="0" r="0" b="0"/>
              <a:pathLst>
                <a:path w="8329" h="2150" extrusionOk="0">
                  <a:moveTo>
                    <a:pt x="4152" y="0"/>
                  </a:moveTo>
                  <a:lnTo>
                    <a:pt x="3712" y="25"/>
                  </a:lnTo>
                  <a:lnTo>
                    <a:pt x="3297" y="49"/>
                  </a:lnTo>
                  <a:lnTo>
                    <a:pt x="2907" y="123"/>
                  </a:lnTo>
                  <a:lnTo>
                    <a:pt x="2540" y="196"/>
                  </a:lnTo>
                  <a:lnTo>
                    <a:pt x="2198" y="294"/>
                  </a:lnTo>
                  <a:lnTo>
                    <a:pt x="1881" y="391"/>
                  </a:lnTo>
                  <a:lnTo>
                    <a:pt x="1612" y="513"/>
                  </a:lnTo>
                  <a:lnTo>
                    <a:pt x="1343" y="635"/>
                  </a:lnTo>
                  <a:lnTo>
                    <a:pt x="1124" y="758"/>
                  </a:lnTo>
                  <a:lnTo>
                    <a:pt x="904" y="904"/>
                  </a:lnTo>
                  <a:lnTo>
                    <a:pt x="537" y="1173"/>
                  </a:lnTo>
                  <a:lnTo>
                    <a:pt x="244" y="1441"/>
                  </a:lnTo>
                  <a:lnTo>
                    <a:pt x="0" y="1661"/>
                  </a:lnTo>
                  <a:lnTo>
                    <a:pt x="0" y="2150"/>
                  </a:lnTo>
                  <a:lnTo>
                    <a:pt x="244" y="1930"/>
                  </a:lnTo>
                  <a:lnTo>
                    <a:pt x="537" y="1661"/>
                  </a:lnTo>
                  <a:lnTo>
                    <a:pt x="904" y="1393"/>
                  </a:lnTo>
                  <a:lnTo>
                    <a:pt x="1124" y="1246"/>
                  </a:lnTo>
                  <a:lnTo>
                    <a:pt x="1343" y="1124"/>
                  </a:lnTo>
                  <a:lnTo>
                    <a:pt x="1612" y="1002"/>
                  </a:lnTo>
                  <a:lnTo>
                    <a:pt x="1881" y="880"/>
                  </a:lnTo>
                  <a:lnTo>
                    <a:pt x="2198" y="782"/>
                  </a:lnTo>
                  <a:lnTo>
                    <a:pt x="2540" y="684"/>
                  </a:lnTo>
                  <a:lnTo>
                    <a:pt x="2907" y="611"/>
                  </a:lnTo>
                  <a:lnTo>
                    <a:pt x="3297" y="538"/>
                  </a:lnTo>
                  <a:lnTo>
                    <a:pt x="3712" y="513"/>
                  </a:lnTo>
                  <a:lnTo>
                    <a:pt x="4152" y="489"/>
                  </a:lnTo>
                  <a:lnTo>
                    <a:pt x="4738" y="513"/>
                  </a:lnTo>
                  <a:lnTo>
                    <a:pt x="5300" y="562"/>
                  </a:lnTo>
                  <a:lnTo>
                    <a:pt x="5788" y="611"/>
                  </a:lnTo>
                  <a:lnTo>
                    <a:pt x="6252" y="684"/>
                  </a:lnTo>
                  <a:lnTo>
                    <a:pt x="6668" y="782"/>
                  </a:lnTo>
                  <a:lnTo>
                    <a:pt x="7034" y="855"/>
                  </a:lnTo>
                  <a:lnTo>
                    <a:pt x="7596" y="1026"/>
                  </a:lnTo>
                  <a:lnTo>
                    <a:pt x="7767" y="1051"/>
                  </a:lnTo>
                  <a:lnTo>
                    <a:pt x="7938" y="1026"/>
                  </a:lnTo>
                  <a:lnTo>
                    <a:pt x="8084" y="953"/>
                  </a:lnTo>
                  <a:lnTo>
                    <a:pt x="8182" y="855"/>
                  </a:lnTo>
                  <a:lnTo>
                    <a:pt x="8255" y="758"/>
                  </a:lnTo>
                  <a:lnTo>
                    <a:pt x="8304" y="635"/>
                  </a:lnTo>
                  <a:lnTo>
                    <a:pt x="8328" y="489"/>
                  </a:lnTo>
                  <a:lnTo>
                    <a:pt x="8328" y="0"/>
                  </a:lnTo>
                  <a:lnTo>
                    <a:pt x="8304" y="147"/>
                  </a:lnTo>
                  <a:lnTo>
                    <a:pt x="8255" y="269"/>
                  </a:lnTo>
                  <a:lnTo>
                    <a:pt x="8182" y="367"/>
                  </a:lnTo>
                  <a:lnTo>
                    <a:pt x="8084" y="465"/>
                  </a:lnTo>
                  <a:lnTo>
                    <a:pt x="7938" y="538"/>
                  </a:lnTo>
                  <a:lnTo>
                    <a:pt x="7767" y="562"/>
                  </a:lnTo>
                  <a:lnTo>
                    <a:pt x="7596" y="538"/>
                  </a:lnTo>
                  <a:lnTo>
                    <a:pt x="7034" y="367"/>
                  </a:lnTo>
                  <a:lnTo>
                    <a:pt x="6668" y="294"/>
                  </a:lnTo>
                  <a:lnTo>
                    <a:pt x="6252" y="196"/>
                  </a:lnTo>
                  <a:lnTo>
                    <a:pt x="5788" y="123"/>
                  </a:lnTo>
                  <a:lnTo>
                    <a:pt x="5300" y="74"/>
                  </a:lnTo>
                  <a:lnTo>
                    <a:pt x="4738" y="25"/>
                  </a:lnTo>
                  <a:lnTo>
                    <a:pt x="4152" y="0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" name="Shape 353"/>
            <p:cNvSpPr/>
            <p:nvPr/>
          </p:nvSpPr>
          <p:spPr>
            <a:xfrm>
              <a:off x="1926350" y="995225"/>
              <a:ext cx="208225" cy="332175"/>
            </a:xfrm>
            <a:custGeom>
              <a:avLst/>
              <a:gdLst/>
              <a:ahLst/>
              <a:cxnLst/>
              <a:rect l="0" t="0" r="0" b="0"/>
              <a:pathLst>
                <a:path w="8329" h="13287" extrusionOk="0">
                  <a:moveTo>
                    <a:pt x="4177" y="1"/>
                  </a:moveTo>
                  <a:lnTo>
                    <a:pt x="3591" y="25"/>
                  </a:lnTo>
                  <a:lnTo>
                    <a:pt x="3029" y="74"/>
                  </a:lnTo>
                  <a:lnTo>
                    <a:pt x="2467" y="196"/>
                  </a:lnTo>
                  <a:lnTo>
                    <a:pt x="1905" y="343"/>
                  </a:lnTo>
                  <a:lnTo>
                    <a:pt x="1393" y="538"/>
                  </a:lnTo>
                  <a:lnTo>
                    <a:pt x="929" y="758"/>
                  </a:lnTo>
                  <a:lnTo>
                    <a:pt x="513" y="978"/>
                  </a:lnTo>
                  <a:lnTo>
                    <a:pt x="342" y="1124"/>
                  </a:lnTo>
                  <a:lnTo>
                    <a:pt x="196" y="1246"/>
                  </a:lnTo>
                  <a:lnTo>
                    <a:pt x="123" y="1319"/>
                  </a:lnTo>
                  <a:lnTo>
                    <a:pt x="49" y="1442"/>
                  </a:lnTo>
                  <a:lnTo>
                    <a:pt x="25" y="1539"/>
                  </a:lnTo>
                  <a:lnTo>
                    <a:pt x="0" y="1661"/>
                  </a:lnTo>
                  <a:lnTo>
                    <a:pt x="0" y="11626"/>
                  </a:lnTo>
                  <a:lnTo>
                    <a:pt x="25" y="11773"/>
                  </a:lnTo>
                  <a:lnTo>
                    <a:pt x="74" y="11895"/>
                  </a:lnTo>
                  <a:lnTo>
                    <a:pt x="147" y="11992"/>
                  </a:lnTo>
                  <a:lnTo>
                    <a:pt x="245" y="12090"/>
                  </a:lnTo>
                  <a:lnTo>
                    <a:pt x="391" y="12163"/>
                  </a:lnTo>
                  <a:lnTo>
                    <a:pt x="562" y="12188"/>
                  </a:lnTo>
                  <a:lnTo>
                    <a:pt x="733" y="12163"/>
                  </a:lnTo>
                  <a:lnTo>
                    <a:pt x="1295" y="11992"/>
                  </a:lnTo>
                  <a:lnTo>
                    <a:pt x="1661" y="11919"/>
                  </a:lnTo>
                  <a:lnTo>
                    <a:pt x="2076" y="11821"/>
                  </a:lnTo>
                  <a:lnTo>
                    <a:pt x="2540" y="11748"/>
                  </a:lnTo>
                  <a:lnTo>
                    <a:pt x="3029" y="11699"/>
                  </a:lnTo>
                  <a:lnTo>
                    <a:pt x="3591" y="11650"/>
                  </a:lnTo>
                  <a:lnTo>
                    <a:pt x="4177" y="11626"/>
                  </a:lnTo>
                  <a:lnTo>
                    <a:pt x="4616" y="11650"/>
                  </a:lnTo>
                  <a:lnTo>
                    <a:pt x="5032" y="11675"/>
                  </a:lnTo>
                  <a:lnTo>
                    <a:pt x="5422" y="11748"/>
                  </a:lnTo>
                  <a:lnTo>
                    <a:pt x="5789" y="11821"/>
                  </a:lnTo>
                  <a:lnTo>
                    <a:pt x="6131" y="11919"/>
                  </a:lnTo>
                  <a:lnTo>
                    <a:pt x="6448" y="12017"/>
                  </a:lnTo>
                  <a:lnTo>
                    <a:pt x="6717" y="12139"/>
                  </a:lnTo>
                  <a:lnTo>
                    <a:pt x="6985" y="12261"/>
                  </a:lnTo>
                  <a:lnTo>
                    <a:pt x="7205" y="12383"/>
                  </a:lnTo>
                  <a:lnTo>
                    <a:pt x="7425" y="12530"/>
                  </a:lnTo>
                  <a:lnTo>
                    <a:pt x="7791" y="12798"/>
                  </a:lnTo>
                  <a:lnTo>
                    <a:pt x="8084" y="13067"/>
                  </a:lnTo>
                  <a:lnTo>
                    <a:pt x="8329" y="13287"/>
                  </a:lnTo>
                  <a:lnTo>
                    <a:pt x="8329" y="2199"/>
                  </a:lnTo>
                  <a:lnTo>
                    <a:pt x="8329" y="2101"/>
                  </a:lnTo>
                  <a:lnTo>
                    <a:pt x="8280" y="1979"/>
                  </a:lnTo>
                  <a:lnTo>
                    <a:pt x="8231" y="1881"/>
                  </a:lnTo>
                  <a:lnTo>
                    <a:pt x="8158" y="1808"/>
                  </a:lnTo>
                  <a:lnTo>
                    <a:pt x="8036" y="1686"/>
                  </a:lnTo>
                  <a:lnTo>
                    <a:pt x="7767" y="1442"/>
                  </a:lnTo>
                  <a:lnTo>
                    <a:pt x="7449" y="1173"/>
                  </a:lnTo>
                  <a:lnTo>
                    <a:pt x="7083" y="904"/>
                  </a:lnTo>
                  <a:lnTo>
                    <a:pt x="6644" y="611"/>
                  </a:lnTo>
                  <a:lnTo>
                    <a:pt x="6375" y="489"/>
                  </a:lnTo>
                  <a:lnTo>
                    <a:pt x="6131" y="367"/>
                  </a:lnTo>
                  <a:lnTo>
                    <a:pt x="5838" y="269"/>
                  </a:lnTo>
                  <a:lnTo>
                    <a:pt x="5544" y="172"/>
                  </a:lnTo>
                  <a:lnTo>
                    <a:pt x="5227" y="98"/>
                  </a:lnTo>
                  <a:lnTo>
                    <a:pt x="4885" y="49"/>
                  </a:lnTo>
                  <a:lnTo>
                    <a:pt x="4543" y="1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" name="Shape 354"/>
            <p:cNvSpPr/>
            <p:nvPr/>
          </p:nvSpPr>
          <p:spPr>
            <a:xfrm>
              <a:off x="2146775" y="995225"/>
              <a:ext cx="208225" cy="332175"/>
            </a:xfrm>
            <a:custGeom>
              <a:avLst/>
              <a:gdLst/>
              <a:ahLst/>
              <a:cxnLst/>
              <a:rect l="0" t="0" r="0" b="0"/>
              <a:pathLst>
                <a:path w="8329" h="13287" extrusionOk="0">
                  <a:moveTo>
                    <a:pt x="3786" y="1"/>
                  </a:moveTo>
                  <a:lnTo>
                    <a:pt x="3444" y="49"/>
                  </a:lnTo>
                  <a:lnTo>
                    <a:pt x="3102" y="98"/>
                  </a:lnTo>
                  <a:lnTo>
                    <a:pt x="2784" y="172"/>
                  </a:lnTo>
                  <a:lnTo>
                    <a:pt x="2491" y="269"/>
                  </a:lnTo>
                  <a:lnTo>
                    <a:pt x="2198" y="367"/>
                  </a:lnTo>
                  <a:lnTo>
                    <a:pt x="1954" y="489"/>
                  </a:lnTo>
                  <a:lnTo>
                    <a:pt x="1685" y="611"/>
                  </a:lnTo>
                  <a:lnTo>
                    <a:pt x="1246" y="904"/>
                  </a:lnTo>
                  <a:lnTo>
                    <a:pt x="879" y="1173"/>
                  </a:lnTo>
                  <a:lnTo>
                    <a:pt x="562" y="1442"/>
                  </a:lnTo>
                  <a:lnTo>
                    <a:pt x="293" y="1686"/>
                  </a:lnTo>
                  <a:lnTo>
                    <a:pt x="171" y="1808"/>
                  </a:lnTo>
                  <a:lnTo>
                    <a:pt x="98" y="1881"/>
                  </a:lnTo>
                  <a:lnTo>
                    <a:pt x="49" y="1979"/>
                  </a:lnTo>
                  <a:lnTo>
                    <a:pt x="0" y="2101"/>
                  </a:lnTo>
                  <a:lnTo>
                    <a:pt x="0" y="2199"/>
                  </a:lnTo>
                  <a:lnTo>
                    <a:pt x="0" y="13287"/>
                  </a:lnTo>
                  <a:lnTo>
                    <a:pt x="244" y="13067"/>
                  </a:lnTo>
                  <a:lnTo>
                    <a:pt x="537" y="12798"/>
                  </a:lnTo>
                  <a:lnTo>
                    <a:pt x="904" y="12530"/>
                  </a:lnTo>
                  <a:lnTo>
                    <a:pt x="1124" y="12383"/>
                  </a:lnTo>
                  <a:lnTo>
                    <a:pt x="1343" y="12261"/>
                  </a:lnTo>
                  <a:lnTo>
                    <a:pt x="1612" y="12139"/>
                  </a:lnTo>
                  <a:lnTo>
                    <a:pt x="1881" y="12017"/>
                  </a:lnTo>
                  <a:lnTo>
                    <a:pt x="2198" y="11919"/>
                  </a:lnTo>
                  <a:lnTo>
                    <a:pt x="2540" y="11821"/>
                  </a:lnTo>
                  <a:lnTo>
                    <a:pt x="2907" y="11748"/>
                  </a:lnTo>
                  <a:lnTo>
                    <a:pt x="3297" y="11675"/>
                  </a:lnTo>
                  <a:lnTo>
                    <a:pt x="3712" y="11650"/>
                  </a:lnTo>
                  <a:lnTo>
                    <a:pt x="4152" y="11626"/>
                  </a:lnTo>
                  <a:lnTo>
                    <a:pt x="4738" y="11650"/>
                  </a:lnTo>
                  <a:lnTo>
                    <a:pt x="5300" y="11699"/>
                  </a:lnTo>
                  <a:lnTo>
                    <a:pt x="5788" y="11748"/>
                  </a:lnTo>
                  <a:lnTo>
                    <a:pt x="6252" y="11821"/>
                  </a:lnTo>
                  <a:lnTo>
                    <a:pt x="6668" y="11919"/>
                  </a:lnTo>
                  <a:lnTo>
                    <a:pt x="7034" y="11992"/>
                  </a:lnTo>
                  <a:lnTo>
                    <a:pt x="7596" y="12163"/>
                  </a:lnTo>
                  <a:lnTo>
                    <a:pt x="7767" y="12188"/>
                  </a:lnTo>
                  <a:lnTo>
                    <a:pt x="7938" y="12163"/>
                  </a:lnTo>
                  <a:lnTo>
                    <a:pt x="8084" y="12090"/>
                  </a:lnTo>
                  <a:lnTo>
                    <a:pt x="8182" y="11992"/>
                  </a:lnTo>
                  <a:lnTo>
                    <a:pt x="8255" y="11895"/>
                  </a:lnTo>
                  <a:lnTo>
                    <a:pt x="8304" y="11773"/>
                  </a:lnTo>
                  <a:lnTo>
                    <a:pt x="8328" y="11626"/>
                  </a:lnTo>
                  <a:lnTo>
                    <a:pt x="8328" y="1661"/>
                  </a:lnTo>
                  <a:lnTo>
                    <a:pt x="8304" y="1539"/>
                  </a:lnTo>
                  <a:lnTo>
                    <a:pt x="8280" y="1442"/>
                  </a:lnTo>
                  <a:lnTo>
                    <a:pt x="8206" y="1319"/>
                  </a:lnTo>
                  <a:lnTo>
                    <a:pt x="8133" y="1246"/>
                  </a:lnTo>
                  <a:lnTo>
                    <a:pt x="7987" y="1124"/>
                  </a:lnTo>
                  <a:lnTo>
                    <a:pt x="7816" y="978"/>
                  </a:lnTo>
                  <a:lnTo>
                    <a:pt x="7400" y="758"/>
                  </a:lnTo>
                  <a:lnTo>
                    <a:pt x="6936" y="538"/>
                  </a:lnTo>
                  <a:lnTo>
                    <a:pt x="6423" y="343"/>
                  </a:lnTo>
                  <a:lnTo>
                    <a:pt x="5862" y="196"/>
                  </a:lnTo>
                  <a:lnTo>
                    <a:pt x="5300" y="74"/>
                  </a:lnTo>
                  <a:lnTo>
                    <a:pt x="4738" y="25"/>
                  </a:lnTo>
                  <a:lnTo>
                    <a:pt x="4152" y="1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</p:spTree>
    <p:extLst>
      <p:ext uri="{BB962C8B-B14F-4D97-AF65-F5344CB8AC3E}">
        <p14:creationId xmlns:p14="http://schemas.microsoft.com/office/powerpoint/2010/main" val="720572542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0" name="Shape 80"/>
          <p:cNvSpPr txBox="1">
            <a:spLocks noGrp="1"/>
          </p:cNvSpPr>
          <p:nvPr>
            <p:ph type="title"/>
          </p:nvPr>
        </p:nvSpPr>
        <p:spPr>
          <a:xfrm>
            <a:off x="832475" y="168450"/>
            <a:ext cx="7951800" cy="973500"/>
          </a:xfrm>
          <a:prstGeom prst="rect">
            <a:avLst/>
          </a:prstGeom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de-DE" dirty="0" err="1" smtClean="0"/>
              <a:t>esm-usermanual</a:t>
            </a:r>
            <a:endParaRPr dirty="0"/>
          </a:p>
        </p:txBody>
      </p:sp>
      <p:sp>
        <p:nvSpPr>
          <p:cNvPr id="81" name="Shape 81"/>
          <p:cNvSpPr txBox="1"/>
          <p:nvPr/>
        </p:nvSpPr>
        <p:spPr>
          <a:xfrm>
            <a:off x="457075" y="1921975"/>
            <a:ext cx="3776700" cy="33555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rtl="0">
              <a:spcBef>
                <a:spcPts val="600"/>
              </a:spcBef>
              <a:spcAft>
                <a:spcPts val="0"/>
              </a:spcAft>
              <a:buNone/>
            </a:pPr>
            <a:r>
              <a:rPr lang="de-DE" b="1" dirty="0" err="1" smtClean="0">
                <a:solidFill>
                  <a:srgbClr val="F05768"/>
                </a:solidFill>
                <a:latin typeface="Source Sans Pro"/>
                <a:ea typeface="Source Sans Pro"/>
                <a:cs typeface="Source Sans Pro"/>
                <a:sym typeface="Source Sans Pro"/>
              </a:rPr>
              <a:t>Documentation</a:t>
            </a:r>
            <a:r>
              <a:rPr lang="de-DE" b="1" dirty="0" smtClean="0">
                <a:solidFill>
                  <a:srgbClr val="F05768"/>
                </a:solidFill>
                <a:latin typeface="Source Sans Pro"/>
                <a:ea typeface="Source Sans Pro"/>
                <a:cs typeface="Source Sans Pro"/>
                <a:sym typeface="Source Sans Pro"/>
              </a:rPr>
              <a:t> </a:t>
            </a:r>
            <a:r>
              <a:rPr lang="de-DE" b="1" dirty="0" err="1" smtClean="0">
                <a:solidFill>
                  <a:srgbClr val="F05768"/>
                </a:solidFill>
                <a:latin typeface="Source Sans Pro"/>
                <a:ea typeface="Source Sans Pro"/>
                <a:cs typeface="Source Sans Pro"/>
                <a:sym typeface="Source Sans Pro"/>
              </a:rPr>
              <a:t>of</a:t>
            </a:r>
            <a:r>
              <a:rPr lang="de-DE" b="1" dirty="0" smtClean="0">
                <a:solidFill>
                  <a:srgbClr val="F05768"/>
                </a:solidFill>
                <a:latin typeface="Source Sans Pro"/>
                <a:ea typeface="Source Sans Pro"/>
                <a:cs typeface="Source Sans Pro"/>
                <a:sym typeface="Source Sans Pro"/>
              </a:rPr>
              <a:t>:</a:t>
            </a:r>
          </a:p>
          <a:p>
            <a:pPr marL="285750" lvl="0" indent="-285750" rtl="0"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 charset="0"/>
              <a:buChar char="•"/>
            </a:pPr>
            <a:r>
              <a:rPr lang="de-DE" dirty="0" smtClean="0">
                <a:solidFill>
                  <a:srgbClr val="2F3848"/>
                </a:solidFill>
                <a:latin typeface="Source Sans Pro"/>
                <a:ea typeface="Source Sans Pro"/>
                <a:cs typeface="Source Sans Pro"/>
                <a:sym typeface="Source Sans Pro"/>
              </a:rPr>
              <a:t>All </a:t>
            </a:r>
            <a:r>
              <a:rPr lang="de-DE" dirty="0" err="1" smtClean="0">
                <a:solidFill>
                  <a:srgbClr val="2F3848"/>
                </a:solidFill>
                <a:latin typeface="Source Sans Pro"/>
                <a:ea typeface="Source Sans Pro"/>
                <a:cs typeface="Source Sans Pro"/>
                <a:sym typeface="Source Sans Pro"/>
              </a:rPr>
              <a:t>feature</a:t>
            </a:r>
            <a:r>
              <a:rPr lang="de-DE" dirty="0" smtClean="0">
                <a:solidFill>
                  <a:srgbClr val="2F3848"/>
                </a:solidFill>
                <a:latin typeface="Source Sans Pro"/>
                <a:ea typeface="Source Sans Pro"/>
                <a:cs typeface="Source Sans Pro"/>
                <a:sym typeface="Source Sans Pro"/>
              </a:rPr>
              <a:t> </a:t>
            </a:r>
            <a:r>
              <a:rPr lang="de-DE" dirty="0" err="1" smtClean="0">
                <a:solidFill>
                  <a:srgbClr val="2F3848"/>
                </a:solidFill>
                <a:latin typeface="Source Sans Pro"/>
                <a:ea typeface="Source Sans Pro"/>
                <a:cs typeface="Source Sans Pro"/>
                <a:sym typeface="Source Sans Pro"/>
              </a:rPr>
              <a:t>available</a:t>
            </a:r>
            <a:r>
              <a:rPr lang="de-DE" dirty="0" smtClean="0">
                <a:solidFill>
                  <a:srgbClr val="2F3848"/>
                </a:solidFill>
                <a:latin typeface="Source Sans Pro"/>
                <a:ea typeface="Source Sans Pro"/>
                <a:cs typeface="Source Sans Pro"/>
                <a:sym typeface="Source Sans Pro"/>
              </a:rPr>
              <a:t> in </a:t>
            </a:r>
            <a:r>
              <a:rPr lang="de-DE" dirty="0" err="1" smtClean="0">
                <a:solidFill>
                  <a:srgbClr val="2F3848"/>
                </a:solidFill>
                <a:latin typeface="Source Sans Pro"/>
                <a:ea typeface="Source Sans Pro"/>
                <a:cs typeface="Source Sans Pro"/>
                <a:sym typeface="Source Sans Pro"/>
              </a:rPr>
              <a:t>the</a:t>
            </a:r>
            <a:r>
              <a:rPr lang="de-DE" dirty="0" smtClean="0">
                <a:solidFill>
                  <a:srgbClr val="2F3848"/>
                </a:solidFill>
                <a:latin typeface="Source Sans Pro"/>
                <a:ea typeface="Source Sans Pro"/>
                <a:cs typeface="Source Sans Pro"/>
                <a:sym typeface="Source Sans Pro"/>
              </a:rPr>
              <a:t> </a:t>
            </a:r>
            <a:r>
              <a:rPr lang="de-DE" dirty="0" err="1" smtClean="0">
                <a:solidFill>
                  <a:srgbClr val="2F3848"/>
                </a:solidFill>
                <a:latin typeface="Source Sans Pro"/>
                <a:ea typeface="Source Sans Pro"/>
                <a:cs typeface="Source Sans Pro"/>
                <a:sym typeface="Source Sans Pro"/>
              </a:rPr>
              <a:t>esm</a:t>
            </a:r>
            <a:r>
              <a:rPr lang="de-DE" dirty="0" smtClean="0">
                <a:solidFill>
                  <a:srgbClr val="2F3848"/>
                </a:solidFill>
                <a:latin typeface="Source Sans Pro"/>
                <a:ea typeface="Source Sans Pro"/>
                <a:cs typeface="Source Sans Pro"/>
                <a:sym typeface="Source Sans Pro"/>
              </a:rPr>
              <a:t>-tools</a:t>
            </a:r>
          </a:p>
          <a:p>
            <a:pPr marL="285750" lvl="0" indent="-285750" rtl="0"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 charset="0"/>
              <a:buChar char="•"/>
            </a:pPr>
            <a:r>
              <a:rPr lang="de-DE" dirty="0" smtClean="0">
                <a:solidFill>
                  <a:srgbClr val="2F3848"/>
                </a:solidFill>
                <a:latin typeface="Source Sans Pro"/>
                <a:ea typeface="Source Sans Pro"/>
                <a:cs typeface="Source Sans Pro"/>
                <a:sym typeface="Source Sans Pro"/>
              </a:rPr>
              <a:t>„</a:t>
            </a:r>
            <a:r>
              <a:rPr lang="de-DE" dirty="0" err="1" smtClean="0">
                <a:solidFill>
                  <a:srgbClr val="2F3848"/>
                </a:solidFill>
                <a:latin typeface="Source Sans Pro"/>
                <a:ea typeface="Source Sans Pro"/>
                <a:cs typeface="Source Sans Pro"/>
                <a:sym typeface="Source Sans Pro"/>
              </a:rPr>
              <a:t>How-to</a:t>
            </a:r>
            <a:r>
              <a:rPr lang="de-DE" dirty="0" smtClean="0">
                <a:solidFill>
                  <a:srgbClr val="2F3848"/>
                </a:solidFill>
                <a:latin typeface="Source Sans Pro"/>
                <a:ea typeface="Source Sans Pro"/>
                <a:cs typeface="Source Sans Pro"/>
                <a:sym typeface="Source Sans Pro"/>
              </a:rPr>
              <a:t>“ </a:t>
            </a:r>
            <a:r>
              <a:rPr lang="de-DE" dirty="0" err="1" smtClean="0">
                <a:solidFill>
                  <a:srgbClr val="2F3848"/>
                </a:solidFill>
                <a:latin typeface="Source Sans Pro"/>
                <a:ea typeface="Source Sans Pro"/>
                <a:cs typeface="Source Sans Pro"/>
                <a:sym typeface="Source Sans Pro"/>
              </a:rPr>
              <a:t>get</a:t>
            </a:r>
            <a:r>
              <a:rPr lang="de-DE" dirty="0" smtClean="0">
                <a:solidFill>
                  <a:srgbClr val="2F3848"/>
                </a:solidFill>
                <a:latin typeface="Source Sans Pro"/>
                <a:ea typeface="Source Sans Pro"/>
                <a:cs typeface="Source Sans Pro"/>
                <a:sym typeface="Source Sans Pro"/>
              </a:rPr>
              <a:t> </a:t>
            </a:r>
            <a:r>
              <a:rPr lang="de-DE" dirty="0" err="1" smtClean="0">
                <a:solidFill>
                  <a:srgbClr val="2F3848"/>
                </a:solidFill>
                <a:latin typeface="Source Sans Pro"/>
                <a:ea typeface="Source Sans Pro"/>
                <a:cs typeface="Source Sans Pro"/>
                <a:sym typeface="Source Sans Pro"/>
              </a:rPr>
              <a:t>started</a:t>
            </a:r>
            <a:r>
              <a:rPr lang="de-DE" dirty="0" smtClean="0">
                <a:solidFill>
                  <a:srgbClr val="2F3848"/>
                </a:solidFill>
                <a:latin typeface="Source Sans Pro"/>
                <a:ea typeface="Source Sans Pro"/>
                <a:cs typeface="Source Sans Pro"/>
                <a:sym typeface="Source Sans Pro"/>
              </a:rPr>
              <a:t> </a:t>
            </a:r>
            <a:r>
              <a:rPr lang="de-DE" dirty="0" err="1" smtClean="0">
                <a:solidFill>
                  <a:srgbClr val="2F3848"/>
                </a:solidFill>
                <a:latin typeface="Source Sans Pro"/>
                <a:ea typeface="Source Sans Pro"/>
                <a:cs typeface="Source Sans Pro"/>
                <a:sym typeface="Source Sans Pro"/>
              </a:rPr>
              <a:t>quickly</a:t>
            </a:r>
            <a:endParaRPr dirty="0">
              <a:solidFill>
                <a:srgbClr val="2F3848"/>
              </a:solidFill>
              <a:latin typeface="Source Sans Pro"/>
              <a:ea typeface="Source Sans Pro"/>
              <a:cs typeface="Source Sans Pro"/>
              <a:sym typeface="Source Sans Pro"/>
            </a:endParaRPr>
          </a:p>
          <a:p>
            <a:pPr marL="285750" lvl="0" indent="-285750" rtl="0"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 charset="0"/>
              <a:buChar char="•"/>
            </a:pPr>
            <a:r>
              <a:rPr lang="en-US" dirty="0" smtClean="0">
                <a:solidFill>
                  <a:srgbClr val="2F3848"/>
                </a:solidFill>
                <a:latin typeface="Source Sans Pro"/>
                <a:ea typeface="Source Sans Pro"/>
                <a:cs typeface="Source Sans Pro"/>
                <a:sym typeface="Source Sans Pro"/>
              </a:rPr>
              <a:t>Default settings</a:t>
            </a:r>
          </a:p>
          <a:p>
            <a:pPr marL="285750" lvl="0" indent="-285750" rtl="0"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 charset="0"/>
              <a:buChar char="•"/>
            </a:pPr>
            <a:r>
              <a:rPr lang="en-US" dirty="0" smtClean="0">
                <a:solidFill>
                  <a:srgbClr val="2F3848"/>
                </a:solidFill>
                <a:latin typeface="Source Sans Pro"/>
                <a:ea typeface="Source Sans Pro"/>
                <a:cs typeface="Source Sans Pro"/>
                <a:sym typeface="Source Sans Pro"/>
              </a:rPr>
              <a:t>Known issues</a:t>
            </a:r>
          </a:p>
          <a:p>
            <a:pPr marL="285750" lvl="0" indent="-285750" rtl="0"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 charset="0"/>
              <a:buChar char="•"/>
            </a:pPr>
            <a:endParaRPr lang="de-DE" dirty="0">
              <a:solidFill>
                <a:srgbClr val="2F3848"/>
              </a:solidFill>
              <a:latin typeface="Source Sans Pro"/>
              <a:ea typeface="Source Sans Pro"/>
              <a:cs typeface="Source Sans Pro"/>
              <a:sym typeface="Source Sans Pro"/>
            </a:endParaRPr>
          </a:p>
          <a:p>
            <a:pPr lvl="0">
              <a:spcBef>
                <a:spcPts val="600"/>
              </a:spcBef>
              <a:buClr>
                <a:schemeClr val="dk1"/>
              </a:buClr>
              <a:buSzPts val="1100"/>
            </a:pPr>
            <a:r>
              <a:rPr lang="de-DE" b="1" dirty="0" smtClean="0">
                <a:solidFill>
                  <a:srgbClr val="F05768"/>
                </a:solidFill>
                <a:latin typeface="Source Sans Pro"/>
                <a:ea typeface="Source Sans Pro"/>
                <a:cs typeface="Source Sans Pro"/>
                <a:sym typeface="Source Sans Pro"/>
              </a:rPr>
              <a:t>Open </a:t>
            </a:r>
            <a:r>
              <a:rPr lang="de-DE" b="1" dirty="0" err="1" smtClean="0">
                <a:solidFill>
                  <a:srgbClr val="F05768"/>
                </a:solidFill>
                <a:latin typeface="Source Sans Pro"/>
                <a:ea typeface="Source Sans Pro"/>
                <a:cs typeface="Source Sans Pro"/>
                <a:sym typeface="Source Sans Pro"/>
              </a:rPr>
              <a:t>project</a:t>
            </a:r>
            <a:r>
              <a:rPr lang="de-DE" b="1" dirty="0" smtClean="0">
                <a:solidFill>
                  <a:srgbClr val="F05768"/>
                </a:solidFill>
                <a:latin typeface="Source Sans Pro"/>
                <a:ea typeface="Source Sans Pro"/>
                <a:cs typeface="Source Sans Pro"/>
                <a:sym typeface="Source Sans Pro"/>
              </a:rPr>
              <a:t> </a:t>
            </a:r>
            <a:r>
              <a:rPr lang="mr-IN" b="1" dirty="0" smtClean="0">
                <a:solidFill>
                  <a:srgbClr val="F05768"/>
                </a:solidFill>
                <a:latin typeface="Source Sans Pro"/>
                <a:ea typeface="Source Sans Pro"/>
                <a:cs typeface="Source Sans Pro"/>
                <a:sym typeface="Source Sans Pro"/>
              </a:rPr>
              <a:t>–</a:t>
            </a:r>
            <a:r>
              <a:rPr lang="de-DE" b="1" dirty="0" smtClean="0">
                <a:solidFill>
                  <a:srgbClr val="F05768"/>
                </a:solidFill>
                <a:latin typeface="Source Sans Pro"/>
                <a:ea typeface="Source Sans Pro"/>
                <a:cs typeface="Source Sans Pro"/>
                <a:sym typeface="Source Sans Pro"/>
              </a:rPr>
              <a:t> </a:t>
            </a:r>
            <a:r>
              <a:rPr lang="de-DE" b="1" dirty="0" err="1" smtClean="0">
                <a:solidFill>
                  <a:srgbClr val="F05768"/>
                </a:solidFill>
                <a:latin typeface="Source Sans Pro"/>
                <a:ea typeface="Source Sans Pro"/>
                <a:cs typeface="Source Sans Pro"/>
                <a:sym typeface="Source Sans Pro"/>
              </a:rPr>
              <a:t>feel</a:t>
            </a:r>
            <a:r>
              <a:rPr lang="de-DE" b="1" dirty="0" smtClean="0">
                <a:solidFill>
                  <a:srgbClr val="F05768"/>
                </a:solidFill>
                <a:latin typeface="Source Sans Pro"/>
                <a:ea typeface="Source Sans Pro"/>
                <a:cs typeface="Source Sans Pro"/>
                <a:sym typeface="Source Sans Pro"/>
              </a:rPr>
              <a:t> </a:t>
            </a:r>
            <a:r>
              <a:rPr lang="de-DE" b="1" dirty="0" err="1" smtClean="0">
                <a:solidFill>
                  <a:srgbClr val="F05768"/>
                </a:solidFill>
                <a:latin typeface="Source Sans Pro"/>
                <a:ea typeface="Source Sans Pro"/>
                <a:cs typeface="Source Sans Pro"/>
                <a:sym typeface="Source Sans Pro"/>
              </a:rPr>
              <a:t>free</a:t>
            </a:r>
            <a:r>
              <a:rPr lang="de-DE" b="1" dirty="0" smtClean="0">
                <a:solidFill>
                  <a:srgbClr val="F05768"/>
                </a:solidFill>
                <a:latin typeface="Source Sans Pro"/>
                <a:ea typeface="Source Sans Pro"/>
                <a:cs typeface="Source Sans Pro"/>
                <a:sym typeface="Source Sans Pro"/>
              </a:rPr>
              <a:t> </a:t>
            </a:r>
            <a:r>
              <a:rPr lang="de-DE" b="1" dirty="0" err="1" smtClean="0">
                <a:solidFill>
                  <a:srgbClr val="F05768"/>
                </a:solidFill>
                <a:latin typeface="Source Sans Pro"/>
                <a:ea typeface="Source Sans Pro"/>
                <a:cs typeface="Source Sans Pro"/>
                <a:sym typeface="Source Sans Pro"/>
              </a:rPr>
              <a:t>to</a:t>
            </a:r>
            <a:r>
              <a:rPr lang="de-DE" b="1" dirty="0" smtClean="0">
                <a:solidFill>
                  <a:srgbClr val="F05768"/>
                </a:solidFill>
                <a:latin typeface="Source Sans Pro"/>
                <a:ea typeface="Source Sans Pro"/>
                <a:cs typeface="Source Sans Pro"/>
                <a:sym typeface="Source Sans Pro"/>
              </a:rPr>
              <a:t> </a:t>
            </a:r>
            <a:r>
              <a:rPr lang="de-DE" b="1" dirty="0" err="1" smtClean="0">
                <a:solidFill>
                  <a:srgbClr val="F05768"/>
                </a:solidFill>
                <a:latin typeface="Source Sans Pro"/>
                <a:ea typeface="Source Sans Pro"/>
                <a:cs typeface="Source Sans Pro"/>
                <a:sym typeface="Source Sans Pro"/>
              </a:rPr>
              <a:t>add</a:t>
            </a:r>
            <a:r>
              <a:rPr lang="de-DE" b="1" dirty="0" smtClean="0">
                <a:solidFill>
                  <a:srgbClr val="F05768"/>
                </a:solidFill>
                <a:latin typeface="Source Sans Pro"/>
                <a:ea typeface="Source Sans Pro"/>
                <a:cs typeface="Source Sans Pro"/>
                <a:sym typeface="Source Sans Pro"/>
              </a:rPr>
              <a:t> </a:t>
            </a:r>
            <a:r>
              <a:rPr lang="de-DE" b="1" dirty="0" err="1" smtClean="0">
                <a:solidFill>
                  <a:srgbClr val="F05768"/>
                </a:solidFill>
                <a:latin typeface="Source Sans Pro"/>
                <a:ea typeface="Source Sans Pro"/>
                <a:cs typeface="Source Sans Pro"/>
                <a:sym typeface="Source Sans Pro"/>
              </a:rPr>
              <a:t>content</a:t>
            </a:r>
            <a:r>
              <a:rPr lang="de-DE" b="1" dirty="0">
                <a:solidFill>
                  <a:srgbClr val="F05768"/>
                </a:solidFill>
                <a:latin typeface="Source Sans Pro"/>
                <a:ea typeface="Source Sans Pro"/>
                <a:cs typeface="Source Sans Pro"/>
                <a:sym typeface="Source Sans Pro"/>
              </a:rPr>
              <a:t>!</a:t>
            </a:r>
            <a:endParaRPr lang="de-DE" dirty="0" smtClean="0">
              <a:solidFill>
                <a:srgbClr val="2F3848"/>
              </a:solidFill>
              <a:latin typeface="Source Sans Pro"/>
              <a:ea typeface="Source Sans Pro"/>
              <a:cs typeface="Source Sans Pro"/>
              <a:sym typeface="Source Sans Pro"/>
            </a:endParaRPr>
          </a:p>
        </p:txBody>
      </p:sp>
      <p:sp>
        <p:nvSpPr>
          <p:cNvPr id="83" name="Shape 83"/>
          <p:cNvSpPr txBox="1"/>
          <p:nvPr/>
        </p:nvSpPr>
        <p:spPr>
          <a:xfrm>
            <a:off x="457075" y="5555502"/>
            <a:ext cx="8229600" cy="826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rtl="0">
              <a:spcAft>
                <a:spcPts val="0"/>
              </a:spcAft>
              <a:buNone/>
            </a:pPr>
            <a:r>
              <a:rPr lang="de-DE" b="1" dirty="0" err="1" smtClean="0">
                <a:solidFill>
                  <a:srgbClr val="2F3848"/>
                </a:solidFill>
                <a:latin typeface="Source Sans Pro"/>
                <a:ea typeface="Source Sans Pro"/>
                <a:cs typeface="Source Sans Pro"/>
                <a:sym typeface="Source Sans Pro"/>
              </a:rPr>
              <a:t>Get</a:t>
            </a:r>
            <a:r>
              <a:rPr lang="de-DE" b="1" dirty="0" smtClean="0">
                <a:solidFill>
                  <a:srgbClr val="2F3848"/>
                </a:solidFill>
                <a:latin typeface="Source Sans Pro"/>
                <a:ea typeface="Source Sans Pro"/>
                <a:cs typeface="Source Sans Pro"/>
                <a:sym typeface="Source Sans Pro"/>
              </a:rPr>
              <a:t> </a:t>
            </a:r>
            <a:r>
              <a:rPr lang="de-DE" b="1" dirty="0" err="1" smtClean="0">
                <a:solidFill>
                  <a:srgbClr val="2F3848"/>
                </a:solidFill>
                <a:latin typeface="Source Sans Pro"/>
                <a:ea typeface="Source Sans Pro"/>
                <a:cs typeface="Source Sans Pro"/>
                <a:sym typeface="Source Sans Pro"/>
              </a:rPr>
              <a:t>it</a:t>
            </a:r>
            <a:r>
              <a:rPr lang="de-DE" b="1" dirty="0" smtClean="0">
                <a:solidFill>
                  <a:srgbClr val="2F3848"/>
                </a:solidFill>
                <a:latin typeface="Source Sans Pro"/>
                <a:ea typeface="Source Sans Pro"/>
                <a:cs typeface="Source Sans Pro"/>
                <a:sym typeface="Source Sans Pro"/>
              </a:rPr>
              <a:t> </a:t>
            </a:r>
            <a:r>
              <a:rPr lang="de-DE" b="1" dirty="0" err="1" smtClean="0">
                <a:solidFill>
                  <a:srgbClr val="2F3848"/>
                </a:solidFill>
                <a:latin typeface="Source Sans Pro"/>
                <a:ea typeface="Source Sans Pro"/>
                <a:cs typeface="Source Sans Pro"/>
                <a:sym typeface="Source Sans Pro"/>
              </a:rPr>
              <a:t>from</a:t>
            </a:r>
            <a:r>
              <a:rPr lang="de-DE" b="1" dirty="0" smtClean="0">
                <a:solidFill>
                  <a:srgbClr val="2F3848"/>
                </a:solidFill>
                <a:latin typeface="Source Sans Pro"/>
                <a:ea typeface="Source Sans Pro"/>
                <a:cs typeface="Source Sans Pro"/>
                <a:sym typeface="Source Sans Pro"/>
              </a:rPr>
              <a:t>:	 </a:t>
            </a:r>
            <a:r>
              <a:rPr lang="de-DE" b="1" u="sng" dirty="0" smtClean="0">
                <a:solidFill>
                  <a:srgbClr val="2F3848"/>
                </a:solidFill>
                <a:latin typeface="Source Sans Pro"/>
                <a:ea typeface="Source Sans Pro"/>
                <a:cs typeface="Source Sans Pro"/>
                <a:sym typeface="Source Sans Pro"/>
              </a:rPr>
              <a:t>https://gitlab.dkrz.de/esm-tools/esm-usermanual</a:t>
            </a:r>
          </a:p>
          <a:p>
            <a:pPr marL="0" lvl="0" indent="0" rtl="0">
              <a:spcAft>
                <a:spcPts val="0"/>
              </a:spcAft>
              <a:buNone/>
            </a:pPr>
            <a:endParaRPr lang="de-DE" b="1" dirty="0">
              <a:solidFill>
                <a:srgbClr val="2F3848"/>
              </a:solidFill>
              <a:latin typeface="Source Sans Pro"/>
              <a:ea typeface="Source Sans Pro"/>
              <a:cs typeface="Source Sans Pro"/>
              <a:sym typeface="Source Sans Pro"/>
            </a:endParaRPr>
          </a:p>
          <a:p>
            <a:pPr lvl="0"/>
            <a:r>
              <a:rPr lang="de-DE" b="1" dirty="0" smtClean="0">
                <a:solidFill>
                  <a:srgbClr val="2F3848"/>
                </a:solidFill>
                <a:latin typeface="Source Sans Pro"/>
                <a:ea typeface="Source Sans Pro"/>
                <a:cs typeface="Source Sans Pro"/>
                <a:sym typeface="Source Sans Pro"/>
              </a:rPr>
              <a:t>Also check out </a:t>
            </a:r>
            <a:r>
              <a:rPr lang="de-DE" b="1" dirty="0" err="1" smtClean="0">
                <a:solidFill>
                  <a:srgbClr val="2F3848"/>
                </a:solidFill>
                <a:latin typeface="Source Sans Pro"/>
                <a:ea typeface="Source Sans Pro"/>
                <a:cs typeface="Source Sans Pro"/>
                <a:sym typeface="Source Sans Pro"/>
              </a:rPr>
              <a:t>the</a:t>
            </a:r>
            <a:r>
              <a:rPr lang="de-DE" b="1" dirty="0">
                <a:solidFill>
                  <a:srgbClr val="2F3848"/>
                </a:solidFill>
                <a:latin typeface="Source Sans Pro"/>
                <a:ea typeface="Source Sans Pro"/>
                <a:cs typeface="Source Sans Pro"/>
                <a:sym typeface="Source Sans Pro"/>
              </a:rPr>
              <a:t> </a:t>
            </a:r>
            <a:r>
              <a:rPr lang="de-DE" b="1" dirty="0" err="1" smtClean="0">
                <a:solidFill>
                  <a:srgbClr val="2F3848"/>
                </a:solidFill>
                <a:latin typeface="Source Sans Pro"/>
                <a:ea typeface="Source Sans Pro"/>
                <a:cs typeface="Source Sans Pro"/>
                <a:sym typeface="Source Sans Pro"/>
              </a:rPr>
              <a:t>wiki</a:t>
            </a:r>
            <a:r>
              <a:rPr lang="de-DE" b="1" dirty="0" smtClean="0">
                <a:solidFill>
                  <a:srgbClr val="2F3848"/>
                </a:solidFill>
                <a:latin typeface="Source Sans Pro"/>
                <a:ea typeface="Source Sans Pro"/>
                <a:cs typeface="Source Sans Pro"/>
                <a:sym typeface="Source Sans Pro"/>
              </a:rPr>
              <a:t>-page: </a:t>
            </a:r>
            <a:r>
              <a:rPr lang="de-DE" b="1" u="sng" dirty="0" smtClean="0">
                <a:solidFill>
                  <a:srgbClr val="2F3848"/>
                </a:solidFill>
                <a:latin typeface="Source Sans Pro"/>
                <a:ea typeface="Source Sans Pro"/>
                <a:cs typeface="Source Sans Pro"/>
                <a:sym typeface="Source Sans Pro"/>
              </a:rPr>
              <a:t>https</a:t>
            </a:r>
            <a:r>
              <a:rPr lang="de-DE" b="1" u="sng" dirty="0">
                <a:solidFill>
                  <a:srgbClr val="2F3848"/>
                </a:solidFill>
                <a:latin typeface="Source Sans Pro"/>
                <a:ea typeface="Source Sans Pro"/>
                <a:cs typeface="Source Sans Pro"/>
                <a:sym typeface="Source Sans Pro"/>
              </a:rPr>
              <a:t>://</a:t>
            </a:r>
            <a:r>
              <a:rPr lang="de-DE" b="1" u="sng" dirty="0" err="1">
                <a:solidFill>
                  <a:srgbClr val="2F3848"/>
                </a:solidFill>
                <a:latin typeface="Source Sans Pro"/>
                <a:ea typeface="Source Sans Pro"/>
                <a:cs typeface="Source Sans Pro"/>
                <a:sym typeface="Source Sans Pro"/>
              </a:rPr>
              <a:t>gitlab.dkrz.de</a:t>
            </a:r>
            <a:r>
              <a:rPr lang="de-DE" b="1" u="sng" dirty="0">
                <a:solidFill>
                  <a:srgbClr val="2F3848"/>
                </a:solidFill>
                <a:latin typeface="Source Sans Pro"/>
                <a:ea typeface="Source Sans Pro"/>
                <a:cs typeface="Source Sans Pro"/>
                <a:sym typeface="Source Sans Pro"/>
              </a:rPr>
              <a:t>/</a:t>
            </a:r>
            <a:r>
              <a:rPr lang="de-DE" b="1" u="sng" dirty="0" err="1">
                <a:solidFill>
                  <a:srgbClr val="2F3848"/>
                </a:solidFill>
                <a:latin typeface="Source Sans Pro"/>
                <a:ea typeface="Source Sans Pro"/>
                <a:cs typeface="Source Sans Pro"/>
                <a:sym typeface="Source Sans Pro"/>
              </a:rPr>
              <a:t>esm</a:t>
            </a:r>
            <a:r>
              <a:rPr lang="de-DE" b="1" u="sng" dirty="0">
                <a:solidFill>
                  <a:srgbClr val="2F3848"/>
                </a:solidFill>
                <a:latin typeface="Source Sans Pro"/>
                <a:ea typeface="Source Sans Pro"/>
                <a:cs typeface="Source Sans Pro"/>
                <a:sym typeface="Source Sans Pro"/>
              </a:rPr>
              <a:t>-tools/</a:t>
            </a:r>
            <a:r>
              <a:rPr lang="de-DE" b="1" u="sng" dirty="0" err="1">
                <a:solidFill>
                  <a:srgbClr val="2F3848"/>
                </a:solidFill>
                <a:latin typeface="Source Sans Pro"/>
                <a:ea typeface="Source Sans Pro"/>
                <a:cs typeface="Source Sans Pro"/>
                <a:sym typeface="Source Sans Pro"/>
              </a:rPr>
              <a:t>esm-runscripts</a:t>
            </a:r>
            <a:r>
              <a:rPr lang="de-DE" b="1" u="sng" dirty="0">
                <a:solidFill>
                  <a:srgbClr val="2F3848"/>
                </a:solidFill>
                <a:latin typeface="Source Sans Pro"/>
                <a:ea typeface="Source Sans Pro"/>
                <a:cs typeface="Source Sans Pro"/>
                <a:sym typeface="Source Sans Pro"/>
              </a:rPr>
              <a:t>/</a:t>
            </a:r>
            <a:r>
              <a:rPr lang="de-DE" b="1" u="sng" dirty="0" err="1">
                <a:solidFill>
                  <a:srgbClr val="2F3848"/>
                </a:solidFill>
                <a:latin typeface="Source Sans Pro"/>
                <a:ea typeface="Source Sans Pro"/>
                <a:cs typeface="Source Sans Pro"/>
                <a:sym typeface="Source Sans Pro"/>
              </a:rPr>
              <a:t>wikis</a:t>
            </a:r>
            <a:r>
              <a:rPr lang="de-DE" b="1" u="sng" dirty="0">
                <a:solidFill>
                  <a:srgbClr val="2F3848"/>
                </a:solidFill>
                <a:latin typeface="Source Sans Pro"/>
                <a:ea typeface="Source Sans Pro"/>
                <a:cs typeface="Source Sans Pro"/>
                <a:sym typeface="Source Sans Pro"/>
              </a:rPr>
              <a:t>/</a:t>
            </a:r>
            <a:r>
              <a:rPr lang="de-DE" b="1" u="sng" dirty="0" err="1">
                <a:solidFill>
                  <a:srgbClr val="2F3848"/>
                </a:solidFill>
                <a:latin typeface="Source Sans Pro"/>
                <a:ea typeface="Source Sans Pro"/>
                <a:cs typeface="Source Sans Pro"/>
                <a:sym typeface="Source Sans Pro"/>
              </a:rPr>
              <a:t>home</a:t>
            </a:r>
            <a:endParaRPr u="sng" dirty="0">
              <a:solidFill>
                <a:srgbClr val="2F3848"/>
              </a:solidFill>
              <a:latin typeface="Source Sans Pro"/>
              <a:ea typeface="Source Sans Pro"/>
              <a:cs typeface="Source Sans Pro"/>
              <a:sym typeface="Source Sans Pro"/>
            </a:endParaRPr>
          </a:p>
        </p:txBody>
      </p:sp>
    </p:spTree>
    <p:extLst>
      <p:ext uri="{BB962C8B-B14F-4D97-AF65-F5344CB8AC3E}">
        <p14:creationId xmlns:p14="http://schemas.microsoft.com/office/powerpoint/2010/main" val="1175243629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6" name="Shape 96"/>
          <p:cNvSpPr txBox="1">
            <a:spLocks noGrp="1"/>
          </p:cNvSpPr>
          <p:nvPr>
            <p:ph type="ctrTitle"/>
          </p:nvPr>
        </p:nvSpPr>
        <p:spPr>
          <a:xfrm>
            <a:off x="665225" y="2004366"/>
            <a:ext cx="5560010" cy="805642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rtl="0">
              <a:spcBef>
                <a:spcPts val="0"/>
              </a:spcBef>
              <a:spcAft>
                <a:spcPts val="0"/>
              </a:spcAft>
              <a:buNone/>
            </a:pPr>
            <a:r>
              <a:rPr lang="de-DE" dirty="0" smtClean="0">
                <a:solidFill>
                  <a:schemeClr val="bg1"/>
                </a:solidFill>
              </a:rPr>
              <a:t>5</a:t>
            </a:r>
            <a:r>
              <a:rPr lang="en" dirty="0" smtClean="0">
                <a:solidFill>
                  <a:schemeClr val="bg1"/>
                </a:solidFill>
              </a:rPr>
              <a:t>.</a:t>
            </a:r>
            <a:r>
              <a:rPr lang="de-DE" dirty="0" smtClean="0">
                <a:solidFill>
                  <a:schemeClr val="bg1"/>
                </a:solidFill>
              </a:rPr>
              <a:t> </a:t>
            </a:r>
            <a:r>
              <a:rPr lang="en-US" dirty="0" err="1" smtClean="0"/>
              <a:t>esm</a:t>
            </a:r>
            <a:r>
              <a:rPr lang="de-DE" dirty="0" smtClean="0"/>
              <a:t>-workshop</a:t>
            </a:r>
            <a:endParaRPr dirty="0"/>
          </a:p>
        </p:txBody>
      </p:sp>
      <p:sp>
        <p:nvSpPr>
          <p:cNvPr id="97" name="Shape 97"/>
          <p:cNvSpPr txBox="1">
            <a:spLocks noGrp="1"/>
          </p:cNvSpPr>
          <p:nvPr>
            <p:ph type="subTitle" idx="1"/>
          </p:nvPr>
        </p:nvSpPr>
        <p:spPr>
          <a:xfrm>
            <a:off x="854252" y="3922275"/>
            <a:ext cx="3815400" cy="1139844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rtl="0">
              <a:spcBef>
                <a:spcPts val="0"/>
              </a:spcBef>
              <a:spcAft>
                <a:spcPts val="0"/>
              </a:spcAft>
              <a:buNone/>
            </a:pPr>
            <a:r>
              <a:rPr lang="de-DE" dirty="0" err="1" smtClean="0"/>
              <a:t>Learn</a:t>
            </a:r>
            <a:r>
              <a:rPr lang="de-DE" dirty="0" smtClean="0"/>
              <a:t> </a:t>
            </a:r>
            <a:r>
              <a:rPr lang="de-DE" dirty="0" err="1" smtClean="0"/>
              <a:t>how</a:t>
            </a:r>
            <a:r>
              <a:rPr lang="de-DE" dirty="0" smtClean="0"/>
              <a:t> </a:t>
            </a:r>
            <a:r>
              <a:rPr lang="de-DE" dirty="0" err="1" smtClean="0"/>
              <a:t>to</a:t>
            </a:r>
            <a:r>
              <a:rPr lang="de-DE" dirty="0" smtClean="0"/>
              <a:t> </a:t>
            </a:r>
            <a:r>
              <a:rPr lang="de-DE" dirty="0" err="1" smtClean="0"/>
              <a:t>get</a:t>
            </a:r>
            <a:r>
              <a:rPr lang="de-DE" dirty="0" smtClean="0"/>
              <a:t>, </a:t>
            </a:r>
            <a:r>
              <a:rPr lang="de-DE" dirty="0" err="1" smtClean="0"/>
              <a:t>use</a:t>
            </a:r>
            <a:r>
              <a:rPr lang="de-DE" dirty="0" smtClean="0"/>
              <a:t> </a:t>
            </a:r>
            <a:r>
              <a:rPr lang="de-DE" dirty="0" err="1" smtClean="0"/>
              <a:t>and</a:t>
            </a:r>
            <a:r>
              <a:rPr lang="de-DE" dirty="0" smtClean="0"/>
              <a:t> </a:t>
            </a:r>
            <a:r>
              <a:rPr lang="de-DE" dirty="0" err="1" smtClean="0"/>
              <a:t>contribute</a:t>
            </a:r>
            <a:r>
              <a:rPr lang="de-DE" dirty="0" smtClean="0"/>
              <a:t> </a:t>
            </a:r>
            <a:r>
              <a:rPr lang="de-DE" dirty="0" err="1" smtClean="0"/>
              <a:t>to</a:t>
            </a:r>
            <a:r>
              <a:rPr lang="de-DE" dirty="0" smtClean="0"/>
              <a:t> </a:t>
            </a:r>
            <a:r>
              <a:rPr lang="de-DE" dirty="0" err="1" smtClean="0"/>
              <a:t>the</a:t>
            </a:r>
            <a:r>
              <a:rPr lang="de-DE" dirty="0" smtClean="0"/>
              <a:t> </a:t>
            </a:r>
            <a:r>
              <a:rPr lang="de-DE" dirty="0" err="1" smtClean="0"/>
              <a:t>esm</a:t>
            </a:r>
            <a:r>
              <a:rPr lang="de-DE" dirty="0" smtClean="0"/>
              <a:t>-tools</a:t>
            </a:r>
            <a:endParaRPr dirty="0"/>
          </a:p>
        </p:txBody>
      </p:sp>
      <p:grpSp>
        <p:nvGrpSpPr>
          <p:cNvPr id="13" name="Shape 402"/>
          <p:cNvGrpSpPr/>
          <p:nvPr/>
        </p:nvGrpSpPr>
        <p:grpSpPr>
          <a:xfrm>
            <a:off x="6780417" y="571523"/>
            <a:ext cx="1778994" cy="1623037"/>
            <a:chOff x="6625350" y="1613750"/>
            <a:chExt cx="480525" cy="438400"/>
          </a:xfrm>
        </p:grpSpPr>
        <p:sp>
          <p:nvSpPr>
            <p:cNvPr id="14" name="Shape 403"/>
            <p:cNvSpPr/>
            <p:nvPr/>
          </p:nvSpPr>
          <p:spPr>
            <a:xfrm>
              <a:off x="6670525" y="1887275"/>
              <a:ext cx="117875" cy="164875"/>
            </a:xfrm>
            <a:custGeom>
              <a:avLst/>
              <a:gdLst/>
              <a:ahLst/>
              <a:cxnLst/>
              <a:rect l="0" t="0" r="0" b="0"/>
              <a:pathLst>
                <a:path w="4715" h="6595" extrusionOk="0">
                  <a:moveTo>
                    <a:pt x="0" y="1"/>
                  </a:moveTo>
                  <a:lnTo>
                    <a:pt x="538" y="6058"/>
                  </a:lnTo>
                  <a:lnTo>
                    <a:pt x="562" y="6180"/>
                  </a:lnTo>
                  <a:lnTo>
                    <a:pt x="587" y="6277"/>
                  </a:lnTo>
                  <a:lnTo>
                    <a:pt x="660" y="6351"/>
                  </a:lnTo>
                  <a:lnTo>
                    <a:pt x="733" y="6448"/>
                  </a:lnTo>
                  <a:lnTo>
                    <a:pt x="806" y="6497"/>
                  </a:lnTo>
                  <a:lnTo>
                    <a:pt x="904" y="6546"/>
                  </a:lnTo>
                  <a:lnTo>
                    <a:pt x="1002" y="6571"/>
                  </a:lnTo>
                  <a:lnTo>
                    <a:pt x="1124" y="6595"/>
                  </a:lnTo>
                  <a:lnTo>
                    <a:pt x="4128" y="6595"/>
                  </a:lnTo>
                  <a:lnTo>
                    <a:pt x="4274" y="6571"/>
                  </a:lnTo>
                  <a:lnTo>
                    <a:pt x="4397" y="6522"/>
                  </a:lnTo>
                  <a:lnTo>
                    <a:pt x="4494" y="6473"/>
                  </a:lnTo>
                  <a:lnTo>
                    <a:pt x="4592" y="6375"/>
                  </a:lnTo>
                  <a:lnTo>
                    <a:pt x="4665" y="6253"/>
                  </a:lnTo>
                  <a:lnTo>
                    <a:pt x="4714" y="6155"/>
                  </a:lnTo>
                  <a:lnTo>
                    <a:pt x="4714" y="6009"/>
                  </a:lnTo>
                  <a:lnTo>
                    <a:pt x="4714" y="5887"/>
                  </a:lnTo>
                  <a:lnTo>
                    <a:pt x="3713" y="123"/>
                  </a:lnTo>
                  <a:lnTo>
                    <a:pt x="2589" y="50"/>
                  </a:lnTo>
                  <a:lnTo>
                    <a:pt x="1637" y="25"/>
                  </a:lnTo>
                  <a:lnTo>
                    <a:pt x="0" y="1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" name="Shape 404"/>
            <p:cNvSpPr/>
            <p:nvPr/>
          </p:nvSpPr>
          <p:spPr>
            <a:xfrm>
              <a:off x="7075950" y="1754175"/>
              <a:ext cx="29925" cy="99550"/>
            </a:xfrm>
            <a:custGeom>
              <a:avLst/>
              <a:gdLst/>
              <a:ahLst/>
              <a:cxnLst/>
              <a:rect l="0" t="0" r="0" b="0"/>
              <a:pathLst>
                <a:path w="1197" h="3982" extrusionOk="0">
                  <a:moveTo>
                    <a:pt x="0" y="1"/>
                  </a:moveTo>
                  <a:lnTo>
                    <a:pt x="0" y="3981"/>
                  </a:lnTo>
                  <a:lnTo>
                    <a:pt x="269" y="3811"/>
                  </a:lnTo>
                  <a:lnTo>
                    <a:pt x="489" y="3615"/>
                  </a:lnTo>
                  <a:lnTo>
                    <a:pt x="684" y="3420"/>
                  </a:lnTo>
                  <a:lnTo>
                    <a:pt x="855" y="3176"/>
                  </a:lnTo>
                  <a:lnTo>
                    <a:pt x="1002" y="2907"/>
                  </a:lnTo>
                  <a:lnTo>
                    <a:pt x="1099" y="2614"/>
                  </a:lnTo>
                  <a:lnTo>
                    <a:pt x="1173" y="2296"/>
                  </a:lnTo>
                  <a:lnTo>
                    <a:pt x="1197" y="1979"/>
                  </a:lnTo>
                  <a:lnTo>
                    <a:pt x="1173" y="1661"/>
                  </a:lnTo>
                  <a:lnTo>
                    <a:pt x="1099" y="1368"/>
                  </a:lnTo>
                  <a:lnTo>
                    <a:pt x="1002" y="1075"/>
                  </a:lnTo>
                  <a:lnTo>
                    <a:pt x="855" y="806"/>
                  </a:lnTo>
                  <a:lnTo>
                    <a:pt x="684" y="562"/>
                  </a:lnTo>
                  <a:lnTo>
                    <a:pt x="489" y="342"/>
                  </a:lnTo>
                  <a:lnTo>
                    <a:pt x="269" y="171"/>
                  </a:lnTo>
                  <a:lnTo>
                    <a:pt x="0" y="1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" name="Shape 405"/>
            <p:cNvSpPr/>
            <p:nvPr/>
          </p:nvSpPr>
          <p:spPr>
            <a:xfrm>
              <a:off x="6625350" y="1729750"/>
              <a:ext cx="97700" cy="147175"/>
            </a:xfrm>
            <a:custGeom>
              <a:avLst/>
              <a:gdLst/>
              <a:ahLst/>
              <a:cxnLst/>
              <a:rect l="0" t="0" r="0" b="0"/>
              <a:pathLst>
                <a:path w="3908" h="5887" extrusionOk="0">
                  <a:moveTo>
                    <a:pt x="3908" y="1"/>
                  </a:moveTo>
                  <a:lnTo>
                    <a:pt x="2711" y="25"/>
                  </a:lnTo>
                  <a:lnTo>
                    <a:pt x="1759" y="25"/>
                  </a:lnTo>
                  <a:lnTo>
                    <a:pt x="1588" y="49"/>
                  </a:lnTo>
                  <a:lnTo>
                    <a:pt x="1417" y="74"/>
                  </a:lnTo>
                  <a:lnTo>
                    <a:pt x="1246" y="123"/>
                  </a:lnTo>
                  <a:lnTo>
                    <a:pt x="1099" y="172"/>
                  </a:lnTo>
                  <a:lnTo>
                    <a:pt x="953" y="245"/>
                  </a:lnTo>
                  <a:lnTo>
                    <a:pt x="806" y="343"/>
                  </a:lnTo>
                  <a:lnTo>
                    <a:pt x="660" y="440"/>
                  </a:lnTo>
                  <a:lnTo>
                    <a:pt x="537" y="562"/>
                  </a:lnTo>
                  <a:lnTo>
                    <a:pt x="415" y="684"/>
                  </a:lnTo>
                  <a:lnTo>
                    <a:pt x="318" y="831"/>
                  </a:lnTo>
                  <a:lnTo>
                    <a:pt x="220" y="978"/>
                  </a:lnTo>
                  <a:lnTo>
                    <a:pt x="147" y="1124"/>
                  </a:lnTo>
                  <a:lnTo>
                    <a:pt x="73" y="1295"/>
                  </a:lnTo>
                  <a:lnTo>
                    <a:pt x="49" y="1442"/>
                  </a:lnTo>
                  <a:lnTo>
                    <a:pt x="0" y="1613"/>
                  </a:lnTo>
                  <a:lnTo>
                    <a:pt x="0" y="1783"/>
                  </a:lnTo>
                  <a:lnTo>
                    <a:pt x="0" y="4128"/>
                  </a:lnTo>
                  <a:lnTo>
                    <a:pt x="0" y="4299"/>
                  </a:lnTo>
                  <a:lnTo>
                    <a:pt x="49" y="4446"/>
                  </a:lnTo>
                  <a:lnTo>
                    <a:pt x="73" y="4617"/>
                  </a:lnTo>
                  <a:lnTo>
                    <a:pt x="147" y="4763"/>
                  </a:lnTo>
                  <a:lnTo>
                    <a:pt x="220" y="4934"/>
                  </a:lnTo>
                  <a:lnTo>
                    <a:pt x="318" y="5081"/>
                  </a:lnTo>
                  <a:lnTo>
                    <a:pt x="415" y="5203"/>
                  </a:lnTo>
                  <a:lnTo>
                    <a:pt x="537" y="5325"/>
                  </a:lnTo>
                  <a:lnTo>
                    <a:pt x="660" y="5447"/>
                  </a:lnTo>
                  <a:lnTo>
                    <a:pt x="806" y="5545"/>
                  </a:lnTo>
                  <a:lnTo>
                    <a:pt x="953" y="5642"/>
                  </a:lnTo>
                  <a:lnTo>
                    <a:pt x="1099" y="5716"/>
                  </a:lnTo>
                  <a:lnTo>
                    <a:pt x="1246" y="5789"/>
                  </a:lnTo>
                  <a:lnTo>
                    <a:pt x="1417" y="5838"/>
                  </a:lnTo>
                  <a:lnTo>
                    <a:pt x="1588" y="5862"/>
                  </a:lnTo>
                  <a:lnTo>
                    <a:pt x="1759" y="5862"/>
                  </a:lnTo>
                  <a:lnTo>
                    <a:pt x="2711" y="5887"/>
                  </a:lnTo>
                  <a:lnTo>
                    <a:pt x="3908" y="5887"/>
                  </a:lnTo>
                  <a:lnTo>
                    <a:pt x="3908" y="1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" name="Shape 406"/>
            <p:cNvSpPr/>
            <p:nvPr/>
          </p:nvSpPr>
          <p:spPr>
            <a:xfrm>
              <a:off x="6736475" y="1638175"/>
              <a:ext cx="279650" cy="330325"/>
            </a:xfrm>
            <a:custGeom>
              <a:avLst/>
              <a:gdLst/>
              <a:ahLst/>
              <a:cxnLst/>
              <a:rect l="0" t="0" r="0" b="0"/>
              <a:pathLst>
                <a:path w="11186" h="13213" extrusionOk="0">
                  <a:moveTo>
                    <a:pt x="11186" y="0"/>
                  </a:moveTo>
                  <a:lnTo>
                    <a:pt x="10771" y="342"/>
                  </a:lnTo>
                  <a:lnTo>
                    <a:pt x="10380" y="635"/>
                  </a:lnTo>
                  <a:lnTo>
                    <a:pt x="9940" y="904"/>
                  </a:lnTo>
                  <a:lnTo>
                    <a:pt x="9525" y="1172"/>
                  </a:lnTo>
                  <a:lnTo>
                    <a:pt x="9110" y="1417"/>
                  </a:lnTo>
                  <a:lnTo>
                    <a:pt x="8695" y="1661"/>
                  </a:lnTo>
                  <a:lnTo>
                    <a:pt x="7840" y="2052"/>
                  </a:lnTo>
                  <a:lnTo>
                    <a:pt x="7034" y="2418"/>
                  </a:lnTo>
                  <a:lnTo>
                    <a:pt x="6228" y="2687"/>
                  </a:lnTo>
                  <a:lnTo>
                    <a:pt x="5471" y="2931"/>
                  </a:lnTo>
                  <a:lnTo>
                    <a:pt x="4763" y="3126"/>
                  </a:lnTo>
                  <a:lnTo>
                    <a:pt x="4225" y="3248"/>
                  </a:lnTo>
                  <a:lnTo>
                    <a:pt x="3664" y="3346"/>
                  </a:lnTo>
                  <a:lnTo>
                    <a:pt x="3077" y="3419"/>
                  </a:lnTo>
                  <a:lnTo>
                    <a:pt x="2467" y="3493"/>
                  </a:lnTo>
                  <a:lnTo>
                    <a:pt x="1221" y="3590"/>
                  </a:lnTo>
                  <a:lnTo>
                    <a:pt x="0" y="3664"/>
                  </a:lnTo>
                  <a:lnTo>
                    <a:pt x="0" y="9574"/>
                  </a:lnTo>
                  <a:lnTo>
                    <a:pt x="1221" y="9623"/>
                  </a:lnTo>
                  <a:lnTo>
                    <a:pt x="2467" y="9721"/>
                  </a:lnTo>
                  <a:lnTo>
                    <a:pt x="3077" y="9794"/>
                  </a:lnTo>
                  <a:lnTo>
                    <a:pt x="3664" y="9891"/>
                  </a:lnTo>
                  <a:lnTo>
                    <a:pt x="4225" y="9989"/>
                  </a:lnTo>
                  <a:lnTo>
                    <a:pt x="4763" y="10111"/>
                  </a:lnTo>
                  <a:lnTo>
                    <a:pt x="5471" y="10307"/>
                  </a:lnTo>
                  <a:lnTo>
                    <a:pt x="6228" y="10526"/>
                  </a:lnTo>
                  <a:lnTo>
                    <a:pt x="7034" y="10820"/>
                  </a:lnTo>
                  <a:lnTo>
                    <a:pt x="7840" y="11161"/>
                  </a:lnTo>
                  <a:lnTo>
                    <a:pt x="8695" y="11577"/>
                  </a:lnTo>
                  <a:lnTo>
                    <a:pt x="9110" y="11796"/>
                  </a:lnTo>
                  <a:lnTo>
                    <a:pt x="9525" y="12041"/>
                  </a:lnTo>
                  <a:lnTo>
                    <a:pt x="9940" y="12309"/>
                  </a:lnTo>
                  <a:lnTo>
                    <a:pt x="10380" y="12602"/>
                  </a:lnTo>
                  <a:lnTo>
                    <a:pt x="10771" y="12896"/>
                  </a:lnTo>
                  <a:lnTo>
                    <a:pt x="11186" y="13213"/>
                  </a:lnTo>
                  <a:lnTo>
                    <a:pt x="11186" y="0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" name="Shape 407"/>
            <p:cNvSpPr/>
            <p:nvPr/>
          </p:nvSpPr>
          <p:spPr>
            <a:xfrm>
              <a:off x="7029550" y="1613750"/>
              <a:ext cx="34200" cy="379800"/>
            </a:xfrm>
            <a:custGeom>
              <a:avLst/>
              <a:gdLst/>
              <a:ahLst/>
              <a:cxnLst/>
              <a:rect l="0" t="0" r="0" b="0"/>
              <a:pathLst>
                <a:path w="1368" h="15192" extrusionOk="0">
                  <a:moveTo>
                    <a:pt x="684" y="0"/>
                  </a:moveTo>
                  <a:lnTo>
                    <a:pt x="562" y="25"/>
                  </a:lnTo>
                  <a:lnTo>
                    <a:pt x="464" y="98"/>
                  </a:lnTo>
                  <a:lnTo>
                    <a:pt x="366" y="171"/>
                  </a:lnTo>
                  <a:lnTo>
                    <a:pt x="0" y="513"/>
                  </a:lnTo>
                  <a:lnTo>
                    <a:pt x="0" y="14654"/>
                  </a:lnTo>
                  <a:lnTo>
                    <a:pt x="366" y="15020"/>
                  </a:lnTo>
                  <a:lnTo>
                    <a:pt x="464" y="15094"/>
                  </a:lnTo>
                  <a:lnTo>
                    <a:pt x="562" y="15143"/>
                  </a:lnTo>
                  <a:lnTo>
                    <a:pt x="684" y="15191"/>
                  </a:lnTo>
                  <a:lnTo>
                    <a:pt x="904" y="15191"/>
                  </a:lnTo>
                  <a:lnTo>
                    <a:pt x="1001" y="15143"/>
                  </a:lnTo>
                  <a:lnTo>
                    <a:pt x="1148" y="15045"/>
                  </a:lnTo>
                  <a:lnTo>
                    <a:pt x="1270" y="14923"/>
                  </a:lnTo>
                  <a:lnTo>
                    <a:pt x="1343" y="14776"/>
                  </a:lnTo>
                  <a:lnTo>
                    <a:pt x="1368" y="14605"/>
                  </a:lnTo>
                  <a:lnTo>
                    <a:pt x="1368" y="586"/>
                  </a:lnTo>
                  <a:lnTo>
                    <a:pt x="1343" y="415"/>
                  </a:lnTo>
                  <a:lnTo>
                    <a:pt x="1270" y="244"/>
                  </a:lnTo>
                  <a:lnTo>
                    <a:pt x="1148" y="122"/>
                  </a:lnTo>
                  <a:lnTo>
                    <a:pt x="1001" y="25"/>
                  </a:lnTo>
                  <a:lnTo>
                    <a:pt x="904" y="0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</p:spTree>
    <p:extLst>
      <p:ext uri="{BB962C8B-B14F-4D97-AF65-F5344CB8AC3E}">
        <p14:creationId xmlns:p14="http://schemas.microsoft.com/office/powerpoint/2010/main" val="953115993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0" name="Shape 80"/>
          <p:cNvSpPr txBox="1">
            <a:spLocks noGrp="1"/>
          </p:cNvSpPr>
          <p:nvPr>
            <p:ph type="title"/>
          </p:nvPr>
        </p:nvSpPr>
        <p:spPr>
          <a:xfrm>
            <a:off x="832475" y="168450"/>
            <a:ext cx="7951800" cy="973500"/>
          </a:xfrm>
          <a:prstGeom prst="rect">
            <a:avLst/>
          </a:prstGeom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de-DE" dirty="0" err="1" smtClean="0"/>
              <a:t>esm</a:t>
            </a:r>
            <a:r>
              <a:rPr lang="de-DE" dirty="0" smtClean="0"/>
              <a:t>-workshop </a:t>
            </a:r>
            <a:endParaRPr dirty="0"/>
          </a:p>
        </p:txBody>
      </p:sp>
      <p:sp>
        <p:nvSpPr>
          <p:cNvPr id="81" name="Shape 81"/>
          <p:cNvSpPr txBox="1"/>
          <p:nvPr/>
        </p:nvSpPr>
        <p:spPr>
          <a:xfrm>
            <a:off x="457075" y="1753724"/>
            <a:ext cx="4202707" cy="370341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rtl="0">
              <a:spcBef>
                <a:spcPts val="600"/>
              </a:spcBef>
              <a:spcAft>
                <a:spcPts val="0"/>
              </a:spcAft>
              <a:buNone/>
            </a:pPr>
            <a:r>
              <a:rPr lang="de-DE" b="1" dirty="0" smtClean="0">
                <a:solidFill>
                  <a:srgbClr val="F05768"/>
                </a:solidFill>
                <a:latin typeface="Source Sans Pro"/>
                <a:ea typeface="Source Sans Pro"/>
                <a:cs typeface="Source Sans Pro"/>
                <a:sym typeface="Source Sans Pro"/>
              </a:rPr>
              <a:t>Day 1: </a:t>
            </a:r>
            <a:r>
              <a:rPr lang="de-DE" b="1" dirty="0" err="1" smtClean="0">
                <a:solidFill>
                  <a:srgbClr val="F05768"/>
                </a:solidFill>
                <a:latin typeface="Source Sans Pro"/>
                <a:ea typeface="Source Sans Pro"/>
                <a:cs typeface="Source Sans Pro"/>
                <a:sym typeface="Source Sans Pro"/>
              </a:rPr>
              <a:t>Introduction</a:t>
            </a:r>
            <a:r>
              <a:rPr lang="de-DE" b="1" dirty="0" smtClean="0">
                <a:solidFill>
                  <a:srgbClr val="F05768"/>
                </a:solidFill>
                <a:latin typeface="Source Sans Pro"/>
                <a:ea typeface="Source Sans Pro"/>
                <a:cs typeface="Source Sans Pro"/>
                <a:sym typeface="Source Sans Pro"/>
              </a:rPr>
              <a:t> </a:t>
            </a:r>
            <a:r>
              <a:rPr lang="de-DE" b="1" dirty="0" err="1" smtClean="0">
                <a:solidFill>
                  <a:srgbClr val="F05768"/>
                </a:solidFill>
                <a:latin typeface="Source Sans Pro"/>
                <a:ea typeface="Source Sans Pro"/>
                <a:cs typeface="Source Sans Pro"/>
                <a:sym typeface="Source Sans Pro"/>
              </a:rPr>
              <a:t>to</a:t>
            </a:r>
            <a:r>
              <a:rPr lang="de-DE" b="1" dirty="0" smtClean="0">
                <a:solidFill>
                  <a:srgbClr val="F05768"/>
                </a:solidFill>
                <a:latin typeface="Source Sans Pro"/>
                <a:ea typeface="Source Sans Pro"/>
                <a:cs typeface="Source Sans Pro"/>
                <a:sym typeface="Source Sans Pro"/>
              </a:rPr>
              <a:t> </a:t>
            </a:r>
            <a:r>
              <a:rPr lang="de-DE" b="1" dirty="0" err="1" smtClean="0">
                <a:solidFill>
                  <a:srgbClr val="F05768"/>
                </a:solidFill>
                <a:latin typeface="Source Sans Pro"/>
                <a:ea typeface="Source Sans Pro"/>
                <a:cs typeface="Source Sans Pro"/>
                <a:sym typeface="Source Sans Pro"/>
              </a:rPr>
              <a:t>new</a:t>
            </a:r>
            <a:r>
              <a:rPr lang="de-DE" b="1" dirty="0" smtClean="0">
                <a:solidFill>
                  <a:srgbClr val="F05768"/>
                </a:solidFill>
                <a:latin typeface="Source Sans Pro"/>
                <a:ea typeface="Source Sans Pro"/>
                <a:cs typeface="Source Sans Pro"/>
                <a:sym typeface="Source Sans Pro"/>
              </a:rPr>
              <a:t> </a:t>
            </a:r>
            <a:r>
              <a:rPr lang="de-DE" b="1" dirty="0" err="1" smtClean="0">
                <a:solidFill>
                  <a:srgbClr val="F05768"/>
                </a:solidFill>
                <a:latin typeface="Source Sans Pro"/>
                <a:ea typeface="Source Sans Pro"/>
                <a:cs typeface="Source Sans Pro"/>
                <a:sym typeface="Source Sans Pro"/>
              </a:rPr>
              <a:t>users</a:t>
            </a:r>
            <a:endParaRPr lang="de-DE" b="1" dirty="0" smtClean="0">
              <a:solidFill>
                <a:srgbClr val="F05768"/>
              </a:solidFill>
              <a:latin typeface="Source Sans Pro"/>
              <a:ea typeface="Source Sans Pro"/>
              <a:cs typeface="Source Sans Pro"/>
              <a:sym typeface="Source Sans Pro"/>
            </a:endParaRPr>
          </a:p>
          <a:p>
            <a:pPr marL="285750" lvl="0" indent="-285750" rtl="0"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 charset="0"/>
              <a:buChar char="•"/>
            </a:pPr>
            <a:r>
              <a:rPr lang="de-DE" dirty="0" err="1" smtClean="0">
                <a:solidFill>
                  <a:srgbClr val="2F3848"/>
                </a:solidFill>
                <a:latin typeface="Source Sans Pro"/>
                <a:ea typeface="Source Sans Pro"/>
                <a:cs typeface="Source Sans Pro"/>
                <a:sym typeface="Source Sans Pro"/>
              </a:rPr>
              <a:t>Overview</a:t>
            </a:r>
            <a:endParaRPr lang="de-DE" dirty="0" smtClean="0">
              <a:solidFill>
                <a:srgbClr val="2F3848"/>
              </a:solidFill>
              <a:latin typeface="Source Sans Pro"/>
              <a:ea typeface="Source Sans Pro"/>
              <a:cs typeface="Source Sans Pro"/>
              <a:sym typeface="Source Sans Pro"/>
            </a:endParaRPr>
          </a:p>
          <a:p>
            <a:pPr marL="285750" lvl="0" indent="-285750" rtl="0"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 charset="0"/>
              <a:buChar char="•"/>
            </a:pPr>
            <a:r>
              <a:rPr lang="de-DE" dirty="0" err="1" smtClean="0">
                <a:solidFill>
                  <a:srgbClr val="2F3848"/>
                </a:solidFill>
                <a:latin typeface="Source Sans Pro"/>
                <a:ea typeface="Source Sans Pro"/>
                <a:cs typeface="Source Sans Pro"/>
                <a:sym typeface="Source Sans Pro"/>
              </a:rPr>
              <a:t>Accessing</a:t>
            </a:r>
            <a:r>
              <a:rPr lang="de-DE" dirty="0" smtClean="0">
                <a:solidFill>
                  <a:srgbClr val="2F3848"/>
                </a:solidFill>
                <a:latin typeface="Source Sans Pro"/>
                <a:ea typeface="Source Sans Pro"/>
                <a:cs typeface="Source Sans Pro"/>
                <a:sym typeface="Source Sans Pro"/>
              </a:rPr>
              <a:t> </a:t>
            </a:r>
            <a:r>
              <a:rPr lang="de-DE" dirty="0" err="1" smtClean="0">
                <a:solidFill>
                  <a:srgbClr val="2F3848"/>
                </a:solidFill>
                <a:latin typeface="Source Sans Pro"/>
                <a:ea typeface="Source Sans Pro"/>
                <a:cs typeface="Source Sans Pro"/>
                <a:sym typeface="Source Sans Pro"/>
              </a:rPr>
              <a:t>the</a:t>
            </a:r>
            <a:r>
              <a:rPr lang="de-DE" dirty="0" smtClean="0">
                <a:solidFill>
                  <a:srgbClr val="2F3848"/>
                </a:solidFill>
                <a:latin typeface="Source Sans Pro"/>
                <a:ea typeface="Source Sans Pro"/>
                <a:cs typeface="Source Sans Pro"/>
                <a:sym typeface="Source Sans Pro"/>
              </a:rPr>
              <a:t> </a:t>
            </a:r>
            <a:r>
              <a:rPr lang="de-DE" dirty="0" err="1" smtClean="0">
                <a:solidFill>
                  <a:srgbClr val="2F3848"/>
                </a:solidFill>
                <a:latin typeface="Source Sans Pro"/>
                <a:ea typeface="Source Sans Pro"/>
                <a:cs typeface="Source Sans Pro"/>
                <a:sym typeface="Source Sans Pro"/>
              </a:rPr>
              <a:t>projects</a:t>
            </a:r>
            <a:endParaRPr lang="de-DE" dirty="0" smtClean="0">
              <a:solidFill>
                <a:srgbClr val="2F3848"/>
              </a:solidFill>
              <a:latin typeface="Source Sans Pro"/>
              <a:ea typeface="Source Sans Pro"/>
              <a:cs typeface="Source Sans Pro"/>
              <a:sym typeface="Source Sans Pro"/>
            </a:endParaRPr>
          </a:p>
          <a:p>
            <a:pPr marL="285750" lvl="0" indent="-285750" rtl="0"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 charset="0"/>
              <a:buChar char="•"/>
            </a:pPr>
            <a:r>
              <a:rPr lang="de-DE" dirty="0" smtClean="0">
                <a:solidFill>
                  <a:srgbClr val="2F3848"/>
                </a:solidFill>
                <a:latin typeface="Source Sans Pro"/>
                <a:ea typeface="Source Sans Pro"/>
                <a:cs typeface="Source Sans Pro"/>
                <a:sym typeface="Source Sans Pro"/>
              </a:rPr>
              <a:t>„</a:t>
            </a:r>
            <a:r>
              <a:rPr lang="de-DE" dirty="0" err="1" smtClean="0">
                <a:solidFill>
                  <a:srgbClr val="2F3848"/>
                </a:solidFill>
                <a:latin typeface="Source Sans Pro"/>
                <a:ea typeface="Source Sans Pro"/>
                <a:cs typeface="Source Sans Pro"/>
                <a:sym typeface="Source Sans Pro"/>
              </a:rPr>
              <a:t>How-to</a:t>
            </a:r>
            <a:r>
              <a:rPr lang="de-DE" dirty="0" smtClean="0">
                <a:solidFill>
                  <a:srgbClr val="2F3848"/>
                </a:solidFill>
                <a:latin typeface="Source Sans Pro"/>
                <a:ea typeface="Source Sans Pro"/>
                <a:cs typeface="Source Sans Pro"/>
                <a:sym typeface="Source Sans Pro"/>
              </a:rPr>
              <a:t>“ </a:t>
            </a:r>
            <a:r>
              <a:rPr lang="de-DE" dirty="0" err="1" smtClean="0">
                <a:solidFill>
                  <a:srgbClr val="2F3848"/>
                </a:solidFill>
                <a:latin typeface="Source Sans Pro"/>
                <a:ea typeface="Source Sans Pro"/>
                <a:cs typeface="Source Sans Pro"/>
                <a:sym typeface="Source Sans Pro"/>
              </a:rPr>
              <a:t>get</a:t>
            </a:r>
            <a:r>
              <a:rPr lang="de-DE" dirty="0" smtClean="0">
                <a:solidFill>
                  <a:srgbClr val="2F3848"/>
                </a:solidFill>
                <a:latin typeface="Source Sans Pro"/>
                <a:ea typeface="Source Sans Pro"/>
                <a:cs typeface="Source Sans Pro"/>
                <a:sym typeface="Source Sans Pro"/>
              </a:rPr>
              <a:t> </a:t>
            </a:r>
            <a:r>
              <a:rPr lang="de-DE" dirty="0" err="1" smtClean="0">
                <a:solidFill>
                  <a:srgbClr val="2F3848"/>
                </a:solidFill>
                <a:latin typeface="Source Sans Pro"/>
                <a:ea typeface="Source Sans Pro"/>
                <a:cs typeface="Source Sans Pro"/>
                <a:sym typeface="Source Sans Pro"/>
              </a:rPr>
              <a:t>started</a:t>
            </a:r>
            <a:r>
              <a:rPr lang="de-DE" dirty="0" smtClean="0">
                <a:solidFill>
                  <a:srgbClr val="2F3848"/>
                </a:solidFill>
                <a:latin typeface="Source Sans Pro"/>
                <a:ea typeface="Source Sans Pro"/>
                <a:cs typeface="Source Sans Pro"/>
                <a:sym typeface="Source Sans Pro"/>
              </a:rPr>
              <a:t> </a:t>
            </a:r>
            <a:r>
              <a:rPr lang="de-DE" dirty="0" err="1" smtClean="0">
                <a:solidFill>
                  <a:srgbClr val="2F3848"/>
                </a:solidFill>
                <a:latin typeface="Source Sans Pro"/>
                <a:ea typeface="Source Sans Pro"/>
                <a:cs typeface="Source Sans Pro"/>
                <a:sym typeface="Source Sans Pro"/>
              </a:rPr>
              <a:t>quickly</a:t>
            </a:r>
            <a:endParaRPr dirty="0">
              <a:solidFill>
                <a:srgbClr val="2F3848"/>
              </a:solidFill>
              <a:latin typeface="Source Sans Pro"/>
              <a:ea typeface="Source Sans Pro"/>
              <a:cs typeface="Source Sans Pro"/>
              <a:sym typeface="Source Sans Pro"/>
            </a:endParaRPr>
          </a:p>
          <a:p>
            <a:pPr marL="285750" lvl="0" indent="-285750" rtl="0"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 charset="0"/>
              <a:buChar char="•"/>
            </a:pPr>
            <a:r>
              <a:rPr lang="en-US" dirty="0" smtClean="0">
                <a:solidFill>
                  <a:srgbClr val="2F3848"/>
                </a:solidFill>
                <a:latin typeface="Source Sans Pro"/>
                <a:ea typeface="Source Sans Pro"/>
                <a:cs typeface="Source Sans Pro"/>
                <a:sym typeface="Source Sans Pro"/>
              </a:rPr>
              <a:t>Writing a </a:t>
            </a:r>
            <a:r>
              <a:rPr lang="en-US" dirty="0" err="1" smtClean="0">
                <a:solidFill>
                  <a:srgbClr val="2F3848"/>
                </a:solidFill>
                <a:latin typeface="Source Sans Pro"/>
                <a:ea typeface="Source Sans Pro"/>
                <a:cs typeface="Source Sans Pro"/>
                <a:sym typeface="Source Sans Pro"/>
              </a:rPr>
              <a:t>runscripts</a:t>
            </a:r>
            <a:endParaRPr lang="en-US" dirty="0" smtClean="0">
              <a:solidFill>
                <a:srgbClr val="2F3848"/>
              </a:solidFill>
              <a:latin typeface="Source Sans Pro"/>
              <a:ea typeface="Source Sans Pro"/>
              <a:cs typeface="Source Sans Pro"/>
              <a:sym typeface="Source Sans Pro"/>
            </a:endParaRPr>
          </a:p>
          <a:p>
            <a:pPr marL="285750" lvl="0" indent="-285750" rtl="0"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 charset="0"/>
              <a:buChar char="•"/>
            </a:pPr>
            <a:r>
              <a:rPr lang="en-US" dirty="0" smtClean="0">
                <a:solidFill>
                  <a:srgbClr val="2F3848"/>
                </a:solidFill>
                <a:latin typeface="Source Sans Pro"/>
                <a:ea typeface="Source Sans Pro"/>
                <a:cs typeface="Source Sans Pro"/>
                <a:sym typeface="Source Sans Pro"/>
              </a:rPr>
              <a:t>Hands-on session</a:t>
            </a:r>
          </a:p>
          <a:p>
            <a:pPr marL="285750" lvl="0" indent="-285750" rtl="0"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 charset="0"/>
              <a:buChar char="•"/>
            </a:pPr>
            <a:endParaRPr lang="de-DE" dirty="0">
              <a:solidFill>
                <a:srgbClr val="2F3848"/>
              </a:solidFill>
              <a:latin typeface="Source Sans Pro"/>
              <a:ea typeface="Source Sans Pro"/>
              <a:cs typeface="Source Sans Pro"/>
              <a:sym typeface="Source Sans Pro"/>
            </a:endParaRPr>
          </a:p>
          <a:p>
            <a:pPr lvl="0">
              <a:spcBef>
                <a:spcPts val="600"/>
              </a:spcBef>
              <a:buClr>
                <a:schemeClr val="dk1"/>
              </a:buClr>
              <a:buSzPts val="1100"/>
            </a:pPr>
            <a:r>
              <a:rPr lang="de-DE" b="1" dirty="0" smtClean="0">
                <a:solidFill>
                  <a:srgbClr val="F05768"/>
                </a:solidFill>
                <a:latin typeface="Source Sans Pro"/>
                <a:ea typeface="Source Sans Pro"/>
                <a:cs typeface="Source Sans Pro"/>
                <a:sym typeface="Source Sans Pro"/>
              </a:rPr>
              <a:t>Day 2: Invitation </a:t>
            </a:r>
            <a:r>
              <a:rPr lang="de-DE" b="1" dirty="0" err="1" smtClean="0">
                <a:solidFill>
                  <a:srgbClr val="F05768"/>
                </a:solidFill>
                <a:latin typeface="Source Sans Pro"/>
                <a:ea typeface="Source Sans Pro"/>
                <a:cs typeface="Source Sans Pro"/>
                <a:sym typeface="Source Sans Pro"/>
              </a:rPr>
              <a:t>to</a:t>
            </a:r>
            <a:r>
              <a:rPr lang="de-DE" b="1" dirty="0" smtClean="0">
                <a:solidFill>
                  <a:srgbClr val="F05768"/>
                </a:solidFill>
                <a:latin typeface="Source Sans Pro"/>
                <a:ea typeface="Source Sans Pro"/>
                <a:cs typeface="Source Sans Pro"/>
                <a:sym typeface="Source Sans Pro"/>
              </a:rPr>
              <a:t> </a:t>
            </a:r>
            <a:r>
              <a:rPr lang="de-DE" b="1" dirty="0" err="1" smtClean="0">
                <a:solidFill>
                  <a:srgbClr val="F05768"/>
                </a:solidFill>
                <a:latin typeface="Source Sans Pro"/>
                <a:ea typeface="Source Sans Pro"/>
                <a:cs typeface="Source Sans Pro"/>
                <a:sym typeface="Source Sans Pro"/>
              </a:rPr>
              <a:t>contributors</a:t>
            </a:r>
            <a:endParaRPr lang="de-DE" b="1" dirty="0" smtClean="0">
              <a:solidFill>
                <a:srgbClr val="F05768"/>
              </a:solidFill>
              <a:latin typeface="Source Sans Pro"/>
              <a:ea typeface="Source Sans Pro"/>
              <a:cs typeface="Source Sans Pro"/>
              <a:sym typeface="Source Sans Pro"/>
            </a:endParaRPr>
          </a:p>
          <a:p>
            <a:pPr marL="285750" lvl="0" indent="-285750">
              <a:spcBef>
                <a:spcPts val="600"/>
              </a:spcBef>
              <a:buClr>
                <a:schemeClr val="dk1"/>
              </a:buClr>
              <a:buSzPts val="1100"/>
              <a:buFont typeface="Arial" charset="0"/>
              <a:buChar char="•"/>
            </a:pPr>
            <a:r>
              <a:rPr lang="de-DE" dirty="0" err="1" smtClean="0">
                <a:solidFill>
                  <a:srgbClr val="2F3848"/>
                </a:solidFill>
                <a:latin typeface="Source Sans Pro"/>
                <a:ea typeface="Source Sans Pro"/>
                <a:cs typeface="Source Sans Pro"/>
                <a:sym typeface="Source Sans Pro"/>
              </a:rPr>
              <a:t>Philosophy</a:t>
            </a:r>
            <a:r>
              <a:rPr lang="de-DE" dirty="0" smtClean="0">
                <a:solidFill>
                  <a:srgbClr val="2F3848"/>
                </a:solidFill>
                <a:latin typeface="Source Sans Pro"/>
                <a:ea typeface="Source Sans Pro"/>
                <a:cs typeface="Source Sans Pro"/>
                <a:sym typeface="Source Sans Pro"/>
              </a:rPr>
              <a:t> </a:t>
            </a:r>
            <a:r>
              <a:rPr lang="de-DE" dirty="0" err="1" smtClean="0">
                <a:solidFill>
                  <a:srgbClr val="2F3848"/>
                </a:solidFill>
                <a:latin typeface="Source Sans Pro"/>
                <a:ea typeface="Source Sans Pro"/>
                <a:cs typeface="Source Sans Pro"/>
                <a:sym typeface="Source Sans Pro"/>
              </a:rPr>
              <a:t>behind</a:t>
            </a:r>
            <a:r>
              <a:rPr lang="de-DE" dirty="0" smtClean="0">
                <a:solidFill>
                  <a:srgbClr val="2F3848"/>
                </a:solidFill>
                <a:latin typeface="Source Sans Pro"/>
                <a:ea typeface="Source Sans Pro"/>
                <a:cs typeface="Source Sans Pro"/>
                <a:sym typeface="Source Sans Pro"/>
              </a:rPr>
              <a:t> </a:t>
            </a:r>
            <a:r>
              <a:rPr lang="de-DE" dirty="0" err="1" smtClean="0">
                <a:solidFill>
                  <a:srgbClr val="2F3848"/>
                </a:solidFill>
                <a:latin typeface="Source Sans Pro"/>
                <a:ea typeface="Source Sans Pro"/>
                <a:cs typeface="Source Sans Pro"/>
                <a:sym typeface="Source Sans Pro"/>
              </a:rPr>
              <a:t>the</a:t>
            </a:r>
            <a:r>
              <a:rPr lang="de-DE" dirty="0" smtClean="0">
                <a:solidFill>
                  <a:srgbClr val="2F3848"/>
                </a:solidFill>
                <a:latin typeface="Source Sans Pro"/>
                <a:ea typeface="Source Sans Pro"/>
                <a:cs typeface="Source Sans Pro"/>
                <a:sym typeface="Source Sans Pro"/>
              </a:rPr>
              <a:t> </a:t>
            </a:r>
            <a:r>
              <a:rPr lang="de-DE" dirty="0" err="1" smtClean="0">
                <a:solidFill>
                  <a:srgbClr val="2F3848"/>
                </a:solidFill>
                <a:latin typeface="Source Sans Pro"/>
                <a:ea typeface="Source Sans Pro"/>
                <a:cs typeface="Source Sans Pro"/>
                <a:sym typeface="Source Sans Pro"/>
              </a:rPr>
              <a:t>tools</a:t>
            </a:r>
            <a:endParaRPr lang="de-DE" dirty="0" smtClean="0">
              <a:solidFill>
                <a:srgbClr val="2F3848"/>
              </a:solidFill>
              <a:latin typeface="Source Sans Pro"/>
              <a:ea typeface="Source Sans Pro"/>
              <a:cs typeface="Source Sans Pro"/>
              <a:sym typeface="Source Sans Pro"/>
            </a:endParaRPr>
          </a:p>
          <a:p>
            <a:pPr marL="285750" lvl="0" indent="-285750">
              <a:spcBef>
                <a:spcPts val="600"/>
              </a:spcBef>
              <a:buClr>
                <a:schemeClr val="dk1"/>
              </a:buClr>
              <a:buSzPts val="1100"/>
              <a:buFont typeface="Arial" charset="0"/>
              <a:buChar char="•"/>
            </a:pPr>
            <a:r>
              <a:rPr lang="de-DE" dirty="0" err="1" smtClean="0">
                <a:solidFill>
                  <a:srgbClr val="2F3848"/>
                </a:solidFill>
                <a:latin typeface="Source Sans Pro"/>
                <a:ea typeface="Source Sans Pro"/>
                <a:cs typeface="Source Sans Pro"/>
                <a:sym typeface="Source Sans Pro"/>
              </a:rPr>
              <a:t>Coding</a:t>
            </a:r>
            <a:r>
              <a:rPr lang="de-DE" dirty="0" smtClean="0">
                <a:solidFill>
                  <a:srgbClr val="2F3848"/>
                </a:solidFill>
                <a:latin typeface="Source Sans Pro"/>
                <a:ea typeface="Source Sans Pro"/>
                <a:cs typeface="Source Sans Pro"/>
                <a:sym typeface="Source Sans Pro"/>
              </a:rPr>
              <a:t> </a:t>
            </a:r>
            <a:r>
              <a:rPr lang="de-DE" dirty="0" err="1" smtClean="0">
                <a:solidFill>
                  <a:srgbClr val="2F3848"/>
                </a:solidFill>
                <a:latin typeface="Source Sans Pro"/>
                <a:ea typeface="Source Sans Pro"/>
                <a:cs typeface="Source Sans Pro"/>
                <a:sym typeface="Source Sans Pro"/>
              </a:rPr>
              <a:t>standards</a:t>
            </a:r>
            <a:endParaRPr lang="de-DE" dirty="0" smtClean="0">
              <a:solidFill>
                <a:srgbClr val="2F3848"/>
              </a:solidFill>
              <a:latin typeface="Source Sans Pro"/>
              <a:ea typeface="Source Sans Pro"/>
              <a:cs typeface="Source Sans Pro"/>
              <a:sym typeface="Source Sans Pro"/>
            </a:endParaRPr>
          </a:p>
          <a:p>
            <a:pPr marL="285750" lvl="0" indent="-285750">
              <a:spcBef>
                <a:spcPts val="600"/>
              </a:spcBef>
              <a:buClr>
                <a:schemeClr val="dk1"/>
              </a:buClr>
              <a:buSzPts val="1100"/>
              <a:buFont typeface="Arial" charset="0"/>
              <a:buChar char="•"/>
            </a:pPr>
            <a:r>
              <a:rPr lang="de-DE" dirty="0" err="1" smtClean="0">
                <a:solidFill>
                  <a:srgbClr val="2F3848"/>
                </a:solidFill>
                <a:latin typeface="Source Sans Pro"/>
                <a:ea typeface="Source Sans Pro"/>
                <a:cs typeface="Source Sans Pro"/>
                <a:sym typeface="Source Sans Pro"/>
              </a:rPr>
              <a:t>Available</a:t>
            </a:r>
            <a:r>
              <a:rPr lang="de-DE" dirty="0" smtClean="0">
                <a:solidFill>
                  <a:srgbClr val="2F3848"/>
                </a:solidFill>
                <a:latin typeface="Source Sans Pro"/>
                <a:ea typeface="Source Sans Pro"/>
                <a:cs typeface="Source Sans Pro"/>
                <a:sym typeface="Source Sans Pro"/>
              </a:rPr>
              <a:t> </a:t>
            </a:r>
            <a:r>
              <a:rPr lang="de-DE" dirty="0" err="1" smtClean="0">
                <a:solidFill>
                  <a:srgbClr val="2F3848"/>
                </a:solidFill>
                <a:latin typeface="Source Sans Pro"/>
                <a:ea typeface="Source Sans Pro"/>
                <a:cs typeface="Source Sans Pro"/>
                <a:sym typeface="Source Sans Pro"/>
              </a:rPr>
              <a:t>functions</a:t>
            </a:r>
            <a:endParaRPr lang="de-DE" dirty="0" smtClean="0">
              <a:solidFill>
                <a:srgbClr val="2F3848"/>
              </a:solidFill>
              <a:latin typeface="Source Sans Pro"/>
              <a:ea typeface="Source Sans Pro"/>
              <a:cs typeface="Source Sans Pro"/>
              <a:sym typeface="Source Sans Pro"/>
            </a:endParaRPr>
          </a:p>
          <a:p>
            <a:pPr marL="285750" lvl="0" indent="-285750">
              <a:spcBef>
                <a:spcPts val="600"/>
              </a:spcBef>
              <a:buClr>
                <a:schemeClr val="dk1"/>
              </a:buClr>
              <a:buSzPts val="1100"/>
              <a:buFont typeface="Arial" charset="0"/>
              <a:buChar char="•"/>
            </a:pPr>
            <a:r>
              <a:rPr lang="de-DE" dirty="0" smtClean="0">
                <a:solidFill>
                  <a:srgbClr val="2F3848"/>
                </a:solidFill>
                <a:latin typeface="Source Sans Pro"/>
                <a:ea typeface="Source Sans Pro"/>
                <a:cs typeface="Source Sans Pro"/>
                <a:sym typeface="Source Sans Pro"/>
              </a:rPr>
              <a:t>FAQ / </a:t>
            </a:r>
            <a:r>
              <a:rPr lang="de-DE" dirty="0" err="1" smtClean="0">
                <a:solidFill>
                  <a:srgbClr val="2F3848"/>
                </a:solidFill>
                <a:latin typeface="Source Sans Pro"/>
                <a:ea typeface="Source Sans Pro"/>
                <a:cs typeface="Source Sans Pro"/>
                <a:sym typeface="Source Sans Pro"/>
              </a:rPr>
              <a:t>Missing</a:t>
            </a:r>
            <a:r>
              <a:rPr lang="de-DE" dirty="0" smtClean="0">
                <a:solidFill>
                  <a:srgbClr val="2F3848"/>
                </a:solidFill>
                <a:latin typeface="Source Sans Pro"/>
                <a:ea typeface="Source Sans Pro"/>
                <a:cs typeface="Source Sans Pro"/>
                <a:sym typeface="Source Sans Pro"/>
              </a:rPr>
              <a:t> </a:t>
            </a:r>
            <a:r>
              <a:rPr lang="de-DE" dirty="0" err="1" smtClean="0">
                <a:solidFill>
                  <a:srgbClr val="2F3848"/>
                </a:solidFill>
                <a:latin typeface="Source Sans Pro"/>
                <a:ea typeface="Source Sans Pro"/>
                <a:cs typeface="Source Sans Pro"/>
                <a:sym typeface="Source Sans Pro"/>
              </a:rPr>
              <a:t>features</a:t>
            </a:r>
            <a:endParaRPr lang="de-DE" dirty="0">
              <a:solidFill>
                <a:srgbClr val="2F3848"/>
              </a:solidFill>
              <a:latin typeface="Source Sans Pro"/>
              <a:ea typeface="Source Sans Pro"/>
              <a:cs typeface="Source Sans Pro"/>
              <a:sym typeface="Source Sans Pro"/>
            </a:endParaRPr>
          </a:p>
          <a:p>
            <a:pPr marL="285750" lvl="0" indent="-285750">
              <a:spcBef>
                <a:spcPts val="600"/>
              </a:spcBef>
              <a:buClr>
                <a:schemeClr val="dk1"/>
              </a:buClr>
              <a:buSzPts val="1100"/>
              <a:buFont typeface="Arial" charset="0"/>
              <a:buChar char="•"/>
            </a:pPr>
            <a:endParaRPr lang="de-DE" dirty="0">
              <a:solidFill>
                <a:srgbClr val="2F3848"/>
              </a:solidFill>
              <a:latin typeface="Source Sans Pro"/>
              <a:ea typeface="Source Sans Pro"/>
              <a:cs typeface="Source Sans Pro"/>
              <a:sym typeface="Source Sans Pro"/>
            </a:endParaRPr>
          </a:p>
          <a:p>
            <a:pPr lvl="0">
              <a:spcBef>
                <a:spcPts val="600"/>
              </a:spcBef>
              <a:buClr>
                <a:schemeClr val="dk1"/>
              </a:buClr>
              <a:buSzPts val="1100"/>
            </a:pPr>
            <a:endParaRPr lang="de-DE" dirty="0" smtClean="0">
              <a:solidFill>
                <a:srgbClr val="2F3848"/>
              </a:solidFill>
              <a:latin typeface="Source Sans Pro"/>
              <a:ea typeface="Source Sans Pro"/>
              <a:cs typeface="Source Sans Pro"/>
              <a:sym typeface="Source Sans Pro"/>
            </a:endParaRPr>
          </a:p>
        </p:txBody>
      </p:sp>
      <p:sp>
        <p:nvSpPr>
          <p:cNvPr id="83" name="Shape 83"/>
          <p:cNvSpPr txBox="1"/>
          <p:nvPr/>
        </p:nvSpPr>
        <p:spPr>
          <a:xfrm>
            <a:off x="457075" y="5804219"/>
            <a:ext cx="8229600" cy="826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rtl="0">
              <a:spcAft>
                <a:spcPts val="0"/>
              </a:spcAft>
              <a:buNone/>
            </a:pPr>
            <a:r>
              <a:rPr lang="de-DE" b="1" dirty="0" err="1" smtClean="0">
                <a:solidFill>
                  <a:srgbClr val="2F3848"/>
                </a:solidFill>
                <a:latin typeface="Source Sans Pro"/>
                <a:ea typeface="Source Sans Pro"/>
                <a:cs typeface="Source Sans Pro"/>
                <a:sym typeface="Source Sans Pro"/>
              </a:rPr>
              <a:t>Get</a:t>
            </a:r>
            <a:r>
              <a:rPr lang="de-DE" b="1" dirty="0" smtClean="0">
                <a:solidFill>
                  <a:srgbClr val="2F3848"/>
                </a:solidFill>
                <a:latin typeface="Source Sans Pro"/>
                <a:ea typeface="Source Sans Pro"/>
                <a:cs typeface="Source Sans Pro"/>
                <a:sym typeface="Source Sans Pro"/>
              </a:rPr>
              <a:t> </a:t>
            </a:r>
            <a:r>
              <a:rPr lang="de-DE" b="1" dirty="0" err="1" smtClean="0">
                <a:solidFill>
                  <a:srgbClr val="2F3848"/>
                </a:solidFill>
                <a:latin typeface="Source Sans Pro"/>
                <a:ea typeface="Source Sans Pro"/>
                <a:cs typeface="Source Sans Pro"/>
                <a:sym typeface="Source Sans Pro"/>
              </a:rPr>
              <a:t>the</a:t>
            </a:r>
            <a:r>
              <a:rPr lang="de-DE" b="1" dirty="0" smtClean="0">
                <a:solidFill>
                  <a:srgbClr val="2F3848"/>
                </a:solidFill>
                <a:latin typeface="Source Sans Pro"/>
                <a:ea typeface="Source Sans Pro"/>
                <a:cs typeface="Source Sans Pro"/>
                <a:sym typeface="Source Sans Pro"/>
              </a:rPr>
              <a:t> </a:t>
            </a:r>
            <a:r>
              <a:rPr lang="de-DE" b="1" dirty="0" err="1" smtClean="0">
                <a:solidFill>
                  <a:srgbClr val="2F3848"/>
                </a:solidFill>
                <a:latin typeface="Source Sans Pro"/>
                <a:ea typeface="Source Sans Pro"/>
                <a:cs typeface="Source Sans Pro"/>
                <a:sym typeface="Source Sans Pro"/>
              </a:rPr>
              <a:t>slides</a:t>
            </a:r>
            <a:r>
              <a:rPr lang="de-DE" b="1" dirty="0" smtClean="0">
                <a:solidFill>
                  <a:srgbClr val="2F3848"/>
                </a:solidFill>
                <a:latin typeface="Source Sans Pro"/>
                <a:ea typeface="Source Sans Pro"/>
                <a:cs typeface="Source Sans Pro"/>
                <a:sym typeface="Source Sans Pro"/>
              </a:rPr>
              <a:t> (</a:t>
            </a:r>
            <a:r>
              <a:rPr lang="de-DE" b="1" dirty="0" err="1" smtClean="0">
                <a:solidFill>
                  <a:srgbClr val="2F3848"/>
                </a:solidFill>
                <a:latin typeface="Source Sans Pro"/>
                <a:ea typeface="Source Sans Pro"/>
                <a:cs typeface="Source Sans Pro"/>
                <a:sym typeface="Source Sans Pro"/>
              </a:rPr>
              <a:t>including</a:t>
            </a:r>
            <a:r>
              <a:rPr lang="de-DE" b="1" dirty="0" smtClean="0">
                <a:solidFill>
                  <a:srgbClr val="2F3848"/>
                </a:solidFill>
                <a:latin typeface="Source Sans Pro"/>
                <a:ea typeface="Source Sans Pro"/>
                <a:cs typeface="Source Sans Pro"/>
                <a:sym typeface="Source Sans Pro"/>
              </a:rPr>
              <a:t> </a:t>
            </a:r>
            <a:r>
              <a:rPr lang="de-DE" b="1" dirty="0" err="1" smtClean="0">
                <a:solidFill>
                  <a:srgbClr val="2F3848"/>
                </a:solidFill>
                <a:latin typeface="Source Sans Pro"/>
                <a:ea typeface="Source Sans Pro"/>
                <a:cs typeface="Source Sans Pro"/>
                <a:sym typeface="Source Sans Pro"/>
              </a:rPr>
              <a:t>this</a:t>
            </a:r>
            <a:r>
              <a:rPr lang="de-DE" b="1" dirty="0" smtClean="0">
                <a:solidFill>
                  <a:srgbClr val="2F3848"/>
                </a:solidFill>
                <a:latin typeface="Source Sans Pro"/>
                <a:ea typeface="Source Sans Pro"/>
                <a:cs typeface="Source Sans Pro"/>
                <a:sym typeface="Source Sans Pro"/>
              </a:rPr>
              <a:t> </a:t>
            </a:r>
            <a:r>
              <a:rPr lang="de-DE" b="1" dirty="0" err="1" smtClean="0">
                <a:solidFill>
                  <a:srgbClr val="2F3848"/>
                </a:solidFill>
                <a:latin typeface="Source Sans Pro"/>
                <a:ea typeface="Source Sans Pro"/>
                <a:cs typeface="Source Sans Pro"/>
                <a:sym typeface="Source Sans Pro"/>
              </a:rPr>
              <a:t>presentation</a:t>
            </a:r>
            <a:r>
              <a:rPr lang="de-DE" b="1" dirty="0" smtClean="0">
                <a:solidFill>
                  <a:srgbClr val="2F3848"/>
                </a:solidFill>
                <a:latin typeface="Source Sans Pro"/>
                <a:ea typeface="Source Sans Pro"/>
                <a:cs typeface="Source Sans Pro"/>
                <a:sym typeface="Source Sans Pro"/>
              </a:rPr>
              <a:t>) </a:t>
            </a:r>
            <a:r>
              <a:rPr lang="de-DE" b="1" dirty="0" err="1" smtClean="0">
                <a:solidFill>
                  <a:srgbClr val="2F3848"/>
                </a:solidFill>
                <a:latin typeface="Source Sans Pro"/>
                <a:ea typeface="Source Sans Pro"/>
                <a:cs typeface="Source Sans Pro"/>
                <a:sym typeface="Source Sans Pro"/>
              </a:rPr>
              <a:t>from</a:t>
            </a:r>
            <a:r>
              <a:rPr lang="de-DE" b="1" dirty="0" smtClean="0">
                <a:solidFill>
                  <a:srgbClr val="2F3848"/>
                </a:solidFill>
                <a:latin typeface="Source Sans Pro"/>
                <a:ea typeface="Source Sans Pro"/>
                <a:cs typeface="Source Sans Pro"/>
                <a:sym typeface="Source Sans Pro"/>
              </a:rPr>
              <a:t>:</a:t>
            </a:r>
            <a:r>
              <a:rPr lang="de-DE" b="1" dirty="0">
                <a:solidFill>
                  <a:srgbClr val="2F3848"/>
                </a:solidFill>
                <a:latin typeface="Source Sans Pro"/>
                <a:ea typeface="Source Sans Pro"/>
                <a:cs typeface="Source Sans Pro"/>
                <a:sym typeface="Source Sans Pro"/>
              </a:rPr>
              <a:t> </a:t>
            </a:r>
            <a:r>
              <a:rPr lang="de-DE" b="1" u="sng" dirty="0" smtClean="0">
                <a:solidFill>
                  <a:srgbClr val="2F3848"/>
                </a:solidFill>
                <a:latin typeface="Source Sans Pro"/>
                <a:ea typeface="Source Sans Pro"/>
                <a:cs typeface="Source Sans Pro"/>
                <a:sym typeface="Source Sans Pro"/>
              </a:rPr>
              <a:t>https://</a:t>
            </a:r>
            <a:r>
              <a:rPr lang="de-DE" b="1" u="sng" dirty="0" err="1" smtClean="0">
                <a:solidFill>
                  <a:srgbClr val="2F3848"/>
                </a:solidFill>
                <a:latin typeface="Source Sans Pro"/>
                <a:ea typeface="Source Sans Pro"/>
                <a:cs typeface="Source Sans Pro"/>
                <a:sym typeface="Source Sans Pro"/>
              </a:rPr>
              <a:t>gitlab.dkrz.de</a:t>
            </a:r>
            <a:r>
              <a:rPr lang="de-DE" b="1" u="sng" dirty="0" smtClean="0">
                <a:solidFill>
                  <a:srgbClr val="2F3848"/>
                </a:solidFill>
                <a:latin typeface="Source Sans Pro"/>
                <a:ea typeface="Source Sans Pro"/>
                <a:cs typeface="Source Sans Pro"/>
                <a:sym typeface="Source Sans Pro"/>
              </a:rPr>
              <a:t>/</a:t>
            </a:r>
            <a:r>
              <a:rPr lang="de-DE" b="1" u="sng" dirty="0" err="1" smtClean="0">
                <a:solidFill>
                  <a:srgbClr val="2F3848"/>
                </a:solidFill>
                <a:latin typeface="Source Sans Pro"/>
                <a:ea typeface="Source Sans Pro"/>
                <a:cs typeface="Source Sans Pro"/>
                <a:sym typeface="Source Sans Pro"/>
              </a:rPr>
              <a:t>esm</a:t>
            </a:r>
            <a:r>
              <a:rPr lang="de-DE" b="1" u="sng" dirty="0" smtClean="0">
                <a:solidFill>
                  <a:srgbClr val="2F3848"/>
                </a:solidFill>
                <a:latin typeface="Source Sans Pro"/>
                <a:ea typeface="Source Sans Pro"/>
                <a:cs typeface="Source Sans Pro"/>
                <a:sym typeface="Source Sans Pro"/>
              </a:rPr>
              <a:t>-tools/</a:t>
            </a:r>
            <a:r>
              <a:rPr lang="de-DE" b="1" u="sng" dirty="0" err="1" smtClean="0">
                <a:solidFill>
                  <a:srgbClr val="2F3848"/>
                </a:solidFill>
                <a:latin typeface="Source Sans Pro"/>
                <a:ea typeface="Source Sans Pro"/>
                <a:cs typeface="Source Sans Pro"/>
                <a:sym typeface="Source Sans Pro"/>
              </a:rPr>
              <a:t>esm</a:t>
            </a:r>
            <a:r>
              <a:rPr lang="de-DE" b="1" u="sng" dirty="0" smtClean="0">
                <a:solidFill>
                  <a:srgbClr val="2F3848"/>
                </a:solidFill>
                <a:latin typeface="Source Sans Pro"/>
                <a:ea typeface="Source Sans Pro"/>
                <a:cs typeface="Source Sans Pro"/>
                <a:sym typeface="Source Sans Pro"/>
              </a:rPr>
              <a:t>-workshop</a:t>
            </a:r>
          </a:p>
        </p:txBody>
      </p:sp>
      <p:sp>
        <p:nvSpPr>
          <p:cNvPr id="5" name="Shape 81"/>
          <p:cNvSpPr txBox="1"/>
          <p:nvPr/>
        </p:nvSpPr>
        <p:spPr>
          <a:xfrm>
            <a:off x="3842768" y="2785167"/>
            <a:ext cx="4202707" cy="1517390"/>
          </a:xfrm>
          <a:prstGeom prst="rect">
            <a:avLst/>
          </a:prstGeom>
          <a:noFill/>
          <a:ln w="31750">
            <a:solidFill>
              <a:srgbClr val="F15668"/>
            </a:solidFill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rtl="0">
              <a:spcBef>
                <a:spcPts val="600"/>
              </a:spcBef>
              <a:spcAft>
                <a:spcPts val="0"/>
              </a:spcAft>
              <a:buNone/>
            </a:pPr>
            <a:r>
              <a:rPr lang="de-DE" sz="1800" b="1" dirty="0" smtClean="0">
                <a:solidFill>
                  <a:srgbClr val="F05768"/>
                </a:solidFill>
                <a:latin typeface="Source Sans Pro"/>
                <a:ea typeface="Source Sans Pro"/>
                <a:cs typeface="Source Sans Pro"/>
                <a:sym typeface="Source Sans Pro"/>
              </a:rPr>
              <a:t>The </a:t>
            </a:r>
            <a:r>
              <a:rPr lang="de-DE" sz="1800" b="1" dirty="0" err="1" smtClean="0">
                <a:solidFill>
                  <a:srgbClr val="F05768"/>
                </a:solidFill>
                <a:latin typeface="Source Sans Pro"/>
                <a:ea typeface="Source Sans Pro"/>
                <a:cs typeface="Source Sans Pro"/>
                <a:sym typeface="Source Sans Pro"/>
              </a:rPr>
              <a:t>course</a:t>
            </a:r>
            <a:r>
              <a:rPr lang="de-DE" sz="1800" b="1" dirty="0" smtClean="0">
                <a:solidFill>
                  <a:srgbClr val="F05768"/>
                </a:solidFill>
                <a:latin typeface="Source Sans Pro"/>
                <a:ea typeface="Source Sans Pro"/>
                <a:cs typeface="Source Sans Pro"/>
                <a:sym typeface="Source Sans Pro"/>
              </a:rPr>
              <a:t> will </a:t>
            </a:r>
            <a:r>
              <a:rPr lang="de-DE" sz="1800" b="1" dirty="0" err="1" smtClean="0">
                <a:solidFill>
                  <a:srgbClr val="F05768"/>
                </a:solidFill>
                <a:latin typeface="Source Sans Pro"/>
                <a:ea typeface="Source Sans Pro"/>
                <a:cs typeface="Source Sans Pro"/>
                <a:sym typeface="Source Sans Pro"/>
              </a:rPr>
              <a:t>take</a:t>
            </a:r>
            <a:r>
              <a:rPr lang="de-DE" sz="1800" b="1" dirty="0" smtClean="0">
                <a:solidFill>
                  <a:srgbClr val="F05768"/>
                </a:solidFill>
                <a:latin typeface="Source Sans Pro"/>
                <a:ea typeface="Source Sans Pro"/>
                <a:cs typeface="Source Sans Pro"/>
                <a:sym typeface="Source Sans Pro"/>
              </a:rPr>
              <a:t> </a:t>
            </a:r>
            <a:r>
              <a:rPr lang="de-DE" sz="1800" b="1" dirty="0" err="1" smtClean="0">
                <a:solidFill>
                  <a:srgbClr val="F05768"/>
                </a:solidFill>
                <a:latin typeface="Source Sans Pro"/>
                <a:ea typeface="Source Sans Pro"/>
                <a:cs typeface="Source Sans Pro"/>
                <a:sym typeface="Source Sans Pro"/>
              </a:rPr>
              <a:t>place</a:t>
            </a:r>
            <a:r>
              <a:rPr lang="de-DE" sz="1800" b="1" dirty="0" smtClean="0">
                <a:solidFill>
                  <a:srgbClr val="F05768"/>
                </a:solidFill>
                <a:latin typeface="Source Sans Pro"/>
                <a:ea typeface="Source Sans Pro"/>
                <a:cs typeface="Source Sans Pro"/>
                <a:sym typeface="Source Sans Pro"/>
              </a:rPr>
              <a:t>:</a:t>
            </a:r>
          </a:p>
          <a:p>
            <a:pPr marL="0" lvl="0" indent="0" rtl="0">
              <a:spcBef>
                <a:spcPts val="600"/>
              </a:spcBef>
              <a:spcAft>
                <a:spcPts val="0"/>
              </a:spcAft>
              <a:buNone/>
            </a:pPr>
            <a:r>
              <a:rPr lang="de-DE" b="1" dirty="0">
                <a:solidFill>
                  <a:srgbClr val="F05768"/>
                </a:solidFill>
                <a:latin typeface="Source Sans Pro"/>
                <a:ea typeface="Source Sans Pro"/>
                <a:cs typeface="Source Sans Pro"/>
                <a:sym typeface="Source Sans Pro"/>
              </a:rPr>
              <a:t>	</a:t>
            </a:r>
            <a:r>
              <a:rPr lang="de-DE" b="1" dirty="0" smtClean="0">
                <a:solidFill>
                  <a:schemeClr val="tx1"/>
                </a:solidFill>
                <a:latin typeface="Source Sans Pro"/>
                <a:ea typeface="Source Sans Pro"/>
                <a:cs typeface="Source Sans Pro"/>
                <a:sym typeface="Source Sans Pro"/>
              </a:rPr>
              <a:t>JUNE 18 / 19 2018, 9:30 -16:00</a:t>
            </a:r>
          </a:p>
          <a:p>
            <a:pPr marL="0" lvl="0" indent="0" rtl="0">
              <a:spcBef>
                <a:spcPts val="600"/>
              </a:spcBef>
              <a:spcAft>
                <a:spcPts val="0"/>
              </a:spcAft>
              <a:buNone/>
            </a:pPr>
            <a:r>
              <a:rPr lang="de-DE" b="1" dirty="0">
                <a:solidFill>
                  <a:schemeClr val="tx1"/>
                </a:solidFill>
                <a:latin typeface="Source Sans Pro"/>
                <a:ea typeface="Source Sans Pro"/>
                <a:cs typeface="Source Sans Pro"/>
                <a:sym typeface="Source Sans Pro"/>
              </a:rPr>
              <a:t>	</a:t>
            </a:r>
            <a:r>
              <a:rPr lang="de-DE" b="1" dirty="0" smtClean="0">
                <a:solidFill>
                  <a:schemeClr val="tx1"/>
                </a:solidFill>
                <a:latin typeface="Source Sans Pro"/>
                <a:ea typeface="Source Sans Pro"/>
                <a:cs typeface="Source Sans Pro"/>
                <a:sym typeface="Source Sans Pro"/>
              </a:rPr>
              <a:t>Konferenzzimmer Kantinenturm</a:t>
            </a:r>
          </a:p>
          <a:p>
            <a:pPr marL="0" lvl="0" indent="0" rtl="0">
              <a:spcBef>
                <a:spcPts val="600"/>
              </a:spcBef>
              <a:spcAft>
                <a:spcPts val="0"/>
              </a:spcAft>
              <a:buNone/>
            </a:pPr>
            <a:r>
              <a:rPr lang="de-DE" b="1" dirty="0">
                <a:solidFill>
                  <a:schemeClr val="tx1"/>
                </a:solidFill>
                <a:latin typeface="Source Sans Pro"/>
                <a:ea typeface="Source Sans Pro"/>
                <a:cs typeface="Source Sans Pro"/>
                <a:sym typeface="Source Sans Pro"/>
              </a:rPr>
              <a:t>	</a:t>
            </a:r>
            <a:r>
              <a:rPr lang="de-DE" b="1" dirty="0" smtClean="0">
                <a:solidFill>
                  <a:schemeClr val="tx1"/>
                </a:solidFill>
                <a:latin typeface="Source Sans Pro"/>
                <a:ea typeface="Source Sans Pro"/>
                <a:cs typeface="Source Sans Pro"/>
                <a:sym typeface="Source Sans Pro"/>
              </a:rPr>
              <a:t>Building E</a:t>
            </a:r>
          </a:p>
        </p:txBody>
      </p:sp>
    </p:spTree>
    <p:extLst>
      <p:ext uri="{BB962C8B-B14F-4D97-AF65-F5344CB8AC3E}">
        <p14:creationId xmlns:p14="http://schemas.microsoft.com/office/powerpoint/2010/main" val="1561830458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Shape 202"/>
          <p:cNvSpPr txBox="1">
            <a:spLocks noGrp="1"/>
          </p:cNvSpPr>
          <p:nvPr>
            <p:ph type="title" idx="4294967295"/>
          </p:nvPr>
        </p:nvSpPr>
        <p:spPr>
          <a:xfrm>
            <a:off x="1025399" y="121577"/>
            <a:ext cx="7383900" cy="11430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rtl="0">
              <a:spcBef>
                <a:spcPts val="0"/>
              </a:spcBef>
              <a:spcAft>
                <a:spcPts val="0"/>
              </a:spcAft>
              <a:buNone/>
            </a:pPr>
            <a:r>
              <a:rPr lang="de-DE" dirty="0" smtClean="0"/>
              <a:t>More </a:t>
            </a:r>
            <a:r>
              <a:rPr lang="de-DE" dirty="0" err="1" smtClean="0"/>
              <a:t>to</a:t>
            </a:r>
            <a:r>
              <a:rPr lang="de-DE" dirty="0" smtClean="0"/>
              <a:t> </a:t>
            </a:r>
            <a:r>
              <a:rPr lang="de-DE" dirty="0" err="1" smtClean="0"/>
              <a:t>come</a:t>
            </a:r>
            <a:r>
              <a:rPr lang="mr-IN" dirty="0" smtClean="0"/>
              <a:t>…</a:t>
            </a:r>
            <a:endParaRPr dirty="0"/>
          </a:p>
        </p:txBody>
      </p:sp>
      <p:sp>
        <p:nvSpPr>
          <p:cNvPr id="203" name="Shape 203"/>
          <p:cNvSpPr txBox="1">
            <a:spLocks noGrp="1"/>
          </p:cNvSpPr>
          <p:nvPr>
            <p:ph type="body" idx="4294967295"/>
          </p:nvPr>
        </p:nvSpPr>
        <p:spPr>
          <a:xfrm>
            <a:off x="705917" y="1403019"/>
            <a:ext cx="2631900" cy="622789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rtl="0">
              <a:spcBef>
                <a:spcPts val="600"/>
              </a:spcBef>
              <a:spcAft>
                <a:spcPts val="0"/>
              </a:spcAft>
              <a:buNone/>
            </a:pPr>
            <a:r>
              <a:rPr lang="de-DE" sz="2400" b="1" dirty="0" err="1" smtClean="0">
                <a:solidFill>
                  <a:srgbClr val="F05768"/>
                </a:solidFill>
              </a:rPr>
              <a:t>esm</a:t>
            </a:r>
            <a:r>
              <a:rPr lang="de-DE" sz="2400" b="1" dirty="0" smtClean="0">
                <a:solidFill>
                  <a:srgbClr val="F05768"/>
                </a:solidFill>
              </a:rPr>
              <a:t>-master</a:t>
            </a:r>
            <a:endParaRPr sz="2400" b="1" dirty="0">
              <a:solidFill>
                <a:srgbClr val="F05768"/>
              </a:solidFill>
            </a:endParaRPr>
          </a:p>
        </p:txBody>
      </p:sp>
      <p:sp>
        <p:nvSpPr>
          <p:cNvPr id="204" name="Shape 204"/>
          <p:cNvSpPr txBox="1">
            <a:spLocks noGrp="1"/>
          </p:cNvSpPr>
          <p:nvPr>
            <p:ph type="body" idx="4294967295"/>
          </p:nvPr>
        </p:nvSpPr>
        <p:spPr>
          <a:xfrm>
            <a:off x="6314260" y="1403019"/>
            <a:ext cx="2631900" cy="622789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rtl="0">
              <a:spcBef>
                <a:spcPts val="600"/>
              </a:spcBef>
              <a:spcAft>
                <a:spcPts val="0"/>
              </a:spcAft>
              <a:buNone/>
            </a:pPr>
            <a:r>
              <a:rPr lang="de-DE" sz="2400" b="1" smtClean="0">
                <a:solidFill>
                  <a:srgbClr val="F05768"/>
                </a:solidFill>
              </a:rPr>
              <a:t>esm-runscripts</a:t>
            </a:r>
            <a:endParaRPr sz="2400" b="1" dirty="0">
              <a:solidFill>
                <a:srgbClr val="F05768"/>
              </a:solidFill>
            </a:endParaRPr>
          </a:p>
        </p:txBody>
      </p:sp>
      <p:sp>
        <p:nvSpPr>
          <p:cNvPr id="205" name="Shape 205"/>
          <p:cNvSpPr txBox="1">
            <a:spLocks noGrp="1"/>
          </p:cNvSpPr>
          <p:nvPr>
            <p:ph type="body" idx="4294967295"/>
          </p:nvPr>
        </p:nvSpPr>
        <p:spPr>
          <a:xfrm>
            <a:off x="3401399" y="1403019"/>
            <a:ext cx="2631900" cy="622789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rtl="0">
              <a:spcBef>
                <a:spcPts val="600"/>
              </a:spcBef>
              <a:spcAft>
                <a:spcPts val="0"/>
              </a:spcAft>
              <a:buNone/>
            </a:pPr>
            <a:r>
              <a:rPr lang="de-DE" sz="2400" b="1" dirty="0" err="1">
                <a:solidFill>
                  <a:srgbClr val="F05768"/>
                </a:solidFill>
              </a:rPr>
              <a:t>e</a:t>
            </a:r>
            <a:r>
              <a:rPr lang="de-DE" sz="2400" b="1" dirty="0" err="1" smtClean="0">
                <a:solidFill>
                  <a:srgbClr val="F05768"/>
                </a:solidFill>
              </a:rPr>
              <a:t>sm</a:t>
            </a:r>
            <a:r>
              <a:rPr lang="de-DE" sz="2400" b="1" dirty="0" smtClean="0">
                <a:solidFill>
                  <a:srgbClr val="F05768"/>
                </a:solidFill>
              </a:rPr>
              <a:t>-environment</a:t>
            </a:r>
            <a:endParaRPr sz="2400" b="1" dirty="0">
              <a:solidFill>
                <a:srgbClr val="F05768"/>
              </a:solidFill>
            </a:endParaRPr>
          </a:p>
          <a:p>
            <a:pPr marL="0" lvl="0" indent="0" rtl="0">
              <a:spcBef>
                <a:spcPts val="600"/>
              </a:spcBef>
              <a:spcAft>
                <a:spcPts val="0"/>
              </a:spcAft>
              <a:buNone/>
            </a:pPr>
            <a:endParaRPr sz="1200" dirty="0">
              <a:solidFill>
                <a:srgbClr val="FFFFFF"/>
              </a:solidFill>
            </a:endParaRPr>
          </a:p>
        </p:txBody>
      </p:sp>
      <p:sp>
        <p:nvSpPr>
          <p:cNvPr id="206" name="Shape 206"/>
          <p:cNvSpPr txBox="1">
            <a:spLocks noGrp="1"/>
          </p:cNvSpPr>
          <p:nvPr>
            <p:ph type="body" idx="4294967295"/>
          </p:nvPr>
        </p:nvSpPr>
        <p:spPr>
          <a:xfrm>
            <a:off x="705917" y="2426903"/>
            <a:ext cx="2631900" cy="600061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rtl="0">
              <a:spcBef>
                <a:spcPts val="600"/>
              </a:spcBef>
              <a:spcAft>
                <a:spcPts val="0"/>
              </a:spcAft>
              <a:buNone/>
            </a:pPr>
            <a:r>
              <a:rPr lang="de-DE" sz="2400" b="1" smtClean="0">
                <a:solidFill>
                  <a:srgbClr val="F05768"/>
                </a:solidFill>
              </a:rPr>
              <a:t>esm-usermanual</a:t>
            </a:r>
            <a:endParaRPr b="1" dirty="0">
              <a:solidFill>
                <a:srgbClr val="FFFFFF"/>
              </a:solidFill>
            </a:endParaRPr>
          </a:p>
        </p:txBody>
      </p:sp>
      <p:sp>
        <p:nvSpPr>
          <p:cNvPr id="208" name="Shape 208"/>
          <p:cNvSpPr txBox="1">
            <a:spLocks noGrp="1"/>
          </p:cNvSpPr>
          <p:nvPr>
            <p:ph type="body" idx="4294967295"/>
          </p:nvPr>
        </p:nvSpPr>
        <p:spPr>
          <a:xfrm>
            <a:off x="6314260" y="2426903"/>
            <a:ext cx="2631900" cy="602894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rtl="0">
              <a:spcBef>
                <a:spcPts val="600"/>
              </a:spcBef>
              <a:spcAft>
                <a:spcPts val="0"/>
              </a:spcAft>
              <a:buNone/>
            </a:pPr>
            <a:r>
              <a:rPr lang="de-DE" sz="2400" b="1" dirty="0" err="1" smtClean="0">
                <a:solidFill>
                  <a:srgbClr val="F05768"/>
                </a:solidFill>
              </a:rPr>
              <a:t>esm</a:t>
            </a:r>
            <a:r>
              <a:rPr lang="de-DE" sz="2400" b="1" dirty="0" smtClean="0">
                <a:solidFill>
                  <a:srgbClr val="F05768"/>
                </a:solidFill>
              </a:rPr>
              <a:t>-workshop</a:t>
            </a:r>
            <a:endParaRPr b="1" dirty="0">
              <a:solidFill>
                <a:srgbClr val="FFFFFF"/>
              </a:solidFill>
            </a:endParaRPr>
          </a:p>
          <a:p>
            <a:pPr marL="0" lvl="0" indent="0" rtl="0">
              <a:spcBef>
                <a:spcPts val="600"/>
              </a:spcBef>
              <a:spcAft>
                <a:spcPts val="0"/>
              </a:spcAft>
              <a:buNone/>
            </a:pPr>
            <a:endParaRPr sz="1200" dirty="0">
              <a:solidFill>
                <a:srgbClr val="FFFFFF"/>
              </a:solidFill>
            </a:endParaRPr>
          </a:p>
        </p:txBody>
      </p:sp>
      <p:sp>
        <p:nvSpPr>
          <p:cNvPr id="209" name="Shape 209"/>
          <p:cNvSpPr/>
          <p:nvPr/>
        </p:nvSpPr>
        <p:spPr>
          <a:xfrm>
            <a:off x="814819" y="3632465"/>
            <a:ext cx="383719" cy="383695"/>
          </a:xfrm>
          <a:custGeom>
            <a:avLst/>
            <a:gdLst/>
            <a:ahLst/>
            <a:cxnLst/>
            <a:rect l="0" t="0" r="0" b="0"/>
            <a:pathLst>
              <a:path w="16072" h="16071" extrusionOk="0">
                <a:moveTo>
                  <a:pt x="8036" y="0"/>
                </a:moveTo>
                <a:lnTo>
                  <a:pt x="7938" y="24"/>
                </a:lnTo>
                <a:lnTo>
                  <a:pt x="7792" y="98"/>
                </a:lnTo>
                <a:lnTo>
                  <a:pt x="7328" y="366"/>
                </a:lnTo>
                <a:lnTo>
                  <a:pt x="7059" y="537"/>
                </a:lnTo>
                <a:lnTo>
                  <a:pt x="6766" y="757"/>
                </a:lnTo>
                <a:lnTo>
                  <a:pt x="6448" y="977"/>
                </a:lnTo>
                <a:lnTo>
                  <a:pt x="6155" y="1246"/>
                </a:lnTo>
                <a:lnTo>
                  <a:pt x="5887" y="1514"/>
                </a:lnTo>
                <a:lnTo>
                  <a:pt x="5643" y="1807"/>
                </a:lnTo>
                <a:lnTo>
                  <a:pt x="5447" y="2100"/>
                </a:lnTo>
                <a:lnTo>
                  <a:pt x="5374" y="2247"/>
                </a:lnTo>
                <a:lnTo>
                  <a:pt x="5325" y="2418"/>
                </a:lnTo>
                <a:lnTo>
                  <a:pt x="5276" y="2564"/>
                </a:lnTo>
                <a:lnTo>
                  <a:pt x="5252" y="2711"/>
                </a:lnTo>
                <a:lnTo>
                  <a:pt x="5252" y="2858"/>
                </a:lnTo>
                <a:lnTo>
                  <a:pt x="5276" y="3029"/>
                </a:lnTo>
                <a:lnTo>
                  <a:pt x="5325" y="3175"/>
                </a:lnTo>
                <a:lnTo>
                  <a:pt x="5398" y="3322"/>
                </a:lnTo>
                <a:lnTo>
                  <a:pt x="5496" y="3468"/>
                </a:lnTo>
                <a:lnTo>
                  <a:pt x="5618" y="3615"/>
                </a:lnTo>
                <a:lnTo>
                  <a:pt x="5814" y="3761"/>
                </a:lnTo>
                <a:lnTo>
                  <a:pt x="6009" y="3859"/>
                </a:lnTo>
                <a:lnTo>
                  <a:pt x="6204" y="3957"/>
                </a:lnTo>
                <a:lnTo>
                  <a:pt x="6424" y="4005"/>
                </a:lnTo>
                <a:lnTo>
                  <a:pt x="6644" y="4054"/>
                </a:lnTo>
                <a:lnTo>
                  <a:pt x="6864" y="4152"/>
                </a:lnTo>
                <a:lnTo>
                  <a:pt x="7059" y="4250"/>
                </a:lnTo>
                <a:lnTo>
                  <a:pt x="7254" y="4421"/>
                </a:lnTo>
                <a:lnTo>
                  <a:pt x="7425" y="4616"/>
                </a:lnTo>
                <a:lnTo>
                  <a:pt x="7523" y="4836"/>
                </a:lnTo>
                <a:lnTo>
                  <a:pt x="7596" y="5080"/>
                </a:lnTo>
                <a:lnTo>
                  <a:pt x="7621" y="5373"/>
                </a:lnTo>
                <a:lnTo>
                  <a:pt x="7596" y="5569"/>
                </a:lnTo>
                <a:lnTo>
                  <a:pt x="7572" y="5788"/>
                </a:lnTo>
                <a:lnTo>
                  <a:pt x="7499" y="5984"/>
                </a:lnTo>
                <a:lnTo>
                  <a:pt x="7425" y="6179"/>
                </a:lnTo>
                <a:lnTo>
                  <a:pt x="7328" y="6374"/>
                </a:lnTo>
                <a:lnTo>
                  <a:pt x="7206" y="6570"/>
                </a:lnTo>
                <a:lnTo>
                  <a:pt x="7059" y="6741"/>
                </a:lnTo>
                <a:lnTo>
                  <a:pt x="6913" y="6912"/>
                </a:lnTo>
                <a:lnTo>
                  <a:pt x="6742" y="7058"/>
                </a:lnTo>
                <a:lnTo>
                  <a:pt x="6571" y="7205"/>
                </a:lnTo>
                <a:lnTo>
                  <a:pt x="6400" y="7303"/>
                </a:lnTo>
                <a:lnTo>
                  <a:pt x="6204" y="7425"/>
                </a:lnTo>
                <a:lnTo>
                  <a:pt x="6009" y="7498"/>
                </a:lnTo>
                <a:lnTo>
                  <a:pt x="5789" y="7571"/>
                </a:lnTo>
                <a:lnTo>
                  <a:pt x="5569" y="7596"/>
                </a:lnTo>
                <a:lnTo>
                  <a:pt x="5374" y="7620"/>
                </a:lnTo>
                <a:lnTo>
                  <a:pt x="5105" y="7596"/>
                </a:lnTo>
                <a:lnTo>
                  <a:pt x="4861" y="7522"/>
                </a:lnTo>
                <a:lnTo>
                  <a:pt x="4617" y="7425"/>
                </a:lnTo>
                <a:lnTo>
                  <a:pt x="4421" y="7254"/>
                </a:lnTo>
                <a:lnTo>
                  <a:pt x="4250" y="7058"/>
                </a:lnTo>
                <a:lnTo>
                  <a:pt x="4128" y="6839"/>
                </a:lnTo>
                <a:lnTo>
                  <a:pt x="4055" y="6619"/>
                </a:lnTo>
                <a:lnTo>
                  <a:pt x="3982" y="6399"/>
                </a:lnTo>
                <a:lnTo>
                  <a:pt x="3933" y="6204"/>
                </a:lnTo>
                <a:lnTo>
                  <a:pt x="3860" y="6008"/>
                </a:lnTo>
                <a:lnTo>
                  <a:pt x="3762" y="5813"/>
                </a:lnTo>
                <a:lnTo>
                  <a:pt x="3615" y="5617"/>
                </a:lnTo>
                <a:lnTo>
                  <a:pt x="3469" y="5495"/>
                </a:lnTo>
                <a:lnTo>
                  <a:pt x="3322" y="5398"/>
                </a:lnTo>
                <a:lnTo>
                  <a:pt x="3176" y="5324"/>
                </a:lnTo>
                <a:lnTo>
                  <a:pt x="3029" y="5275"/>
                </a:lnTo>
                <a:lnTo>
                  <a:pt x="2858" y="5251"/>
                </a:lnTo>
                <a:lnTo>
                  <a:pt x="2712" y="5251"/>
                </a:lnTo>
                <a:lnTo>
                  <a:pt x="2565" y="5275"/>
                </a:lnTo>
                <a:lnTo>
                  <a:pt x="2419" y="5324"/>
                </a:lnTo>
                <a:lnTo>
                  <a:pt x="2248" y="5373"/>
                </a:lnTo>
                <a:lnTo>
                  <a:pt x="2101" y="5446"/>
                </a:lnTo>
                <a:lnTo>
                  <a:pt x="1808" y="5642"/>
                </a:lnTo>
                <a:lnTo>
                  <a:pt x="1515" y="5886"/>
                </a:lnTo>
                <a:lnTo>
                  <a:pt x="1246" y="6155"/>
                </a:lnTo>
                <a:lnTo>
                  <a:pt x="978" y="6448"/>
                </a:lnTo>
                <a:lnTo>
                  <a:pt x="758" y="6765"/>
                </a:lnTo>
                <a:lnTo>
                  <a:pt x="538" y="7058"/>
                </a:lnTo>
                <a:lnTo>
                  <a:pt x="367" y="7327"/>
                </a:lnTo>
                <a:lnTo>
                  <a:pt x="99" y="7791"/>
                </a:lnTo>
                <a:lnTo>
                  <a:pt x="25" y="7938"/>
                </a:lnTo>
                <a:lnTo>
                  <a:pt x="1" y="8035"/>
                </a:lnTo>
                <a:lnTo>
                  <a:pt x="25" y="8231"/>
                </a:lnTo>
                <a:lnTo>
                  <a:pt x="74" y="8402"/>
                </a:lnTo>
                <a:lnTo>
                  <a:pt x="172" y="8597"/>
                </a:lnTo>
                <a:lnTo>
                  <a:pt x="294" y="8744"/>
                </a:lnTo>
                <a:lnTo>
                  <a:pt x="587" y="9012"/>
                </a:lnTo>
                <a:lnTo>
                  <a:pt x="880" y="9256"/>
                </a:lnTo>
                <a:lnTo>
                  <a:pt x="1417" y="9696"/>
                </a:lnTo>
                <a:lnTo>
                  <a:pt x="1906" y="10062"/>
                </a:lnTo>
                <a:lnTo>
                  <a:pt x="2101" y="10233"/>
                </a:lnTo>
                <a:lnTo>
                  <a:pt x="2297" y="10404"/>
                </a:lnTo>
                <a:lnTo>
                  <a:pt x="2419" y="10575"/>
                </a:lnTo>
                <a:lnTo>
                  <a:pt x="2541" y="10746"/>
                </a:lnTo>
                <a:lnTo>
                  <a:pt x="2590" y="10917"/>
                </a:lnTo>
                <a:lnTo>
                  <a:pt x="2590" y="11113"/>
                </a:lnTo>
                <a:lnTo>
                  <a:pt x="2541" y="11308"/>
                </a:lnTo>
                <a:lnTo>
                  <a:pt x="2443" y="11528"/>
                </a:lnTo>
                <a:lnTo>
                  <a:pt x="2272" y="11772"/>
                </a:lnTo>
                <a:lnTo>
                  <a:pt x="2004" y="12041"/>
                </a:lnTo>
                <a:lnTo>
                  <a:pt x="1833" y="12212"/>
                </a:lnTo>
                <a:lnTo>
                  <a:pt x="1637" y="12309"/>
                </a:lnTo>
                <a:lnTo>
                  <a:pt x="1417" y="12383"/>
                </a:lnTo>
                <a:lnTo>
                  <a:pt x="1222" y="12431"/>
                </a:lnTo>
                <a:lnTo>
                  <a:pt x="1002" y="12480"/>
                </a:lnTo>
                <a:lnTo>
                  <a:pt x="782" y="12578"/>
                </a:lnTo>
                <a:lnTo>
                  <a:pt x="587" y="12700"/>
                </a:lnTo>
                <a:lnTo>
                  <a:pt x="367" y="12871"/>
                </a:lnTo>
                <a:lnTo>
                  <a:pt x="196" y="13066"/>
                </a:lnTo>
                <a:lnTo>
                  <a:pt x="99" y="13286"/>
                </a:lnTo>
                <a:lnTo>
                  <a:pt x="25" y="13530"/>
                </a:lnTo>
                <a:lnTo>
                  <a:pt x="1" y="13799"/>
                </a:lnTo>
                <a:lnTo>
                  <a:pt x="25" y="14019"/>
                </a:lnTo>
                <a:lnTo>
                  <a:pt x="50" y="14239"/>
                </a:lnTo>
                <a:lnTo>
                  <a:pt x="123" y="14434"/>
                </a:lnTo>
                <a:lnTo>
                  <a:pt x="221" y="14654"/>
                </a:lnTo>
                <a:lnTo>
                  <a:pt x="318" y="14825"/>
                </a:lnTo>
                <a:lnTo>
                  <a:pt x="440" y="15020"/>
                </a:lnTo>
                <a:lnTo>
                  <a:pt x="563" y="15191"/>
                </a:lnTo>
                <a:lnTo>
                  <a:pt x="709" y="15362"/>
                </a:lnTo>
                <a:lnTo>
                  <a:pt x="880" y="15509"/>
                </a:lnTo>
                <a:lnTo>
                  <a:pt x="1051" y="15631"/>
                </a:lnTo>
                <a:lnTo>
                  <a:pt x="1246" y="15753"/>
                </a:lnTo>
                <a:lnTo>
                  <a:pt x="1442" y="15875"/>
                </a:lnTo>
                <a:lnTo>
                  <a:pt x="1637" y="15948"/>
                </a:lnTo>
                <a:lnTo>
                  <a:pt x="1857" y="16022"/>
                </a:lnTo>
                <a:lnTo>
                  <a:pt x="2052" y="16046"/>
                </a:lnTo>
                <a:lnTo>
                  <a:pt x="2272" y="16070"/>
                </a:lnTo>
                <a:lnTo>
                  <a:pt x="2541" y="16046"/>
                </a:lnTo>
                <a:lnTo>
                  <a:pt x="2785" y="15973"/>
                </a:lnTo>
                <a:lnTo>
                  <a:pt x="3005" y="15875"/>
                </a:lnTo>
                <a:lnTo>
                  <a:pt x="3200" y="15704"/>
                </a:lnTo>
                <a:lnTo>
                  <a:pt x="3371" y="15509"/>
                </a:lnTo>
                <a:lnTo>
                  <a:pt x="3493" y="15289"/>
                </a:lnTo>
                <a:lnTo>
                  <a:pt x="3567" y="15094"/>
                </a:lnTo>
                <a:lnTo>
                  <a:pt x="3615" y="14874"/>
                </a:lnTo>
                <a:lnTo>
                  <a:pt x="3689" y="14654"/>
                </a:lnTo>
                <a:lnTo>
                  <a:pt x="3762" y="14459"/>
                </a:lnTo>
                <a:lnTo>
                  <a:pt x="3860" y="14239"/>
                </a:lnTo>
                <a:lnTo>
                  <a:pt x="4031" y="14068"/>
                </a:lnTo>
                <a:lnTo>
                  <a:pt x="4299" y="13824"/>
                </a:lnTo>
                <a:lnTo>
                  <a:pt x="4544" y="13628"/>
                </a:lnTo>
                <a:lnTo>
                  <a:pt x="4763" y="13530"/>
                </a:lnTo>
                <a:lnTo>
                  <a:pt x="4959" y="13482"/>
                </a:lnTo>
                <a:lnTo>
                  <a:pt x="5154" y="13482"/>
                </a:lnTo>
                <a:lnTo>
                  <a:pt x="5325" y="13530"/>
                </a:lnTo>
                <a:lnTo>
                  <a:pt x="5496" y="13653"/>
                </a:lnTo>
                <a:lnTo>
                  <a:pt x="5667" y="13775"/>
                </a:lnTo>
                <a:lnTo>
                  <a:pt x="5838" y="13970"/>
                </a:lnTo>
                <a:lnTo>
                  <a:pt x="6009" y="14165"/>
                </a:lnTo>
                <a:lnTo>
                  <a:pt x="6375" y="14654"/>
                </a:lnTo>
                <a:lnTo>
                  <a:pt x="6815" y="15191"/>
                </a:lnTo>
                <a:lnTo>
                  <a:pt x="7059" y="15484"/>
                </a:lnTo>
                <a:lnTo>
                  <a:pt x="7328" y="15777"/>
                </a:lnTo>
                <a:lnTo>
                  <a:pt x="7474" y="15899"/>
                </a:lnTo>
                <a:lnTo>
                  <a:pt x="7670" y="15997"/>
                </a:lnTo>
                <a:lnTo>
                  <a:pt x="7841" y="16046"/>
                </a:lnTo>
                <a:lnTo>
                  <a:pt x="8036" y="16070"/>
                </a:lnTo>
                <a:lnTo>
                  <a:pt x="8134" y="16046"/>
                </a:lnTo>
                <a:lnTo>
                  <a:pt x="8280" y="15973"/>
                </a:lnTo>
                <a:lnTo>
                  <a:pt x="8744" y="15704"/>
                </a:lnTo>
                <a:lnTo>
                  <a:pt x="9013" y="15533"/>
                </a:lnTo>
                <a:lnTo>
                  <a:pt x="9306" y="15313"/>
                </a:lnTo>
                <a:lnTo>
                  <a:pt x="9623" y="15094"/>
                </a:lnTo>
                <a:lnTo>
                  <a:pt x="9917" y="14825"/>
                </a:lnTo>
                <a:lnTo>
                  <a:pt x="10185" y="14556"/>
                </a:lnTo>
                <a:lnTo>
                  <a:pt x="10429" y="14263"/>
                </a:lnTo>
                <a:lnTo>
                  <a:pt x="10625" y="13970"/>
                </a:lnTo>
                <a:lnTo>
                  <a:pt x="10698" y="13824"/>
                </a:lnTo>
                <a:lnTo>
                  <a:pt x="10747" y="13653"/>
                </a:lnTo>
                <a:lnTo>
                  <a:pt x="10796" y="13506"/>
                </a:lnTo>
                <a:lnTo>
                  <a:pt x="10820" y="13359"/>
                </a:lnTo>
                <a:lnTo>
                  <a:pt x="10820" y="13213"/>
                </a:lnTo>
                <a:lnTo>
                  <a:pt x="10796" y="13042"/>
                </a:lnTo>
                <a:lnTo>
                  <a:pt x="10747" y="12895"/>
                </a:lnTo>
                <a:lnTo>
                  <a:pt x="10674" y="12749"/>
                </a:lnTo>
                <a:lnTo>
                  <a:pt x="10576" y="12602"/>
                </a:lnTo>
                <a:lnTo>
                  <a:pt x="10454" y="12456"/>
                </a:lnTo>
                <a:lnTo>
                  <a:pt x="10258" y="12309"/>
                </a:lnTo>
                <a:lnTo>
                  <a:pt x="10063" y="12212"/>
                </a:lnTo>
                <a:lnTo>
                  <a:pt x="9868" y="12138"/>
                </a:lnTo>
                <a:lnTo>
                  <a:pt x="9648" y="12065"/>
                </a:lnTo>
                <a:lnTo>
                  <a:pt x="9428" y="12016"/>
                </a:lnTo>
                <a:lnTo>
                  <a:pt x="9208" y="11919"/>
                </a:lnTo>
                <a:lnTo>
                  <a:pt x="9013" y="11821"/>
                </a:lnTo>
                <a:lnTo>
                  <a:pt x="8818" y="11650"/>
                </a:lnTo>
                <a:lnTo>
                  <a:pt x="8647" y="11454"/>
                </a:lnTo>
                <a:lnTo>
                  <a:pt x="8549" y="11235"/>
                </a:lnTo>
                <a:lnTo>
                  <a:pt x="8476" y="10990"/>
                </a:lnTo>
                <a:lnTo>
                  <a:pt x="8451" y="10697"/>
                </a:lnTo>
                <a:lnTo>
                  <a:pt x="8476" y="10502"/>
                </a:lnTo>
                <a:lnTo>
                  <a:pt x="8500" y="10282"/>
                </a:lnTo>
                <a:lnTo>
                  <a:pt x="8573" y="10087"/>
                </a:lnTo>
                <a:lnTo>
                  <a:pt x="8647" y="9891"/>
                </a:lnTo>
                <a:lnTo>
                  <a:pt x="8744" y="9696"/>
                </a:lnTo>
                <a:lnTo>
                  <a:pt x="8866" y="9501"/>
                </a:lnTo>
                <a:lnTo>
                  <a:pt x="9013" y="9330"/>
                </a:lnTo>
                <a:lnTo>
                  <a:pt x="9159" y="9159"/>
                </a:lnTo>
                <a:lnTo>
                  <a:pt x="9330" y="9012"/>
                </a:lnTo>
                <a:lnTo>
                  <a:pt x="9501" y="8890"/>
                </a:lnTo>
                <a:lnTo>
                  <a:pt x="9672" y="8768"/>
                </a:lnTo>
                <a:lnTo>
                  <a:pt x="9868" y="8646"/>
                </a:lnTo>
                <a:lnTo>
                  <a:pt x="10063" y="8573"/>
                </a:lnTo>
                <a:lnTo>
                  <a:pt x="10283" y="8499"/>
                </a:lnTo>
                <a:lnTo>
                  <a:pt x="10503" y="8475"/>
                </a:lnTo>
                <a:lnTo>
                  <a:pt x="10698" y="8450"/>
                </a:lnTo>
                <a:lnTo>
                  <a:pt x="10967" y="8475"/>
                </a:lnTo>
                <a:lnTo>
                  <a:pt x="11211" y="8548"/>
                </a:lnTo>
                <a:lnTo>
                  <a:pt x="11455" y="8646"/>
                </a:lnTo>
                <a:lnTo>
                  <a:pt x="11651" y="8817"/>
                </a:lnTo>
                <a:lnTo>
                  <a:pt x="11822" y="9012"/>
                </a:lnTo>
                <a:lnTo>
                  <a:pt x="11944" y="9232"/>
                </a:lnTo>
                <a:lnTo>
                  <a:pt x="12017" y="9452"/>
                </a:lnTo>
                <a:lnTo>
                  <a:pt x="12090" y="9672"/>
                </a:lnTo>
                <a:lnTo>
                  <a:pt x="12139" y="9867"/>
                </a:lnTo>
                <a:lnTo>
                  <a:pt x="12212" y="10062"/>
                </a:lnTo>
                <a:lnTo>
                  <a:pt x="12310" y="10258"/>
                </a:lnTo>
                <a:lnTo>
                  <a:pt x="12457" y="10453"/>
                </a:lnTo>
                <a:lnTo>
                  <a:pt x="12603" y="10575"/>
                </a:lnTo>
                <a:lnTo>
                  <a:pt x="12750" y="10673"/>
                </a:lnTo>
                <a:lnTo>
                  <a:pt x="12896" y="10746"/>
                </a:lnTo>
                <a:lnTo>
                  <a:pt x="13043" y="10795"/>
                </a:lnTo>
                <a:lnTo>
                  <a:pt x="13214" y="10819"/>
                </a:lnTo>
                <a:lnTo>
                  <a:pt x="13360" y="10819"/>
                </a:lnTo>
                <a:lnTo>
                  <a:pt x="13507" y="10795"/>
                </a:lnTo>
                <a:lnTo>
                  <a:pt x="13653" y="10746"/>
                </a:lnTo>
                <a:lnTo>
                  <a:pt x="13824" y="10697"/>
                </a:lnTo>
                <a:lnTo>
                  <a:pt x="13971" y="10624"/>
                </a:lnTo>
                <a:lnTo>
                  <a:pt x="14264" y="10429"/>
                </a:lnTo>
                <a:lnTo>
                  <a:pt x="14557" y="10184"/>
                </a:lnTo>
                <a:lnTo>
                  <a:pt x="14826" y="9916"/>
                </a:lnTo>
                <a:lnTo>
                  <a:pt x="15094" y="9623"/>
                </a:lnTo>
                <a:lnTo>
                  <a:pt x="15314" y="9305"/>
                </a:lnTo>
                <a:lnTo>
                  <a:pt x="15534" y="9012"/>
                </a:lnTo>
                <a:lnTo>
                  <a:pt x="15705" y="8744"/>
                </a:lnTo>
                <a:lnTo>
                  <a:pt x="15973" y="8279"/>
                </a:lnTo>
                <a:lnTo>
                  <a:pt x="16047" y="8133"/>
                </a:lnTo>
                <a:lnTo>
                  <a:pt x="16071" y="8035"/>
                </a:lnTo>
                <a:lnTo>
                  <a:pt x="16047" y="7840"/>
                </a:lnTo>
                <a:lnTo>
                  <a:pt x="15998" y="7669"/>
                </a:lnTo>
                <a:lnTo>
                  <a:pt x="15900" y="7474"/>
                </a:lnTo>
                <a:lnTo>
                  <a:pt x="15778" y="7327"/>
                </a:lnTo>
                <a:lnTo>
                  <a:pt x="15485" y="7058"/>
                </a:lnTo>
                <a:lnTo>
                  <a:pt x="15192" y="6814"/>
                </a:lnTo>
                <a:lnTo>
                  <a:pt x="14655" y="6374"/>
                </a:lnTo>
                <a:lnTo>
                  <a:pt x="14166" y="6008"/>
                </a:lnTo>
                <a:lnTo>
                  <a:pt x="13971" y="5837"/>
                </a:lnTo>
                <a:lnTo>
                  <a:pt x="13775" y="5666"/>
                </a:lnTo>
                <a:lnTo>
                  <a:pt x="13653" y="5495"/>
                </a:lnTo>
                <a:lnTo>
                  <a:pt x="13531" y="5324"/>
                </a:lnTo>
                <a:lnTo>
                  <a:pt x="13482" y="5153"/>
                </a:lnTo>
                <a:lnTo>
                  <a:pt x="13482" y="4958"/>
                </a:lnTo>
                <a:lnTo>
                  <a:pt x="13531" y="4763"/>
                </a:lnTo>
                <a:lnTo>
                  <a:pt x="13629" y="4543"/>
                </a:lnTo>
                <a:lnTo>
                  <a:pt x="13800" y="4299"/>
                </a:lnTo>
                <a:lnTo>
                  <a:pt x="14068" y="4030"/>
                </a:lnTo>
                <a:lnTo>
                  <a:pt x="14239" y="3859"/>
                </a:lnTo>
                <a:lnTo>
                  <a:pt x="14435" y="3761"/>
                </a:lnTo>
                <a:lnTo>
                  <a:pt x="14655" y="3688"/>
                </a:lnTo>
                <a:lnTo>
                  <a:pt x="14850" y="3639"/>
                </a:lnTo>
                <a:lnTo>
                  <a:pt x="15070" y="3590"/>
                </a:lnTo>
                <a:lnTo>
                  <a:pt x="15290" y="3493"/>
                </a:lnTo>
                <a:lnTo>
                  <a:pt x="15485" y="3370"/>
                </a:lnTo>
                <a:lnTo>
                  <a:pt x="15705" y="3199"/>
                </a:lnTo>
                <a:lnTo>
                  <a:pt x="15876" y="3004"/>
                </a:lnTo>
                <a:lnTo>
                  <a:pt x="15973" y="2784"/>
                </a:lnTo>
                <a:lnTo>
                  <a:pt x="16047" y="2540"/>
                </a:lnTo>
                <a:lnTo>
                  <a:pt x="16071" y="2271"/>
                </a:lnTo>
                <a:lnTo>
                  <a:pt x="16047" y="2052"/>
                </a:lnTo>
                <a:lnTo>
                  <a:pt x="16022" y="1832"/>
                </a:lnTo>
                <a:lnTo>
                  <a:pt x="15949" y="1636"/>
                </a:lnTo>
                <a:lnTo>
                  <a:pt x="15851" y="1417"/>
                </a:lnTo>
                <a:lnTo>
                  <a:pt x="15754" y="1246"/>
                </a:lnTo>
                <a:lnTo>
                  <a:pt x="15632" y="1050"/>
                </a:lnTo>
                <a:lnTo>
                  <a:pt x="15509" y="879"/>
                </a:lnTo>
                <a:lnTo>
                  <a:pt x="15363" y="708"/>
                </a:lnTo>
                <a:lnTo>
                  <a:pt x="15192" y="562"/>
                </a:lnTo>
                <a:lnTo>
                  <a:pt x="15021" y="440"/>
                </a:lnTo>
                <a:lnTo>
                  <a:pt x="14826" y="318"/>
                </a:lnTo>
                <a:lnTo>
                  <a:pt x="14630" y="195"/>
                </a:lnTo>
                <a:lnTo>
                  <a:pt x="14435" y="122"/>
                </a:lnTo>
                <a:lnTo>
                  <a:pt x="14215" y="49"/>
                </a:lnTo>
                <a:lnTo>
                  <a:pt x="14020" y="24"/>
                </a:lnTo>
                <a:lnTo>
                  <a:pt x="13800" y="0"/>
                </a:lnTo>
                <a:lnTo>
                  <a:pt x="13531" y="24"/>
                </a:lnTo>
                <a:lnTo>
                  <a:pt x="13287" y="98"/>
                </a:lnTo>
                <a:lnTo>
                  <a:pt x="13067" y="195"/>
                </a:lnTo>
                <a:lnTo>
                  <a:pt x="12872" y="366"/>
                </a:lnTo>
                <a:lnTo>
                  <a:pt x="12701" y="562"/>
                </a:lnTo>
                <a:lnTo>
                  <a:pt x="12579" y="782"/>
                </a:lnTo>
                <a:lnTo>
                  <a:pt x="12505" y="977"/>
                </a:lnTo>
                <a:lnTo>
                  <a:pt x="12457" y="1197"/>
                </a:lnTo>
                <a:lnTo>
                  <a:pt x="12383" y="1417"/>
                </a:lnTo>
                <a:lnTo>
                  <a:pt x="12310" y="1612"/>
                </a:lnTo>
                <a:lnTo>
                  <a:pt x="12212" y="1832"/>
                </a:lnTo>
                <a:lnTo>
                  <a:pt x="12041" y="2003"/>
                </a:lnTo>
                <a:lnTo>
                  <a:pt x="11773" y="2271"/>
                </a:lnTo>
                <a:lnTo>
                  <a:pt x="11528" y="2442"/>
                </a:lnTo>
                <a:lnTo>
                  <a:pt x="11309" y="2540"/>
                </a:lnTo>
                <a:lnTo>
                  <a:pt x="11113" y="2589"/>
                </a:lnTo>
                <a:lnTo>
                  <a:pt x="10918" y="2589"/>
                </a:lnTo>
                <a:lnTo>
                  <a:pt x="10747" y="2540"/>
                </a:lnTo>
                <a:lnTo>
                  <a:pt x="10576" y="2418"/>
                </a:lnTo>
                <a:lnTo>
                  <a:pt x="10405" y="2296"/>
                </a:lnTo>
                <a:lnTo>
                  <a:pt x="10234" y="2100"/>
                </a:lnTo>
                <a:lnTo>
                  <a:pt x="10063" y="1905"/>
                </a:lnTo>
                <a:lnTo>
                  <a:pt x="9697" y="1417"/>
                </a:lnTo>
                <a:lnTo>
                  <a:pt x="9257" y="879"/>
                </a:lnTo>
                <a:lnTo>
                  <a:pt x="9013" y="586"/>
                </a:lnTo>
                <a:lnTo>
                  <a:pt x="8744" y="293"/>
                </a:lnTo>
                <a:lnTo>
                  <a:pt x="8598" y="171"/>
                </a:lnTo>
                <a:lnTo>
                  <a:pt x="8402" y="73"/>
                </a:lnTo>
                <a:lnTo>
                  <a:pt x="8231" y="24"/>
                </a:lnTo>
                <a:lnTo>
                  <a:pt x="8036" y="0"/>
                </a:lnTo>
                <a:close/>
              </a:path>
            </a:pathLst>
          </a:custGeom>
          <a:solidFill>
            <a:srgbClr val="FFFFFF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222" name="Shape 222"/>
          <p:cNvGrpSpPr/>
          <p:nvPr/>
        </p:nvGrpSpPr>
        <p:grpSpPr>
          <a:xfrm>
            <a:off x="6386455" y="1164756"/>
            <a:ext cx="423351" cy="423375"/>
            <a:chOff x="570875" y="4322250"/>
            <a:chExt cx="443300" cy="443325"/>
          </a:xfrm>
        </p:grpSpPr>
        <p:sp>
          <p:nvSpPr>
            <p:cNvPr id="223" name="Shape 223"/>
            <p:cNvSpPr/>
            <p:nvPr/>
          </p:nvSpPr>
          <p:spPr>
            <a:xfrm>
              <a:off x="570875" y="4322250"/>
              <a:ext cx="443300" cy="443325"/>
            </a:xfrm>
            <a:custGeom>
              <a:avLst/>
              <a:gdLst/>
              <a:ahLst/>
              <a:cxnLst/>
              <a:rect l="0" t="0" r="0" b="0"/>
              <a:pathLst>
                <a:path w="17732" h="17733" extrusionOk="0">
                  <a:moveTo>
                    <a:pt x="13091" y="2712"/>
                  </a:moveTo>
                  <a:lnTo>
                    <a:pt x="13286" y="2736"/>
                  </a:lnTo>
                  <a:lnTo>
                    <a:pt x="13506" y="2785"/>
                  </a:lnTo>
                  <a:lnTo>
                    <a:pt x="13702" y="2858"/>
                  </a:lnTo>
                  <a:lnTo>
                    <a:pt x="13873" y="2956"/>
                  </a:lnTo>
                  <a:lnTo>
                    <a:pt x="14068" y="3054"/>
                  </a:lnTo>
                  <a:lnTo>
                    <a:pt x="14239" y="3176"/>
                  </a:lnTo>
                  <a:lnTo>
                    <a:pt x="14410" y="3323"/>
                  </a:lnTo>
                  <a:lnTo>
                    <a:pt x="14556" y="3493"/>
                  </a:lnTo>
                  <a:lnTo>
                    <a:pt x="14679" y="3664"/>
                  </a:lnTo>
                  <a:lnTo>
                    <a:pt x="14776" y="3860"/>
                  </a:lnTo>
                  <a:lnTo>
                    <a:pt x="14874" y="4031"/>
                  </a:lnTo>
                  <a:lnTo>
                    <a:pt x="14947" y="4226"/>
                  </a:lnTo>
                  <a:lnTo>
                    <a:pt x="14996" y="4446"/>
                  </a:lnTo>
                  <a:lnTo>
                    <a:pt x="15021" y="4641"/>
                  </a:lnTo>
                  <a:lnTo>
                    <a:pt x="15021" y="4861"/>
                  </a:lnTo>
                  <a:lnTo>
                    <a:pt x="15021" y="5057"/>
                  </a:lnTo>
                  <a:lnTo>
                    <a:pt x="14996" y="5252"/>
                  </a:lnTo>
                  <a:lnTo>
                    <a:pt x="14947" y="5472"/>
                  </a:lnTo>
                  <a:lnTo>
                    <a:pt x="14874" y="5667"/>
                  </a:lnTo>
                  <a:lnTo>
                    <a:pt x="14776" y="5838"/>
                  </a:lnTo>
                  <a:lnTo>
                    <a:pt x="14679" y="6033"/>
                  </a:lnTo>
                  <a:lnTo>
                    <a:pt x="14556" y="6204"/>
                  </a:lnTo>
                  <a:lnTo>
                    <a:pt x="14410" y="6375"/>
                  </a:lnTo>
                  <a:lnTo>
                    <a:pt x="13433" y="7328"/>
                  </a:lnTo>
                  <a:lnTo>
                    <a:pt x="13311" y="7426"/>
                  </a:lnTo>
                  <a:lnTo>
                    <a:pt x="13189" y="7499"/>
                  </a:lnTo>
                  <a:lnTo>
                    <a:pt x="13042" y="7548"/>
                  </a:lnTo>
                  <a:lnTo>
                    <a:pt x="12871" y="7572"/>
                  </a:lnTo>
                  <a:lnTo>
                    <a:pt x="12725" y="7548"/>
                  </a:lnTo>
                  <a:lnTo>
                    <a:pt x="12578" y="7499"/>
                  </a:lnTo>
                  <a:lnTo>
                    <a:pt x="12456" y="7426"/>
                  </a:lnTo>
                  <a:lnTo>
                    <a:pt x="12334" y="7328"/>
                  </a:lnTo>
                  <a:lnTo>
                    <a:pt x="10405" y="5398"/>
                  </a:lnTo>
                  <a:lnTo>
                    <a:pt x="10307" y="5276"/>
                  </a:lnTo>
                  <a:lnTo>
                    <a:pt x="10234" y="5154"/>
                  </a:lnTo>
                  <a:lnTo>
                    <a:pt x="10185" y="5008"/>
                  </a:lnTo>
                  <a:lnTo>
                    <a:pt x="10160" y="4861"/>
                  </a:lnTo>
                  <a:lnTo>
                    <a:pt x="10185" y="4690"/>
                  </a:lnTo>
                  <a:lnTo>
                    <a:pt x="10234" y="4544"/>
                  </a:lnTo>
                  <a:lnTo>
                    <a:pt x="10307" y="4422"/>
                  </a:lnTo>
                  <a:lnTo>
                    <a:pt x="10405" y="4299"/>
                  </a:lnTo>
                  <a:lnTo>
                    <a:pt x="11357" y="3323"/>
                  </a:lnTo>
                  <a:lnTo>
                    <a:pt x="11528" y="3176"/>
                  </a:lnTo>
                  <a:lnTo>
                    <a:pt x="11699" y="3054"/>
                  </a:lnTo>
                  <a:lnTo>
                    <a:pt x="11894" y="2956"/>
                  </a:lnTo>
                  <a:lnTo>
                    <a:pt x="12065" y="2858"/>
                  </a:lnTo>
                  <a:lnTo>
                    <a:pt x="12261" y="2785"/>
                  </a:lnTo>
                  <a:lnTo>
                    <a:pt x="12481" y="2736"/>
                  </a:lnTo>
                  <a:lnTo>
                    <a:pt x="12676" y="2712"/>
                  </a:lnTo>
                  <a:close/>
                  <a:moveTo>
                    <a:pt x="8377" y="8867"/>
                  </a:moveTo>
                  <a:lnTo>
                    <a:pt x="8475" y="8891"/>
                  </a:lnTo>
                  <a:lnTo>
                    <a:pt x="8548" y="8915"/>
                  </a:lnTo>
                  <a:lnTo>
                    <a:pt x="8646" y="8964"/>
                  </a:lnTo>
                  <a:lnTo>
                    <a:pt x="8719" y="9013"/>
                  </a:lnTo>
                  <a:lnTo>
                    <a:pt x="8768" y="9086"/>
                  </a:lnTo>
                  <a:lnTo>
                    <a:pt x="8817" y="9184"/>
                  </a:lnTo>
                  <a:lnTo>
                    <a:pt x="8841" y="9257"/>
                  </a:lnTo>
                  <a:lnTo>
                    <a:pt x="8866" y="9355"/>
                  </a:lnTo>
                  <a:lnTo>
                    <a:pt x="8841" y="9453"/>
                  </a:lnTo>
                  <a:lnTo>
                    <a:pt x="8817" y="9550"/>
                  </a:lnTo>
                  <a:lnTo>
                    <a:pt x="8768" y="9624"/>
                  </a:lnTo>
                  <a:lnTo>
                    <a:pt x="8719" y="9697"/>
                  </a:lnTo>
                  <a:lnTo>
                    <a:pt x="6179" y="12237"/>
                  </a:lnTo>
                  <a:lnTo>
                    <a:pt x="6106" y="12310"/>
                  </a:lnTo>
                  <a:lnTo>
                    <a:pt x="6033" y="12359"/>
                  </a:lnTo>
                  <a:lnTo>
                    <a:pt x="5935" y="12383"/>
                  </a:lnTo>
                  <a:lnTo>
                    <a:pt x="5740" y="12383"/>
                  </a:lnTo>
                  <a:lnTo>
                    <a:pt x="5642" y="12359"/>
                  </a:lnTo>
                  <a:lnTo>
                    <a:pt x="5569" y="12310"/>
                  </a:lnTo>
                  <a:lnTo>
                    <a:pt x="5496" y="12237"/>
                  </a:lnTo>
                  <a:lnTo>
                    <a:pt x="5422" y="12164"/>
                  </a:lnTo>
                  <a:lnTo>
                    <a:pt x="5373" y="12090"/>
                  </a:lnTo>
                  <a:lnTo>
                    <a:pt x="5349" y="11993"/>
                  </a:lnTo>
                  <a:lnTo>
                    <a:pt x="5349" y="11895"/>
                  </a:lnTo>
                  <a:lnTo>
                    <a:pt x="5349" y="11797"/>
                  </a:lnTo>
                  <a:lnTo>
                    <a:pt x="5373" y="11700"/>
                  </a:lnTo>
                  <a:lnTo>
                    <a:pt x="5422" y="11626"/>
                  </a:lnTo>
                  <a:lnTo>
                    <a:pt x="5496" y="11553"/>
                  </a:lnTo>
                  <a:lnTo>
                    <a:pt x="8036" y="9013"/>
                  </a:lnTo>
                  <a:lnTo>
                    <a:pt x="8109" y="8964"/>
                  </a:lnTo>
                  <a:lnTo>
                    <a:pt x="8182" y="8915"/>
                  </a:lnTo>
                  <a:lnTo>
                    <a:pt x="8280" y="8891"/>
                  </a:lnTo>
                  <a:lnTo>
                    <a:pt x="8377" y="8867"/>
                  </a:lnTo>
                  <a:close/>
                  <a:moveTo>
                    <a:pt x="14825" y="1"/>
                  </a:moveTo>
                  <a:lnTo>
                    <a:pt x="14288" y="25"/>
                  </a:lnTo>
                  <a:lnTo>
                    <a:pt x="13751" y="50"/>
                  </a:lnTo>
                  <a:lnTo>
                    <a:pt x="13213" y="123"/>
                  </a:lnTo>
                  <a:lnTo>
                    <a:pt x="12676" y="245"/>
                  </a:lnTo>
                  <a:lnTo>
                    <a:pt x="12163" y="367"/>
                  </a:lnTo>
                  <a:lnTo>
                    <a:pt x="11675" y="538"/>
                  </a:lnTo>
                  <a:lnTo>
                    <a:pt x="11235" y="758"/>
                  </a:lnTo>
                  <a:lnTo>
                    <a:pt x="11015" y="856"/>
                  </a:lnTo>
                  <a:lnTo>
                    <a:pt x="10844" y="1002"/>
                  </a:lnTo>
                  <a:lnTo>
                    <a:pt x="10649" y="1124"/>
                  </a:lnTo>
                  <a:lnTo>
                    <a:pt x="10502" y="1271"/>
                  </a:lnTo>
                  <a:lnTo>
                    <a:pt x="5544" y="6229"/>
                  </a:lnTo>
                  <a:lnTo>
                    <a:pt x="391" y="6229"/>
                  </a:lnTo>
                  <a:lnTo>
                    <a:pt x="245" y="6253"/>
                  </a:lnTo>
                  <a:lnTo>
                    <a:pt x="147" y="6278"/>
                  </a:lnTo>
                  <a:lnTo>
                    <a:pt x="49" y="6327"/>
                  </a:lnTo>
                  <a:lnTo>
                    <a:pt x="0" y="6400"/>
                  </a:lnTo>
                  <a:lnTo>
                    <a:pt x="0" y="6473"/>
                  </a:lnTo>
                  <a:lnTo>
                    <a:pt x="25" y="6571"/>
                  </a:lnTo>
                  <a:lnTo>
                    <a:pt x="74" y="6668"/>
                  </a:lnTo>
                  <a:lnTo>
                    <a:pt x="171" y="6791"/>
                  </a:lnTo>
                  <a:lnTo>
                    <a:pt x="2589" y="9184"/>
                  </a:lnTo>
                  <a:lnTo>
                    <a:pt x="2272" y="9502"/>
                  </a:lnTo>
                  <a:lnTo>
                    <a:pt x="953" y="9746"/>
                  </a:lnTo>
                  <a:lnTo>
                    <a:pt x="806" y="9795"/>
                  </a:lnTo>
                  <a:lnTo>
                    <a:pt x="684" y="9843"/>
                  </a:lnTo>
                  <a:lnTo>
                    <a:pt x="611" y="9941"/>
                  </a:lnTo>
                  <a:lnTo>
                    <a:pt x="562" y="10014"/>
                  </a:lnTo>
                  <a:lnTo>
                    <a:pt x="562" y="10112"/>
                  </a:lnTo>
                  <a:lnTo>
                    <a:pt x="586" y="10234"/>
                  </a:lnTo>
                  <a:lnTo>
                    <a:pt x="635" y="10332"/>
                  </a:lnTo>
                  <a:lnTo>
                    <a:pt x="733" y="10454"/>
                  </a:lnTo>
                  <a:lnTo>
                    <a:pt x="7278" y="16999"/>
                  </a:lnTo>
                  <a:lnTo>
                    <a:pt x="7401" y="17097"/>
                  </a:lnTo>
                  <a:lnTo>
                    <a:pt x="7498" y="17146"/>
                  </a:lnTo>
                  <a:lnTo>
                    <a:pt x="7620" y="17170"/>
                  </a:lnTo>
                  <a:lnTo>
                    <a:pt x="7718" y="17170"/>
                  </a:lnTo>
                  <a:lnTo>
                    <a:pt x="7791" y="17122"/>
                  </a:lnTo>
                  <a:lnTo>
                    <a:pt x="7889" y="17048"/>
                  </a:lnTo>
                  <a:lnTo>
                    <a:pt x="7938" y="16926"/>
                  </a:lnTo>
                  <a:lnTo>
                    <a:pt x="7987" y="16780"/>
                  </a:lnTo>
                  <a:lnTo>
                    <a:pt x="8231" y="15461"/>
                  </a:lnTo>
                  <a:lnTo>
                    <a:pt x="8548" y="15143"/>
                  </a:lnTo>
                  <a:lnTo>
                    <a:pt x="10942" y="17561"/>
                  </a:lnTo>
                  <a:lnTo>
                    <a:pt x="11064" y="17659"/>
                  </a:lnTo>
                  <a:lnTo>
                    <a:pt x="11162" y="17708"/>
                  </a:lnTo>
                  <a:lnTo>
                    <a:pt x="11259" y="17732"/>
                  </a:lnTo>
                  <a:lnTo>
                    <a:pt x="11333" y="17732"/>
                  </a:lnTo>
                  <a:lnTo>
                    <a:pt x="11406" y="17683"/>
                  </a:lnTo>
                  <a:lnTo>
                    <a:pt x="11455" y="17586"/>
                  </a:lnTo>
                  <a:lnTo>
                    <a:pt x="11479" y="17488"/>
                  </a:lnTo>
                  <a:lnTo>
                    <a:pt x="11504" y="17341"/>
                  </a:lnTo>
                  <a:lnTo>
                    <a:pt x="11504" y="12188"/>
                  </a:lnTo>
                  <a:lnTo>
                    <a:pt x="16461" y="7230"/>
                  </a:lnTo>
                  <a:lnTo>
                    <a:pt x="16608" y="7084"/>
                  </a:lnTo>
                  <a:lnTo>
                    <a:pt x="16730" y="6888"/>
                  </a:lnTo>
                  <a:lnTo>
                    <a:pt x="16877" y="6693"/>
                  </a:lnTo>
                  <a:lnTo>
                    <a:pt x="16974" y="6498"/>
                  </a:lnTo>
                  <a:lnTo>
                    <a:pt x="17194" y="6058"/>
                  </a:lnTo>
                  <a:lnTo>
                    <a:pt x="17365" y="5569"/>
                  </a:lnTo>
                  <a:lnTo>
                    <a:pt x="17487" y="5057"/>
                  </a:lnTo>
                  <a:lnTo>
                    <a:pt x="17609" y="4519"/>
                  </a:lnTo>
                  <a:lnTo>
                    <a:pt x="17683" y="3982"/>
                  </a:lnTo>
                  <a:lnTo>
                    <a:pt x="17707" y="3445"/>
                  </a:lnTo>
                  <a:lnTo>
                    <a:pt x="17731" y="2907"/>
                  </a:lnTo>
                  <a:lnTo>
                    <a:pt x="17731" y="2419"/>
                  </a:lnTo>
                  <a:lnTo>
                    <a:pt x="17707" y="1955"/>
                  </a:lnTo>
                  <a:lnTo>
                    <a:pt x="17658" y="1515"/>
                  </a:lnTo>
                  <a:lnTo>
                    <a:pt x="17585" y="1149"/>
                  </a:lnTo>
                  <a:lnTo>
                    <a:pt x="17512" y="831"/>
                  </a:lnTo>
                  <a:lnTo>
                    <a:pt x="17414" y="587"/>
                  </a:lnTo>
                  <a:lnTo>
                    <a:pt x="17341" y="489"/>
                  </a:lnTo>
                  <a:lnTo>
                    <a:pt x="17292" y="441"/>
                  </a:lnTo>
                  <a:lnTo>
                    <a:pt x="17243" y="392"/>
                  </a:lnTo>
                  <a:lnTo>
                    <a:pt x="17145" y="318"/>
                  </a:lnTo>
                  <a:lnTo>
                    <a:pt x="16901" y="221"/>
                  </a:lnTo>
                  <a:lnTo>
                    <a:pt x="16584" y="148"/>
                  </a:lnTo>
                  <a:lnTo>
                    <a:pt x="16217" y="74"/>
                  </a:lnTo>
                  <a:lnTo>
                    <a:pt x="15778" y="25"/>
                  </a:lnTo>
                  <a:lnTo>
                    <a:pt x="15314" y="1"/>
                  </a:lnTo>
                  <a:close/>
                </a:path>
              </a:pathLst>
            </a:custGeom>
            <a:solidFill>
              <a:srgbClr val="FFFFFF"/>
            </a:solidFill>
            <a:ln>
              <a:solidFill>
                <a:schemeClr val="accent1"/>
              </a:solidFill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4" name="Shape 224"/>
            <p:cNvSpPr/>
            <p:nvPr/>
          </p:nvSpPr>
          <p:spPr>
            <a:xfrm>
              <a:off x="597725" y="4665400"/>
              <a:ext cx="73300" cy="73300"/>
            </a:xfrm>
            <a:custGeom>
              <a:avLst/>
              <a:gdLst/>
              <a:ahLst/>
              <a:cxnLst/>
              <a:rect l="0" t="0" r="0" b="0"/>
              <a:pathLst>
                <a:path w="2932" h="2932" extrusionOk="0">
                  <a:moveTo>
                    <a:pt x="2028" y="1"/>
                  </a:moveTo>
                  <a:lnTo>
                    <a:pt x="1857" y="25"/>
                  </a:lnTo>
                  <a:lnTo>
                    <a:pt x="1686" y="74"/>
                  </a:lnTo>
                  <a:lnTo>
                    <a:pt x="1515" y="147"/>
                  </a:lnTo>
                  <a:lnTo>
                    <a:pt x="1369" y="269"/>
                  </a:lnTo>
                  <a:lnTo>
                    <a:pt x="1222" y="489"/>
                  </a:lnTo>
                  <a:lnTo>
                    <a:pt x="1002" y="831"/>
                  </a:lnTo>
                  <a:lnTo>
                    <a:pt x="563" y="1735"/>
                  </a:lnTo>
                  <a:lnTo>
                    <a:pt x="172" y="2565"/>
                  </a:lnTo>
                  <a:lnTo>
                    <a:pt x="1" y="2932"/>
                  </a:lnTo>
                  <a:lnTo>
                    <a:pt x="1" y="2932"/>
                  </a:lnTo>
                  <a:lnTo>
                    <a:pt x="367" y="2761"/>
                  </a:lnTo>
                  <a:lnTo>
                    <a:pt x="1198" y="2370"/>
                  </a:lnTo>
                  <a:lnTo>
                    <a:pt x="2101" y="1930"/>
                  </a:lnTo>
                  <a:lnTo>
                    <a:pt x="2443" y="1710"/>
                  </a:lnTo>
                  <a:lnTo>
                    <a:pt x="2663" y="1564"/>
                  </a:lnTo>
                  <a:lnTo>
                    <a:pt x="2785" y="1417"/>
                  </a:lnTo>
                  <a:lnTo>
                    <a:pt x="2858" y="1246"/>
                  </a:lnTo>
                  <a:lnTo>
                    <a:pt x="2907" y="1075"/>
                  </a:lnTo>
                  <a:lnTo>
                    <a:pt x="2932" y="904"/>
                  </a:lnTo>
                  <a:lnTo>
                    <a:pt x="2907" y="733"/>
                  </a:lnTo>
                  <a:lnTo>
                    <a:pt x="2858" y="562"/>
                  </a:lnTo>
                  <a:lnTo>
                    <a:pt x="2785" y="416"/>
                  </a:lnTo>
                  <a:lnTo>
                    <a:pt x="2663" y="269"/>
                  </a:lnTo>
                  <a:lnTo>
                    <a:pt x="2517" y="147"/>
                  </a:lnTo>
                  <a:lnTo>
                    <a:pt x="2370" y="74"/>
                  </a:lnTo>
                  <a:lnTo>
                    <a:pt x="2199" y="25"/>
                  </a:lnTo>
                  <a:lnTo>
                    <a:pt x="2028" y="1"/>
                  </a:lnTo>
                  <a:close/>
                </a:path>
              </a:pathLst>
            </a:custGeom>
            <a:solidFill>
              <a:srgbClr val="FFFFFF"/>
            </a:solidFill>
            <a:ln>
              <a:solidFill>
                <a:schemeClr val="accent1"/>
              </a:solidFill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5" name="Shape 225"/>
            <p:cNvSpPr/>
            <p:nvPr/>
          </p:nvSpPr>
          <p:spPr>
            <a:xfrm>
              <a:off x="654525" y="4708150"/>
              <a:ext cx="47025" cy="47025"/>
            </a:xfrm>
            <a:custGeom>
              <a:avLst/>
              <a:gdLst/>
              <a:ahLst/>
              <a:cxnLst/>
              <a:rect l="0" t="0" r="0" b="0"/>
              <a:pathLst>
                <a:path w="1881" h="1881" extrusionOk="0">
                  <a:moveTo>
                    <a:pt x="1124" y="0"/>
                  </a:moveTo>
                  <a:lnTo>
                    <a:pt x="977" y="25"/>
                  </a:lnTo>
                  <a:lnTo>
                    <a:pt x="831" y="74"/>
                  </a:lnTo>
                  <a:lnTo>
                    <a:pt x="709" y="147"/>
                  </a:lnTo>
                  <a:lnTo>
                    <a:pt x="586" y="245"/>
                  </a:lnTo>
                  <a:lnTo>
                    <a:pt x="464" y="391"/>
                  </a:lnTo>
                  <a:lnTo>
                    <a:pt x="367" y="611"/>
                  </a:lnTo>
                  <a:lnTo>
                    <a:pt x="269" y="880"/>
                  </a:lnTo>
                  <a:lnTo>
                    <a:pt x="171" y="1173"/>
                  </a:lnTo>
                  <a:lnTo>
                    <a:pt x="49" y="1686"/>
                  </a:lnTo>
                  <a:lnTo>
                    <a:pt x="0" y="1881"/>
                  </a:lnTo>
                  <a:lnTo>
                    <a:pt x="0" y="1881"/>
                  </a:lnTo>
                  <a:lnTo>
                    <a:pt x="220" y="1857"/>
                  </a:lnTo>
                  <a:lnTo>
                    <a:pt x="733" y="1710"/>
                  </a:lnTo>
                  <a:lnTo>
                    <a:pt x="1002" y="1637"/>
                  </a:lnTo>
                  <a:lnTo>
                    <a:pt x="1270" y="1539"/>
                  </a:lnTo>
                  <a:lnTo>
                    <a:pt x="1515" y="1417"/>
                  </a:lnTo>
                  <a:lnTo>
                    <a:pt x="1661" y="1319"/>
                  </a:lnTo>
                  <a:lnTo>
                    <a:pt x="1759" y="1197"/>
                  </a:lnTo>
                  <a:lnTo>
                    <a:pt x="1832" y="1051"/>
                  </a:lnTo>
                  <a:lnTo>
                    <a:pt x="1881" y="928"/>
                  </a:lnTo>
                  <a:lnTo>
                    <a:pt x="1881" y="782"/>
                  </a:lnTo>
                  <a:lnTo>
                    <a:pt x="1881" y="635"/>
                  </a:lnTo>
                  <a:lnTo>
                    <a:pt x="1832" y="489"/>
                  </a:lnTo>
                  <a:lnTo>
                    <a:pt x="1759" y="367"/>
                  </a:lnTo>
                  <a:lnTo>
                    <a:pt x="1661" y="245"/>
                  </a:lnTo>
                  <a:lnTo>
                    <a:pt x="1539" y="147"/>
                  </a:lnTo>
                  <a:lnTo>
                    <a:pt x="1417" y="74"/>
                  </a:lnTo>
                  <a:lnTo>
                    <a:pt x="1270" y="25"/>
                  </a:lnTo>
                  <a:lnTo>
                    <a:pt x="1124" y="0"/>
                  </a:lnTo>
                  <a:close/>
                </a:path>
              </a:pathLst>
            </a:custGeom>
            <a:solidFill>
              <a:srgbClr val="FFFFFF"/>
            </a:solidFill>
            <a:ln>
              <a:solidFill>
                <a:schemeClr val="accent1"/>
              </a:solidFill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6" name="Shape 226"/>
            <p:cNvSpPr/>
            <p:nvPr/>
          </p:nvSpPr>
          <p:spPr>
            <a:xfrm>
              <a:off x="581250" y="4634875"/>
              <a:ext cx="47050" cy="47050"/>
            </a:xfrm>
            <a:custGeom>
              <a:avLst/>
              <a:gdLst/>
              <a:ahLst/>
              <a:cxnLst/>
              <a:rect l="0" t="0" r="0" b="0"/>
              <a:pathLst>
                <a:path w="1882" h="1882" extrusionOk="0">
                  <a:moveTo>
                    <a:pt x="953" y="1"/>
                  </a:moveTo>
                  <a:lnTo>
                    <a:pt x="831" y="49"/>
                  </a:lnTo>
                  <a:lnTo>
                    <a:pt x="684" y="123"/>
                  </a:lnTo>
                  <a:lnTo>
                    <a:pt x="562" y="220"/>
                  </a:lnTo>
                  <a:lnTo>
                    <a:pt x="465" y="367"/>
                  </a:lnTo>
                  <a:lnTo>
                    <a:pt x="342" y="611"/>
                  </a:lnTo>
                  <a:lnTo>
                    <a:pt x="245" y="880"/>
                  </a:lnTo>
                  <a:lnTo>
                    <a:pt x="171" y="1148"/>
                  </a:lnTo>
                  <a:lnTo>
                    <a:pt x="25" y="1661"/>
                  </a:lnTo>
                  <a:lnTo>
                    <a:pt x="1" y="1881"/>
                  </a:lnTo>
                  <a:lnTo>
                    <a:pt x="196" y="1832"/>
                  </a:lnTo>
                  <a:lnTo>
                    <a:pt x="709" y="1710"/>
                  </a:lnTo>
                  <a:lnTo>
                    <a:pt x="1002" y="1613"/>
                  </a:lnTo>
                  <a:lnTo>
                    <a:pt x="1271" y="1515"/>
                  </a:lnTo>
                  <a:lnTo>
                    <a:pt x="1490" y="1417"/>
                  </a:lnTo>
                  <a:lnTo>
                    <a:pt x="1637" y="1295"/>
                  </a:lnTo>
                  <a:lnTo>
                    <a:pt x="1735" y="1173"/>
                  </a:lnTo>
                  <a:lnTo>
                    <a:pt x="1808" y="1051"/>
                  </a:lnTo>
                  <a:lnTo>
                    <a:pt x="1857" y="904"/>
                  </a:lnTo>
                  <a:lnTo>
                    <a:pt x="1881" y="758"/>
                  </a:lnTo>
                  <a:lnTo>
                    <a:pt x="1857" y="611"/>
                  </a:lnTo>
                  <a:lnTo>
                    <a:pt x="1808" y="465"/>
                  </a:lnTo>
                  <a:lnTo>
                    <a:pt x="1735" y="343"/>
                  </a:lnTo>
                  <a:lnTo>
                    <a:pt x="1637" y="220"/>
                  </a:lnTo>
                  <a:lnTo>
                    <a:pt x="1515" y="123"/>
                  </a:lnTo>
                  <a:lnTo>
                    <a:pt x="1393" y="49"/>
                  </a:lnTo>
                  <a:lnTo>
                    <a:pt x="1246" y="1"/>
                  </a:lnTo>
                  <a:close/>
                </a:path>
              </a:pathLst>
            </a:custGeom>
            <a:solidFill>
              <a:srgbClr val="FFFFFF"/>
            </a:solidFill>
            <a:ln>
              <a:solidFill>
                <a:schemeClr val="accent1"/>
              </a:solidFill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33" name="Shape 350"/>
          <p:cNvGrpSpPr/>
          <p:nvPr/>
        </p:nvGrpSpPr>
        <p:grpSpPr>
          <a:xfrm>
            <a:off x="814819" y="2312036"/>
            <a:ext cx="358351" cy="298118"/>
            <a:chOff x="1926350" y="995225"/>
            <a:chExt cx="428650" cy="356600"/>
          </a:xfrm>
        </p:grpSpPr>
        <p:sp>
          <p:nvSpPr>
            <p:cNvPr id="34" name="Shape 351"/>
            <p:cNvSpPr/>
            <p:nvPr/>
          </p:nvSpPr>
          <p:spPr>
            <a:xfrm>
              <a:off x="1926350" y="1298075"/>
              <a:ext cx="208225" cy="53750"/>
            </a:xfrm>
            <a:custGeom>
              <a:avLst/>
              <a:gdLst/>
              <a:ahLst/>
              <a:cxnLst/>
              <a:rect l="0" t="0" r="0" b="0"/>
              <a:pathLst>
                <a:path w="8329" h="2150" extrusionOk="0">
                  <a:moveTo>
                    <a:pt x="0" y="0"/>
                  </a:moveTo>
                  <a:lnTo>
                    <a:pt x="0" y="489"/>
                  </a:lnTo>
                  <a:lnTo>
                    <a:pt x="25" y="635"/>
                  </a:lnTo>
                  <a:lnTo>
                    <a:pt x="74" y="758"/>
                  </a:lnTo>
                  <a:lnTo>
                    <a:pt x="147" y="855"/>
                  </a:lnTo>
                  <a:lnTo>
                    <a:pt x="245" y="953"/>
                  </a:lnTo>
                  <a:lnTo>
                    <a:pt x="391" y="1026"/>
                  </a:lnTo>
                  <a:lnTo>
                    <a:pt x="562" y="1051"/>
                  </a:lnTo>
                  <a:lnTo>
                    <a:pt x="733" y="1026"/>
                  </a:lnTo>
                  <a:lnTo>
                    <a:pt x="1295" y="855"/>
                  </a:lnTo>
                  <a:lnTo>
                    <a:pt x="1661" y="782"/>
                  </a:lnTo>
                  <a:lnTo>
                    <a:pt x="2076" y="684"/>
                  </a:lnTo>
                  <a:lnTo>
                    <a:pt x="2540" y="611"/>
                  </a:lnTo>
                  <a:lnTo>
                    <a:pt x="3029" y="562"/>
                  </a:lnTo>
                  <a:lnTo>
                    <a:pt x="3591" y="513"/>
                  </a:lnTo>
                  <a:lnTo>
                    <a:pt x="4177" y="489"/>
                  </a:lnTo>
                  <a:lnTo>
                    <a:pt x="4616" y="513"/>
                  </a:lnTo>
                  <a:lnTo>
                    <a:pt x="5032" y="538"/>
                  </a:lnTo>
                  <a:lnTo>
                    <a:pt x="5422" y="611"/>
                  </a:lnTo>
                  <a:lnTo>
                    <a:pt x="5789" y="684"/>
                  </a:lnTo>
                  <a:lnTo>
                    <a:pt x="6131" y="782"/>
                  </a:lnTo>
                  <a:lnTo>
                    <a:pt x="6448" y="880"/>
                  </a:lnTo>
                  <a:lnTo>
                    <a:pt x="6717" y="1002"/>
                  </a:lnTo>
                  <a:lnTo>
                    <a:pt x="6985" y="1124"/>
                  </a:lnTo>
                  <a:lnTo>
                    <a:pt x="7205" y="1246"/>
                  </a:lnTo>
                  <a:lnTo>
                    <a:pt x="7425" y="1393"/>
                  </a:lnTo>
                  <a:lnTo>
                    <a:pt x="7791" y="1661"/>
                  </a:lnTo>
                  <a:lnTo>
                    <a:pt x="8084" y="1930"/>
                  </a:lnTo>
                  <a:lnTo>
                    <a:pt x="8329" y="2150"/>
                  </a:lnTo>
                  <a:lnTo>
                    <a:pt x="8329" y="1661"/>
                  </a:lnTo>
                  <a:lnTo>
                    <a:pt x="8084" y="1441"/>
                  </a:lnTo>
                  <a:lnTo>
                    <a:pt x="7791" y="1173"/>
                  </a:lnTo>
                  <a:lnTo>
                    <a:pt x="7425" y="904"/>
                  </a:lnTo>
                  <a:lnTo>
                    <a:pt x="7205" y="758"/>
                  </a:lnTo>
                  <a:lnTo>
                    <a:pt x="6985" y="635"/>
                  </a:lnTo>
                  <a:lnTo>
                    <a:pt x="6717" y="513"/>
                  </a:lnTo>
                  <a:lnTo>
                    <a:pt x="6448" y="391"/>
                  </a:lnTo>
                  <a:lnTo>
                    <a:pt x="6131" y="294"/>
                  </a:lnTo>
                  <a:lnTo>
                    <a:pt x="5789" y="196"/>
                  </a:lnTo>
                  <a:lnTo>
                    <a:pt x="5422" y="123"/>
                  </a:lnTo>
                  <a:lnTo>
                    <a:pt x="5032" y="49"/>
                  </a:lnTo>
                  <a:lnTo>
                    <a:pt x="4616" y="25"/>
                  </a:lnTo>
                  <a:lnTo>
                    <a:pt x="4177" y="0"/>
                  </a:lnTo>
                  <a:lnTo>
                    <a:pt x="3591" y="25"/>
                  </a:lnTo>
                  <a:lnTo>
                    <a:pt x="3029" y="74"/>
                  </a:lnTo>
                  <a:lnTo>
                    <a:pt x="2540" y="123"/>
                  </a:lnTo>
                  <a:lnTo>
                    <a:pt x="2076" y="196"/>
                  </a:lnTo>
                  <a:lnTo>
                    <a:pt x="1661" y="294"/>
                  </a:lnTo>
                  <a:lnTo>
                    <a:pt x="1295" y="367"/>
                  </a:lnTo>
                  <a:lnTo>
                    <a:pt x="733" y="538"/>
                  </a:lnTo>
                  <a:lnTo>
                    <a:pt x="562" y="562"/>
                  </a:lnTo>
                  <a:lnTo>
                    <a:pt x="391" y="538"/>
                  </a:lnTo>
                  <a:lnTo>
                    <a:pt x="245" y="465"/>
                  </a:lnTo>
                  <a:lnTo>
                    <a:pt x="147" y="367"/>
                  </a:lnTo>
                  <a:lnTo>
                    <a:pt x="74" y="269"/>
                  </a:lnTo>
                  <a:lnTo>
                    <a:pt x="25" y="14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5" name="Shape 352"/>
            <p:cNvSpPr/>
            <p:nvPr/>
          </p:nvSpPr>
          <p:spPr>
            <a:xfrm>
              <a:off x="2146775" y="1298075"/>
              <a:ext cx="208225" cy="53750"/>
            </a:xfrm>
            <a:custGeom>
              <a:avLst/>
              <a:gdLst/>
              <a:ahLst/>
              <a:cxnLst/>
              <a:rect l="0" t="0" r="0" b="0"/>
              <a:pathLst>
                <a:path w="8329" h="2150" extrusionOk="0">
                  <a:moveTo>
                    <a:pt x="4152" y="0"/>
                  </a:moveTo>
                  <a:lnTo>
                    <a:pt x="3712" y="25"/>
                  </a:lnTo>
                  <a:lnTo>
                    <a:pt x="3297" y="49"/>
                  </a:lnTo>
                  <a:lnTo>
                    <a:pt x="2907" y="123"/>
                  </a:lnTo>
                  <a:lnTo>
                    <a:pt x="2540" y="196"/>
                  </a:lnTo>
                  <a:lnTo>
                    <a:pt x="2198" y="294"/>
                  </a:lnTo>
                  <a:lnTo>
                    <a:pt x="1881" y="391"/>
                  </a:lnTo>
                  <a:lnTo>
                    <a:pt x="1612" y="513"/>
                  </a:lnTo>
                  <a:lnTo>
                    <a:pt x="1343" y="635"/>
                  </a:lnTo>
                  <a:lnTo>
                    <a:pt x="1124" y="758"/>
                  </a:lnTo>
                  <a:lnTo>
                    <a:pt x="904" y="904"/>
                  </a:lnTo>
                  <a:lnTo>
                    <a:pt x="537" y="1173"/>
                  </a:lnTo>
                  <a:lnTo>
                    <a:pt x="244" y="1441"/>
                  </a:lnTo>
                  <a:lnTo>
                    <a:pt x="0" y="1661"/>
                  </a:lnTo>
                  <a:lnTo>
                    <a:pt x="0" y="2150"/>
                  </a:lnTo>
                  <a:lnTo>
                    <a:pt x="244" y="1930"/>
                  </a:lnTo>
                  <a:lnTo>
                    <a:pt x="537" y="1661"/>
                  </a:lnTo>
                  <a:lnTo>
                    <a:pt x="904" y="1393"/>
                  </a:lnTo>
                  <a:lnTo>
                    <a:pt x="1124" y="1246"/>
                  </a:lnTo>
                  <a:lnTo>
                    <a:pt x="1343" y="1124"/>
                  </a:lnTo>
                  <a:lnTo>
                    <a:pt x="1612" y="1002"/>
                  </a:lnTo>
                  <a:lnTo>
                    <a:pt x="1881" y="880"/>
                  </a:lnTo>
                  <a:lnTo>
                    <a:pt x="2198" y="782"/>
                  </a:lnTo>
                  <a:lnTo>
                    <a:pt x="2540" y="684"/>
                  </a:lnTo>
                  <a:lnTo>
                    <a:pt x="2907" y="611"/>
                  </a:lnTo>
                  <a:lnTo>
                    <a:pt x="3297" y="538"/>
                  </a:lnTo>
                  <a:lnTo>
                    <a:pt x="3712" y="513"/>
                  </a:lnTo>
                  <a:lnTo>
                    <a:pt x="4152" y="489"/>
                  </a:lnTo>
                  <a:lnTo>
                    <a:pt x="4738" y="513"/>
                  </a:lnTo>
                  <a:lnTo>
                    <a:pt x="5300" y="562"/>
                  </a:lnTo>
                  <a:lnTo>
                    <a:pt x="5788" y="611"/>
                  </a:lnTo>
                  <a:lnTo>
                    <a:pt x="6252" y="684"/>
                  </a:lnTo>
                  <a:lnTo>
                    <a:pt x="6668" y="782"/>
                  </a:lnTo>
                  <a:lnTo>
                    <a:pt x="7034" y="855"/>
                  </a:lnTo>
                  <a:lnTo>
                    <a:pt x="7596" y="1026"/>
                  </a:lnTo>
                  <a:lnTo>
                    <a:pt x="7767" y="1051"/>
                  </a:lnTo>
                  <a:lnTo>
                    <a:pt x="7938" y="1026"/>
                  </a:lnTo>
                  <a:lnTo>
                    <a:pt x="8084" y="953"/>
                  </a:lnTo>
                  <a:lnTo>
                    <a:pt x="8182" y="855"/>
                  </a:lnTo>
                  <a:lnTo>
                    <a:pt x="8255" y="758"/>
                  </a:lnTo>
                  <a:lnTo>
                    <a:pt x="8304" y="635"/>
                  </a:lnTo>
                  <a:lnTo>
                    <a:pt x="8328" y="489"/>
                  </a:lnTo>
                  <a:lnTo>
                    <a:pt x="8328" y="0"/>
                  </a:lnTo>
                  <a:lnTo>
                    <a:pt x="8304" y="147"/>
                  </a:lnTo>
                  <a:lnTo>
                    <a:pt x="8255" y="269"/>
                  </a:lnTo>
                  <a:lnTo>
                    <a:pt x="8182" y="367"/>
                  </a:lnTo>
                  <a:lnTo>
                    <a:pt x="8084" y="465"/>
                  </a:lnTo>
                  <a:lnTo>
                    <a:pt x="7938" y="538"/>
                  </a:lnTo>
                  <a:lnTo>
                    <a:pt x="7767" y="562"/>
                  </a:lnTo>
                  <a:lnTo>
                    <a:pt x="7596" y="538"/>
                  </a:lnTo>
                  <a:lnTo>
                    <a:pt x="7034" y="367"/>
                  </a:lnTo>
                  <a:lnTo>
                    <a:pt x="6668" y="294"/>
                  </a:lnTo>
                  <a:lnTo>
                    <a:pt x="6252" y="196"/>
                  </a:lnTo>
                  <a:lnTo>
                    <a:pt x="5788" y="123"/>
                  </a:lnTo>
                  <a:lnTo>
                    <a:pt x="5300" y="74"/>
                  </a:lnTo>
                  <a:lnTo>
                    <a:pt x="4738" y="25"/>
                  </a:lnTo>
                  <a:lnTo>
                    <a:pt x="4152" y="0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6" name="Shape 353"/>
            <p:cNvSpPr/>
            <p:nvPr/>
          </p:nvSpPr>
          <p:spPr>
            <a:xfrm>
              <a:off x="1926350" y="995225"/>
              <a:ext cx="208225" cy="332175"/>
            </a:xfrm>
            <a:custGeom>
              <a:avLst/>
              <a:gdLst/>
              <a:ahLst/>
              <a:cxnLst/>
              <a:rect l="0" t="0" r="0" b="0"/>
              <a:pathLst>
                <a:path w="8329" h="13287" extrusionOk="0">
                  <a:moveTo>
                    <a:pt x="4177" y="1"/>
                  </a:moveTo>
                  <a:lnTo>
                    <a:pt x="3591" y="25"/>
                  </a:lnTo>
                  <a:lnTo>
                    <a:pt x="3029" y="74"/>
                  </a:lnTo>
                  <a:lnTo>
                    <a:pt x="2467" y="196"/>
                  </a:lnTo>
                  <a:lnTo>
                    <a:pt x="1905" y="343"/>
                  </a:lnTo>
                  <a:lnTo>
                    <a:pt x="1393" y="538"/>
                  </a:lnTo>
                  <a:lnTo>
                    <a:pt x="929" y="758"/>
                  </a:lnTo>
                  <a:lnTo>
                    <a:pt x="513" y="978"/>
                  </a:lnTo>
                  <a:lnTo>
                    <a:pt x="342" y="1124"/>
                  </a:lnTo>
                  <a:lnTo>
                    <a:pt x="196" y="1246"/>
                  </a:lnTo>
                  <a:lnTo>
                    <a:pt x="123" y="1319"/>
                  </a:lnTo>
                  <a:lnTo>
                    <a:pt x="49" y="1442"/>
                  </a:lnTo>
                  <a:lnTo>
                    <a:pt x="25" y="1539"/>
                  </a:lnTo>
                  <a:lnTo>
                    <a:pt x="0" y="1661"/>
                  </a:lnTo>
                  <a:lnTo>
                    <a:pt x="0" y="11626"/>
                  </a:lnTo>
                  <a:lnTo>
                    <a:pt x="25" y="11773"/>
                  </a:lnTo>
                  <a:lnTo>
                    <a:pt x="74" y="11895"/>
                  </a:lnTo>
                  <a:lnTo>
                    <a:pt x="147" y="11992"/>
                  </a:lnTo>
                  <a:lnTo>
                    <a:pt x="245" y="12090"/>
                  </a:lnTo>
                  <a:lnTo>
                    <a:pt x="391" y="12163"/>
                  </a:lnTo>
                  <a:lnTo>
                    <a:pt x="562" y="12188"/>
                  </a:lnTo>
                  <a:lnTo>
                    <a:pt x="733" y="12163"/>
                  </a:lnTo>
                  <a:lnTo>
                    <a:pt x="1295" y="11992"/>
                  </a:lnTo>
                  <a:lnTo>
                    <a:pt x="1661" y="11919"/>
                  </a:lnTo>
                  <a:lnTo>
                    <a:pt x="2076" y="11821"/>
                  </a:lnTo>
                  <a:lnTo>
                    <a:pt x="2540" y="11748"/>
                  </a:lnTo>
                  <a:lnTo>
                    <a:pt x="3029" y="11699"/>
                  </a:lnTo>
                  <a:lnTo>
                    <a:pt x="3591" y="11650"/>
                  </a:lnTo>
                  <a:lnTo>
                    <a:pt x="4177" y="11626"/>
                  </a:lnTo>
                  <a:lnTo>
                    <a:pt x="4616" y="11650"/>
                  </a:lnTo>
                  <a:lnTo>
                    <a:pt x="5032" y="11675"/>
                  </a:lnTo>
                  <a:lnTo>
                    <a:pt x="5422" y="11748"/>
                  </a:lnTo>
                  <a:lnTo>
                    <a:pt x="5789" y="11821"/>
                  </a:lnTo>
                  <a:lnTo>
                    <a:pt x="6131" y="11919"/>
                  </a:lnTo>
                  <a:lnTo>
                    <a:pt x="6448" y="12017"/>
                  </a:lnTo>
                  <a:lnTo>
                    <a:pt x="6717" y="12139"/>
                  </a:lnTo>
                  <a:lnTo>
                    <a:pt x="6985" y="12261"/>
                  </a:lnTo>
                  <a:lnTo>
                    <a:pt x="7205" y="12383"/>
                  </a:lnTo>
                  <a:lnTo>
                    <a:pt x="7425" y="12530"/>
                  </a:lnTo>
                  <a:lnTo>
                    <a:pt x="7791" y="12798"/>
                  </a:lnTo>
                  <a:lnTo>
                    <a:pt x="8084" y="13067"/>
                  </a:lnTo>
                  <a:lnTo>
                    <a:pt x="8329" y="13287"/>
                  </a:lnTo>
                  <a:lnTo>
                    <a:pt x="8329" y="2199"/>
                  </a:lnTo>
                  <a:lnTo>
                    <a:pt x="8329" y="2101"/>
                  </a:lnTo>
                  <a:lnTo>
                    <a:pt x="8280" y="1979"/>
                  </a:lnTo>
                  <a:lnTo>
                    <a:pt x="8231" y="1881"/>
                  </a:lnTo>
                  <a:lnTo>
                    <a:pt x="8158" y="1808"/>
                  </a:lnTo>
                  <a:lnTo>
                    <a:pt x="8036" y="1686"/>
                  </a:lnTo>
                  <a:lnTo>
                    <a:pt x="7767" y="1442"/>
                  </a:lnTo>
                  <a:lnTo>
                    <a:pt x="7449" y="1173"/>
                  </a:lnTo>
                  <a:lnTo>
                    <a:pt x="7083" y="904"/>
                  </a:lnTo>
                  <a:lnTo>
                    <a:pt x="6644" y="611"/>
                  </a:lnTo>
                  <a:lnTo>
                    <a:pt x="6375" y="489"/>
                  </a:lnTo>
                  <a:lnTo>
                    <a:pt x="6131" y="367"/>
                  </a:lnTo>
                  <a:lnTo>
                    <a:pt x="5838" y="269"/>
                  </a:lnTo>
                  <a:lnTo>
                    <a:pt x="5544" y="172"/>
                  </a:lnTo>
                  <a:lnTo>
                    <a:pt x="5227" y="98"/>
                  </a:lnTo>
                  <a:lnTo>
                    <a:pt x="4885" y="49"/>
                  </a:lnTo>
                  <a:lnTo>
                    <a:pt x="4543" y="1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7" name="Shape 354"/>
            <p:cNvSpPr/>
            <p:nvPr/>
          </p:nvSpPr>
          <p:spPr>
            <a:xfrm>
              <a:off x="2146775" y="995225"/>
              <a:ext cx="208225" cy="332175"/>
            </a:xfrm>
            <a:custGeom>
              <a:avLst/>
              <a:gdLst/>
              <a:ahLst/>
              <a:cxnLst/>
              <a:rect l="0" t="0" r="0" b="0"/>
              <a:pathLst>
                <a:path w="8329" h="13287" extrusionOk="0">
                  <a:moveTo>
                    <a:pt x="3786" y="1"/>
                  </a:moveTo>
                  <a:lnTo>
                    <a:pt x="3444" y="49"/>
                  </a:lnTo>
                  <a:lnTo>
                    <a:pt x="3102" y="98"/>
                  </a:lnTo>
                  <a:lnTo>
                    <a:pt x="2784" y="172"/>
                  </a:lnTo>
                  <a:lnTo>
                    <a:pt x="2491" y="269"/>
                  </a:lnTo>
                  <a:lnTo>
                    <a:pt x="2198" y="367"/>
                  </a:lnTo>
                  <a:lnTo>
                    <a:pt x="1954" y="489"/>
                  </a:lnTo>
                  <a:lnTo>
                    <a:pt x="1685" y="611"/>
                  </a:lnTo>
                  <a:lnTo>
                    <a:pt x="1246" y="904"/>
                  </a:lnTo>
                  <a:lnTo>
                    <a:pt x="879" y="1173"/>
                  </a:lnTo>
                  <a:lnTo>
                    <a:pt x="562" y="1442"/>
                  </a:lnTo>
                  <a:lnTo>
                    <a:pt x="293" y="1686"/>
                  </a:lnTo>
                  <a:lnTo>
                    <a:pt x="171" y="1808"/>
                  </a:lnTo>
                  <a:lnTo>
                    <a:pt x="98" y="1881"/>
                  </a:lnTo>
                  <a:lnTo>
                    <a:pt x="49" y="1979"/>
                  </a:lnTo>
                  <a:lnTo>
                    <a:pt x="0" y="2101"/>
                  </a:lnTo>
                  <a:lnTo>
                    <a:pt x="0" y="2199"/>
                  </a:lnTo>
                  <a:lnTo>
                    <a:pt x="0" y="13287"/>
                  </a:lnTo>
                  <a:lnTo>
                    <a:pt x="244" y="13067"/>
                  </a:lnTo>
                  <a:lnTo>
                    <a:pt x="537" y="12798"/>
                  </a:lnTo>
                  <a:lnTo>
                    <a:pt x="904" y="12530"/>
                  </a:lnTo>
                  <a:lnTo>
                    <a:pt x="1124" y="12383"/>
                  </a:lnTo>
                  <a:lnTo>
                    <a:pt x="1343" y="12261"/>
                  </a:lnTo>
                  <a:lnTo>
                    <a:pt x="1612" y="12139"/>
                  </a:lnTo>
                  <a:lnTo>
                    <a:pt x="1881" y="12017"/>
                  </a:lnTo>
                  <a:lnTo>
                    <a:pt x="2198" y="11919"/>
                  </a:lnTo>
                  <a:lnTo>
                    <a:pt x="2540" y="11821"/>
                  </a:lnTo>
                  <a:lnTo>
                    <a:pt x="2907" y="11748"/>
                  </a:lnTo>
                  <a:lnTo>
                    <a:pt x="3297" y="11675"/>
                  </a:lnTo>
                  <a:lnTo>
                    <a:pt x="3712" y="11650"/>
                  </a:lnTo>
                  <a:lnTo>
                    <a:pt x="4152" y="11626"/>
                  </a:lnTo>
                  <a:lnTo>
                    <a:pt x="4738" y="11650"/>
                  </a:lnTo>
                  <a:lnTo>
                    <a:pt x="5300" y="11699"/>
                  </a:lnTo>
                  <a:lnTo>
                    <a:pt x="5788" y="11748"/>
                  </a:lnTo>
                  <a:lnTo>
                    <a:pt x="6252" y="11821"/>
                  </a:lnTo>
                  <a:lnTo>
                    <a:pt x="6668" y="11919"/>
                  </a:lnTo>
                  <a:lnTo>
                    <a:pt x="7034" y="11992"/>
                  </a:lnTo>
                  <a:lnTo>
                    <a:pt x="7596" y="12163"/>
                  </a:lnTo>
                  <a:lnTo>
                    <a:pt x="7767" y="12188"/>
                  </a:lnTo>
                  <a:lnTo>
                    <a:pt x="7938" y="12163"/>
                  </a:lnTo>
                  <a:lnTo>
                    <a:pt x="8084" y="12090"/>
                  </a:lnTo>
                  <a:lnTo>
                    <a:pt x="8182" y="11992"/>
                  </a:lnTo>
                  <a:lnTo>
                    <a:pt x="8255" y="11895"/>
                  </a:lnTo>
                  <a:lnTo>
                    <a:pt x="8304" y="11773"/>
                  </a:lnTo>
                  <a:lnTo>
                    <a:pt x="8328" y="11626"/>
                  </a:lnTo>
                  <a:lnTo>
                    <a:pt x="8328" y="1661"/>
                  </a:lnTo>
                  <a:lnTo>
                    <a:pt x="8304" y="1539"/>
                  </a:lnTo>
                  <a:lnTo>
                    <a:pt x="8280" y="1442"/>
                  </a:lnTo>
                  <a:lnTo>
                    <a:pt x="8206" y="1319"/>
                  </a:lnTo>
                  <a:lnTo>
                    <a:pt x="8133" y="1246"/>
                  </a:lnTo>
                  <a:lnTo>
                    <a:pt x="7987" y="1124"/>
                  </a:lnTo>
                  <a:lnTo>
                    <a:pt x="7816" y="978"/>
                  </a:lnTo>
                  <a:lnTo>
                    <a:pt x="7400" y="758"/>
                  </a:lnTo>
                  <a:lnTo>
                    <a:pt x="6936" y="538"/>
                  </a:lnTo>
                  <a:lnTo>
                    <a:pt x="6423" y="343"/>
                  </a:lnTo>
                  <a:lnTo>
                    <a:pt x="5862" y="196"/>
                  </a:lnTo>
                  <a:lnTo>
                    <a:pt x="5300" y="74"/>
                  </a:lnTo>
                  <a:lnTo>
                    <a:pt x="4738" y="25"/>
                  </a:lnTo>
                  <a:lnTo>
                    <a:pt x="4152" y="1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38" name="Shape 440"/>
          <p:cNvGrpSpPr/>
          <p:nvPr/>
        </p:nvGrpSpPr>
        <p:grpSpPr>
          <a:xfrm>
            <a:off x="3486418" y="1205552"/>
            <a:ext cx="386943" cy="372647"/>
            <a:chOff x="2583325" y="2972875"/>
            <a:chExt cx="462850" cy="445750"/>
          </a:xfrm>
        </p:grpSpPr>
        <p:sp>
          <p:nvSpPr>
            <p:cNvPr id="39" name="Shape 441"/>
            <p:cNvSpPr/>
            <p:nvPr/>
          </p:nvSpPr>
          <p:spPr>
            <a:xfrm>
              <a:off x="2701775" y="3323350"/>
              <a:ext cx="225950" cy="95275"/>
            </a:xfrm>
            <a:custGeom>
              <a:avLst/>
              <a:gdLst/>
              <a:ahLst/>
              <a:cxnLst/>
              <a:rect l="0" t="0" r="0" b="0"/>
              <a:pathLst>
                <a:path w="9038" h="3811" extrusionOk="0">
                  <a:moveTo>
                    <a:pt x="2956" y="1"/>
                  </a:moveTo>
                  <a:lnTo>
                    <a:pt x="2956" y="2956"/>
                  </a:lnTo>
                  <a:lnTo>
                    <a:pt x="685" y="2956"/>
                  </a:lnTo>
                  <a:lnTo>
                    <a:pt x="514" y="3005"/>
                  </a:lnTo>
                  <a:lnTo>
                    <a:pt x="367" y="3103"/>
                  </a:lnTo>
                  <a:lnTo>
                    <a:pt x="245" y="3200"/>
                  </a:lnTo>
                  <a:lnTo>
                    <a:pt x="147" y="3322"/>
                  </a:lnTo>
                  <a:lnTo>
                    <a:pt x="50" y="3469"/>
                  </a:lnTo>
                  <a:lnTo>
                    <a:pt x="1" y="3640"/>
                  </a:lnTo>
                  <a:lnTo>
                    <a:pt x="1" y="3811"/>
                  </a:lnTo>
                  <a:lnTo>
                    <a:pt x="9037" y="3811"/>
                  </a:lnTo>
                  <a:lnTo>
                    <a:pt x="9037" y="3640"/>
                  </a:lnTo>
                  <a:lnTo>
                    <a:pt x="8988" y="3469"/>
                  </a:lnTo>
                  <a:lnTo>
                    <a:pt x="8891" y="3322"/>
                  </a:lnTo>
                  <a:lnTo>
                    <a:pt x="8793" y="3200"/>
                  </a:lnTo>
                  <a:lnTo>
                    <a:pt x="8671" y="3103"/>
                  </a:lnTo>
                  <a:lnTo>
                    <a:pt x="8524" y="3005"/>
                  </a:lnTo>
                  <a:lnTo>
                    <a:pt x="8353" y="2956"/>
                  </a:lnTo>
                  <a:lnTo>
                    <a:pt x="6082" y="2956"/>
                  </a:lnTo>
                  <a:lnTo>
                    <a:pt x="6082" y="1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0" name="Shape 442"/>
            <p:cNvSpPr/>
            <p:nvPr/>
          </p:nvSpPr>
          <p:spPr>
            <a:xfrm>
              <a:off x="2583325" y="2972875"/>
              <a:ext cx="462850" cy="337075"/>
            </a:xfrm>
            <a:custGeom>
              <a:avLst/>
              <a:gdLst/>
              <a:ahLst/>
              <a:cxnLst/>
              <a:rect l="0" t="0" r="0" b="0"/>
              <a:pathLst>
                <a:path w="18514" h="13483" extrusionOk="0">
                  <a:moveTo>
                    <a:pt x="17048" y="1466"/>
                  </a:moveTo>
                  <a:lnTo>
                    <a:pt x="17048" y="12017"/>
                  </a:lnTo>
                  <a:lnTo>
                    <a:pt x="1466" y="12017"/>
                  </a:lnTo>
                  <a:lnTo>
                    <a:pt x="1466" y="1466"/>
                  </a:lnTo>
                  <a:close/>
                  <a:moveTo>
                    <a:pt x="391" y="1"/>
                  </a:moveTo>
                  <a:lnTo>
                    <a:pt x="318" y="50"/>
                  </a:lnTo>
                  <a:lnTo>
                    <a:pt x="220" y="74"/>
                  </a:lnTo>
                  <a:lnTo>
                    <a:pt x="147" y="148"/>
                  </a:lnTo>
                  <a:lnTo>
                    <a:pt x="98" y="221"/>
                  </a:lnTo>
                  <a:lnTo>
                    <a:pt x="49" y="294"/>
                  </a:lnTo>
                  <a:lnTo>
                    <a:pt x="25" y="392"/>
                  </a:lnTo>
                  <a:lnTo>
                    <a:pt x="1" y="489"/>
                  </a:lnTo>
                  <a:lnTo>
                    <a:pt x="1" y="12994"/>
                  </a:lnTo>
                  <a:lnTo>
                    <a:pt x="25" y="13092"/>
                  </a:lnTo>
                  <a:lnTo>
                    <a:pt x="49" y="13189"/>
                  </a:lnTo>
                  <a:lnTo>
                    <a:pt x="98" y="13263"/>
                  </a:lnTo>
                  <a:lnTo>
                    <a:pt x="147" y="13336"/>
                  </a:lnTo>
                  <a:lnTo>
                    <a:pt x="220" y="13409"/>
                  </a:lnTo>
                  <a:lnTo>
                    <a:pt x="318" y="13434"/>
                  </a:lnTo>
                  <a:lnTo>
                    <a:pt x="391" y="13483"/>
                  </a:lnTo>
                  <a:lnTo>
                    <a:pt x="18123" y="13483"/>
                  </a:lnTo>
                  <a:lnTo>
                    <a:pt x="18196" y="13434"/>
                  </a:lnTo>
                  <a:lnTo>
                    <a:pt x="18293" y="13409"/>
                  </a:lnTo>
                  <a:lnTo>
                    <a:pt x="18367" y="13336"/>
                  </a:lnTo>
                  <a:lnTo>
                    <a:pt x="18416" y="13263"/>
                  </a:lnTo>
                  <a:lnTo>
                    <a:pt x="18464" y="13189"/>
                  </a:lnTo>
                  <a:lnTo>
                    <a:pt x="18489" y="13092"/>
                  </a:lnTo>
                  <a:lnTo>
                    <a:pt x="18513" y="12994"/>
                  </a:lnTo>
                  <a:lnTo>
                    <a:pt x="18513" y="489"/>
                  </a:lnTo>
                  <a:lnTo>
                    <a:pt x="18489" y="392"/>
                  </a:lnTo>
                  <a:lnTo>
                    <a:pt x="18464" y="294"/>
                  </a:lnTo>
                  <a:lnTo>
                    <a:pt x="18416" y="221"/>
                  </a:lnTo>
                  <a:lnTo>
                    <a:pt x="18367" y="148"/>
                  </a:lnTo>
                  <a:lnTo>
                    <a:pt x="18293" y="74"/>
                  </a:lnTo>
                  <a:lnTo>
                    <a:pt x="18196" y="50"/>
                  </a:lnTo>
                  <a:lnTo>
                    <a:pt x="18123" y="1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41" name="Shape 402"/>
          <p:cNvGrpSpPr/>
          <p:nvPr/>
        </p:nvGrpSpPr>
        <p:grpSpPr>
          <a:xfrm>
            <a:off x="6388337" y="2243652"/>
            <a:ext cx="401719" cy="366502"/>
            <a:chOff x="6625350" y="1613750"/>
            <a:chExt cx="480525" cy="438400"/>
          </a:xfrm>
        </p:grpSpPr>
        <p:sp>
          <p:nvSpPr>
            <p:cNvPr id="42" name="Shape 403"/>
            <p:cNvSpPr/>
            <p:nvPr/>
          </p:nvSpPr>
          <p:spPr>
            <a:xfrm>
              <a:off x="6670525" y="1887275"/>
              <a:ext cx="117875" cy="164875"/>
            </a:xfrm>
            <a:custGeom>
              <a:avLst/>
              <a:gdLst/>
              <a:ahLst/>
              <a:cxnLst/>
              <a:rect l="0" t="0" r="0" b="0"/>
              <a:pathLst>
                <a:path w="4715" h="6595" extrusionOk="0">
                  <a:moveTo>
                    <a:pt x="0" y="1"/>
                  </a:moveTo>
                  <a:lnTo>
                    <a:pt x="538" y="6058"/>
                  </a:lnTo>
                  <a:lnTo>
                    <a:pt x="562" y="6180"/>
                  </a:lnTo>
                  <a:lnTo>
                    <a:pt x="587" y="6277"/>
                  </a:lnTo>
                  <a:lnTo>
                    <a:pt x="660" y="6351"/>
                  </a:lnTo>
                  <a:lnTo>
                    <a:pt x="733" y="6448"/>
                  </a:lnTo>
                  <a:lnTo>
                    <a:pt x="806" y="6497"/>
                  </a:lnTo>
                  <a:lnTo>
                    <a:pt x="904" y="6546"/>
                  </a:lnTo>
                  <a:lnTo>
                    <a:pt x="1002" y="6571"/>
                  </a:lnTo>
                  <a:lnTo>
                    <a:pt x="1124" y="6595"/>
                  </a:lnTo>
                  <a:lnTo>
                    <a:pt x="4128" y="6595"/>
                  </a:lnTo>
                  <a:lnTo>
                    <a:pt x="4274" y="6571"/>
                  </a:lnTo>
                  <a:lnTo>
                    <a:pt x="4397" y="6522"/>
                  </a:lnTo>
                  <a:lnTo>
                    <a:pt x="4494" y="6473"/>
                  </a:lnTo>
                  <a:lnTo>
                    <a:pt x="4592" y="6375"/>
                  </a:lnTo>
                  <a:lnTo>
                    <a:pt x="4665" y="6253"/>
                  </a:lnTo>
                  <a:lnTo>
                    <a:pt x="4714" y="6155"/>
                  </a:lnTo>
                  <a:lnTo>
                    <a:pt x="4714" y="6009"/>
                  </a:lnTo>
                  <a:lnTo>
                    <a:pt x="4714" y="5887"/>
                  </a:lnTo>
                  <a:lnTo>
                    <a:pt x="3713" y="123"/>
                  </a:lnTo>
                  <a:lnTo>
                    <a:pt x="2589" y="50"/>
                  </a:lnTo>
                  <a:lnTo>
                    <a:pt x="1637" y="25"/>
                  </a:lnTo>
                  <a:lnTo>
                    <a:pt x="0" y="1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3" name="Shape 404"/>
            <p:cNvSpPr/>
            <p:nvPr/>
          </p:nvSpPr>
          <p:spPr>
            <a:xfrm>
              <a:off x="7075950" y="1754175"/>
              <a:ext cx="29925" cy="99550"/>
            </a:xfrm>
            <a:custGeom>
              <a:avLst/>
              <a:gdLst/>
              <a:ahLst/>
              <a:cxnLst/>
              <a:rect l="0" t="0" r="0" b="0"/>
              <a:pathLst>
                <a:path w="1197" h="3982" extrusionOk="0">
                  <a:moveTo>
                    <a:pt x="0" y="1"/>
                  </a:moveTo>
                  <a:lnTo>
                    <a:pt x="0" y="3981"/>
                  </a:lnTo>
                  <a:lnTo>
                    <a:pt x="269" y="3811"/>
                  </a:lnTo>
                  <a:lnTo>
                    <a:pt x="489" y="3615"/>
                  </a:lnTo>
                  <a:lnTo>
                    <a:pt x="684" y="3420"/>
                  </a:lnTo>
                  <a:lnTo>
                    <a:pt x="855" y="3176"/>
                  </a:lnTo>
                  <a:lnTo>
                    <a:pt x="1002" y="2907"/>
                  </a:lnTo>
                  <a:lnTo>
                    <a:pt x="1099" y="2614"/>
                  </a:lnTo>
                  <a:lnTo>
                    <a:pt x="1173" y="2296"/>
                  </a:lnTo>
                  <a:lnTo>
                    <a:pt x="1197" y="1979"/>
                  </a:lnTo>
                  <a:lnTo>
                    <a:pt x="1173" y="1661"/>
                  </a:lnTo>
                  <a:lnTo>
                    <a:pt x="1099" y="1368"/>
                  </a:lnTo>
                  <a:lnTo>
                    <a:pt x="1002" y="1075"/>
                  </a:lnTo>
                  <a:lnTo>
                    <a:pt x="855" y="806"/>
                  </a:lnTo>
                  <a:lnTo>
                    <a:pt x="684" y="562"/>
                  </a:lnTo>
                  <a:lnTo>
                    <a:pt x="489" y="342"/>
                  </a:lnTo>
                  <a:lnTo>
                    <a:pt x="269" y="171"/>
                  </a:lnTo>
                  <a:lnTo>
                    <a:pt x="0" y="1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4" name="Shape 405"/>
            <p:cNvSpPr/>
            <p:nvPr/>
          </p:nvSpPr>
          <p:spPr>
            <a:xfrm>
              <a:off x="6625350" y="1729750"/>
              <a:ext cx="97700" cy="147175"/>
            </a:xfrm>
            <a:custGeom>
              <a:avLst/>
              <a:gdLst/>
              <a:ahLst/>
              <a:cxnLst/>
              <a:rect l="0" t="0" r="0" b="0"/>
              <a:pathLst>
                <a:path w="3908" h="5887" extrusionOk="0">
                  <a:moveTo>
                    <a:pt x="3908" y="1"/>
                  </a:moveTo>
                  <a:lnTo>
                    <a:pt x="2711" y="25"/>
                  </a:lnTo>
                  <a:lnTo>
                    <a:pt x="1759" y="25"/>
                  </a:lnTo>
                  <a:lnTo>
                    <a:pt x="1588" y="49"/>
                  </a:lnTo>
                  <a:lnTo>
                    <a:pt x="1417" y="74"/>
                  </a:lnTo>
                  <a:lnTo>
                    <a:pt x="1246" y="123"/>
                  </a:lnTo>
                  <a:lnTo>
                    <a:pt x="1099" y="172"/>
                  </a:lnTo>
                  <a:lnTo>
                    <a:pt x="953" y="245"/>
                  </a:lnTo>
                  <a:lnTo>
                    <a:pt x="806" y="343"/>
                  </a:lnTo>
                  <a:lnTo>
                    <a:pt x="660" y="440"/>
                  </a:lnTo>
                  <a:lnTo>
                    <a:pt x="537" y="562"/>
                  </a:lnTo>
                  <a:lnTo>
                    <a:pt x="415" y="684"/>
                  </a:lnTo>
                  <a:lnTo>
                    <a:pt x="318" y="831"/>
                  </a:lnTo>
                  <a:lnTo>
                    <a:pt x="220" y="978"/>
                  </a:lnTo>
                  <a:lnTo>
                    <a:pt x="147" y="1124"/>
                  </a:lnTo>
                  <a:lnTo>
                    <a:pt x="73" y="1295"/>
                  </a:lnTo>
                  <a:lnTo>
                    <a:pt x="49" y="1442"/>
                  </a:lnTo>
                  <a:lnTo>
                    <a:pt x="0" y="1613"/>
                  </a:lnTo>
                  <a:lnTo>
                    <a:pt x="0" y="1783"/>
                  </a:lnTo>
                  <a:lnTo>
                    <a:pt x="0" y="4128"/>
                  </a:lnTo>
                  <a:lnTo>
                    <a:pt x="0" y="4299"/>
                  </a:lnTo>
                  <a:lnTo>
                    <a:pt x="49" y="4446"/>
                  </a:lnTo>
                  <a:lnTo>
                    <a:pt x="73" y="4617"/>
                  </a:lnTo>
                  <a:lnTo>
                    <a:pt x="147" y="4763"/>
                  </a:lnTo>
                  <a:lnTo>
                    <a:pt x="220" y="4934"/>
                  </a:lnTo>
                  <a:lnTo>
                    <a:pt x="318" y="5081"/>
                  </a:lnTo>
                  <a:lnTo>
                    <a:pt x="415" y="5203"/>
                  </a:lnTo>
                  <a:lnTo>
                    <a:pt x="537" y="5325"/>
                  </a:lnTo>
                  <a:lnTo>
                    <a:pt x="660" y="5447"/>
                  </a:lnTo>
                  <a:lnTo>
                    <a:pt x="806" y="5545"/>
                  </a:lnTo>
                  <a:lnTo>
                    <a:pt x="953" y="5642"/>
                  </a:lnTo>
                  <a:lnTo>
                    <a:pt x="1099" y="5716"/>
                  </a:lnTo>
                  <a:lnTo>
                    <a:pt x="1246" y="5789"/>
                  </a:lnTo>
                  <a:lnTo>
                    <a:pt x="1417" y="5838"/>
                  </a:lnTo>
                  <a:lnTo>
                    <a:pt x="1588" y="5862"/>
                  </a:lnTo>
                  <a:lnTo>
                    <a:pt x="1759" y="5862"/>
                  </a:lnTo>
                  <a:lnTo>
                    <a:pt x="2711" y="5887"/>
                  </a:lnTo>
                  <a:lnTo>
                    <a:pt x="3908" y="5887"/>
                  </a:lnTo>
                  <a:lnTo>
                    <a:pt x="3908" y="1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5" name="Shape 406"/>
            <p:cNvSpPr/>
            <p:nvPr/>
          </p:nvSpPr>
          <p:spPr>
            <a:xfrm>
              <a:off x="6736475" y="1638175"/>
              <a:ext cx="279650" cy="330325"/>
            </a:xfrm>
            <a:custGeom>
              <a:avLst/>
              <a:gdLst/>
              <a:ahLst/>
              <a:cxnLst/>
              <a:rect l="0" t="0" r="0" b="0"/>
              <a:pathLst>
                <a:path w="11186" h="13213" extrusionOk="0">
                  <a:moveTo>
                    <a:pt x="11186" y="0"/>
                  </a:moveTo>
                  <a:lnTo>
                    <a:pt x="10771" y="342"/>
                  </a:lnTo>
                  <a:lnTo>
                    <a:pt x="10380" y="635"/>
                  </a:lnTo>
                  <a:lnTo>
                    <a:pt x="9940" y="904"/>
                  </a:lnTo>
                  <a:lnTo>
                    <a:pt x="9525" y="1172"/>
                  </a:lnTo>
                  <a:lnTo>
                    <a:pt x="9110" y="1417"/>
                  </a:lnTo>
                  <a:lnTo>
                    <a:pt x="8695" y="1661"/>
                  </a:lnTo>
                  <a:lnTo>
                    <a:pt x="7840" y="2052"/>
                  </a:lnTo>
                  <a:lnTo>
                    <a:pt x="7034" y="2418"/>
                  </a:lnTo>
                  <a:lnTo>
                    <a:pt x="6228" y="2687"/>
                  </a:lnTo>
                  <a:lnTo>
                    <a:pt x="5471" y="2931"/>
                  </a:lnTo>
                  <a:lnTo>
                    <a:pt x="4763" y="3126"/>
                  </a:lnTo>
                  <a:lnTo>
                    <a:pt x="4225" y="3248"/>
                  </a:lnTo>
                  <a:lnTo>
                    <a:pt x="3664" y="3346"/>
                  </a:lnTo>
                  <a:lnTo>
                    <a:pt x="3077" y="3419"/>
                  </a:lnTo>
                  <a:lnTo>
                    <a:pt x="2467" y="3493"/>
                  </a:lnTo>
                  <a:lnTo>
                    <a:pt x="1221" y="3590"/>
                  </a:lnTo>
                  <a:lnTo>
                    <a:pt x="0" y="3664"/>
                  </a:lnTo>
                  <a:lnTo>
                    <a:pt x="0" y="9574"/>
                  </a:lnTo>
                  <a:lnTo>
                    <a:pt x="1221" y="9623"/>
                  </a:lnTo>
                  <a:lnTo>
                    <a:pt x="2467" y="9721"/>
                  </a:lnTo>
                  <a:lnTo>
                    <a:pt x="3077" y="9794"/>
                  </a:lnTo>
                  <a:lnTo>
                    <a:pt x="3664" y="9891"/>
                  </a:lnTo>
                  <a:lnTo>
                    <a:pt x="4225" y="9989"/>
                  </a:lnTo>
                  <a:lnTo>
                    <a:pt x="4763" y="10111"/>
                  </a:lnTo>
                  <a:lnTo>
                    <a:pt x="5471" y="10307"/>
                  </a:lnTo>
                  <a:lnTo>
                    <a:pt x="6228" y="10526"/>
                  </a:lnTo>
                  <a:lnTo>
                    <a:pt x="7034" y="10820"/>
                  </a:lnTo>
                  <a:lnTo>
                    <a:pt x="7840" y="11161"/>
                  </a:lnTo>
                  <a:lnTo>
                    <a:pt x="8695" y="11577"/>
                  </a:lnTo>
                  <a:lnTo>
                    <a:pt x="9110" y="11796"/>
                  </a:lnTo>
                  <a:lnTo>
                    <a:pt x="9525" y="12041"/>
                  </a:lnTo>
                  <a:lnTo>
                    <a:pt x="9940" y="12309"/>
                  </a:lnTo>
                  <a:lnTo>
                    <a:pt x="10380" y="12602"/>
                  </a:lnTo>
                  <a:lnTo>
                    <a:pt x="10771" y="12896"/>
                  </a:lnTo>
                  <a:lnTo>
                    <a:pt x="11186" y="13213"/>
                  </a:lnTo>
                  <a:lnTo>
                    <a:pt x="11186" y="0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6" name="Shape 407"/>
            <p:cNvSpPr/>
            <p:nvPr/>
          </p:nvSpPr>
          <p:spPr>
            <a:xfrm>
              <a:off x="7029550" y="1613750"/>
              <a:ext cx="34200" cy="379800"/>
            </a:xfrm>
            <a:custGeom>
              <a:avLst/>
              <a:gdLst/>
              <a:ahLst/>
              <a:cxnLst/>
              <a:rect l="0" t="0" r="0" b="0"/>
              <a:pathLst>
                <a:path w="1368" h="15192" extrusionOk="0">
                  <a:moveTo>
                    <a:pt x="684" y="0"/>
                  </a:moveTo>
                  <a:lnTo>
                    <a:pt x="562" y="25"/>
                  </a:lnTo>
                  <a:lnTo>
                    <a:pt x="464" y="98"/>
                  </a:lnTo>
                  <a:lnTo>
                    <a:pt x="366" y="171"/>
                  </a:lnTo>
                  <a:lnTo>
                    <a:pt x="0" y="513"/>
                  </a:lnTo>
                  <a:lnTo>
                    <a:pt x="0" y="14654"/>
                  </a:lnTo>
                  <a:lnTo>
                    <a:pt x="366" y="15020"/>
                  </a:lnTo>
                  <a:lnTo>
                    <a:pt x="464" y="15094"/>
                  </a:lnTo>
                  <a:lnTo>
                    <a:pt x="562" y="15143"/>
                  </a:lnTo>
                  <a:lnTo>
                    <a:pt x="684" y="15191"/>
                  </a:lnTo>
                  <a:lnTo>
                    <a:pt x="904" y="15191"/>
                  </a:lnTo>
                  <a:lnTo>
                    <a:pt x="1001" y="15143"/>
                  </a:lnTo>
                  <a:lnTo>
                    <a:pt x="1148" y="15045"/>
                  </a:lnTo>
                  <a:lnTo>
                    <a:pt x="1270" y="14923"/>
                  </a:lnTo>
                  <a:lnTo>
                    <a:pt x="1343" y="14776"/>
                  </a:lnTo>
                  <a:lnTo>
                    <a:pt x="1368" y="14605"/>
                  </a:lnTo>
                  <a:lnTo>
                    <a:pt x="1368" y="586"/>
                  </a:lnTo>
                  <a:lnTo>
                    <a:pt x="1343" y="415"/>
                  </a:lnTo>
                  <a:lnTo>
                    <a:pt x="1270" y="244"/>
                  </a:lnTo>
                  <a:lnTo>
                    <a:pt x="1148" y="122"/>
                  </a:lnTo>
                  <a:lnTo>
                    <a:pt x="1001" y="25"/>
                  </a:lnTo>
                  <a:lnTo>
                    <a:pt x="904" y="0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cxnSp>
        <p:nvCxnSpPr>
          <p:cNvPr id="3" name="Straight Connector 2"/>
          <p:cNvCxnSpPr/>
          <p:nvPr/>
        </p:nvCxnSpPr>
        <p:spPr>
          <a:xfrm>
            <a:off x="424282" y="3372307"/>
            <a:ext cx="8280806" cy="0"/>
          </a:xfrm>
          <a:prstGeom prst="line">
            <a:avLst/>
          </a:prstGeom>
          <a:ln w="22225">
            <a:solidFill>
              <a:srgbClr val="F15668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6314260" y="3594333"/>
            <a:ext cx="1122883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" sz="3200" dirty="0">
                <a:solidFill>
                  <a:srgbClr val="FFFFFF"/>
                </a:solidFill>
              </a:rPr>
              <a:t>🎨</a:t>
            </a:r>
            <a:endParaRPr lang="en-US" sz="3200" dirty="0"/>
          </a:p>
        </p:txBody>
      </p:sp>
      <p:sp>
        <p:nvSpPr>
          <p:cNvPr id="32" name="Shape 206"/>
          <p:cNvSpPr txBox="1">
            <a:spLocks/>
          </p:cNvSpPr>
          <p:nvPr/>
        </p:nvSpPr>
        <p:spPr>
          <a:xfrm>
            <a:off x="6314260" y="3848392"/>
            <a:ext cx="2631900" cy="60006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431800" algn="l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rgbClr val="2F3848"/>
              </a:buClr>
              <a:buSzPts val="3200"/>
              <a:buFont typeface="Source Sans Pro"/>
              <a:buChar char="■"/>
              <a:defRPr sz="3200" b="0" i="0" u="none" strike="noStrike" cap="none">
                <a:solidFill>
                  <a:srgbClr val="2F3848"/>
                </a:solidFill>
                <a:latin typeface="Source Sans Pro"/>
                <a:ea typeface="Source Sans Pro"/>
                <a:cs typeface="Source Sans Pro"/>
                <a:sym typeface="Source Sans Pro"/>
              </a:defRPr>
            </a:lvl1pPr>
            <a:lvl2pPr marL="914400" marR="0" lvl="1" indent="-3810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F3848"/>
              </a:buClr>
              <a:buSzPts val="2400"/>
              <a:buFont typeface="Source Sans Pro"/>
              <a:buChar char="○"/>
              <a:defRPr sz="2400" b="0" i="0" u="none" strike="noStrike" cap="none">
                <a:solidFill>
                  <a:srgbClr val="2F3848"/>
                </a:solidFill>
                <a:latin typeface="Source Sans Pro"/>
                <a:ea typeface="Source Sans Pro"/>
                <a:cs typeface="Source Sans Pro"/>
                <a:sym typeface="Source Sans Pro"/>
              </a:defRPr>
            </a:lvl2pPr>
            <a:lvl3pPr marL="1371600" marR="0" lvl="2" indent="-3810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F3848"/>
              </a:buClr>
              <a:buSzPts val="2400"/>
              <a:buFont typeface="Source Sans Pro"/>
              <a:buChar char="■"/>
              <a:defRPr sz="2400" b="0" i="0" u="none" strike="noStrike" cap="none">
                <a:solidFill>
                  <a:srgbClr val="2F3848"/>
                </a:solidFill>
                <a:latin typeface="Source Sans Pro"/>
                <a:ea typeface="Source Sans Pro"/>
                <a:cs typeface="Source Sans Pro"/>
                <a:sym typeface="Source Sans Pro"/>
              </a:defRPr>
            </a:lvl3pPr>
            <a:lvl4pPr marL="1828800" marR="0" lvl="3" indent="-3429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F3848"/>
              </a:buClr>
              <a:buSzPts val="1800"/>
              <a:buFont typeface="Source Sans Pro"/>
              <a:buChar char="●"/>
              <a:defRPr sz="1800" b="0" i="0" u="none" strike="noStrike" cap="none">
                <a:solidFill>
                  <a:srgbClr val="2F3848"/>
                </a:solidFill>
                <a:latin typeface="Source Sans Pro"/>
                <a:ea typeface="Source Sans Pro"/>
                <a:cs typeface="Source Sans Pro"/>
                <a:sym typeface="Source Sans Pro"/>
              </a:defRPr>
            </a:lvl4pPr>
            <a:lvl5pPr marL="2286000" marR="0" lvl="4" indent="-3429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F3848"/>
              </a:buClr>
              <a:buSzPts val="1800"/>
              <a:buFont typeface="Source Sans Pro"/>
              <a:buChar char="○"/>
              <a:defRPr sz="1800" b="0" i="0" u="none" strike="noStrike" cap="none">
                <a:solidFill>
                  <a:srgbClr val="2F3848"/>
                </a:solidFill>
                <a:latin typeface="Source Sans Pro"/>
                <a:ea typeface="Source Sans Pro"/>
                <a:cs typeface="Source Sans Pro"/>
                <a:sym typeface="Source Sans Pro"/>
              </a:defRPr>
            </a:lvl5pPr>
            <a:lvl6pPr marL="2743200" marR="0" lvl="5" indent="-3429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F3848"/>
              </a:buClr>
              <a:buSzPts val="1800"/>
              <a:buFont typeface="Source Sans Pro"/>
              <a:buChar char="■"/>
              <a:defRPr sz="1800" b="0" i="0" u="none" strike="noStrike" cap="none">
                <a:solidFill>
                  <a:srgbClr val="2F3848"/>
                </a:solidFill>
                <a:latin typeface="Source Sans Pro"/>
                <a:ea typeface="Source Sans Pro"/>
                <a:cs typeface="Source Sans Pro"/>
                <a:sym typeface="Source Sans Pro"/>
              </a:defRPr>
            </a:lvl6pPr>
            <a:lvl7pPr marL="3200400" marR="0" lvl="6" indent="-3429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F3848"/>
              </a:buClr>
              <a:buSzPts val="1800"/>
              <a:buFont typeface="Source Sans Pro"/>
              <a:buChar char="●"/>
              <a:defRPr sz="1800" b="0" i="0" u="none" strike="noStrike" cap="none">
                <a:solidFill>
                  <a:srgbClr val="2F3848"/>
                </a:solidFill>
                <a:latin typeface="Source Sans Pro"/>
                <a:ea typeface="Source Sans Pro"/>
                <a:cs typeface="Source Sans Pro"/>
                <a:sym typeface="Source Sans Pro"/>
              </a:defRPr>
            </a:lvl7pPr>
            <a:lvl8pPr marL="3657600" marR="0" lvl="7" indent="-3429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F3848"/>
              </a:buClr>
              <a:buSzPts val="1800"/>
              <a:buFont typeface="Source Sans Pro"/>
              <a:buChar char="○"/>
              <a:defRPr sz="1800" b="0" i="0" u="none" strike="noStrike" cap="none">
                <a:solidFill>
                  <a:srgbClr val="2F3848"/>
                </a:solidFill>
                <a:latin typeface="Source Sans Pro"/>
                <a:ea typeface="Source Sans Pro"/>
                <a:cs typeface="Source Sans Pro"/>
                <a:sym typeface="Source Sans Pro"/>
              </a:defRPr>
            </a:lvl8pPr>
            <a:lvl9pPr marL="4114800" marR="0" lvl="8" indent="-3429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F3848"/>
              </a:buClr>
              <a:buSzPts val="1800"/>
              <a:buFont typeface="Source Sans Pro"/>
              <a:buChar char="■"/>
              <a:defRPr sz="1800" b="0" i="0" u="none" strike="noStrike" cap="none">
                <a:solidFill>
                  <a:srgbClr val="2F3848"/>
                </a:solidFill>
                <a:latin typeface="Source Sans Pro"/>
                <a:ea typeface="Source Sans Pro"/>
                <a:cs typeface="Source Sans Pro"/>
                <a:sym typeface="Source Sans Pro"/>
              </a:defRPr>
            </a:lvl9pPr>
          </a:lstStyle>
          <a:p>
            <a:pPr marL="0" indent="0">
              <a:buFont typeface="Source Sans Pro"/>
              <a:buNone/>
            </a:pPr>
            <a:r>
              <a:rPr lang="de-DE" sz="2400" b="1" dirty="0" err="1" smtClean="0">
                <a:solidFill>
                  <a:srgbClr val="F05768"/>
                </a:solidFill>
              </a:rPr>
              <a:t>esm-visualisation</a:t>
            </a:r>
            <a:endParaRPr lang="de-DE" b="1" dirty="0">
              <a:solidFill>
                <a:srgbClr val="FFFFFF"/>
              </a:solidFill>
            </a:endParaRPr>
          </a:p>
        </p:txBody>
      </p:sp>
      <p:sp>
        <p:nvSpPr>
          <p:cNvPr id="47" name="Shape 206"/>
          <p:cNvSpPr txBox="1">
            <a:spLocks/>
          </p:cNvSpPr>
          <p:nvPr/>
        </p:nvSpPr>
        <p:spPr>
          <a:xfrm>
            <a:off x="705917" y="3854065"/>
            <a:ext cx="2631900" cy="60006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431800" algn="l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rgbClr val="2F3848"/>
              </a:buClr>
              <a:buSzPts val="3200"/>
              <a:buFont typeface="Source Sans Pro"/>
              <a:buChar char="■"/>
              <a:defRPr sz="3200" b="0" i="0" u="none" strike="noStrike" cap="none">
                <a:solidFill>
                  <a:srgbClr val="2F3848"/>
                </a:solidFill>
                <a:latin typeface="Source Sans Pro"/>
                <a:ea typeface="Source Sans Pro"/>
                <a:cs typeface="Source Sans Pro"/>
                <a:sym typeface="Source Sans Pro"/>
              </a:defRPr>
            </a:lvl1pPr>
            <a:lvl2pPr marL="914400" marR="0" lvl="1" indent="-3810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F3848"/>
              </a:buClr>
              <a:buSzPts val="2400"/>
              <a:buFont typeface="Source Sans Pro"/>
              <a:buChar char="○"/>
              <a:defRPr sz="2400" b="0" i="0" u="none" strike="noStrike" cap="none">
                <a:solidFill>
                  <a:srgbClr val="2F3848"/>
                </a:solidFill>
                <a:latin typeface="Source Sans Pro"/>
                <a:ea typeface="Source Sans Pro"/>
                <a:cs typeface="Source Sans Pro"/>
                <a:sym typeface="Source Sans Pro"/>
              </a:defRPr>
            </a:lvl2pPr>
            <a:lvl3pPr marL="1371600" marR="0" lvl="2" indent="-3810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F3848"/>
              </a:buClr>
              <a:buSzPts val="2400"/>
              <a:buFont typeface="Source Sans Pro"/>
              <a:buChar char="■"/>
              <a:defRPr sz="2400" b="0" i="0" u="none" strike="noStrike" cap="none">
                <a:solidFill>
                  <a:srgbClr val="2F3848"/>
                </a:solidFill>
                <a:latin typeface="Source Sans Pro"/>
                <a:ea typeface="Source Sans Pro"/>
                <a:cs typeface="Source Sans Pro"/>
                <a:sym typeface="Source Sans Pro"/>
              </a:defRPr>
            </a:lvl3pPr>
            <a:lvl4pPr marL="1828800" marR="0" lvl="3" indent="-3429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F3848"/>
              </a:buClr>
              <a:buSzPts val="1800"/>
              <a:buFont typeface="Source Sans Pro"/>
              <a:buChar char="●"/>
              <a:defRPr sz="1800" b="0" i="0" u="none" strike="noStrike" cap="none">
                <a:solidFill>
                  <a:srgbClr val="2F3848"/>
                </a:solidFill>
                <a:latin typeface="Source Sans Pro"/>
                <a:ea typeface="Source Sans Pro"/>
                <a:cs typeface="Source Sans Pro"/>
                <a:sym typeface="Source Sans Pro"/>
              </a:defRPr>
            </a:lvl4pPr>
            <a:lvl5pPr marL="2286000" marR="0" lvl="4" indent="-3429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F3848"/>
              </a:buClr>
              <a:buSzPts val="1800"/>
              <a:buFont typeface="Source Sans Pro"/>
              <a:buChar char="○"/>
              <a:defRPr sz="1800" b="0" i="0" u="none" strike="noStrike" cap="none">
                <a:solidFill>
                  <a:srgbClr val="2F3848"/>
                </a:solidFill>
                <a:latin typeface="Source Sans Pro"/>
                <a:ea typeface="Source Sans Pro"/>
                <a:cs typeface="Source Sans Pro"/>
                <a:sym typeface="Source Sans Pro"/>
              </a:defRPr>
            </a:lvl5pPr>
            <a:lvl6pPr marL="2743200" marR="0" lvl="5" indent="-3429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F3848"/>
              </a:buClr>
              <a:buSzPts val="1800"/>
              <a:buFont typeface="Source Sans Pro"/>
              <a:buChar char="■"/>
              <a:defRPr sz="1800" b="0" i="0" u="none" strike="noStrike" cap="none">
                <a:solidFill>
                  <a:srgbClr val="2F3848"/>
                </a:solidFill>
                <a:latin typeface="Source Sans Pro"/>
                <a:ea typeface="Source Sans Pro"/>
                <a:cs typeface="Source Sans Pro"/>
                <a:sym typeface="Source Sans Pro"/>
              </a:defRPr>
            </a:lvl6pPr>
            <a:lvl7pPr marL="3200400" marR="0" lvl="6" indent="-3429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F3848"/>
              </a:buClr>
              <a:buSzPts val="1800"/>
              <a:buFont typeface="Source Sans Pro"/>
              <a:buChar char="●"/>
              <a:defRPr sz="1800" b="0" i="0" u="none" strike="noStrike" cap="none">
                <a:solidFill>
                  <a:srgbClr val="2F3848"/>
                </a:solidFill>
                <a:latin typeface="Source Sans Pro"/>
                <a:ea typeface="Source Sans Pro"/>
                <a:cs typeface="Source Sans Pro"/>
                <a:sym typeface="Source Sans Pro"/>
              </a:defRPr>
            </a:lvl7pPr>
            <a:lvl8pPr marL="3657600" marR="0" lvl="7" indent="-3429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F3848"/>
              </a:buClr>
              <a:buSzPts val="1800"/>
              <a:buFont typeface="Source Sans Pro"/>
              <a:buChar char="○"/>
              <a:defRPr sz="1800" b="0" i="0" u="none" strike="noStrike" cap="none">
                <a:solidFill>
                  <a:srgbClr val="2F3848"/>
                </a:solidFill>
                <a:latin typeface="Source Sans Pro"/>
                <a:ea typeface="Source Sans Pro"/>
                <a:cs typeface="Source Sans Pro"/>
                <a:sym typeface="Source Sans Pro"/>
              </a:defRPr>
            </a:lvl8pPr>
            <a:lvl9pPr marL="4114800" marR="0" lvl="8" indent="-3429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F3848"/>
              </a:buClr>
              <a:buSzPts val="1800"/>
              <a:buFont typeface="Source Sans Pro"/>
              <a:buChar char="■"/>
              <a:defRPr sz="1800" b="0" i="0" u="none" strike="noStrike" cap="none">
                <a:solidFill>
                  <a:srgbClr val="2F3848"/>
                </a:solidFill>
                <a:latin typeface="Source Sans Pro"/>
                <a:ea typeface="Source Sans Pro"/>
                <a:cs typeface="Source Sans Pro"/>
                <a:sym typeface="Source Sans Pro"/>
              </a:defRPr>
            </a:lvl9pPr>
          </a:lstStyle>
          <a:p>
            <a:pPr marL="0" indent="0">
              <a:buFont typeface="Source Sans Pro"/>
              <a:buNone/>
            </a:pPr>
            <a:r>
              <a:rPr lang="de-DE" sz="2400" b="1" dirty="0" err="1" smtClean="0">
                <a:solidFill>
                  <a:srgbClr val="F05768"/>
                </a:solidFill>
              </a:rPr>
              <a:t>esm</a:t>
            </a:r>
            <a:r>
              <a:rPr lang="de-DE" sz="2400" b="1" dirty="0" smtClean="0">
                <a:solidFill>
                  <a:srgbClr val="F05768"/>
                </a:solidFill>
              </a:rPr>
              <a:t>-interfaces</a:t>
            </a:r>
            <a:endParaRPr lang="de-DE" b="1" dirty="0">
              <a:solidFill>
                <a:srgbClr val="FFFFFF"/>
              </a:solidFill>
            </a:endParaRPr>
          </a:p>
        </p:txBody>
      </p:sp>
      <p:sp>
        <p:nvSpPr>
          <p:cNvPr id="48" name="Shape 206"/>
          <p:cNvSpPr txBox="1">
            <a:spLocks/>
          </p:cNvSpPr>
          <p:nvPr/>
        </p:nvSpPr>
        <p:spPr>
          <a:xfrm>
            <a:off x="3486418" y="3879077"/>
            <a:ext cx="2631900" cy="60006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431800" algn="l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rgbClr val="2F3848"/>
              </a:buClr>
              <a:buSzPts val="3200"/>
              <a:buFont typeface="Source Sans Pro"/>
              <a:buChar char="■"/>
              <a:defRPr sz="3200" b="0" i="0" u="none" strike="noStrike" cap="none">
                <a:solidFill>
                  <a:srgbClr val="2F3848"/>
                </a:solidFill>
                <a:latin typeface="Source Sans Pro"/>
                <a:ea typeface="Source Sans Pro"/>
                <a:cs typeface="Source Sans Pro"/>
                <a:sym typeface="Source Sans Pro"/>
              </a:defRPr>
            </a:lvl1pPr>
            <a:lvl2pPr marL="914400" marR="0" lvl="1" indent="-3810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F3848"/>
              </a:buClr>
              <a:buSzPts val="2400"/>
              <a:buFont typeface="Source Sans Pro"/>
              <a:buChar char="○"/>
              <a:defRPr sz="2400" b="0" i="0" u="none" strike="noStrike" cap="none">
                <a:solidFill>
                  <a:srgbClr val="2F3848"/>
                </a:solidFill>
                <a:latin typeface="Source Sans Pro"/>
                <a:ea typeface="Source Sans Pro"/>
                <a:cs typeface="Source Sans Pro"/>
                <a:sym typeface="Source Sans Pro"/>
              </a:defRPr>
            </a:lvl2pPr>
            <a:lvl3pPr marL="1371600" marR="0" lvl="2" indent="-3810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F3848"/>
              </a:buClr>
              <a:buSzPts val="2400"/>
              <a:buFont typeface="Source Sans Pro"/>
              <a:buChar char="■"/>
              <a:defRPr sz="2400" b="0" i="0" u="none" strike="noStrike" cap="none">
                <a:solidFill>
                  <a:srgbClr val="2F3848"/>
                </a:solidFill>
                <a:latin typeface="Source Sans Pro"/>
                <a:ea typeface="Source Sans Pro"/>
                <a:cs typeface="Source Sans Pro"/>
                <a:sym typeface="Source Sans Pro"/>
              </a:defRPr>
            </a:lvl3pPr>
            <a:lvl4pPr marL="1828800" marR="0" lvl="3" indent="-3429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F3848"/>
              </a:buClr>
              <a:buSzPts val="1800"/>
              <a:buFont typeface="Source Sans Pro"/>
              <a:buChar char="●"/>
              <a:defRPr sz="1800" b="0" i="0" u="none" strike="noStrike" cap="none">
                <a:solidFill>
                  <a:srgbClr val="2F3848"/>
                </a:solidFill>
                <a:latin typeface="Source Sans Pro"/>
                <a:ea typeface="Source Sans Pro"/>
                <a:cs typeface="Source Sans Pro"/>
                <a:sym typeface="Source Sans Pro"/>
              </a:defRPr>
            </a:lvl4pPr>
            <a:lvl5pPr marL="2286000" marR="0" lvl="4" indent="-3429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F3848"/>
              </a:buClr>
              <a:buSzPts val="1800"/>
              <a:buFont typeface="Source Sans Pro"/>
              <a:buChar char="○"/>
              <a:defRPr sz="1800" b="0" i="0" u="none" strike="noStrike" cap="none">
                <a:solidFill>
                  <a:srgbClr val="2F3848"/>
                </a:solidFill>
                <a:latin typeface="Source Sans Pro"/>
                <a:ea typeface="Source Sans Pro"/>
                <a:cs typeface="Source Sans Pro"/>
                <a:sym typeface="Source Sans Pro"/>
              </a:defRPr>
            </a:lvl5pPr>
            <a:lvl6pPr marL="2743200" marR="0" lvl="5" indent="-3429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F3848"/>
              </a:buClr>
              <a:buSzPts val="1800"/>
              <a:buFont typeface="Source Sans Pro"/>
              <a:buChar char="■"/>
              <a:defRPr sz="1800" b="0" i="0" u="none" strike="noStrike" cap="none">
                <a:solidFill>
                  <a:srgbClr val="2F3848"/>
                </a:solidFill>
                <a:latin typeface="Source Sans Pro"/>
                <a:ea typeface="Source Sans Pro"/>
                <a:cs typeface="Source Sans Pro"/>
                <a:sym typeface="Source Sans Pro"/>
              </a:defRPr>
            </a:lvl6pPr>
            <a:lvl7pPr marL="3200400" marR="0" lvl="6" indent="-3429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F3848"/>
              </a:buClr>
              <a:buSzPts val="1800"/>
              <a:buFont typeface="Source Sans Pro"/>
              <a:buChar char="●"/>
              <a:defRPr sz="1800" b="0" i="0" u="none" strike="noStrike" cap="none">
                <a:solidFill>
                  <a:srgbClr val="2F3848"/>
                </a:solidFill>
                <a:latin typeface="Source Sans Pro"/>
                <a:ea typeface="Source Sans Pro"/>
                <a:cs typeface="Source Sans Pro"/>
                <a:sym typeface="Source Sans Pro"/>
              </a:defRPr>
            </a:lvl7pPr>
            <a:lvl8pPr marL="3657600" marR="0" lvl="7" indent="-3429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F3848"/>
              </a:buClr>
              <a:buSzPts val="1800"/>
              <a:buFont typeface="Source Sans Pro"/>
              <a:buChar char="○"/>
              <a:defRPr sz="1800" b="0" i="0" u="none" strike="noStrike" cap="none">
                <a:solidFill>
                  <a:srgbClr val="2F3848"/>
                </a:solidFill>
                <a:latin typeface="Source Sans Pro"/>
                <a:ea typeface="Source Sans Pro"/>
                <a:cs typeface="Source Sans Pro"/>
                <a:sym typeface="Source Sans Pro"/>
              </a:defRPr>
            </a:lvl8pPr>
            <a:lvl9pPr marL="4114800" marR="0" lvl="8" indent="-3429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F3848"/>
              </a:buClr>
              <a:buSzPts val="1800"/>
              <a:buFont typeface="Source Sans Pro"/>
              <a:buChar char="■"/>
              <a:defRPr sz="1800" b="0" i="0" u="none" strike="noStrike" cap="none">
                <a:solidFill>
                  <a:srgbClr val="2F3848"/>
                </a:solidFill>
                <a:latin typeface="Source Sans Pro"/>
                <a:ea typeface="Source Sans Pro"/>
                <a:cs typeface="Source Sans Pro"/>
                <a:sym typeface="Source Sans Pro"/>
              </a:defRPr>
            </a:lvl9pPr>
          </a:lstStyle>
          <a:p>
            <a:pPr marL="0" indent="0">
              <a:buFont typeface="Source Sans Pro"/>
              <a:buNone/>
            </a:pPr>
            <a:r>
              <a:rPr lang="de-DE" sz="2400" b="1" dirty="0" err="1" smtClean="0">
                <a:solidFill>
                  <a:srgbClr val="F05768"/>
                </a:solidFill>
              </a:rPr>
              <a:t>esm</a:t>
            </a:r>
            <a:r>
              <a:rPr lang="de-DE" sz="2400" b="1" dirty="0" smtClean="0">
                <a:solidFill>
                  <a:srgbClr val="F05768"/>
                </a:solidFill>
              </a:rPr>
              <a:t>-parser</a:t>
            </a:r>
            <a:endParaRPr lang="de-DE" b="1" dirty="0">
              <a:solidFill>
                <a:srgbClr val="FFFFFF"/>
              </a:solidFill>
            </a:endParaRPr>
          </a:p>
        </p:txBody>
      </p:sp>
      <p:sp>
        <p:nvSpPr>
          <p:cNvPr id="49" name="Shape 206"/>
          <p:cNvSpPr txBox="1">
            <a:spLocks/>
          </p:cNvSpPr>
          <p:nvPr/>
        </p:nvSpPr>
        <p:spPr>
          <a:xfrm>
            <a:off x="3089717" y="5679981"/>
            <a:ext cx="3255264" cy="60006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431800" algn="l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rgbClr val="2F3848"/>
              </a:buClr>
              <a:buSzPts val="3200"/>
              <a:buFont typeface="Source Sans Pro"/>
              <a:buChar char="■"/>
              <a:defRPr sz="3200" b="0" i="0" u="none" strike="noStrike" cap="none">
                <a:solidFill>
                  <a:srgbClr val="2F3848"/>
                </a:solidFill>
                <a:latin typeface="Source Sans Pro"/>
                <a:ea typeface="Source Sans Pro"/>
                <a:cs typeface="Source Sans Pro"/>
                <a:sym typeface="Source Sans Pro"/>
              </a:defRPr>
            </a:lvl1pPr>
            <a:lvl2pPr marL="914400" marR="0" lvl="1" indent="-3810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F3848"/>
              </a:buClr>
              <a:buSzPts val="2400"/>
              <a:buFont typeface="Source Sans Pro"/>
              <a:buChar char="○"/>
              <a:defRPr sz="2400" b="0" i="0" u="none" strike="noStrike" cap="none">
                <a:solidFill>
                  <a:srgbClr val="2F3848"/>
                </a:solidFill>
                <a:latin typeface="Source Sans Pro"/>
                <a:ea typeface="Source Sans Pro"/>
                <a:cs typeface="Source Sans Pro"/>
                <a:sym typeface="Source Sans Pro"/>
              </a:defRPr>
            </a:lvl2pPr>
            <a:lvl3pPr marL="1371600" marR="0" lvl="2" indent="-3810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F3848"/>
              </a:buClr>
              <a:buSzPts val="2400"/>
              <a:buFont typeface="Source Sans Pro"/>
              <a:buChar char="■"/>
              <a:defRPr sz="2400" b="0" i="0" u="none" strike="noStrike" cap="none">
                <a:solidFill>
                  <a:srgbClr val="2F3848"/>
                </a:solidFill>
                <a:latin typeface="Source Sans Pro"/>
                <a:ea typeface="Source Sans Pro"/>
                <a:cs typeface="Source Sans Pro"/>
                <a:sym typeface="Source Sans Pro"/>
              </a:defRPr>
            </a:lvl3pPr>
            <a:lvl4pPr marL="1828800" marR="0" lvl="3" indent="-3429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F3848"/>
              </a:buClr>
              <a:buSzPts val="1800"/>
              <a:buFont typeface="Source Sans Pro"/>
              <a:buChar char="●"/>
              <a:defRPr sz="1800" b="0" i="0" u="none" strike="noStrike" cap="none">
                <a:solidFill>
                  <a:srgbClr val="2F3848"/>
                </a:solidFill>
                <a:latin typeface="Source Sans Pro"/>
                <a:ea typeface="Source Sans Pro"/>
                <a:cs typeface="Source Sans Pro"/>
                <a:sym typeface="Source Sans Pro"/>
              </a:defRPr>
            </a:lvl4pPr>
            <a:lvl5pPr marL="2286000" marR="0" lvl="4" indent="-3429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F3848"/>
              </a:buClr>
              <a:buSzPts val="1800"/>
              <a:buFont typeface="Source Sans Pro"/>
              <a:buChar char="○"/>
              <a:defRPr sz="1800" b="0" i="0" u="none" strike="noStrike" cap="none">
                <a:solidFill>
                  <a:srgbClr val="2F3848"/>
                </a:solidFill>
                <a:latin typeface="Source Sans Pro"/>
                <a:ea typeface="Source Sans Pro"/>
                <a:cs typeface="Source Sans Pro"/>
                <a:sym typeface="Source Sans Pro"/>
              </a:defRPr>
            </a:lvl5pPr>
            <a:lvl6pPr marL="2743200" marR="0" lvl="5" indent="-3429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F3848"/>
              </a:buClr>
              <a:buSzPts val="1800"/>
              <a:buFont typeface="Source Sans Pro"/>
              <a:buChar char="■"/>
              <a:defRPr sz="1800" b="0" i="0" u="none" strike="noStrike" cap="none">
                <a:solidFill>
                  <a:srgbClr val="2F3848"/>
                </a:solidFill>
                <a:latin typeface="Source Sans Pro"/>
                <a:ea typeface="Source Sans Pro"/>
                <a:cs typeface="Source Sans Pro"/>
                <a:sym typeface="Source Sans Pro"/>
              </a:defRPr>
            </a:lvl6pPr>
            <a:lvl7pPr marL="3200400" marR="0" lvl="6" indent="-3429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F3848"/>
              </a:buClr>
              <a:buSzPts val="1800"/>
              <a:buFont typeface="Source Sans Pro"/>
              <a:buChar char="●"/>
              <a:defRPr sz="1800" b="0" i="0" u="none" strike="noStrike" cap="none">
                <a:solidFill>
                  <a:srgbClr val="2F3848"/>
                </a:solidFill>
                <a:latin typeface="Source Sans Pro"/>
                <a:ea typeface="Source Sans Pro"/>
                <a:cs typeface="Source Sans Pro"/>
                <a:sym typeface="Source Sans Pro"/>
              </a:defRPr>
            </a:lvl7pPr>
            <a:lvl8pPr marL="3657600" marR="0" lvl="7" indent="-3429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F3848"/>
              </a:buClr>
              <a:buSzPts val="1800"/>
              <a:buFont typeface="Source Sans Pro"/>
              <a:buChar char="○"/>
              <a:defRPr sz="1800" b="0" i="0" u="none" strike="noStrike" cap="none">
                <a:solidFill>
                  <a:srgbClr val="2F3848"/>
                </a:solidFill>
                <a:latin typeface="Source Sans Pro"/>
                <a:ea typeface="Source Sans Pro"/>
                <a:cs typeface="Source Sans Pro"/>
                <a:sym typeface="Source Sans Pro"/>
              </a:defRPr>
            </a:lvl8pPr>
            <a:lvl9pPr marL="4114800" marR="0" lvl="8" indent="-3429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F3848"/>
              </a:buClr>
              <a:buSzPts val="1800"/>
              <a:buFont typeface="Source Sans Pro"/>
              <a:buChar char="■"/>
              <a:defRPr sz="1800" b="0" i="0" u="none" strike="noStrike" cap="none">
                <a:solidFill>
                  <a:srgbClr val="2F3848"/>
                </a:solidFill>
                <a:latin typeface="Source Sans Pro"/>
                <a:ea typeface="Source Sans Pro"/>
                <a:cs typeface="Source Sans Pro"/>
                <a:sym typeface="Source Sans Pro"/>
              </a:defRPr>
            </a:lvl9pPr>
          </a:lstStyle>
          <a:p>
            <a:pPr marL="0" indent="0">
              <a:buFont typeface="Source Sans Pro"/>
              <a:buNone/>
            </a:pPr>
            <a:r>
              <a:rPr lang="de-DE" sz="3600" b="1" dirty="0" err="1" smtClean="0">
                <a:solidFill>
                  <a:srgbClr val="F05768"/>
                </a:solidFill>
              </a:rPr>
              <a:t>esm</a:t>
            </a:r>
            <a:r>
              <a:rPr lang="de-DE" sz="3600" b="1" dirty="0" smtClean="0">
                <a:solidFill>
                  <a:srgbClr val="F05768"/>
                </a:solidFill>
              </a:rPr>
              <a:t>-</a:t>
            </a:r>
            <a:r>
              <a:rPr lang="de-DE" sz="3600" b="1" dirty="0" err="1" smtClean="0">
                <a:solidFill>
                  <a:srgbClr val="F05768"/>
                </a:solidFill>
              </a:rPr>
              <a:t>hgf</a:t>
            </a:r>
            <a:r>
              <a:rPr lang="de-DE" sz="3600" b="1" dirty="0" smtClean="0">
                <a:solidFill>
                  <a:srgbClr val="F05768"/>
                </a:solidFill>
              </a:rPr>
              <a:t>-system</a:t>
            </a:r>
            <a:endParaRPr lang="de-DE" sz="3600" b="1" dirty="0">
              <a:solidFill>
                <a:srgbClr val="FFFFFF"/>
              </a:solidFill>
            </a:endParaRPr>
          </a:p>
        </p:txBody>
      </p:sp>
      <p:grpSp>
        <p:nvGrpSpPr>
          <p:cNvPr id="50" name="Shape 550"/>
          <p:cNvGrpSpPr/>
          <p:nvPr/>
        </p:nvGrpSpPr>
        <p:grpSpPr>
          <a:xfrm>
            <a:off x="3118671" y="5134694"/>
            <a:ext cx="783644" cy="751704"/>
            <a:chOff x="5241175" y="4959100"/>
            <a:chExt cx="539775" cy="517775"/>
          </a:xfrm>
        </p:grpSpPr>
        <p:sp>
          <p:nvSpPr>
            <p:cNvPr id="51" name="Shape 551"/>
            <p:cNvSpPr/>
            <p:nvPr/>
          </p:nvSpPr>
          <p:spPr>
            <a:xfrm>
              <a:off x="5575150" y="4959100"/>
              <a:ext cx="161225" cy="178300"/>
            </a:xfrm>
            <a:custGeom>
              <a:avLst/>
              <a:gdLst/>
              <a:ahLst/>
              <a:cxnLst/>
              <a:rect l="0" t="0" r="0" b="0"/>
              <a:pathLst>
                <a:path w="6449" h="7132" extrusionOk="0">
                  <a:moveTo>
                    <a:pt x="4641" y="0"/>
                  </a:moveTo>
                  <a:lnTo>
                    <a:pt x="4470" y="25"/>
                  </a:lnTo>
                  <a:lnTo>
                    <a:pt x="4299" y="49"/>
                  </a:lnTo>
                  <a:lnTo>
                    <a:pt x="4128" y="98"/>
                  </a:lnTo>
                  <a:lnTo>
                    <a:pt x="3957" y="147"/>
                  </a:lnTo>
                  <a:lnTo>
                    <a:pt x="3786" y="220"/>
                  </a:lnTo>
                  <a:lnTo>
                    <a:pt x="3640" y="318"/>
                  </a:lnTo>
                  <a:lnTo>
                    <a:pt x="3517" y="415"/>
                  </a:lnTo>
                  <a:lnTo>
                    <a:pt x="3395" y="538"/>
                  </a:lnTo>
                  <a:lnTo>
                    <a:pt x="3273" y="660"/>
                  </a:lnTo>
                  <a:lnTo>
                    <a:pt x="3175" y="806"/>
                  </a:lnTo>
                  <a:lnTo>
                    <a:pt x="3078" y="953"/>
                  </a:lnTo>
                  <a:lnTo>
                    <a:pt x="3005" y="1099"/>
                  </a:lnTo>
                  <a:lnTo>
                    <a:pt x="2931" y="1270"/>
                  </a:lnTo>
                  <a:lnTo>
                    <a:pt x="2907" y="1441"/>
                  </a:lnTo>
                  <a:lnTo>
                    <a:pt x="2882" y="1612"/>
                  </a:lnTo>
                  <a:lnTo>
                    <a:pt x="2858" y="1808"/>
                  </a:lnTo>
                  <a:lnTo>
                    <a:pt x="2882" y="2076"/>
                  </a:lnTo>
                  <a:lnTo>
                    <a:pt x="2956" y="2345"/>
                  </a:lnTo>
                  <a:lnTo>
                    <a:pt x="3053" y="2589"/>
                  </a:lnTo>
                  <a:lnTo>
                    <a:pt x="3175" y="2809"/>
                  </a:lnTo>
                  <a:lnTo>
                    <a:pt x="0" y="6546"/>
                  </a:lnTo>
                  <a:lnTo>
                    <a:pt x="367" y="6814"/>
                  </a:lnTo>
                  <a:lnTo>
                    <a:pt x="709" y="7132"/>
                  </a:lnTo>
                  <a:lnTo>
                    <a:pt x="3884" y="3419"/>
                  </a:lnTo>
                  <a:lnTo>
                    <a:pt x="4055" y="3493"/>
                  </a:lnTo>
                  <a:lnTo>
                    <a:pt x="4250" y="3542"/>
                  </a:lnTo>
                  <a:lnTo>
                    <a:pt x="4445" y="3566"/>
                  </a:lnTo>
                  <a:lnTo>
                    <a:pt x="4641" y="3590"/>
                  </a:lnTo>
                  <a:lnTo>
                    <a:pt x="4836" y="3566"/>
                  </a:lnTo>
                  <a:lnTo>
                    <a:pt x="5007" y="3542"/>
                  </a:lnTo>
                  <a:lnTo>
                    <a:pt x="5178" y="3517"/>
                  </a:lnTo>
                  <a:lnTo>
                    <a:pt x="5349" y="3444"/>
                  </a:lnTo>
                  <a:lnTo>
                    <a:pt x="5496" y="3371"/>
                  </a:lnTo>
                  <a:lnTo>
                    <a:pt x="5642" y="3273"/>
                  </a:lnTo>
                  <a:lnTo>
                    <a:pt x="5789" y="3175"/>
                  </a:lnTo>
                  <a:lnTo>
                    <a:pt x="5911" y="3053"/>
                  </a:lnTo>
                  <a:lnTo>
                    <a:pt x="6033" y="2931"/>
                  </a:lnTo>
                  <a:lnTo>
                    <a:pt x="6131" y="2809"/>
                  </a:lnTo>
                  <a:lnTo>
                    <a:pt x="6228" y="2638"/>
                  </a:lnTo>
                  <a:lnTo>
                    <a:pt x="6302" y="2491"/>
                  </a:lnTo>
                  <a:lnTo>
                    <a:pt x="6350" y="2320"/>
                  </a:lnTo>
                  <a:lnTo>
                    <a:pt x="6399" y="2149"/>
                  </a:lnTo>
                  <a:lnTo>
                    <a:pt x="6424" y="1979"/>
                  </a:lnTo>
                  <a:lnTo>
                    <a:pt x="6448" y="1808"/>
                  </a:lnTo>
                  <a:lnTo>
                    <a:pt x="6424" y="1612"/>
                  </a:lnTo>
                  <a:lnTo>
                    <a:pt x="6399" y="1441"/>
                  </a:lnTo>
                  <a:lnTo>
                    <a:pt x="6350" y="1270"/>
                  </a:lnTo>
                  <a:lnTo>
                    <a:pt x="6302" y="1099"/>
                  </a:lnTo>
                  <a:lnTo>
                    <a:pt x="6228" y="953"/>
                  </a:lnTo>
                  <a:lnTo>
                    <a:pt x="6131" y="806"/>
                  </a:lnTo>
                  <a:lnTo>
                    <a:pt x="6033" y="660"/>
                  </a:lnTo>
                  <a:lnTo>
                    <a:pt x="5911" y="538"/>
                  </a:lnTo>
                  <a:lnTo>
                    <a:pt x="5789" y="415"/>
                  </a:lnTo>
                  <a:lnTo>
                    <a:pt x="5642" y="318"/>
                  </a:lnTo>
                  <a:lnTo>
                    <a:pt x="5496" y="220"/>
                  </a:lnTo>
                  <a:lnTo>
                    <a:pt x="5349" y="147"/>
                  </a:lnTo>
                  <a:lnTo>
                    <a:pt x="5178" y="98"/>
                  </a:lnTo>
                  <a:lnTo>
                    <a:pt x="5007" y="49"/>
                  </a:lnTo>
                  <a:lnTo>
                    <a:pt x="4836" y="25"/>
                  </a:lnTo>
                  <a:lnTo>
                    <a:pt x="4641" y="0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2" name="Shape 552"/>
            <p:cNvSpPr/>
            <p:nvPr/>
          </p:nvSpPr>
          <p:spPr>
            <a:xfrm>
              <a:off x="5330925" y="4985350"/>
              <a:ext cx="128250" cy="148400"/>
            </a:xfrm>
            <a:custGeom>
              <a:avLst/>
              <a:gdLst/>
              <a:ahLst/>
              <a:cxnLst/>
              <a:rect l="0" t="0" r="0" b="0"/>
              <a:pathLst>
                <a:path w="5130" h="5936" extrusionOk="0">
                  <a:moveTo>
                    <a:pt x="1563" y="0"/>
                  </a:moveTo>
                  <a:lnTo>
                    <a:pt x="1392" y="25"/>
                  </a:lnTo>
                  <a:lnTo>
                    <a:pt x="1221" y="74"/>
                  </a:lnTo>
                  <a:lnTo>
                    <a:pt x="1075" y="147"/>
                  </a:lnTo>
                  <a:lnTo>
                    <a:pt x="904" y="220"/>
                  </a:lnTo>
                  <a:lnTo>
                    <a:pt x="757" y="318"/>
                  </a:lnTo>
                  <a:lnTo>
                    <a:pt x="635" y="416"/>
                  </a:lnTo>
                  <a:lnTo>
                    <a:pt x="513" y="538"/>
                  </a:lnTo>
                  <a:lnTo>
                    <a:pt x="391" y="660"/>
                  </a:lnTo>
                  <a:lnTo>
                    <a:pt x="293" y="806"/>
                  </a:lnTo>
                  <a:lnTo>
                    <a:pt x="196" y="953"/>
                  </a:lnTo>
                  <a:lnTo>
                    <a:pt x="122" y="1099"/>
                  </a:lnTo>
                  <a:lnTo>
                    <a:pt x="74" y="1270"/>
                  </a:lnTo>
                  <a:lnTo>
                    <a:pt x="25" y="1466"/>
                  </a:lnTo>
                  <a:lnTo>
                    <a:pt x="0" y="1637"/>
                  </a:lnTo>
                  <a:lnTo>
                    <a:pt x="0" y="1808"/>
                  </a:lnTo>
                  <a:lnTo>
                    <a:pt x="0" y="2003"/>
                  </a:lnTo>
                  <a:lnTo>
                    <a:pt x="25" y="2174"/>
                  </a:lnTo>
                  <a:lnTo>
                    <a:pt x="74" y="2345"/>
                  </a:lnTo>
                  <a:lnTo>
                    <a:pt x="147" y="2492"/>
                  </a:lnTo>
                  <a:lnTo>
                    <a:pt x="220" y="2663"/>
                  </a:lnTo>
                  <a:lnTo>
                    <a:pt x="318" y="2785"/>
                  </a:lnTo>
                  <a:lnTo>
                    <a:pt x="415" y="2931"/>
                  </a:lnTo>
                  <a:lnTo>
                    <a:pt x="538" y="3053"/>
                  </a:lnTo>
                  <a:lnTo>
                    <a:pt x="660" y="3175"/>
                  </a:lnTo>
                  <a:lnTo>
                    <a:pt x="806" y="3273"/>
                  </a:lnTo>
                  <a:lnTo>
                    <a:pt x="953" y="3371"/>
                  </a:lnTo>
                  <a:lnTo>
                    <a:pt x="1099" y="3444"/>
                  </a:lnTo>
                  <a:lnTo>
                    <a:pt x="1270" y="3493"/>
                  </a:lnTo>
                  <a:lnTo>
                    <a:pt x="1466" y="3542"/>
                  </a:lnTo>
                  <a:lnTo>
                    <a:pt x="1710" y="3566"/>
                  </a:lnTo>
                  <a:lnTo>
                    <a:pt x="1979" y="3566"/>
                  </a:lnTo>
                  <a:lnTo>
                    <a:pt x="2223" y="3517"/>
                  </a:lnTo>
                  <a:lnTo>
                    <a:pt x="2467" y="3444"/>
                  </a:lnTo>
                  <a:lnTo>
                    <a:pt x="4396" y="5935"/>
                  </a:lnTo>
                  <a:lnTo>
                    <a:pt x="4738" y="5642"/>
                  </a:lnTo>
                  <a:lnTo>
                    <a:pt x="5129" y="5374"/>
                  </a:lnTo>
                  <a:lnTo>
                    <a:pt x="3200" y="2858"/>
                  </a:lnTo>
                  <a:lnTo>
                    <a:pt x="3322" y="2687"/>
                  </a:lnTo>
                  <a:lnTo>
                    <a:pt x="3419" y="2516"/>
                  </a:lnTo>
                  <a:lnTo>
                    <a:pt x="3493" y="2321"/>
                  </a:lnTo>
                  <a:lnTo>
                    <a:pt x="3542" y="2101"/>
                  </a:lnTo>
                  <a:lnTo>
                    <a:pt x="3566" y="1930"/>
                  </a:lnTo>
                  <a:lnTo>
                    <a:pt x="3566" y="1734"/>
                  </a:lnTo>
                  <a:lnTo>
                    <a:pt x="3566" y="1564"/>
                  </a:lnTo>
                  <a:lnTo>
                    <a:pt x="3517" y="1393"/>
                  </a:lnTo>
                  <a:lnTo>
                    <a:pt x="3468" y="1222"/>
                  </a:lnTo>
                  <a:lnTo>
                    <a:pt x="3419" y="1075"/>
                  </a:lnTo>
                  <a:lnTo>
                    <a:pt x="3346" y="904"/>
                  </a:lnTo>
                  <a:lnTo>
                    <a:pt x="3249" y="758"/>
                  </a:lnTo>
                  <a:lnTo>
                    <a:pt x="3151" y="635"/>
                  </a:lnTo>
                  <a:lnTo>
                    <a:pt x="3029" y="513"/>
                  </a:lnTo>
                  <a:lnTo>
                    <a:pt x="2907" y="391"/>
                  </a:lnTo>
                  <a:lnTo>
                    <a:pt x="2760" y="294"/>
                  </a:lnTo>
                  <a:lnTo>
                    <a:pt x="2614" y="196"/>
                  </a:lnTo>
                  <a:lnTo>
                    <a:pt x="2443" y="123"/>
                  </a:lnTo>
                  <a:lnTo>
                    <a:pt x="2272" y="74"/>
                  </a:lnTo>
                  <a:lnTo>
                    <a:pt x="2101" y="25"/>
                  </a:lnTo>
                  <a:lnTo>
                    <a:pt x="1930" y="0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3" name="Shape 553"/>
            <p:cNvSpPr/>
            <p:nvPr/>
          </p:nvSpPr>
          <p:spPr>
            <a:xfrm>
              <a:off x="5241175" y="5241175"/>
              <a:ext cx="180125" cy="109325"/>
            </a:xfrm>
            <a:custGeom>
              <a:avLst/>
              <a:gdLst/>
              <a:ahLst/>
              <a:cxnLst/>
              <a:rect l="0" t="0" r="0" b="0"/>
              <a:pathLst>
                <a:path w="7205" h="4373" extrusionOk="0">
                  <a:moveTo>
                    <a:pt x="6839" y="1"/>
                  </a:moveTo>
                  <a:lnTo>
                    <a:pt x="3224" y="1491"/>
                  </a:lnTo>
                  <a:lnTo>
                    <a:pt x="3102" y="1368"/>
                  </a:lnTo>
                  <a:lnTo>
                    <a:pt x="2980" y="1246"/>
                  </a:lnTo>
                  <a:lnTo>
                    <a:pt x="2858" y="1124"/>
                  </a:lnTo>
                  <a:lnTo>
                    <a:pt x="2687" y="1026"/>
                  </a:lnTo>
                  <a:lnTo>
                    <a:pt x="2540" y="953"/>
                  </a:lnTo>
                  <a:lnTo>
                    <a:pt x="2369" y="880"/>
                  </a:lnTo>
                  <a:lnTo>
                    <a:pt x="2198" y="831"/>
                  </a:lnTo>
                  <a:lnTo>
                    <a:pt x="2027" y="807"/>
                  </a:lnTo>
                  <a:lnTo>
                    <a:pt x="1856" y="782"/>
                  </a:lnTo>
                  <a:lnTo>
                    <a:pt x="1685" y="807"/>
                  </a:lnTo>
                  <a:lnTo>
                    <a:pt x="1514" y="807"/>
                  </a:lnTo>
                  <a:lnTo>
                    <a:pt x="1343" y="856"/>
                  </a:lnTo>
                  <a:lnTo>
                    <a:pt x="1172" y="904"/>
                  </a:lnTo>
                  <a:lnTo>
                    <a:pt x="1026" y="978"/>
                  </a:lnTo>
                  <a:lnTo>
                    <a:pt x="879" y="1051"/>
                  </a:lnTo>
                  <a:lnTo>
                    <a:pt x="733" y="1149"/>
                  </a:lnTo>
                  <a:lnTo>
                    <a:pt x="586" y="1271"/>
                  </a:lnTo>
                  <a:lnTo>
                    <a:pt x="464" y="1393"/>
                  </a:lnTo>
                  <a:lnTo>
                    <a:pt x="342" y="1515"/>
                  </a:lnTo>
                  <a:lnTo>
                    <a:pt x="244" y="1686"/>
                  </a:lnTo>
                  <a:lnTo>
                    <a:pt x="171" y="1832"/>
                  </a:lnTo>
                  <a:lnTo>
                    <a:pt x="98" y="2003"/>
                  </a:lnTo>
                  <a:lnTo>
                    <a:pt x="49" y="2174"/>
                  </a:lnTo>
                  <a:lnTo>
                    <a:pt x="25" y="2345"/>
                  </a:lnTo>
                  <a:lnTo>
                    <a:pt x="0" y="2516"/>
                  </a:lnTo>
                  <a:lnTo>
                    <a:pt x="0" y="2687"/>
                  </a:lnTo>
                  <a:lnTo>
                    <a:pt x="25" y="2858"/>
                  </a:lnTo>
                  <a:lnTo>
                    <a:pt x="73" y="3029"/>
                  </a:lnTo>
                  <a:lnTo>
                    <a:pt x="122" y="3200"/>
                  </a:lnTo>
                  <a:lnTo>
                    <a:pt x="195" y="3347"/>
                  </a:lnTo>
                  <a:lnTo>
                    <a:pt x="269" y="3518"/>
                  </a:lnTo>
                  <a:lnTo>
                    <a:pt x="366" y="3640"/>
                  </a:lnTo>
                  <a:lnTo>
                    <a:pt x="464" y="3786"/>
                  </a:lnTo>
                  <a:lnTo>
                    <a:pt x="611" y="3908"/>
                  </a:lnTo>
                  <a:lnTo>
                    <a:pt x="733" y="4031"/>
                  </a:lnTo>
                  <a:lnTo>
                    <a:pt x="904" y="4128"/>
                  </a:lnTo>
                  <a:lnTo>
                    <a:pt x="1050" y="4201"/>
                  </a:lnTo>
                  <a:lnTo>
                    <a:pt x="1221" y="4275"/>
                  </a:lnTo>
                  <a:lnTo>
                    <a:pt x="1392" y="4324"/>
                  </a:lnTo>
                  <a:lnTo>
                    <a:pt x="1563" y="4348"/>
                  </a:lnTo>
                  <a:lnTo>
                    <a:pt x="1734" y="4372"/>
                  </a:lnTo>
                  <a:lnTo>
                    <a:pt x="1905" y="4372"/>
                  </a:lnTo>
                  <a:lnTo>
                    <a:pt x="2076" y="4348"/>
                  </a:lnTo>
                  <a:lnTo>
                    <a:pt x="2247" y="4299"/>
                  </a:lnTo>
                  <a:lnTo>
                    <a:pt x="2418" y="4250"/>
                  </a:lnTo>
                  <a:lnTo>
                    <a:pt x="2565" y="4201"/>
                  </a:lnTo>
                  <a:lnTo>
                    <a:pt x="2711" y="4104"/>
                  </a:lnTo>
                  <a:lnTo>
                    <a:pt x="2858" y="4006"/>
                  </a:lnTo>
                  <a:lnTo>
                    <a:pt x="3004" y="3908"/>
                  </a:lnTo>
                  <a:lnTo>
                    <a:pt x="3126" y="3786"/>
                  </a:lnTo>
                  <a:lnTo>
                    <a:pt x="3248" y="3640"/>
                  </a:lnTo>
                  <a:lnTo>
                    <a:pt x="3346" y="3493"/>
                  </a:lnTo>
                  <a:lnTo>
                    <a:pt x="3468" y="3200"/>
                  </a:lnTo>
                  <a:lnTo>
                    <a:pt x="3541" y="2931"/>
                  </a:lnTo>
                  <a:lnTo>
                    <a:pt x="3590" y="2638"/>
                  </a:lnTo>
                  <a:lnTo>
                    <a:pt x="3566" y="2345"/>
                  </a:lnTo>
                  <a:lnTo>
                    <a:pt x="7205" y="856"/>
                  </a:lnTo>
                  <a:lnTo>
                    <a:pt x="6985" y="440"/>
                  </a:lnTo>
                  <a:lnTo>
                    <a:pt x="6839" y="1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4" name="Shape 554"/>
            <p:cNvSpPr/>
            <p:nvPr/>
          </p:nvSpPr>
          <p:spPr>
            <a:xfrm>
              <a:off x="5461575" y="5316900"/>
              <a:ext cx="89175" cy="159975"/>
            </a:xfrm>
            <a:custGeom>
              <a:avLst/>
              <a:gdLst/>
              <a:ahLst/>
              <a:cxnLst/>
              <a:rect l="0" t="0" r="0" b="0"/>
              <a:pathLst>
                <a:path w="3567" h="6399" extrusionOk="0">
                  <a:moveTo>
                    <a:pt x="1491" y="0"/>
                  </a:moveTo>
                  <a:lnTo>
                    <a:pt x="1393" y="2858"/>
                  </a:lnTo>
                  <a:lnTo>
                    <a:pt x="1198" y="2907"/>
                  </a:lnTo>
                  <a:lnTo>
                    <a:pt x="1002" y="3004"/>
                  </a:lnTo>
                  <a:lnTo>
                    <a:pt x="807" y="3102"/>
                  </a:lnTo>
                  <a:lnTo>
                    <a:pt x="636" y="3224"/>
                  </a:lnTo>
                  <a:lnTo>
                    <a:pt x="489" y="3346"/>
                  </a:lnTo>
                  <a:lnTo>
                    <a:pt x="392" y="3493"/>
                  </a:lnTo>
                  <a:lnTo>
                    <a:pt x="269" y="3639"/>
                  </a:lnTo>
                  <a:lnTo>
                    <a:pt x="196" y="3786"/>
                  </a:lnTo>
                  <a:lnTo>
                    <a:pt x="123" y="3932"/>
                  </a:lnTo>
                  <a:lnTo>
                    <a:pt x="74" y="4103"/>
                  </a:lnTo>
                  <a:lnTo>
                    <a:pt x="25" y="4274"/>
                  </a:lnTo>
                  <a:lnTo>
                    <a:pt x="1" y="4445"/>
                  </a:lnTo>
                  <a:lnTo>
                    <a:pt x="1" y="4616"/>
                  </a:lnTo>
                  <a:lnTo>
                    <a:pt x="1" y="4787"/>
                  </a:lnTo>
                  <a:lnTo>
                    <a:pt x="25" y="4958"/>
                  </a:lnTo>
                  <a:lnTo>
                    <a:pt x="74" y="5129"/>
                  </a:lnTo>
                  <a:lnTo>
                    <a:pt x="123" y="5276"/>
                  </a:lnTo>
                  <a:lnTo>
                    <a:pt x="196" y="5447"/>
                  </a:lnTo>
                  <a:lnTo>
                    <a:pt x="294" y="5593"/>
                  </a:lnTo>
                  <a:lnTo>
                    <a:pt x="416" y="5740"/>
                  </a:lnTo>
                  <a:lnTo>
                    <a:pt x="538" y="5886"/>
                  </a:lnTo>
                  <a:lnTo>
                    <a:pt x="660" y="6008"/>
                  </a:lnTo>
                  <a:lnTo>
                    <a:pt x="807" y="6106"/>
                  </a:lnTo>
                  <a:lnTo>
                    <a:pt x="953" y="6179"/>
                  </a:lnTo>
                  <a:lnTo>
                    <a:pt x="1124" y="6252"/>
                  </a:lnTo>
                  <a:lnTo>
                    <a:pt x="1271" y="6326"/>
                  </a:lnTo>
                  <a:lnTo>
                    <a:pt x="1442" y="6350"/>
                  </a:lnTo>
                  <a:lnTo>
                    <a:pt x="1613" y="6375"/>
                  </a:lnTo>
                  <a:lnTo>
                    <a:pt x="1784" y="6399"/>
                  </a:lnTo>
                  <a:lnTo>
                    <a:pt x="1955" y="6375"/>
                  </a:lnTo>
                  <a:lnTo>
                    <a:pt x="2126" y="6350"/>
                  </a:lnTo>
                  <a:lnTo>
                    <a:pt x="2297" y="6301"/>
                  </a:lnTo>
                  <a:lnTo>
                    <a:pt x="2468" y="6252"/>
                  </a:lnTo>
                  <a:lnTo>
                    <a:pt x="2614" y="6179"/>
                  </a:lnTo>
                  <a:lnTo>
                    <a:pt x="2785" y="6082"/>
                  </a:lnTo>
                  <a:lnTo>
                    <a:pt x="2932" y="5984"/>
                  </a:lnTo>
                  <a:lnTo>
                    <a:pt x="3054" y="5862"/>
                  </a:lnTo>
                  <a:lnTo>
                    <a:pt x="3176" y="5715"/>
                  </a:lnTo>
                  <a:lnTo>
                    <a:pt x="3273" y="5569"/>
                  </a:lnTo>
                  <a:lnTo>
                    <a:pt x="3371" y="5422"/>
                  </a:lnTo>
                  <a:lnTo>
                    <a:pt x="3444" y="5276"/>
                  </a:lnTo>
                  <a:lnTo>
                    <a:pt x="3493" y="5105"/>
                  </a:lnTo>
                  <a:lnTo>
                    <a:pt x="3542" y="4934"/>
                  </a:lnTo>
                  <a:lnTo>
                    <a:pt x="3567" y="4763"/>
                  </a:lnTo>
                  <a:lnTo>
                    <a:pt x="3567" y="4592"/>
                  </a:lnTo>
                  <a:lnTo>
                    <a:pt x="3567" y="4421"/>
                  </a:lnTo>
                  <a:lnTo>
                    <a:pt x="3542" y="4250"/>
                  </a:lnTo>
                  <a:lnTo>
                    <a:pt x="3493" y="4079"/>
                  </a:lnTo>
                  <a:lnTo>
                    <a:pt x="3420" y="3908"/>
                  </a:lnTo>
                  <a:lnTo>
                    <a:pt x="3347" y="3761"/>
                  </a:lnTo>
                  <a:lnTo>
                    <a:pt x="3273" y="3615"/>
                  </a:lnTo>
                  <a:lnTo>
                    <a:pt x="3151" y="3468"/>
                  </a:lnTo>
                  <a:lnTo>
                    <a:pt x="2980" y="3273"/>
                  </a:lnTo>
                  <a:lnTo>
                    <a:pt x="2761" y="3102"/>
                  </a:lnTo>
                  <a:lnTo>
                    <a:pt x="2541" y="2980"/>
                  </a:lnTo>
                  <a:lnTo>
                    <a:pt x="2321" y="2907"/>
                  </a:lnTo>
                  <a:lnTo>
                    <a:pt x="2419" y="25"/>
                  </a:lnTo>
                  <a:lnTo>
                    <a:pt x="2419" y="25"/>
                  </a:lnTo>
                  <a:lnTo>
                    <a:pt x="2126" y="49"/>
                  </a:lnTo>
                  <a:lnTo>
                    <a:pt x="1808" y="25"/>
                  </a:lnTo>
                  <a:lnTo>
                    <a:pt x="1491" y="0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5" name="Shape 555"/>
            <p:cNvSpPr/>
            <p:nvPr/>
          </p:nvSpPr>
          <p:spPr>
            <a:xfrm>
              <a:off x="5619100" y="5194175"/>
              <a:ext cx="161850" cy="89775"/>
            </a:xfrm>
            <a:custGeom>
              <a:avLst/>
              <a:gdLst/>
              <a:ahLst/>
              <a:cxnLst/>
              <a:rect l="0" t="0" r="0" b="0"/>
              <a:pathLst>
                <a:path w="6474" h="3591" extrusionOk="0">
                  <a:moveTo>
                    <a:pt x="4592" y="0"/>
                  </a:moveTo>
                  <a:lnTo>
                    <a:pt x="4422" y="25"/>
                  </a:lnTo>
                  <a:lnTo>
                    <a:pt x="4251" y="73"/>
                  </a:lnTo>
                  <a:lnTo>
                    <a:pt x="4080" y="122"/>
                  </a:lnTo>
                  <a:lnTo>
                    <a:pt x="3884" y="196"/>
                  </a:lnTo>
                  <a:lnTo>
                    <a:pt x="3713" y="293"/>
                  </a:lnTo>
                  <a:lnTo>
                    <a:pt x="3567" y="391"/>
                  </a:lnTo>
                  <a:lnTo>
                    <a:pt x="3420" y="513"/>
                  </a:lnTo>
                  <a:lnTo>
                    <a:pt x="3298" y="660"/>
                  </a:lnTo>
                  <a:lnTo>
                    <a:pt x="3200" y="806"/>
                  </a:lnTo>
                  <a:lnTo>
                    <a:pt x="3103" y="953"/>
                  </a:lnTo>
                  <a:lnTo>
                    <a:pt x="3029" y="1124"/>
                  </a:lnTo>
                  <a:lnTo>
                    <a:pt x="99" y="757"/>
                  </a:lnTo>
                  <a:lnTo>
                    <a:pt x="74" y="1221"/>
                  </a:lnTo>
                  <a:lnTo>
                    <a:pt x="1" y="1661"/>
                  </a:lnTo>
                  <a:lnTo>
                    <a:pt x="2907" y="2027"/>
                  </a:lnTo>
                  <a:lnTo>
                    <a:pt x="2932" y="2223"/>
                  </a:lnTo>
                  <a:lnTo>
                    <a:pt x="3005" y="2418"/>
                  </a:lnTo>
                  <a:lnTo>
                    <a:pt x="3078" y="2565"/>
                  </a:lnTo>
                  <a:lnTo>
                    <a:pt x="3152" y="2736"/>
                  </a:lnTo>
                  <a:lnTo>
                    <a:pt x="3249" y="2882"/>
                  </a:lnTo>
                  <a:lnTo>
                    <a:pt x="3371" y="3004"/>
                  </a:lnTo>
                  <a:lnTo>
                    <a:pt x="3493" y="3126"/>
                  </a:lnTo>
                  <a:lnTo>
                    <a:pt x="3616" y="3248"/>
                  </a:lnTo>
                  <a:lnTo>
                    <a:pt x="3762" y="3346"/>
                  </a:lnTo>
                  <a:lnTo>
                    <a:pt x="3909" y="3419"/>
                  </a:lnTo>
                  <a:lnTo>
                    <a:pt x="4080" y="3493"/>
                  </a:lnTo>
                  <a:lnTo>
                    <a:pt x="4251" y="3541"/>
                  </a:lnTo>
                  <a:lnTo>
                    <a:pt x="4422" y="3566"/>
                  </a:lnTo>
                  <a:lnTo>
                    <a:pt x="4592" y="3590"/>
                  </a:lnTo>
                  <a:lnTo>
                    <a:pt x="4763" y="3590"/>
                  </a:lnTo>
                  <a:lnTo>
                    <a:pt x="4934" y="3566"/>
                  </a:lnTo>
                  <a:lnTo>
                    <a:pt x="5105" y="3541"/>
                  </a:lnTo>
                  <a:lnTo>
                    <a:pt x="5276" y="3468"/>
                  </a:lnTo>
                  <a:lnTo>
                    <a:pt x="5447" y="3419"/>
                  </a:lnTo>
                  <a:lnTo>
                    <a:pt x="5618" y="3322"/>
                  </a:lnTo>
                  <a:lnTo>
                    <a:pt x="5765" y="3224"/>
                  </a:lnTo>
                  <a:lnTo>
                    <a:pt x="5887" y="3102"/>
                  </a:lnTo>
                  <a:lnTo>
                    <a:pt x="6009" y="2980"/>
                  </a:lnTo>
                  <a:lnTo>
                    <a:pt x="6131" y="2858"/>
                  </a:lnTo>
                  <a:lnTo>
                    <a:pt x="6204" y="2711"/>
                  </a:lnTo>
                  <a:lnTo>
                    <a:pt x="6302" y="2565"/>
                  </a:lnTo>
                  <a:lnTo>
                    <a:pt x="6351" y="2394"/>
                  </a:lnTo>
                  <a:lnTo>
                    <a:pt x="6400" y="2223"/>
                  </a:lnTo>
                  <a:lnTo>
                    <a:pt x="6449" y="2076"/>
                  </a:lnTo>
                  <a:lnTo>
                    <a:pt x="6473" y="1881"/>
                  </a:lnTo>
                  <a:lnTo>
                    <a:pt x="6473" y="1710"/>
                  </a:lnTo>
                  <a:lnTo>
                    <a:pt x="6449" y="1539"/>
                  </a:lnTo>
                  <a:lnTo>
                    <a:pt x="6424" y="1368"/>
                  </a:lnTo>
                  <a:lnTo>
                    <a:pt x="6351" y="1197"/>
                  </a:lnTo>
                  <a:lnTo>
                    <a:pt x="6278" y="1026"/>
                  </a:lnTo>
                  <a:lnTo>
                    <a:pt x="6204" y="855"/>
                  </a:lnTo>
                  <a:lnTo>
                    <a:pt x="6107" y="708"/>
                  </a:lnTo>
                  <a:lnTo>
                    <a:pt x="5985" y="586"/>
                  </a:lnTo>
                  <a:lnTo>
                    <a:pt x="5862" y="464"/>
                  </a:lnTo>
                  <a:lnTo>
                    <a:pt x="5740" y="342"/>
                  </a:lnTo>
                  <a:lnTo>
                    <a:pt x="5594" y="269"/>
                  </a:lnTo>
                  <a:lnTo>
                    <a:pt x="5447" y="171"/>
                  </a:lnTo>
                  <a:lnTo>
                    <a:pt x="5276" y="122"/>
                  </a:lnTo>
                  <a:lnTo>
                    <a:pt x="5105" y="73"/>
                  </a:lnTo>
                  <a:lnTo>
                    <a:pt x="4934" y="25"/>
                  </a:lnTo>
                  <a:lnTo>
                    <a:pt x="4763" y="25"/>
                  </a:lnTo>
                  <a:lnTo>
                    <a:pt x="4592" y="0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6" name="Shape 556"/>
            <p:cNvSpPr/>
            <p:nvPr/>
          </p:nvSpPr>
          <p:spPr>
            <a:xfrm>
              <a:off x="5420075" y="5116000"/>
              <a:ext cx="189300" cy="189925"/>
            </a:xfrm>
            <a:custGeom>
              <a:avLst/>
              <a:gdLst/>
              <a:ahLst/>
              <a:cxnLst/>
              <a:rect l="0" t="0" r="0" b="0"/>
              <a:pathLst>
                <a:path w="7572" h="7597" extrusionOk="0">
                  <a:moveTo>
                    <a:pt x="3786" y="1"/>
                  </a:moveTo>
                  <a:lnTo>
                    <a:pt x="3395" y="25"/>
                  </a:lnTo>
                  <a:lnTo>
                    <a:pt x="3028" y="74"/>
                  </a:lnTo>
                  <a:lnTo>
                    <a:pt x="2662" y="172"/>
                  </a:lnTo>
                  <a:lnTo>
                    <a:pt x="2320" y="294"/>
                  </a:lnTo>
                  <a:lnTo>
                    <a:pt x="1978" y="465"/>
                  </a:lnTo>
                  <a:lnTo>
                    <a:pt x="1661" y="660"/>
                  </a:lnTo>
                  <a:lnTo>
                    <a:pt x="1392" y="880"/>
                  </a:lnTo>
                  <a:lnTo>
                    <a:pt x="1123" y="1124"/>
                  </a:lnTo>
                  <a:lnTo>
                    <a:pt x="879" y="1393"/>
                  </a:lnTo>
                  <a:lnTo>
                    <a:pt x="659" y="1686"/>
                  </a:lnTo>
                  <a:lnTo>
                    <a:pt x="464" y="1979"/>
                  </a:lnTo>
                  <a:lnTo>
                    <a:pt x="293" y="2321"/>
                  </a:lnTo>
                  <a:lnTo>
                    <a:pt x="171" y="2663"/>
                  </a:lnTo>
                  <a:lnTo>
                    <a:pt x="73" y="3029"/>
                  </a:lnTo>
                  <a:lnTo>
                    <a:pt x="24" y="3420"/>
                  </a:lnTo>
                  <a:lnTo>
                    <a:pt x="0" y="3787"/>
                  </a:lnTo>
                  <a:lnTo>
                    <a:pt x="24" y="4177"/>
                  </a:lnTo>
                  <a:lnTo>
                    <a:pt x="73" y="4568"/>
                  </a:lnTo>
                  <a:lnTo>
                    <a:pt x="171" y="4934"/>
                  </a:lnTo>
                  <a:lnTo>
                    <a:pt x="293" y="5276"/>
                  </a:lnTo>
                  <a:lnTo>
                    <a:pt x="464" y="5594"/>
                  </a:lnTo>
                  <a:lnTo>
                    <a:pt x="659" y="5911"/>
                  </a:lnTo>
                  <a:lnTo>
                    <a:pt x="879" y="6204"/>
                  </a:lnTo>
                  <a:lnTo>
                    <a:pt x="1123" y="6473"/>
                  </a:lnTo>
                  <a:lnTo>
                    <a:pt x="1392" y="6717"/>
                  </a:lnTo>
                  <a:lnTo>
                    <a:pt x="1661" y="6937"/>
                  </a:lnTo>
                  <a:lnTo>
                    <a:pt x="1978" y="7133"/>
                  </a:lnTo>
                  <a:lnTo>
                    <a:pt x="2320" y="7279"/>
                  </a:lnTo>
                  <a:lnTo>
                    <a:pt x="2662" y="7426"/>
                  </a:lnTo>
                  <a:lnTo>
                    <a:pt x="3028" y="7499"/>
                  </a:lnTo>
                  <a:lnTo>
                    <a:pt x="3395" y="7572"/>
                  </a:lnTo>
                  <a:lnTo>
                    <a:pt x="3786" y="7597"/>
                  </a:lnTo>
                  <a:lnTo>
                    <a:pt x="4176" y="7572"/>
                  </a:lnTo>
                  <a:lnTo>
                    <a:pt x="4567" y="7499"/>
                  </a:lnTo>
                  <a:lnTo>
                    <a:pt x="4909" y="7426"/>
                  </a:lnTo>
                  <a:lnTo>
                    <a:pt x="5275" y="7279"/>
                  </a:lnTo>
                  <a:lnTo>
                    <a:pt x="5593" y="7133"/>
                  </a:lnTo>
                  <a:lnTo>
                    <a:pt x="5910" y="6937"/>
                  </a:lnTo>
                  <a:lnTo>
                    <a:pt x="6203" y="6717"/>
                  </a:lnTo>
                  <a:lnTo>
                    <a:pt x="6472" y="6473"/>
                  </a:lnTo>
                  <a:lnTo>
                    <a:pt x="6716" y="6204"/>
                  </a:lnTo>
                  <a:lnTo>
                    <a:pt x="6936" y="5911"/>
                  </a:lnTo>
                  <a:lnTo>
                    <a:pt x="7132" y="5594"/>
                  </a:lnTo>
                  <a:lnTo>
                    <a:pt x="7278" y="5276"/>
                  </a:lnTo>
                  <a:lnTo>
                    <a:pt x="7425" y="4934"/>
                  </a:lnTo>
                  <a:lnTo>
                    <a:pt x="7498" y="4568"/>
                  </a:lnTo>
                  <a:lnTo>
                    <a:pt x="7571" y="4177"/>
                  </a:lnTo>
                  <a:lnTo>
                    <a:pt x="7571" y="3787"/>
                  </a:lnTo>
                  <a:lnTo>
                    <a:pt x="7571" y="3420"/>
                  </a:lnTo>
                  <a:lnTo>
                    <a:pt x="7498" y="3029"/>
                  </a:lnTo>
                  <a:lnTo>
                    <a:pt x="7425" y="2663"/>
                  </a:lnTo>
                  <a:lnTo>
                    <a:pt x="7278" y="2321"/>
                  </a:lnTo>
                  <a:lnTo>
                    <a:pt x="7132" y="1979"/>
                  </a:lnTo>
                  <a:lnTo>
                    <a:pt x="6936" y="1686"/>
                  </a:lnTo>
                  <a:lnTo>
                    <a:pt x="6716" y="1393"/>
                  </a:lnTo>
                  <a:lnTo>
                    <a:pt x="6472" y="1124"/>
                  </a:lnTo>
                  <a:lnTo>
                    <a:pt x="6203" y="880"/>
                  </a:lnTo>
                  <a:lnTo>
                    <a:pt x="5910" y="660"/>
                  </a:lnTo>
                  <a:lnTo>
                    <a:pt x="5593" y="465"/>
                  </a:lnTo>
                  <a:lnTo>
                    <a:pt x="5275" y="294"/>
                  </a:lnTo>
                  <a:lnTo>
                    <a:pt x="4909" y="172"/>
                  </a:lnTo>
                  <a:lnTo>
                    <a:pt x="4567" y="74"/>
                  </a:lnTo>
                  <a:lnTo>
                    <a:pt x="4176" y="25"/>
                  </a:lnTo>
                  <a:lnTo>
                    <a:pt x="3786" y="1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57" name="Shape 308"/>
          <p:cNvGrpSpPr/>
          <p:nvPr/>
        </p:nvGrpSpPr>
        <p:grpSpPr>
          <a:xfrm>
            <a:off x="808953" y="1200498"/>
            <a:ext cx="408386" cy="345080"/>
            <a:chOff x="3918650" y="293075"/>
            <a:chExt cx="488500" cy="412775"/>
          </a:xfrm>
        </p:grpSpPr>
        <p:sp>
          <p:nvSpPr>
            <p:cNvPr id="58" name="Shape 309"/>
            <p:cNvSpPr/>
            <p:nvPr/>
          </p:nvSpPr>
          <p:spPr>
            <a:xfrm>
              <a:off x="4085350" y="293675"/>
              <a:ext cx="154500" cy="412175"/>
            </a:xfrm>
            <a:custGeom>
              <a:avLst/>
              <a:gdLst/>
              <a:ahLst/>
              <a:cxnLst/>
              <a:rect l="0" t="0" r="0" b="0"/>
              <a:pathLst>
                <a:path w="6180" h="16487" extrusionOk="0">
                  <a:moveTo>
                    <a:pt x="709" y="5496"/>
                  </a:moveTo>
                  <a:lnTo>
                    <a:pt x="806" y="5520"/>
                  </a:lnTo>
                  <a:lnTo>
                    <a:pt x="1050" y="5667"/>
                  </a:lnTo>
                  <a:lnTo>
                    <a:pt x="1270" y="5813"/>
                  </a:lnTo>
                  <a:lnTo>
                    <a:pt x="1344" y="5886"/>
                  </a:lnTo>
                  <a:lnTo>
                    <a:pt x="1368" y="5984"/>
                  </a:lnTo>
                  <a:lnTo>
                    <a:pt x="1344" y="6082"/>
                  </a:lnTo>
                  <a:lnTo>
                    <a:pt x="1319" y="6155"/>
                  </a:lnTo>
                  <a:lnTo>
                    <a:pt x="1221" y="6228"/>
                  </a:lnTo>
                  <a:lnTo>
                    <a:pt x="1124" y="6253"/>
                  </a:lnTo>
                  <a:lnTo>
                    <a:pt x="1050" y="6228"/>
                  </a:lnTo>
                  <a:lnTo>
                    <a:pt x="977" y="6204"/>
                  </a:lnTo>
                  <a:lnTo>
                    <a:pt x="782" y="6082"/>
                  </a:lnTo>
                  <a:lnTo>
                    <a:pt x="586" y="5960"/>
                  </a:lnTo>
                  <a:lnTo>
                    <a:pt x="513" y="5911"/>
                  </a:lnTo>
                  <a:lnTo>
                    <a:pt x="464" y="5838"/>
                  </a:lnTo>
                  <a:lnTo>
                    <a:pt x="464" y="5740"/>
                  </a:lnTo>
                  <a:lnTo>
                    <a:pt x="489" y="5642"/>
                  </a:lnTo>
                  <a:lnTo>
                    <a:pt x="538" y="5569"/>
                  </a:lnTo>
                  <a:lnTo>
                    <a:pt x="611" y="5520"/>
                  </a:lnTo>
                  <a:lnTo>
                    <a:pt x="709" y="5496"/>
                  </a:lnTo>
                  <a:close/>
                  <a:moveTo>
                    <a:pt x="1685" y="6351"/>
                  </a:moveTo>
                  <a:lnTo>
                    <a:pt x="1783" y="6375"/>
                  </a:lnTo>
                  <a:lnTo>
                    <a:pt x="1856" y="6448"/>
                  </a:lnTo>
                  <a:lnTo>
                    <a:pt x="2003" y="6668"/>
                  </a:lnTo>
                  <a:lnTo>
                    <a:pt x="2125" y="6888"/>
                  </a:lnTo>
                  <a:lnTo>
                    <a:pt x="2150" y="6986"/>
                  </a:lnTo>
                  <a:lnTo>
                    <a:pt x="2150" y="7083"/>
                  </a:lnTo>
                  <a:lnTo>
                    <a:pt x="2101" y="7156"/>
                  </a:lnTo>
                  <a:lnTo>
                    <a:pt x="2027" y="7230"/>
                  </a:lnTo>
                  <a:lnTo>
                    <a:pt x="1979" y="7254"/>
                  </a:lnTo>
                  <a:lnTo>
                    <a:pt x="1856" y="7254"/>
                  </a:lnTo>
                  <a:lnTo>
                    <a:pt x="1783" y="7230"/>
                  </a:lnTo>
                  <a:lnTo>
                    <a:pt x="1734" y="7181"/>
                  </a:lnTo>
                  <a:lnTo>
                    <a:pt x="1685" y="7132"/>
                  </a:lnTo>
                  <a:lnTo>
                    <a:pt x="1441" y="6741"/>
                  </a:lnTo>
                  <a:lnTo>
                    <a:pt x="1417" y="6644"/>
                  </a:lnTo>
                  <a:lnTo>
                    <a:pt x="1417" y="6546"/>
                  </a:lnTo>
                  <a:lnTo>
                    <a:pt x="1441" y="6448"/>
                  </a:lnTo>
                  <a:lnTo>
                    <a:pt x="1515" y="6399"/>
                  </a:lnTo>
                  <a:lnTo>
                    <a:pt x="1612" y="6351"/>
                  </a:lnTo>
                  <a:close/>
                  <a:moveTo>
                    <a:pt x="2247" y="7498"/>
                  </a:moveTo>
                  <a:lnTo>
                    <a:pt x="2345" y="7523"/>
                  </a:lnTo>
                  <a:lnTo>
                    <a:pt x="2418" y="7572"/>
                  </a:lnTo>
                  <a:lnTo>
                    <a:pt x="2467" y="7645"/>
                  </a:lnTo>
                  <a:lnTo>
                    <a:pt x="2662" y="8109"/>
                  </a:lnTo>
                  <a:lnTo>
                    <a:pt x="2662" y="8207"/>
                  </a:lnTo>
                  <a:lnTo>
                    <a:pt x="2638" y="8304"/>
                  </a:lnTo>
                  <a:lnTo>
                    <a:pt x="2589" y="8378"/>
                  </a:lnTo>
                  <a:lnTo>
                    <a:pt x="2516" y="8426"/>
                  </a:lnTo>
                  <a:lnTo>
                    <a:pt x="2418" y="8451"/>
                  </a:lnTo>
                  <a:lnTo>
                    <a:pt x="2345" y="8426"/>
                  </a:lnTo>
                  <a:lnTo>
                    <a:pt x="2272" y="8402"/>
                  </a:lnTo>
                  <a:lnTo>
                    <a:pt x="2223" y="8353"/>
                  </a:lnTo>
                  <a:lnTo>
                    <a:pt x="2198" y="8280"/>
                  </a:lnTo>
                  <a:lnTo>
                    <a:pt x="2027" y="7840"/>
                  </a:lnTo>
                  <a:lnTo>
                    <a:pt x="2003" y="7743"/>
                  </a:lnTo>
                  <a:lnTo>
                    <a:pt x="2027" y="7645"/>
                  </a:lnTo>
                  <a:lnTo>
                    <a:pt x="2076" y="7572"/>
                  </a:lnTo>
                  <a:lnTo>
                    <a:pt x="2150" y="7523"/>
                  </a:lnTo>
                  <a:lnTo>
                    <a:pt x="2247" y="7498"/>
                  </a:lnTo>
                  <a:close/>
                  <a:moveTo>
                    <a:pt x="2711" y="8720"/>
                  </a:moveTo>
                  <a:lnTo>
                    <a:pt x="2785" y="8744"/>
                  </a:lnTo>
                  <a:lnTo>
                    <a:pt x="2858" y="8793"/>
                  </a:lnTo>
                  <a:lnTo>
                    <a:pt x="2907" y="8866"/>
                  </a:lnTo>
                  <a:lnTo>
                    <a:pt x="3078" y="9355"/>
                  </a:lnTo>
                  <a:lnTo>
                    <a:pt x="3102" y="9452"/>
                  </a:lnTo>
                  <a:lnTo>
                    <a:pt x="3078" y="9526"/>
                  </a:lnTo>
                  <a:lnTo>
                    <a:pt x="3004" y="9599"/>
                  </a:lnTo>
                  <a:lnTo>
                    <a:pt x="2931" y="9648"/>
                  </a:lnTo>
                  <a:lnTo>
                    <a:pt x="2858" y="9672"/>
                  </a:lnTo>
                  <a:lnTo>
                    <a:pt x="2785" y="9672"/>
                  </a:lnTo>
                  <a:lnTo>
                    <a:pt x="2711" y="9623"/>
                  </a:lnTo>
                  <a:lnTo>
                    <a:pt x="2662" y="9574"/>
                  </a:lnTo>
                  <a:lnTo>
                    <a:pt x="2614" y="9501"/>
                  </a:lnTo>
                  <a:lnTo>
                    <a:pt x="2467" y="9037"/>
                  </a:lnTo>
                  <a:lnTo>
                    <a:pt x="2443" y="8939"/>
                  </a:lnTo>
                  <a:lnTo>
                    <a:pt x="2467" y="8842"/>
                  </a:lnTo>
                  <a:lnTo>
                    <a:pt x="2516" y="8768"/>
                  </a:lnTo>
                  <a:lnTo>
                    <a:pt x="2614" y="8720"/>
                  </a:lnTo>
                  <a:close/>
                  <a:moveTo>
                    <a:pt x="3224" y="9941"/>
                  </a:moveTo>
                  <a:lnTo>
                    <a:pt x="3297" y="10014"/>
                  </a:lnTo>
                  <a:lnTo>
                    <a:pt x="3346" y="10087"/>
                  </a:lnTo>
                  <a:lnTo>
                    <a:pt x="3542" y="10527"/>
                  </a:lnTo>
                  <a:lnTo>
                    <a:pt x="3566" y="10625"/>
                  </a:lnTo>
                  <a:lnTo>
                    <a:pt x="3566" y="10722"/>
                  </a:lnTo>
                  <a:lnTo>
                    <a:pt x="3517" y="10796"/>
                  </a:lnTo>
                  <a:lnTo>
                    <a:pt x="3444" y="10844"/>
                  </a:lnTo>
                  <a:lnTo>
                    <a:pt x="3322" y="10869"/>
                  </a:lnTo>
                  <a:lnTo>
                    <a:pt x="3273" y="10869"/>
                  </a:lnTo>
                  <a:lnTo>
                    <a:pt x="3200" y="10844"/>
                  </a:lnTo>
                  <a:lnTo>
                    <a:pt x="3151" y="10796"/>
                  </a:lnTo>
                  <a:lnTo>
                    <a:pt x="3102" y="10747"/>
                  </a:lnTo>
                  <a:lnTo>
                    <a:pt x="2907" y="10258"/>
                  </a:lnTo>
                  <a:lnTo>
                    <a:pt x="2882" y="10161"/>
                  </a:lnTo>
                  <a:lnTo>
                    <a:pt x="2907" y="10087"/>
                  </a:lnTo>
                  <a:lnTo>
                    <a:pt x="2955" y="10014"/>
                  </a:lnTo>
                  <a:lnTo>
                    <a:pt x="3029" y="9941"/>
                  </a:lnTo>
                  <a:close/>
                  <a:moveTo>
                    <a:pt x="3761" y="11089"/>
                  </a:moveTo>
                  <a:lnTo>
                    <a:pt x="3835" y="11137"/>
                  </a:lnTo>
                  <a:lnTo>
                    <a:pt x="3908" y="11211"/>
                  </a:lnTo>
                  <a:lnTo>
                    <a:pt x="4177" y="11577"/>
                  </a:lnTo>
                  <a:lnTo>
                    <a:pt x="4225" y="11675"/>
                  </a:lnTo>
                  <a:lnTo>
                    <a:pt x="4250" y="11748"/>
                  </a:lnTo>
                  <a:lnTo>
                    <a:pt x="4201" y="11846"/>
                  </a:lnTo>
                  <a:lnTo>
                    <a:pt x="4152" y="11919"/>
                  </a:lnTo>
                  <a:lnTo>
                    <a:pt x="4079" y="11968"/>
                  </a:lnTo>
                  <a:lnTo>
                    <a:pt x="3884" y="11968"/>
                  </a:lnTo>
                  <a:lnTo>
                    <a:pt x="3810" y="11895"/>
                  </a:lnTo>
                  <a:lnTo>
                    <a:pt x="3664" y="11675"/>
                  </a:lnTo>
                  <a:lnTo>
                    <a:pt x="3493" y="11455"/>
                  </a:lnTo>
                  <a:lnTo>
                    <a:pt x="3468" y="11382"/>
                  </a:lnTo>
                  <a:lnTo>
                    <a:pt x="3468" y="11284"/>
                  </a:lnTo>
                  <a:lnTo>
                    <a:pt x="3517" y="11186"/>
                  </a:lnTo>
                  <a:lnTo>
                    <a:pt x="3566" y="11137"/>
                  </a:lnTo>
                  <a:lnTo>
                    <a:pt x="3664" y="11089"/>
                  </a:lnTo>
                  <a:close/>
                  <a:moveTo>
                    <a:pt x="4616" y="12041"/>
                  </a:moveTo>
                  <a:lnTo>
                    <a:pt x="4714" y="12090"/>
                  </a:lnTo>
                  <a:lnTo>
                    <a:pt x="4909" y="12212"/>
                  </a:lnTo>
                  <a:lnTo>
                    <a:pt x="5105" y="12334"/>
                  </a:lnTo>
                  <a:lnTo>
                    <a:pt x="5178" y="12383"/>
                  </a:lnTo>
                  <a:lnTo>
                    <a:pt x="5227" y="12481"/>
                  </a:lnTo>
                  <a:lnTo>
                    <a:pt x="5227" y="12554"/>
                  </a:lnTo>
                  <a:lnTo>
                    <a:pt x="5202" y="12652"/>
                  </a:lnTo>
                  <a:lnTo>
                    <a:pt x="5154" y="12725"/>
                  </a:lnTo>
                  <a:lnTo>
                    <a:pt x="5105" y="12749"/>
                  </a:lnTo>
                  <a:lnTo>
                    <a:pt x="5056" y="12774"/>
                  </a:lnTo>
                  <a:lnTo>
                    <a:pt x="4983" y="12798"/>
                  </a:lnTo>
                  <a:lnTo>
                    <a:pt x="4885" y="12774"/>
                  </a:lnTo>
                  <a:lnTo>
                    <a:pt x="4641" y="12627"/>
                  </a:lnTo>
                  <a:lnTo>
                    <a:pt x="4421" y="12481"/>
                  </a:lnTo>
                  <a:lnTo>
                    <a:pt x="4348" y="12407"/>
                  </a:lnTo>
                  <a:lnTo>
                    <a:pt x="4323" y="12310"/>
                  </a:lnTo>
                  <a:lnTo>
                    <a:pt x="4323" y="12236"/>
                  </a:lnTo>
                  <a:lnTo>
                    <a:pt x="4372" y="12139"/>
                  </a:lnTo>
                  <a:lnTo>
                    <a:pt x="4445" y="12066"/>
                  </a:lnTo>
                  <a:lnTo>
                    <a:pt x="4543" y="12041"/>
                  </a:lnTo>
                  <a:close/>
                  <a:moveTo>
                    <a:pt x="0" y="1"/>
                  </a:moveTo>
                  <a:lnTo>
                    <a:pt x="0" y="5325"/>
                  </a:lnTo>
                  <a:lnTo>
                    <a:pt x="74" y="5349"/>
                  </a:lnTo>
                  <a:lnTo>
                    <a:pt x="147" y="5422"/>
                  </a:lnTo>
                  <a:lnTo>
                    <a:pt x="171" y="5496"/>
                  </a:lnTo>
                  <a:lnTo>
                    <a:pt x="171" y="5569"/>
                  </a:lnTo>
                  <a:lnTo>
                    <a:pt x="171" y="5642"/>
                  </a:lnTo>
                  <a:lnTo>
                    <a:pt x="122" y="5716"/>
                  </a:lnTo>
                  <a:lnTo>
                    <a:pt x="74" y="5764"/>
                  </a:lnTo>
                  <a:lnTo>
                    <a:pt x="0" y="5789"/>
                  </a:lnTo>
                  <a:lnTo>
                    <a:pt x="0" y="13360"/>
                  </a:lnTo>
                  <a:lnTo>
                    <a:pt x="6179" y="16486"/>
                  </a:lnTo>
                  <a:lnTo>
                    <a:pt x="6179" y="13116"/>
                  </a:lnTo>
                  <a:lnTo>
                    <a:pt x="5935" y="13091"/>
                  </a:lnTo>
                  <a:lnTo>
                    <a:pt x="5691" y="13042"/>
                  </a:lnTo>
                  <a:lnTo>
                    <a:pt x="5593" y="12994"/>
                  </a:lnTo>
                  <a:lnTo>
                    <a:pt x="5520" y="12945"/>
                  </a:lnTo>
                  <a:lnTo>
                    <a:pt x="5495" y="12847"/>
                  </a:lnTo>
                  <a:lnTo>
                    <a:pt x="5495" y="12749"/>
                  </a:lnTo>
                  <a:lnTo>
                    <a:pt x="5520" y="12676"/>
                  </a:lnTo>
                  <a:lnTo>
                    <a:pt x="5593" y="12603"/>
                  </a:lnTo>
                  <a:lnTo>
                    <a:pt x="5691" y="12554"/>
                  </a:lnTo>
                  <a:lnTo>
                    <a:pt x="5789" y="12554"/>
                  </a:lnTo>
                  <a:lnTo>
                    <a:pt x="6179" y="12627"/>
                  </a:lnTo>
                  <a:lnTo>
                    <a:pt x="6179" y="3127"/>
                  </a:lnTo>
                  <a:lnTo>
                    <a:pt x="0" y="1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9" name="Shape 310"/>
            <p:cNvSpPr/>
            <p:nvPr/>
          </p:nvSpPr>
          <p:spPr>
            <a:xfrm>
              <a:off x="3918650" y="293075"/>
              <a:ext cx="153900" cy="407275"/>
            </a:xfrm>
            <a:custGeom>
              <a:avLst/>
              <a:gdLst/>
              <a:ahLst/>
              <a:cxnLst/>
              <a:rect l="0" t="0" r="0" b="0"/>
              <a:pathLst>
                <a:path w="6156" h="16291" extrusionOk="0">
                  <a:moveTo>
                    <a:pt x="5349" y="5495"/>
                  </a:moveTo>
                  <a:lnTo>
                    <a:pt x="5447" y="5520"/>
                  </a:lnTo>
                  <a:lnTo>
                    <a:pt x="5520" y="5569"/>
                  </a:lnTo>
                  <a:lnTo>
                    <a:pt x="5569" y="5666"/>
                  </a:lnTo>
                  <a:lnTo>
                    <a:pt x="5569" y="5764"/>
                  </a:lnTo>
                  <a:lnTo>
                    <a:pt x="5545" y="5837"/>
                  </a:lnTo>
                  <a:lnTo>
                    <a:pt x="5496" y="5935"/>
                  </a:lnTo>
                  <a:lnTo>
                    <a:pt x="5423" y="5984"/>
                  </a:lnTo>
                  <a:lnTo>
                    <a:pt x="5203" y="6057"/>
                  </a:lnTo>
                  <a:lnTo>
                    <a:pt x="5008" y="6155"/>
                  </a:lnTo>
                  <a:lnTo>
                    <a:pt x="4934" y="6179"/>
                  </a:lnTo>
                  <a:lnTo>
                    <a:pt x="4812" y="6179"/>
                  </a:lnTo>
                  <a:lnTo>
                    <a:pt x="4763" y="6155"/>
                  </a:lnTo>
                  <a:lnTo>
                    <a:pt x="4714" y="6106"/>
                  </a:lnTo>
                  <a:lnTo>
                    <a:pt x="4666" y="6057"/>
                  </a:lnTo>
                  <a:lnTo>
                    <a:pt x="4641" y="5959"/>
                  </a:lnTo>
                  <a:lnTo>
                    <a:pt x="4641" y="5862"/>
                  </a:lnTo>
                  <a:lnTo>
                    <a:pt x="4690" y="5788"/>
                  </a:lnTo>
                  <a:lnTo>
                    <a:pt x="4763" y="5740"/>
                  </a:lnTo>
                  <a:lnTo>
                    <a:pt x="5008" y="5617"/>
                  </a:lnTo>
                  <a:lnTo>
                    <a:pt x="5252" y="5520"/>
                  </a:lnTo>
                  <a:lnTo>
                    <a:pt x="5349" y="5495"/>
                  </a:lnTo>
                  <a:close/>
                  <a:moveTo>
                    <a:pt x="4250" y="6155"/>
                  </a:moveTo>
                  <a:lnTo>
                    <a:pt x="4348" y="6179"/>
                  </a:lnTo>
                  <a:lnTo>
                    <a:pt x="4421" y="6252"/>
                  </a:lnTo>
                  <a:lnTo>
                    <a:pt x="4470" y="6326"/>
                  </a:lnTo>
                  <a:lnTo>
                    <a:pt x="4470" y="6423"/>
                  </a:lnTo>
                  <a:lnTo>
                    <a:pt x="4446" y="6497"/>
                  </a:lnTo>
                  <a:lnTo>
                    <a:pt x="4397" y="6594"/>
                  </a:lnTo>
                  <a:lnTo>
                    <a:pt x="4226" y="6741"/>
                  </a:lnTo>
                  <a:lnTo>
                    <a:pt x="4079" y="6912"/>
                  </a:lnTo>
                  <a:lnTo>
                    <a:pt x="3982" y="6985"/>
                  </a:lnTo>
                  <a:lnTo>
                    <a:pt x="3884" y="7010"/>
                  </a:lnTo>
                  <a:lnTo>
                    <a:pt x="3811" y="6985"/>
                  </a:lnTo>
                  <a:lnTo>
                    <a:pt x="3738" y="6936"/>
                  </a:lnTo>
                  <a:lnTo>
                    <a:pt x="3664" y="6863"/>
                  </a:lnTo>
                  <a:lnTo>
                    <a:pt x="3640" y="6790"/>
                  </a:lnTo>
                  <a:lnTo>
                    <a:pt x="3664" y="6692"/>
                  </a:lnTo>
                  <a:lnTo>
                    <a:pt x="3713" y="6594"/>
                  </a:lnTo>
                  <a:lnTo>
                    <a:pt x="3884" y="6399"/>
                  </a:lnTo>
                  <a:lnTo>
                    <a:pt x="4079" y="6228"/>
                  </a:lnTo>
                  <a:lnTo>
                    <a:pt x="4153" y="6179"/>
                  </a:lnTo>
                  <a:lnTo>
                    <a:pt x="4250" y="6155"/>
                  </a:lnTo>
                  <a:close/>
                  <a:moveTo>
                    <a:pt x="3469" y="7156"/>
                  </a:moveTo>
                  <a:lnTo>
                    <a:pt x="3542" y="7205"/>
                  </a:lnTo>
                  <a:lnTo>
                    <a:pt x="3615" y="7254"/>
                  </a:lnTo>
                  <a:lnTo>
                    <a:pt x="3664" y="7351"/>
                  </a:lnTo>
                  <a:lnTo>
                    <a:pt x="3664" y="7449"/>
                  </a:lnTo>
                  <a:lnTo>
                    <a:pt x="3640" y="7547"/>
                  </a:lnTo>
                  <a:lnTo>
                    <a:pt x="3396" y="7962"/>
                  </a:lnTo>
                  <a:lnTo>
                    <a:pt x="3371" y="8011"/>
                  </a:lnTo>
                  <a:lnTo>
                    <a:pt x="3298" y="8060"/>
                  </a:lnTo>
                  <a:lnTo>
                    <a:pt x="3249" y="8084"/>
                  </a:lnTo>
                  <a:lnTo>
                    <a:pt x="3176" y="8084"/>
                  </a:lnTo>
                  <a:lnTo>
                    <a:pt x="3078" y="8060"/>
                  </a:lnTo>
                  <a:lnTo>
                    <a:pt x="3005" y="8011"/>
                  </a:lnTo>
                  <a:lnTo>
                    <a:pt x="2956" y="7913"/>
                  </a:lnTo>
                  <a:lnTo>
                    <a:pt x="2932" y="7840"/>
                  </a:lnTo>
                  <a:lnTo>
                    <a:pt x="2956" y="7742"/>
                  </a:lnTo>
                  <a:lnTo>
                    <a:pt x="3225" y="7278"/>
                  </a:lnTo>
                  <a:lnTo>
                    <a:pt x="3273" y="7205"/>
                  </a:lnTo>
                  <a:lnTo>
                    <a:pt x="3371" y="7180"/>
                  </a:lnTo>
                  <a:lnTo>
                    <a:pt x="3469" y="7156"/>
                  </a:lnTo>
                  <a:close/>
                  <a:moveTo>
                    <a:pt x="2858" y="8328"/>
                  </a:moveTo>
                  <a:lnTo>
                    <a:pt x="2956" y="8353"/>
                  </a:lnTo>
                  <a:lnTo>
                    <a:pt x="3029" y="8402"/>
                  </a:lnTo>
                  <a:lnTo>
                    <a:pt x="3078" y="8475"/>
                  </a:lnTo>
                  <a:lnTo>
                    <a:pt x="3103" y="8573"/>
                  </a:lnTo>
                  <a:lnTo>
                    <a:pt x="3103" y="8670"/>
                  </a:lnTo>
                  <a:lnTo>
                    <a:pt x="2932" y="9110"/>
                  </a:lnTo>
                  <a:lnTo>
                    <a:pt x="2907" y="9183"/>
                  </a:lnTo>
                  <a:lnTo>
                    <a:pt x="2858" y="9232"/>
                  </a:lnTo>
                  <a:lnTo>
                    <a:pt x="2785" y="9281"/>
                  </a:lnTo>
                  <a:lnTo>
                    <a:pt x="2638" y="9281"/>
                  </a:lnTo>
                  <a:lnTo>
                    <a:pt x="2541" y="9232"/>
                  </a:lnTo>
                  <a:lnTo>
                    <a:pt x="2492" y="9159"/>
                  </a:lnTo>
                  <a:lnTo>
                    <a:pt x="2468" y="9061"/>
                  </a:lnTo>
                  <a:lnTo>
                    <a:pt x="2468" y="8963"/>
                  </a:lnTo>
                  <a:lnTo>
                    <a:pt x="2638" y="8499"/>
                  </a:lnTo>
                  <a:lnTo>
                    <a:pt x="2687" y="8402"/>
                  </a:lnTo>
                  <a:lnTo>
                    <a:pt x="2761" y="8353"/>
                  </a:lnTo>
                  <a:lnTo>
                    <a:pt x="2858" y="8328"/>
                  </a:lnTo>
                  <a:close/>
                  <a:moveTo>
                    <a:pt x="2541" y="9574"/>
                  </a:moveTo>
                  <a:lnTo>
                    <a:pt x="2638" y="9623"/>
                  </a:lnTo>
                  <a:lnTo>
                    <a:pt x="2712" y="9696"/>
                  </a:lnTo>
                  <a:lnTo>
                    <a:pt x="2736" y="9769"/>
                  </a:lnTo>
                  <a:lnTo>
                    <a:pt x="2736" y="9867"/>
                  </a:lnTo>
                  <a:lnTo>
                    <a:pt x="2638" y="10355"/>
                  </a:lnTo>
                  <a:lnTo>
                    <a:pt x="2590" y="10429"/>
                  </a:lnTo>
                  <a:lnTo>
                    <a:pt x="2541" y="10502"/>
                  </a:lnTo>
                  <a:lnTo>
                    <a:pt x="2468" y="10526"/>
                  </a:lnTo>
                  <a:lnTo>
                    <a:pt x="2394" y="10551"/>
                  </a:lnTo>
                  <a:lnTo>
                    <a:pt x="2345" y="10551"/>
                  </a:lnTo>
                  <a:lnTo>
                    <a:pt x="2248" y="10502"/>
                  </a:lnTo>
                  <a:lnTo>
                    <a:pt x="2199" y="10429"/>
                  </a:lnTo>
                  <a:lnTo>
                    <a:pt x="2150" y="10355"/>
                  </a:lnTo>
                  <a:lnTo>
                    <a:pt x="2150" y="10258"/>
                  </a:lnTo>
                  <a:lnTo>
                    <a:pt x="2248" y="9769"/>
                  </a:lnTo>
                  <a:lnTo>
                    <a:pt x="2297" y="9672"/>
                  </a:lnTo>
                  <a:lnTo>
                    <a:pt x="2370" y="9598"/>
                  </a:lnTo>
                  <a:lnTo>
                    <a:pt x="2443" y="9574"/>
                  </a:lnTo>
                  <a:close/>
                  <a:moveTo>
                    <a:pt x="2297" y="10844"/>
                  </a:moveTo>
                  <a:lnTo>
                    <a:pt x="2394" y="10868"/>
                  </a:lnTo>
                  <a:lnTo>
                    <a:pt x="2468" y="10942"/>
                  </a:lnTo>
                  <a:lnTo>
                    <a:pt x="2516" y="11015"/>
                  </a:lnTo>
                  <a:lnTo>
                    <a:pt x="2516" y="11113"/>
                  </a:lnTo>
                  <a:lnTo>
                    <a:pt x="2492" y="11357"/>
                  </a:lnTo>
                  <a:lnTo>
                    <a:pt x="2468" y="11430"/>
                  </a:lnTo>
                  <a:lnTo>
                    <a:pt x="2419" y="11503"/>
                  </a:lnTo>
                  <a:lnTo>
                    <a:pt x="2345" y="11552"/>
                  </a:lnTo>
                  <a:lnTo>
                    <a:pt x="2248" y="11577"/>
                  </a:lnTo>
                  <a:lnTo>
                    <a:pt x="2223" y="11577"/>
                  </a:lnTo>
                  <a:lnTo>
                    <a:pt x="2126" y="11552"/>
                  </a:lnTo>
                  <a:lnTo>
                    <a:pt x="2052" y="11503"/>
                  </a:lnTo>
                  <a:lnTo>
                    <a:pt x="2028" y="11406"/>
                  </a:lnTo>
                  <a:lnTo>
                    <a:pt x="2003" y="11308"/>
                  </a:lnTo>
                  <a:lnTo>
                    <a:pt x="2028" y="11064"/>
                  </a:lnTo>
                  <a:lnTo>
                    <a:pt x="2052" y="10966"/>
                  </a:lnTo>
                  <a:lnTo>
                    <a:pt x="2126" y="10893"/>
                  </a:lnTo>
                  <a:lnTo>
                    <a:pt x="2199" y="10844"/>
                  </a:lnTo>
                  <a:close/>
                  <a:moveTo>
                    <a:pt x="6155" y="0"/>
                  </a:moveTo>
                  <a:lnTo>
                    <a:pt x="538" y="2858"/>
                  </a:lnTo>
                  <a:lnTo>
                    <a:pt x="416" y="2906"/>
                  </a:lnTo>
                  <a:lnTo>
                    <a:pt x="318" y="3004"/>
                  </a:lnTo>
                  <a:lnTo>
                    <a:pt x="221" y="3102"/>
                  </a:lnTo>
                  <a:lnTo>
                    <a:pt x="147" y="3224"/>
                  </a:lnTo>
                  <a:lnTo>
                    <a:pt x="74" y="3322"/>
                  </a:lnTo>
                  <a:lnTo>
                    <a:pt x="25" y="3444"/>
                  </a:lnTo>
                  <a:lnTo>
                    <a:pt x="1" y="3566"/>
                  </a:lnTo>
                  <a:lnTo>
                    <a:pt x="1" y="3688"/>
                  </a:lnTo>
                  <a:lnTo>
                    <a:pt x="1" y="15924"/>
                  </a:lnTo>
                  <a:lnTo>
                    <a:pt x="1" y="16046"/>
                  </a:lnTo>
                  <a:lnTo>
                    <a:pt x="50" y="16119"/>
                  </a:lnTo>
                  <a:lnTo>
                    <a:pt x="98" y="16193"/>
                  </a:lnTo>
                  <a:lnTo>
                    <a:pt x="172" y="16241"/>
                  </a:lnTo>
                  <a:lnTo>
                    <a:pt x="245" y="16266"/>
                  </a:lnTo>
                  <a:lnTo>
                    <a:pt x="343" y="16290"/>
                  </a:lnTo>
                  <a:lnTo>
                    <a:pt x="465" y="16266"/>
                  </a:lnTo>
                  <a:lnTo>
                    <a:pt x="563" y="16217"/>
                  </a:lnTo>
                  <a:lnTo>
                    <a:pt x="6155" y="13360"/>
                  </a:lnTo>
                  <a:lnTo>
                    <a:pt x="6155" y="5813"/>
                  </a:lnTo>
                  <a:lnTo>
                    <a:pt x="6009" y="5813"/>
                  </a:lnTo>
                  <a:lnTo>
                    <a:pt x="5936" y="5764"/>
                  </a:lnTo>
                  <a:lnTo>
                    <a:pt x="5887" y="5691"/>
                  </a:lnTo>
                  <a:lnTo>
                    <a:pt x="5862" y="5593"/>
                  </a:lnTo>
                  <a:lnTo>
                    <a:pt x="5887" y="5495"/>
                  </a:lnTo>
                  <a:lnTo>
                    <a:pt x="5936" y="5422"/>
                  </a:lnTo>
                  <a:lnTo>
                    <a:pt x="6009" y="5373"/>
                  </a:lnTo>
                  <a:lnTo>
                    <a:pt x="6082" y="5349"/>
                  </a:lnTo>
                  <a:lnTo>
                    <a:pt x="6155" y="5324"/>
                  </a:lnTo>
                  <a:lnTo>
                    <a:pt x="6155" y="0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0" name="Shape 311"/>
            <p:cNvSpPr/>
            <p:nvPr/>
          </p:nvSpPr>
          <p:spPr>
            <a:xfrm>
              <a:off x="4253250" y="298550"/>
              <a:ext cx="153900" cy="406675"/>
            </a:xfrm>
            <a:custGeom>
              <a:avLst/>
              <a:gdLst/>
              <a:ahLst/>
              <a:cxnLst/>
              <a:rect l="0" t="0" r="0" b="0"/>
              <a:pathLst>
                <a:path w="6156" h="16267" extrusionOk="0">
                  <a:moveTo>
                    <a:pt x="3713" y="4348"/>
                  </a:moveTo>
                  <a:lnTo>
                    <a:pt x="3737" y="4373"/>
                  </a:lnTo>
                  <a:lnTo>
                    <a:pt x="3786" y="4397"/>
                  </a:lnTo>
                  <a:lnTo>
                    <a:pt x="3811" y="4421"/>
                  </a:lnTo>
                  <a:lnTo>
                    <a:pt x="3835" y="4544"/>
                  </a:lnTo>
                  <a:lnTo>
                    <a:pt x="3811" y="4666"/>
                  </a:lnTo>
                  <a:lnTo>
                    <a:pt x="3737" y="4812"/>
                  </a:lnTo>
                  <a:lnTo>
                    <a:pt x="3224" y="5716"/>
                  </a:lnTo>
                  <a:lnTo>
                    <a:pt x="3762" y="6009"/>
                  </a:lnTo>
                  <a:lnTo>
                    <a:pt x="3786" y="6033"/>
                  </a:lnTo>
                  <a:lnTo>
                    <a:pt x="3811" y="6082"/>
                  </a:lnTo>
                  <a:lnTo>
                    <a:pt x="3835" y="6180"/>
                  </a:lnTo>
                  <a:lnTo>
                    <a:pt x="3811" y="6326"/>
                  </a:lnTo>
                  <a:lnTo>
                    <a:pt x="3762" y="6473"/>
                  </a:lnTo>
                  <a:lnTo>
                    <a:pt x="3664" y="6595"/>
                  </a:lnTo>
                  <a:lnTo>
                    <a:pt x="3566" y="6668"/>
                  </a:lnTo>
                  <a:lnTo>
                    <a:pt x="3444" y="6717"/>
                  </a:lnTo>
                  <a:lnTo>
                    <a:pt x="3395" y="6717"/>
                  </a:lnTo>
                  <a:lnTo>
                    <a:pt x="3371" y="6693"/>
                  </a:lnTo>
                  <a:lnTo>
                    <a:pt x="2834" y="6400"/>
                  </a:lnTo>
                  <a:lnTo>
                    <a:pt x="2321" y="7303"/>
                  </a:lnTo>
                  <a:lnTo>
                    <a:pt x="2223" y="7426"/>
                  </a:lnTo>
                  <a:lnTo>
                    <a:pt x="2125" y="7499"/>
                  </a:lnTo>
                  <a:lnTo>
                    <a:pt x="2003" y="7548"/>
                  </a:lnTo>
                  <a:lnTo>
                    <a:pt x="1954" y="7548"/>
                  </a:lnTo>
                  <a:lnTo>
                    <a:pt x="1930" y="7523"/>
                  </a:lnTo>
                  <a:lnTo>
                    <a:pt x="1881" y="7499"/>
                  </a:lnTo>
                  <a:lnTo>
                    <a:pt x="1857" y="7450"/>
                  </a:lnTo>
                  <a:lnTo>
                    <a:pt x="1832" y="7352"/>
                  </a:lnTo>
                  <a:lnTo>
                    <a:pt x="1857" y="7206"/>
                  </a:lnTo>
                  <a:lnTo>
                    <a:pt x="1930" y="7059"/>
                  </a:lnTo>
                  <a:lnTo>
                    <a:pt x="2443" y="6156"/>
                  </a:lnTo>
                  <a:lnTo>
                    <a:pt x="1906" y="5862"/>
                  </a:lnTo>
                  <a:lnTo>
                    <a:pt x="1881" y="5838"/>
                  </a:lnTo>
                  <a:lnTo>
                    <a:pt x="1857" y="5789"/>
                  </a:lnTo>
                  <a:lnTo>
                    <a:pt x="1832" y="5691"/>
                  </a:lnTo>
                  <a:lnTo>
                    <a:pt x="1857" y="5569"/>
                  </a:lnTo>
                  <a:lnTo>
                    <a:pt x="1906" y="5423"/>
                  </a:lnTo>
                  <a:lnTo>
                    <a:pt x="2003" y="5301"/>
                  </a:lnTo>
                  <a:lnTo>
                    <a:pt x="2101" y="5203"/>
                  </a:lnTo>
                  <a:lnTo>
                    <a:pt x="2223" y="5179"/>
                  </a:lnTo>
                  <a:lnTo>
                    <a:pt x="2272" y="5179"/>
                  </a:lnTo>
                  <a:lnTo>
                    <a:pt x="2296" y="5203"/>
                  </a:lnTo>
                  <a:lnTo>
                    <a:pt x="2834" y="5496"/>
                  </a:lnTo>
                  <a:lnTo>
                    <a:pt x="3347" y="4592"/>
                  </a:lnTo>
                  <a:lnTo>
                    <a:pt x="3444" y="4470"/>
                  </a:lnTo>
                  <a:lnTo>
                    <a:pt x="3542" y="4373"/>
                  </a:lnTo>
                  <a:lnTo>
                    <a:pt x="3664" y="4348"/>
                  </a:lnTo>
                  <a:close/>
                  <a:moveTo>
                    <a:pt x="3176" y="7303"/>
                  </a:moveTo>
                  <a:lnTo>
                    <a:pt x="3249" y="7328"/>
                  </a:lnTo>
                  <a:lnTo>
                    <a:pt x="3322" y="7401"/>
                  </a:lnTo>
                  <a:lnTo>
                    <a:pt x="3371" y="7474"/>
                  </a:lnTo>
                  <a:lnTo>
                    <a:pt x="3420" y="7743"/>
                  </a:lnTo>
                  <a:lnTo>
                    <a:pt x="3420" y="7841"/>
                  </a:lnTo>
                  <a:lnTo>
                    <a:pt x="3371" y="7914"/>
                  </a:lnTo>
                  <a:lnTo>
                    <a:pt x="3298" y="7987"/>
                  </a:lnTo>
                  <a:lnTo>
                    <a:pt x="3224" y="8012"/>
                  </a:lnTo>
                  <a:lnTo>
                    <a:pt x="3102" y="8012"/>
                  </a:lnTo>
                  <a:lnTo>
                    <a:pt x="3029" y="7963"/>
                  </a:lnTo>
                  <a:lnTo>
                    <a:pt x="2956" y="7914"/>
                  </a:lnTo>
                  <a:lnTo>
                    <a:pt x="2931" y="7816"/>
                  </a:lnTo>
                  <a:lnTo>
                    <a:pt x="2883" y="7596"/>
                  </a:lnTo>
                  <a:lnTo>
                    <a:pt x="2883" y="7499"/>
                  </a:lnTo>
                  <a:lnTo>
                    <a:pt x="2907" y="7426"/>
                  </a:lnTo>
                  <a:lnTo>
                    <a:pt x="2980" y="7352"/>
                  </a:lnTo>
                  <a:lnTo>
                    <a:pt x="3078" y="7303"/>
                  </a:lnTo>
                  <a:close/>
                  <a:moveTo>
                    <a:pt x="3249" y="8354"/>
                  </a:moveTo>
                  <a:lnTo>
                    <a:pt x="3347" y="8378"/>
                  </a:lnTo>
                  <a:lnTo>
                    <a:pt x="3444" y="8427"/>
                  </a:lnTo>
                  <a:lnTo>
                    <a:pt x="3493" y="8500"/>
                  </a:lnTo>
                  <a:lnTo>
                    <a:pt x="3518" y="8598"/>
                  </a:lnTo>
                  <a:lnTo>
                    <a:pt x="3542" y="9013"/>
                  </a:lnTo>
                  <a:lnTo>
                    <a:pt x="3518" y="9111"/>
                  </a:lnTo>
                  <a:lnTo>
                    <a:pt x="3518" y="9208"/>
                  </a:lnTo>
                  <a:lnTo>
                    <a:pt x="3469" y="9282"/>
                  </a:lnTo>
                  <a:lnTo>
                    <a:pt x="3371" y="9331"/>
                  </a:lnTo>
                  <a:lnTo>
                    <a:pt x="3273" y="9355"/>
                  </a:lnTo>
                  <a:lnTo>
                    <a:pt x="3176" y="9331"/>
                  </a:lnTo>
                  <a:lnTo>
                    <a:pt x="3102" y="9282"/>
                  </a:lnTo>
                  <a:lnTo>
                    <a:pt x="3054" y="9184"/>
                  </a:lnTo>
                  <a:lnTo>
                    <a:pt x="3029" y="9086"/>
                  </a:lnTo>
                  <a:lnTo>
                    <a:pt x="3054" y="9013"/>
                  </a:lnTo>
                  <a:lnTo>
                    <a:pt x="3029" y="8622"/>
                  </a:lnTo>
                  <a:lnTo>
                    <a:pt x="3054" y="8525"/>
                  </a:lnTo>
                  <a:lnTo>
                    <a:pt x="3102" y="8451"/>
                  </a:lnTo>
                  <a:lnTo>
                    <a:pt x="3176" y="8378"/>
                  </a:lnTo>
                  <a:lnTo>
                    <a:pt x="3249" y="8354"/>
                  </a:lnTo>
                  <a:close/>
                  <a:moveTo>
                    <a:pt x="3249" y="9648"/>
                  </a:moveTo>
                  <a:lnTo>
                    <a:pt x="3347" y="9697"/>
                  </a:lnTo>
                  <a:lnTo>
                    <a:pt x="3420" y="9746"/>
                  </a:lnTo>
                  <a:lnTo>
                    <a:pt x="3469" y="9843"/>
                  </a:lnTo>
                  <a:lnTo>
                    <a:pt x="3469" y="9941"/>
                  </a:lnTo>
                  <a:lnTo>
                    <a:pt x="3347" y="10454"/>
                  </a:lnTo>
                  <a:lnTo>
                    <a:pt x="3322" y="10527"/>
                  </a:lnTo>
                  <a:lnTo>
                    <a:pt x="3273" y="10576"/>
                  </a:lnTo>
                  <a:lnTo>
                    <a:pt x="3200" y="10601"/>
                  </a:lnTo>
                  <a:lnTo>
                    <a:pt x="3127" y="10625"/>
                  </a:lnTo>
                  <a:lnTo>
                    <a:pt x="3054" y="10625"/>
                  </a:lnTo>
                  <a:lnTo>
                    <a:pt x="2956" y="10576"/>
                  </a:lnTo>
                  <a:lnTo>
                    <a:pt x="2907" y="10503"/>
                  </a:lnTo>
                  <a:lnTo>
                    <a:pt x="2883" y="10405"/>
                  </a:lnTo>
                  <a:lnTo>
                    <a:pt x="2883" y="10307"/>
                  </a:lnTo>
                  <a:lnTo>
                    <a:pt x="2980" y="9868"/>
                  </a:lnTo>
                  <a:lnTo>
                    <a:pt x="3005" y="9770"/>
                  </a:lnTo>
                  <a:lnTo>
                    <a:pt x="3078" y="9697"/>
                  </a:lnTo>
                  <a:lnTo>
                    <a:pt x="3151" y="9648"/>
                  </a:lnTo>
                  <a:close/>
                  <a:moveTo>
                    <a:pt x="2858" y="10869"/>
                  </a:moveTo>
                  <a:lnTo>
                    <a:pt x="2931" y="10894"/>
                  </a:lnTo>
                  <a:lnTo>
                    <a:pt x="3005" y="10967"/>
                  </a:lnTo>
                  <a:lnTo>
                    <a:pt x="3054" y="11040"/>
                  </a:lnTo>
                  <a:lnTo>
                    <a:pt x="3078" y="11138"/>
                  </a:lnTo>
                  <a:lnTo>
                    <a:pt x="3029" y="11236"/>
                  </a:lnTo>
                  <a:lnTo>
                    <a:pt x="2907" y="11480"/>
                  </a:lnTo>
                  <a:lnTo>
                    <a:pt x="2736" y="11700"/>
                  </a:lnTo>
                  <a:lnTo>
                    <a:pt x="2663" y="11748"/>
                  </a:lnTo>
                  <a:lnTo>
                    <a:pt x="2565" y="11773"/>
                  </a:lnTo>
                  <a:lnTo>
                    <a:pt x="2467" y="11773"/>
                  </a:lnTo>
                  <a:lnTo>
                    <a:pt x="2394" y="11724"/>
                  </a:lnTo>
                  <a:lnTo>
                    <a:pt x="2345" y="11651"/>
                  </a:lnTo>
                  <a:lnTo>
                    <a:pt x="2321" y="11577"/>
                  </a:lnTo>
                  <a:lnTo>
                    <a:pt x="2321" y="11480"/>
                  </a:lnTo>
                  <a:lnTo>
                    <a:pt x="2370" y="11382"/>
                  </a:lnTo>
                  <a:lnTo>
                    <a:pt x="2492" y="11211"/>
                  </a:lnTo>
                  <a:lnTo>
                    <a:pt x="2614" y="11016"/>
                  </a:lnTo>
                  <a:lnTo>
                    <a:pt x="2663" y="10918"/>
                  </a:lnTo>
                  <a:lnTo>
                    <a:pt x="2760" y="10894"/>
                  </a:lnTo>
                  <a:lnTo>
                    <a:pt x="2858" y="10869"/>
                  </a:lnTo>
                  <a:close/>
                  <a:moveTo>
                    <a:pt x="2028" y="11846"/>
                  </a:moveTo>
                  <a:lnTo>
                    <a:pt x="2101" y="11871"/>
                  </a:lnTo>
                  <a:lnTo>
                    <a:pt x="2174" y="11944"/>
                  </a:lnTo>
                  <a:lnTo>
                    <a:pt x="2223" y="12041"/>
                  </a:lnTo>
                  <a:lnTo>
                    <a:pt x="2223" y="12115"/>
                  </a:lnTo>
                  <a:lnTo>
                    <a:pt x="2174" y="12212"/>
                  </a:lnTo>
                  <a:lnTo>
                    <a:pt x="2125" y="12286"/>
                  </a:lnTo>
                  <a:lnTo>
                    <a:pt x="1881" y="12432"/>
                  </a:lnTo>
                  <a:lnTo>
                    <a:pt x="1661" y="12554"/>
                  </a:lnTo>
                  <a:lnTo>
                    <a:pt x="1539" y="12579"/>
                  </a:lnTo>
                  <a:lnTo>
                    <a:pt x="1490" y="12554"/>
                  </a:lnTo>
                  <a:lnTo>
                    <a:pt x="1417" y="12530"/>
                  </a:lnTo>
                  <a:lnTo>
                    <a:pt x="1368" y="12481"/>
                  </a:lnTo>
                  <a:lnTo>
                    <a:pt x="1319" y="12432"/>
                  </a:lnTo>
                  <a:lnTo>
                    <a:pt x="1295" y="12335"/>
                  </a:lnTo>
                  <a:lnTo>
                    <a:pt x="1319" y="12237"/>
                  </a:lnTo>
                  <a:lnTo>
                    <a:pt x="1368" y="12164"/>
                  </a:lnTo>
                  <a:lnTo>
                    <a:pt x="1442" y="12115"/>
                  </a:lnTo>
                  <a:lnTo>
                    <a:pt x="1637" y="11993"/>
                  </a:lnTo>
                  <a:lnTo>
                    <a:pt x="1832" y="11871"/>
                  </a:lnTo>
                  <a:lnTo>
                    <a:pt x="1930" y="11846"/>
                  </a:lnTo>
                  <a:close/>
                  <a:moveTo>
                    <a:pt x="831" y="12335"/>
                  </a:moveTo>
                  <a:lnTo>
                    <a:pt x="929" y="12383"/>
                  </a:lnTo>
                  <a:lnTo>
                    <a:pt x="1002" y="12432"/>
                  </a:lnTo>
                  <a:lnTo>
                    <a:pt x="1026" y="12530"/>
                  </a:lnTo>
                  <a:lnTo>
                    <a:pt x="1026" y="12628"/>
                  </a:lnTo>
                  <a:lnTo>
                    <a:pt x="1002" y="12701"/>
                  </a:lnTo>
                  <a:lnTo>
                    <a:pt x="929" y="12774"/>
                  </a:lnTo>
                  <a:lnTo>
                    <a:pt x="855" y="12823"/>
                  </a:lnTo>
                  <a:lnTo>
                    <a:pt x="318" y="12896"/>
                  </a:lnTo>
                  <a:lnTo>
                    <a:pt x="294" y="12896"/>
                  </a:lnTo>
                  <a:lnTo>
                    <a:pt x="220" y="12872"/>
                  </a:lnTo>
                  <a:lnTo>
                    <a:pt x="147" y="12823"/>
                  </a:lnTo>
                  <a:lnTo>
                    <a:pt x="74" y="12774"/>
                  </a:lnTo>
                  <a:lnTo>
                    <a:pt x="49" y="12676"/>
                  </a:lnTo>
                  <a:lnTo>
                    <a:pt x="74" y="12579"/>
                  </a:lnTo>
                  <a:lnTo>
                    <a:pt x="123" y="12506"/>
                  </a:lnTo>
                  <a:lnTo>
                    <a:pt x="196" y="12432"/>
                  </a:lnTo>
                  <a:lnTo>
                    <a:pt x="269" y="12408"/>
                  </a:lnTo>
                  <a:lnTo>
                    <a:pt x="733" y="12335"/>
                  </a:lnTo>
                  <a:close/>
                  <a:moveTo>
                    <a:pt x="5691" y="1"/>
                  </a:moveTo>
                  <a:lnTo>
                    <a:pt x="5593" y="50"/>
                  </a:lnTo>
                  <a:lnTo>
                    <a:pt x="1" y="2907"/>
                  </a:lnTo>
                  <a:lnTo>
                    <a:pt x="1" y="16267"/>
                  </a:lnTo>
                  <a:lnTo>
                    <a:pt x="5618" y="13409"/>
                  </a:lnTo>
                  <a:lnTo>
                    <a:pt x="5740" y="13360"/>
                  </a:lnTo>
                  <a:lnTo>
                    <a:pt x="5838" y="13263"/>
                  </a:lnTo>
                  <a:lnTo>
                    <a:pt x="5935" y="13165"/>
                  </a:lnTo>
                  <a:lnTo>
                    <a:pt x="6009" y="13067"/>
                  </a:lnTo>
                  <a:lnTo>
                    <a:pt x="6082" y="12945"/>
                  </a:lnTo>
                  <a:lnTo>
                    <a:pt x="6131" y="12823"/>
                  </a:lnTo>
                  <a:lnTo>
                    <a:pt x="6155" y="12701"/>
                  </a:lnTo>
                  <a:lnTo>
                    <a:pt x="6155" y="12579"/>
                  </a:lnTo>
                  <a:lnTo>
                    <a:pt x="6155" y="343"/>
                  </a:lnTo>
                  <a:lnTo>
                    <a:pt x="6155" y="221"/>
                  </a:lnTo>
                  <a:lnTo>
                    <a:pt x="6106" y="147"/>
                  </a:lnTo>
                  <a:lnTo>
                    <a:pt x="6058" y="74"/>
                  </a:lnTo>
                  <a:lnTo>
                    <a:pt x="5984" y="25"/>
                  </a:lnTo>
                  <a:lnTo>
                    <a:pt x="5911" y="1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61" name="Shape 447"/>
          <p:cNvGrpSpPr/>
          <p:nvPr/>
        </p:nvGrpSpPr>
        <p:grpSpPr>
          <a:xfrm>
            <a:off x="3542508" y="3707916"/>
            <a:ext cx="427781" cy="316489"/>
            <a:chOff x="5255200" y="3006475"/>
            <a:chExt cx="511700" cy="378575"/>
          </a:xfrm>
        </p:grpSpPr>
        <p:sp>
          <p:nvSpPr>
            <p:cNvPr id="62" name="Shape 448"/>
            <p:cNvSpPr/>
            <p:nvPr/>
          </p:nvSpPr>
          <p:spPr>
            <a:xfrm>
              <a:off x="5255200" y="3006475"/>
              <a:ext cx="349900" cy="349875"/>
            </a:xfrm>
            <a:custGeom>
              <a:avLst/>
              <a:gdLst/>
              <a:ahLst/>
              <a:cxnLst/>
              <a:rect l="0" t="0" r="0" b="0"/>
              <a:pathLst>
                <a:path w="13996" h="13995" extrusionOk="0">
                  <a:moveTo>
                    <a:pt x="6986" y="4714"/>
                  </a:moveTo>
                  <a:lnTo>
                    <a:pt x="7206" y="4738"/>
                  </a:lnTo>
                  <a:lnTo>
                    <a:pt x="7425" y="4763"/>
                  </a:lnTo>
                  <a:lnTo>
                    <a:pt x="7645" y="4812"/>
                  </a:lnTo>
                  <a:lnTo>
                    <a:pt x="7841" y="4885"/>
                  </a:lnTo>
                  <a:lnTo>
                    <a:pt x="8060" y="4983"/>
                  </a:lnTo>
                  <a:lnTo>
                    <a:pt x="8256" y="5105"/>
                  </a:lnTo>
                  <a:lnTo>
                    <a:pt x="8427" y="5227"/>
                  </a:lnTo>
                  <a:lnTo>
                    <a:pt x="8598" y="5398"/>
                  </a:lnTo>
                  <a:lnTo>
                    <a:pt x="8769" y="5569"/>
                  </a:lnTo>
                  <a:lnTo>
                    <a:pt x="8891" y="5740"/>
                  </a:lnTo>
                  <a:lnTo>
                    <a:pt x="9013" y="5935"/>
                  </a:lnTo>
                  <a:lnTo>
                    <a:pt x="9111" y="6155"/>
                  </a:lnTo>
                  <a:lnTo>
                    <a:pt x="9184" y="6350"/>
                  </a:lnTo>
                  <a:lnTo>
                    <a:pt x="9233" y="6570"/>
                  </a:lnTo>
                  <a:lnTo>
                    <a:pt x="9257" y="6790"/>
                  </a:lnTo>
                  <a:lnTo>
                    <a:pt x="9257" y="7010"/>
                  </a:lnTo>
                  <a:lnTo>
                    <a:pt x="9257" y="7229"/>
                  </a:lnTo>
                  <a:lnTo>
                    <a:pt x="9233" y="7425"/>
                  </a:lnTo>
                  <a:lnTo>
                    <a:pt x="9184" y="7645"/>
                  </a:lnTo>
                  <a:lnTo>
                    <a:pt x="9111" y="7864"/>
                  </a:lnTo>
                  <a:lnTo>
                    <a:pt x="9013" y="8060"/>
                  </a:lnTo>
                  <a:lnTo>
                    <a:pt x="8891" y="8255"/>
                  </a:lnTo>
                  <a:lnTo>
                    <a:pt x="8769" y="8451"/>
                  </a:lnTo>
                  <a:lnTo>
                    <a:pt x="8598" y="8622"/>
                  </a:lnTo>
                  <a:lnTo>
                    <a:pt x="8427" y="8768"/>
                  </a:lnTo>
                  <a:lnTo>
                    <a:pt x="8256" y="8915"/>
                  </a:lnTo>
                  <a:lnTo>
                    <a:pt x="8060" y="9012"/>
                  </a:lnTo>
                  <a:lnTo>
                    <a:pt x="7841" y="9110"/>
                  </a:lnTo>
                  <a:lnTo>
                    <a:pt x="7645" y="9183"/>
                  </a:lnTo>
                  <a:lnTo>
                    <a:pt x="7425" y="9232"/>
                  </a:lnTo>
                  <a:lnTo>
                    <a:pt x="7206" y="9257"/>
                  </a:lnTo>
                  <a:lnTo>
                    <a:pt x="6986" y="9281"/>
                  </a:lnTo>
                  <a:lnTo>
                    <a:pt x="6766" y="9257"/>
                  </a:lnTo>
                  <a:lnTo>
                    <a:pt x="6546" y="9232"/>
                  </a:lnTo>
                  <a:lnTo>
                    <a:pt x="6351" y="9183"/>
                  </a:lnTo>
                  <a:lnTo>
                    <a:pt x="6131" y="9110"/>
                  </a:lnTo>
                  <a:lnTo>
                    <a:pt x="5936" y="9012"/>
                  </a:lnTo>
                  <a:lnTo>
                    <a:pt x="5740" y="8915"/>
                  </a:lnTo>
                  <a:lnTo>
                    <a:pt x="5545" y="8768"/>
                  </a:lnTo>
                  <a:lnTo>
                    <a:pt x="5374" y="8622"/>
                  </a:lnTo>
                  <a:lnTo>
                    <a:pt x="5227" y="8451"/>
                  </a:lnTo>
                  <a:lnTo>
                    <a:pt x="5081" y="8255"/>
                  </a:lnTo>
                  <a:lnTo>
                    <a:pt x="4983" y="8060"/>
                  </a:lnTo>
                  <a:lnTo>
                    <a:pt x="4885" y="7864"/>
                  </a:lnTo>
                  <a:lnTo>
                    <a:pt x="4812" y="7645"/>
                  </a:lnTo>
                  <a:lnTo>
                    <a:pt x="4763" y="7425"/>
                  </a:lnTo>
                  <a:lnTo>
                    <a:pt x="4714" y="7229"/>
                  </a:lnTo>
                  <a:lnTo>
                    <a:pt x="4714" y="7010"/>
                  </a:lnTo>
                  <a:lnTo>
                    <a:pt x="4714" y="6790"/>
                  </a:lnTo>
                  <a:lnTo>
                    <a:pt x="4763" y="6570"/>
                  </a:lnTo>
                  <a:lnTo>
                    <a:pt x="4812" y="6350"/>
                  </a:lnTo>
                  <a:lnTo>
                    <a:pt x="4885" y="6155"/>
                  </a:lnTo>
                  <a:lnTo>
                    <a:pt x="4983" y="5935"/>
                  </a:lnTo>
                  <a:lnTo>
                    <a:pt x="5081" y="5740"/>
                  </a:lnTo>
                  <a:lnTo>
                    <a:pt x="5227" y="5569"/>
                  </a:lnTo>
                  <a:lnTo>
                    <a:pt x="5374" y="5398"/>
                  </a:lnTo>
                  <a:lnTo>
                    <a:pt x="5545" y="5227"/>
                  </a:lnTo>
                  <a:lnTo>
                    <a:pt x="5740" y="5105"/>
                  </a:lnTo>
                  <a:lnTo>
                    <a:pt x="5936" y="4983"/>
                  </a:lnTo>
                  <a:lnTo>
                    <a:pt x="6131" y="4885"/>
                  </a:lnTo>
                  <a:lnTo>
                    <a:pt x="6351" y="4812"/>
                  </a:lnTo>
                  <a:lnTo>
                    <a:pt x="6546" y="4763"/>
                  </a:lnTo>
                  <a:lnTo>
                    <a:pt x="6766" y="4738"/>
                  </a:lnTo>
                  <a:lnTo>
                    <a:pt x="6986" y="4714"/>
                  </a:lnTo>
                  <a:close/>
                  <a:moveTo>
                    <a:pt x="6497" y="0"/>
                  </a:moveTo>
                  <a:lnTo>
                    <a:pt x="6375" y="25"/>
                  </a:lnTo>
                  <a:lnTo>
                    <a:pt x="6253" y="49"/>
                  </a:lnTo>
                  <a:lnTo>
                    <a:pt x="6131" y="122"/>
                  </a:lnTo>
                  <a:lnTo>
                    <a:pt x="6033" y="196"/>
                  </a:lnTo>
                  <a:lnTo>
                    <a:pt x="5936" y="293"/>
                  </a:lnTo>
                  <a:lnTo>
                    <a:pt x="5862" y="391"/>
                  </a:lnTo>
                  <a:lnTo>
                    <a:pt x="5813" y="513"/>
                  </a:lnTo>
                  <a:lnTo>
                    <a:pt x="5789" y="635"/>
                  </a:lnTo>
                  <a:lnTo>
                    <a:pt x="5618" y="2076"/>
                  </a:lnTo>
                  <a:lnTo>
                    <a:pt x="5325" y="2174"/>
                  </a:lnTo>
                  <a:lnTo>
                    <a:pt x="5032" y="2296"/>
                  </a:lnTo>
                  <a:lnTo>
                    <a:pt x="4763" y="2418"/>
                  </a:lnTo>
                  <a:lnTo>
                    <a:pt x="4495" y="2565"/>
                  </a:lnTo>
                  <a:lnTo>
                    <a:pt x="3347" y="1661"/>
                  </a:lnTo>
                  <a:lnTo>
                    <a:pt x="3225" y="1588"/>
                  </a:lnTo>
                  <a:lnTo>
                    <a:pt x="3103" y="1539"/>
                  </a:lnTo>
                  <a:lnTo>
                    <a:pt x="2980" y="1514"/>
                  </a:lnTo>
                  <a:lnTo>
                    <a:pt x="2736" y="1514"/>
                  </a:lnTo>
                  <a:lnTo>
                    <a:pt x="2590" y="1563"/>
                  </a:lnTo>
                  <a:lnTo>
                    <a:pt x="2492" y="1637"/>
                  </a:lnTo>
                  <a:lnTo>
                    <a:pt x="2394" y="1710"/>
                  </a:lnTo>
                  <a:lnTo>
                    <a:pt x="1710" y="2394"/>
                  </a:lnTo>
                  <a:lnTo>
                    <a:pt x="1613" y="2491"/>
                  </a:lnTo>
                  <a:lnTo>
                    <a:pt x="1564" y="2614"/>
                  </a:lnTo>
                  <a:lnTo>
                    <a:pt x="1515" y="2736"/>
                  </a:lnTo>
                  <a:lnTo>
                    <a:pt x="1491" y="2858"/>
                  </a:lnTo>
                  <a:lnTo>
                    <a:pt x="1491" y="3004"/>
                  </a:lnTo>
                  <a:lnTo>
                    <a:pt x="1515" y="3126"/>
                  </a:lnTo>
                  <a:lnTo>
                    <a:pt x="1564" y="3249"/>
                  </a:lnTo>
                  <a:lnTo>
                    <a:pt x="1637" y="3346"/>
                  </a:lnTo>
                  <a:lnTo>
                    <a:pt x="2541" y="4494"/>
                  </a:lnTo>
                  <a:lnTo>
                    <a:pt x="2394" y="4763"/>
                  </a:lnTo>
                  <a:lnTo>
                    <a:pt x="2272" y="5056"/>
                  </a:lnTo>
                  <a:lnTo>
                    <a:pt x="2174" y="5349"/>
                  </a:lnTo>
                  <a:lnTo>
                    <a:pt x="2077" y="5642"/>
                  </a:lnTo>
                  <a:lnTo>
                    <a:pt x="636" y="5789"/>
                  </a:lnTo>
                  <a:lnTo>
                    <a:pt x="514" y="5837"/>
                  </a:lnTo>
                  <a:lnTo>
                    <a:pt x="392" y="5886"/>
                  </a:lnTo>
                  <a:lnTo>
                    <a:pt x="269" y="5959"/>
                  </a:lnTo>
                  <a:lnTo>
                    <a:pt x="172" y="6033"/>
                  </a:lnTo>
                  <a:lnTo>
                    <a:pt x="99" y="6155"/>
                  </a:lnTo>
                  <a:lnTo>
                    <a:pt x="50" y="6253"/>
                  </a:lnTo>
                  <a:lnTo>
                    <a:pt x="1" y="6399"/>
                  </a:lnTo>
                  <a:lnTo>
                    <a:pt x="1" y="6521"/>
                  </a:lnTo>
                  <a:lnTo>
                    <a:pt x="1" y="7474"/>
                  </a:lnTo>
                  <a:lnTo>
                    <a:pt x="1" y="7620"/>
                  </a:lnTo>
                  <a:lnTo>
                    <a:pt x="50" y="7742"/>
                  </a:lnTo>
                  <a:lnTo>
                    <a:pt x="99" y="7864"/>
                  </a:lnTo>
                  <a:lnTo>
                    <a:pt x="172" y="7962"/>
                  </a:lnTo>
                  <a:lnTo>
                    <a:pt x="269" y="8060"/>
                  </a:lnTo>
                  <a:lnTo>
                    <a:pt x="392" y="8133"/>
                  </a:lnTo>
                  <a:lnTo>
                    <a:pt x="514" y="8182"/>
                  </a:lnTo>
                  <a:lnTo>
                    <a:pt x="636" y="8206"/>
                  </a:lnTo>
                  <a:lnTo>
                    <a:pt x="2077" y="8377"/>
                  </a:lnTo>
                  <a:lnTo>
                    <a:pt x="2174" y="8670"/>
                  </a:lnTo>
                  <a:lnTo>
                    <a:pt x="2272" y="8939"/>
                  </a:lnTo>
                  <a:lnTo>
                    <a:pt x="2394" y="9232"/>
                  </a:lnTo>
                  <a:lnTo>
                    <a:pt x="2541" y="9501"/>
                  </a:lnTo>
                  <a:lnTo>
                    <a:pt x="1637" y="10649"/>
                  </a:lnTo>
                  <a:lnTo>
                    <a:pt x="1564" y="10771"/>
                  </a:lnTo>
                  <a:lnTo>
                    <a:pt x="1515" y="10893"/>
                  </a:lnTo>
                  <a:lnTo>
                    <a:pt x="1491" y="11015"/>
                  </a:lnTo>
                  <a:lnTo>
                    <a:pt x="1491" y="11137"/>
                  </a:lnTo>
                  <a:lnTo>
                    <a:pt x="1515" y="11259"/>
                  </a:lnTo>
                  <a:lnTo>
                    <a:pt x="1564" y="11381"/>
                  </a:lnTo>
                  <a:lnTo>
                    <a:pt x="1613" y="11504"/>
                  </a:lnTo>
                  <a:lnTo>
                    <a:pt x="1710" y="11601"/>
                  </a:lnTo>
                  <a:lnTo>
                    <a:pt x="2394" y="12285"/>
                  </a:lnTo>
                  <a:lnTo>
                    <a:pt x="2492" y="12383"/>
                  </a:lnTo>
                  <a:lnTo>
                    <a:pt x="2590" y="12432"/>
                  </a:lnTo>
                  <a:lnTo>
                    <a:pt x="2736" y="12480"/>
                  </a:lnTo>
                  <a:lnTo>
                    <a:pt x="2858" y="12505"/>
                  </a:lnTo>
                  <a:lnTo>
                    <a:pt x="2980" y="12505"/>
                  </a:lnTo>
                  <a:lnTo>
                    <a:pt x="3103" y="12456"/>
                  </a:lnTo>
                  <a:lnTo>
                    <a:pt x="3225" y="12407"/>
                  </a:lnTo>
                  <a:lnTo>
                    <a:pt x="3347" y="12358"/>
                  </a:lnTo>
                  <a:lnTo>
                    <a:pt x="4495" y="11455"/>
                  </a:lnTo>
                  <a:lnTo>
                    <a:pt x="4763" y="11577"/>
                  </a:lnTo>
                  <a:lnTo>
                    <a:pt x="5032" y="11723"/>
                  </a:lnTo>
                  <a:lnTo>
                    <a:pt x="5325" y="11821"/>
                  </a:lnTo>
                  <a:lnTo>
                    <a:pt x="5618" y="11919"/>
                  </a:lnTo>
                  <a:lnTo>
                    <a:pt x="5789" y="13360"/>
                  </a:lnTo>
                  <a:lnTo>
                    <a:pt x="5813" y="13482"/>
                  </a:lnTo>
                  <a:lnTo>
                    <a:pt x="5862" y="13604"/>
                  </a:lnTo>
                  <a:lnTo>
                    <a:pt x="5936" y="13726"/>
                  </a:lnTo>
                  <a:lnTo>
                    <a:pt x="6033" y="13824"/>
                  </a:lnTo>
                  <a:lnTo>
                    <a:pt x="6131" y="13897"/>
                  </a:lnTo>
                  <a:lnTo>
                    <a:pt x="6253" y="13946"/>
                  </a:lnTo>
                  <a:lnTo>
                    <a:pt x="6375" y="13995"/>
                  </a:lnTo>
                  <a:lnTo>
                    <a:pt x="7596" y="13995"/>
                  </a:lnTo>
                  <a:lnTo>
                    <a:pt x="7743" y="13946"/>
                  </a:lnTo>
                  <a:lnTo>
                    <a:pt x="7841" y="13897"/>
                  </a:lnTo>
                  <a:lnTo>
                    <a:pt x="7963" y="13824"/>
                  </a:lnTo>
                  <a:lnTo>
                    <a:pt x="8036" y="13726"/>
                  </a:lnTo>
                  <a:lnTo>
                    <a:pt x="8109" y="13604"/>
                  </a:lnTo>
                  <a:lnTo>
                    <a:pt x="8158" y="13482"/>
                  </a:lnTo>
                  <a:lnTo>
                    <a:pt x="8183" y="13360"/>
                  </a:lnTo>
                  <a:lnTo>
                    <a:pt x="8353" y="11919"/>
                  </a:lnTo>
                  <a:lnTo>
                    <a:pt x="8647" y="11821"/>
                  </a:lnTo>
                  <a:lnTo>
                    <a:pt x="8940" y="11723"/>
                  </a:lnTo>
                  <a:lnTo>
                    <a:pt x="9233" y="11577"/>
                  </a:lnTo>
                  <a:lnTo>
                    <a:pt x="9501" y="11455"/>
                  </a:lnTo>
                  <a:lnTo>
                    <a:pt x="10649" y="12358"/>
                  </a:lnTo>
                  <a:lnTo>
                    <a:pt x="10747" y="12407"/>
                  </a:lnTo>
                  <a:lnTo>
                    <a:pt x="10869" y="12456"/>
                  </a:lnTo>
                  <a:lnTo>
                    <a:pt x="10991" y="12505"/>
                  </a:lnTo>
                  <a:lnTo>
                    <a:pt x="11138" y="12505"/>
                  </a:lnTo>
                  <a:lnTo>
                    <a:pt x="11260" y="12480"/>
                  </a:lnTo>
                  <a:lnTo>
                    <a:pt x="11382" y="12432"/>
                  </a:lnTo>
                  <a:lnTo>
                    <a:pt x="11504" y="12383"/>
                  </a:lnTo>
                  <a:lnTo>
                    <a:pt x="11602" y="12285"/>
                  </a:lnTo>
                  <a:lnTo>
                    <a:pt x="12286" y="11601"/>
                  </a:lnTo>
                  <a:lnTo>
                    <a:pt x="12359" y="11504"/>
                  </a:lnTo>
                  <a:lnTo>
                    <a:pt x="12432" y="11381"/>
                  </a:lnTo>
                  <a:lnTo>
                    <a:pt x="12457" y="11259"/>
                  </a:lnTo>
                  <a:lnTo>
                    <a:pt x="12481" y="11137"/>
                  </a:lnTo>
                  <a:lnTo>
                    <a:pt x="12481" y="11015"/>
                  </a:lnTo>
                  <a:lnTo>
                    <a:pt x="12457" y="10893"/>
                  </a:lnTo>
                  <a:lnTo>
                    <a:pt x="12408" y="10771"/>
                  </a:lnTo>
                  <a:lnTo>
                    <a:pt x="12334" y="10649"/>
                  </a:lnTo>
                  <a:lnTo>
                    <a:pt x="11431" y="9501"/>
                  </a:lnTo>
                  <a:lnTo>
                    <a:pt x="11577" y="9232"/>
                  </a:lnTo>
                  <a:lnTo>
                    <a:pt x="11699" y="8939"/>
                  </a:lnTo>
                  <a:lnTo>
                    <a:pt x="11822" y="8670"/>
                  </a:lnTo>
                  <a:lnTo>
                    <a:pt x="11895" y="8377"/>
                  </a:lnTo>
                  <a:lnTo>
                    <a:pt x="13360" y="8206"/>
                  </a:lnTo>
                  <a:lnTo>
                    <a:pt x="13482" y="8182"/>
                  </a:lnTo>
                  <a:lnTo>
                    <a:pt x="13604" y="8133"/>
                  </a:lnTo>
                  <a:lnTo>
                    <a:pt x="13702" y="8060"/>
                  </a:lnTo>
                  <a:lnTo>
                    <a:pt x="13800" y="7962"/>
                  </a:lnTo>
                  <a:lnTo>
                    <a:pt x="13873" y="7864"/>
                  </a:lnTo>
                  <a:lnTo>
                    <a:pt x="13946" y="7742"/>
                  </a:lnTo>
                  <a:lnTo>
                    <a:pt x="13971" y="7620"/>
                  </a:lnTo>
                  <a:lnTo>
                    <a:pt x="13995" y="7474"/>
                  </a:lnTo>
                  <a:lnTo>
                    <a:pt x="13995" y="6521"/>
                  </a:lnTo>
                  <a:lnTo>
                    <a:pt x="13971" y="6399"/>
                  </a:lnTo>
                  <a:lnTo>
                    <a:pt x="13946" y="6253"/>
                  </a:lnTo>
                  <a:lnTo>
                    <a:pt x="13873" y="6155"/>
                  </a:lnTo>
                  <a:lnTo>
                    <a:pt x="13800" y="6033"/>
                  </a:lnTo>
                  <a:lnTo>
                    <a:pt x="13702" y="5959"/>
                  </a:lnTo>
                  <a:lnTo>
                    <a:pt x="13604" y="5886"/>
                  </a:lnTo>
                  <a:lnTo>
                    <a:pt x="13482" y="5837"/>
                  </a:lnTo>
                  <a:lnTo>
                    <a:pt x="13360" y="5789"/>
                  </a:lnTo>
                  <a:lnTo>
                    <a:pt x="11895" y="5642"/>
                  </a:lnTo>
                  <a:lnTo>
                    <a:pt x="11822" y="5349"/>
                  </a:lnTo>
                  <a:lnTo>
                    <a:pt x="11699" y="5056"/>
                  </a:lnTo>
                  <a:lnTo>
                    <a:pt x="11577" y="4763"/>
                  </a:lnTo>
                  <a:lnTo>
                    <a:pt x="11431" y="4494"/>
                  </a:lnTo>
                  <a:lnTo>
                    <a:pt x="12334" y="3346"/>
                  </a:lnTo>
                  <a:lnTo>
                    <a:pt x="12408" y="3249"/>
                  </a:lnTo>
                  <a:lnTo>
                    <a:pt x="12457" y="3126"/>
                  </a:lnTo>
                  <a:lnTo>
                    <a:pt x="12481" y="3004"/>
                  </a:lnTo>
                  <a:lnTo>
                    <a:pt x="12481" y="2858"/>
                  </a:lnTo>
                  <a:lnTo>
                    <a:pt x="12457" y="2736"/>
                  </a:lnTo>
                  <a:lnTo>
                    <a:pt x="12432" y="2614"/>
                  </a:lnTo>
                  <a:lnTo>
                    <a:pt x="12359" y="2491"/>
                  </a:lnTo>
                  <a:lnTo>
                    <a:pt x="12286" y="2394"/>
                  </a:lnTo>
                  <a:lnTo>
                    <a:pt x="11602" y="1710"/>
                  </a:lnTo>
                  <a:lnTo>
                    <a:pt x="11504" y="1637"/>
                  </a:lnTo>
                  <a:lnTo>
                    <a:pt x="11382" y="1563"/>
                  </a:lnTo>
                  <a:lnTo>
                    <a:pt x="11260" y="1514"/>
                  </a:lnTo>
                  <a:lnTo>
                    <a:pt x="10991" y="1514"/>
                  </a:lnTo>
                  <a:lnTo>
                    <a:pt x="10869" y="1539"/>
                  </a:lnTo>
                  <a:lnTo>
                    <a:pt x="10747" y="1588"/>
                  </a:lnTo>
                  <a:lnTo>
                    <a:pt x="10649" y="1661"/>
                  </a:lnTo>
                  <a:lnTo>
                    <a:pt x="9501" y="2565"/>
                  </a:lnTo>
                  <a:lnTo>
                    <a:pt x="9233" y="2418"/>
                  </a:lnTo>
                  <a:lnTo>
                    <a:pt x="8940" y="2296"/>
                  </a:lnTo>
                  <a:lnTo>
                    <a:pt x="8647" y="2174"/>
                  </a:lnTo>
                  <a:lnTo>
                    <a:pt x="8353" y="2076"/>
                  </a:lnTo>
                  <a:lnTo>
                    <a:pt x="8183" y="635"/>
                  </a:lnTo>
                  <a:lnTo>
                    <a:pt x="8158" y="513"/>
                  </a:lnTo>
                  <a:lnTo>
                    <a:pt x="8109" y="391"/>
                  </a:lnTo>
                  <a:lnTo>
                    <a:pt x="8036" y="293"/>
                  </a:lnTo>
                  <a:lnTo>
                    <a:pt x="7963" y="196"/>
                  </a:lnTo>
                  <a:lnTo>
                    <a:pt x="7841" y="122"/>
                  </a:lnTo>
                  <a:lnTo>
                    <a:pt x="7743" y="49"/>
                  </a:lnTo>
                  <a:lnTo>
                    <a:pt x="7596" y="25"/>
                  </a:lnTo>
                  <a:lnTo>
                    <a:pt x="7474" y="0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3" name="Shape 449"/>
            <p:cNvSpPr/>
            <p:nvPr/>
          </p:nvSpPr>
          <p:spPr>
            <a:xfrm>
              <a:off x="5567825" y="3185975"/>
              <a:ext cx="199075" cy="199075"/>
            </a:xfrm>
            <a:custGeom>
              <a:avLst/>
              <a:gdLst/>
              <a:ahLst/>
              <a:cxnLst/>
              <a:rect l="0" t="0" r="0" b="0"/>
              <a:pathLst>
                <a:path w="7963" h="7963" extrusionOk="0">
                  <a:moveTo>
                    <a:pt x="3933" y="2296"/>
                  </a:moveTo>
                  <a:lnTo>
                    <a:pt x="4103" y="2321"/>
                  </a:lnTo>
                  <a:lnTo>
                    <a:pt x="4274" y="2321"/>
                  </a:lnTo>
                  <a:lnTo>
                    <a:pt x="4421" y="2370"/>
                  </a:lnTo>
                  <a:lnTo>
                    <a:pt x="4592" y="2419"/>
                  </a:lnTo>
                  <a:lnTo>
                    <a:pt x="4738" y="2492"/>
                  </a:lnTo>
                  <a:lnTo>
                    <a:pt x="4885" y="2565"/>
                  </a:lnTo>
                  <a:lnTo>
                    <a:pt x="5032" y="2663"/>
                  </a:lnTo>
                  <a:lnTo>
                    <a:pt x="5154" y="2785"/>
                  </a:lnTo>
                  <a:lnTo>
                    <a:pt x="5276" y="2883"/>
                  </a:lnTo>
                  <a:lnTo>
                    <a:pt x="5373" y="3029"/>
                  </a:lnTo>
                  <a:lnTo>
                    <a:pt x="5447" y="3151"/>
                  </a:lnTo>
                  <a:lnTo>
                    <a:pt x="5520" y="3298"/>
                  </a:lnTo>
                  <a:lnTo>
                    <a:pt x="5593" y="3444"/>
                  </a:lnTo>
                  <a:lnTo>
                    <a:pt x="5618" y="3615"/>
                  </a:lnTo>
                  <a:lnTo>
                    <a:pt x="5642" y="3762"/>
                  </a:lnTo>
                  <a:lnTo>
                    <a:pt x="5667" y="3933"/>
                  </a:lnTo>
                  <a:lnTo>
                    <a:pt x="5667" y="4079"/>
                  </a:lnTo>
                  <a:lnTo>
                    <a:pt x="5642" y="4250"/>
                  </a:lnTo>
                  <a:lnTo>
                    <a:pt x="5618" y="4421"/>
                  </a:lnTo>
                  <a:lnTo>
                    <a:pt x="5569" y="4568"/>
                  </a:lnTo>
                  <a:lnTo>
                    <a:pt x="5496" y="4739"/>
                  </a:lnTo>
                  <a:lnTo>
                    <a:pt x="5398" y="4885"/>
                  </a:lnTo>
                  <a:lnTo>
                    <a:pt x="5300" y="5007"/>
                  </a:lnTo>
                  <a:lnTo>
                    <a:pt x="5203" y="5154"/>
                  </a:lnTo>
                  <a:lnTo>
                    <a:pt x="5080" y="5252"/>
                  </a:lnTo>
                  <a:lnTo>
                    <a:pt x="4958" y="5349"/>
                  </a:lnTo>
                  <a:lnTo>
                    <a:pt x="4812" y="5447"/>
                  </a:lnTo>
                  <a:lnTo>
                    <a:pt x="4665" y="5520"/>
                  </a:lnTo>
                  <a:lnTo>
                    <a:pt x="4519" y="5569"/>
                  </a:lnTo>
                  <a:lnTo>
                    <a:pt x="4372" y="5618"/>
                  </a:lnTo>
                  <a:lnTo>
                    <a:pt x="4201" y="5642"/>
                  </a:lnTo>
                  <a:lnTo>
                    <a:pt x="4055" y="5667"/>
                  </a:lnTo>
                  <a:lnTo>
                    <a:pt x="3884" y="5642"/>
                  </a:lnTo>
                  <a:lnTo>
                    <a:pt x="3713" y="5642"/>
                  </a:lnTo>
                  <a:lnTo>
                    <a:pt x="3566" y="5594"/>
                  </a:lnTo>
                  <a:lnTo>
                    <a:pt x="3395" y="5545"/>
                  </a:lnTo>
                  <a:lnTo>
                    <a:pt x="3249" y="5471"/>
                  </a:lnTo>
                  <a:lnTo>
                    <a:pt x="3102" y="5398"/>
                  </a:lnTo>
                  <a:lnTo>
                    <a:pt x="2956" y="5300"/>
                  </a:lnTo>
                  <a:lnTo>
                    <a:pt x="2833" y="5178"/>
                  </a:lnTo>
                  <a:lnTo>
                    <a:pt x="2711" y="5081"/>
                  </a:lnTo>
                  <a:lnTo>
                    <a:pt x="2614" y="4934"/>
                  </a:lnTo>
                  <a:lnTo>
                    <a:pt x="2540" y="4812"/>
                  </a:lnTo>
                  <a:lnTo>
                    <a:pt x="2467" y="4665"/>
                  </a:lnTo>
                  <a:lnTo>
                    <a:pt x="2394" y="4519"/>
                  </a:lnTo>
                  <a:lnTo>
                    <a:pt x="2369" y="4348"/>
                  </a:lnTo>
                  <a:lnTo>
                    <a:pt x="2321" y="4201"/>
                  </a:lnTo>
                  <a:lnTo>
                    <a:pt x="2321" y="4030"/>
                  </a:lnTo>
                  <a:lnTo>
                    <a:pt x="2321" y="3884"/>
                  </a:lnTo>
                  <a:lnTo>
                    <a:pt x="2345" y="3713"/>
                  </a:lnTo>
                  <a:lnTo>
                    <a:pt x="2369" y="3542"/>
                  </a:lnTo>
                  <a:lnTo>
                    <a:pt x="2418" y="3395"/>
                  </a:lnTo>
                  <a:lnTo>
                    <a:pt x="2492" y="3224"/>
                  </a:lnTo>
                  <a:lnTo>
                    <a:pt x="2589" y="3078"/>
                  </a:lnTo>
                  <a:lnTo>
                    <a:pt x="2687" y="2956"/>
                  </a:lnTo>
                  <a:lnTo>
                    <a:pt x="2785" y="2809"/>
                  </a:lnTo>
                  <a:lnTo>
                    <a:pt x="2907" y="2712"/>
                  </a:lnTo>
                  <a:lnTo>
                    <a:pt x="3029" y="2614"/>
                  </a:lnTo>
                  <a:lnTo>
                    <a:pt x="3175" y="2516"/>
                  </a:lnTo>
                  <a:lnTo>
                    <a:pt x="3322" y="2443"/>
                  </a:lnTo>
                  <a:lnTo>
                    <a:pt x="3468" y="2394"/>
                  </a:lnTo>
                  <a:lnTo>
                    <a:pt x="3615" y="2345"/>
                  </a:lnTo>
                  <a:lnTo>
                    <a:pt x="3786" y="2321"/>
                  </a:lnTo>
                  <a:lnTo>
                    <a:pt x="3933" y="2296"/>
                  </a:lnTo>
                  <a:close/>
                  <a:moveTo>
                    <a:pt x="3053" y="1"/>
                  </a:moveTo>
                  <a:lnTo>
                    <a:pt x="2980" y="25"/>
                  </a:lnTo>
                  <a:lnTo>
                    <a:pt x="2443" y="196"/>
                  </a:lnTo>
                  <a:lnTo>
                    <a:pt x="2369" y="220"/>
                  </a:lnTo>
                  <a:lnTo>
                    <a:pt x="2296" y="269"/>
                  </a:lnTo>
                  <a:lnTo>
                    <a:pt x="2198" y="391"/>
                  </a:lnTo>
                  <a:lnTo>
                    <a:pt x="2150" y="538"/>
                  </a:lnTo>
                  <a:lnTo>
                    <a:pt x="2150" y="611"/>
                  </a:lnTo>
                  <a:lnTo>
                    <a:pt x="2150" y="684"/>
                  </a:lnTo>
                  <a:lnTo>
                    <a:pt x="2394" y="1832"/>
                  </a:lnTo>
                  <a:lnTo>
                    <a:pt x="2223" y="1954"/>
                  </a:lnTo>
                  <a:lnTo>
                    <a:pt x="2076" y="2101"/>
                  </a:lnTo>
                  <a:lnTo>
                    <a:pt x="1002" y="1686"/>
                  </a:lnTo>
                  <a:lnTo>
                    <a:pt x="928" y="1686"/>
                  </a:lnTo>
                  <a:lnTo>
                    <a:pt x="831" y="1661"/>
                  </a:lnTo>
                  <a:lnTo>
                    <a:pt x="684" y="1710"/>
                  </a:lnTo>
                  <a:lnTo>
                    <a:pt x="562" y="1784"/>
                  </a:lnTo>
                  <a:lnTo>
                    <a:pt x="513" y="1832"/>
                  </a:lnTo>
                  <a:lnTo>
                    <a:pt x="464" y="1906"/>
                  </a:lnTo>
                  <a:lnTo>
                    <a:pt x="220" y="2394"/>
                  </a:lnTo>
                  <a:lnTo>
                    <a:pt x="196" y="2467"/>
                  </a:lnTo>
                  <a:lnTo>
                    <a:pt x="171" y="2541"/>
                  </a:lnTo>
                  <a:lnTo>
                    <a:pt x="196" y="2712"/>
                  </a:lnTo>
                  <a:lnTo>
                    <a:pt x="245" y="2834"/>
                  </a:lnTo>
                  <a:lnTo>
                    <a:pt x="293" y="2907"/>
                  </a:lnTo>
                  <a:lnTo>
                    <a:pt x="367" y="2956"/>
                  </a:lnTo>
                  <a:lnTo>
                    <a:pt x="1344" y="3591"/>
                  </a:lnTo>
                  <a:lnTo>
                    <a:pt x="1319" y="3786"/>
                  </a:lnTo>
                  <a:lnTo>
                    <a:pt x="1295" y="4006"/>
                  </a:lnTo>
                  <a:lnTo>
                    <a:pt x="245" y="4494"/>
                  </a:lnTo>
                  <a:lnTo>
                    <a:pt x="196" y="4519"/>
                  </a:lnTo>
                  <a:lnTo>
                    <a:pt x="123" y="4568"/>
                  </a:lnTo>
                  <a:lnTo>
                    <a:pt x="49" y="4714"/>
                  </a:lnTo>
                  <a:lnTo>
                    <a:pt x="0" y="4861"/>
                  </a:lnTo>
                  <a:lnTo>
                    <a:pt x="25" y="4934"/>
                  </a:lnTo>
                  <a:lnTo>
                    <a:pt x="25" y="5007"/>
                  </a:lnTo>
                  <a:lnTo>
                    <a:pt x="220" y="5545"/>
                  </a:lnTo>
                  <a:lnTo>
                    <a:pt x="245" y="5594"/>
                  </a:lnTo>
                  <a:lnTo>
                    <a:pt x="293" y="5667"/>
                  </a:lnTo>
                  <a:lnTo>
                    <a:pt x="391" y="5764"/>
                  </a:lnTo>
                  <a:lnTo>
                    <a:pt x="538" y="5813"/>
                  </a:lnTo>
                  <a:lnTo>
                    <a:pt x="684" y="5813"/>
                  </a:lnTo>
                  <a:lnTo>
                    <a:pt x="1832" y="5569"/>
                  </a:lnTo>
                  <a:lnTo>
                    <a:pt x="1954" y="5740"/>
                  </a:lnTo>
                  <a:lnTo>
                    <a:pt x="2101" y="5887"/>
                  </a:lnTo>
                  <a:lnTo>
                    <a:pt x="1710" y="6986"/>
                  </a:lnTo>
                  <a:lnTo>
                    <a:pt x="1686" y="7059"/>
                  </a:lnTo>
                  <a:lnTo>
                    <a:pt x="1686" y="7132"/>
                  </a:lnTo>
                  <a:lnTo>
                    <a:pt x="1710" y="7279"/>
                  </a:lnTo>
                  <a:lnTo>
                    <a:pt x="1783" y="7401"/>
                  </a:lnTo>
                  <a:lnTo>
                    <a:pt x="1857" y="7450"/>
                  </a:lnTo>
                  <a:lnTo>
                    <a:pt x="1905" y="7499"/>
                  </a:lnTo>
                  <a:lnTo>
                    <a:pt x="2418" y="7743"/>
                  </a:lnTo>
                  <a:lnTo>
                    <a:pt x="2492" y="7792"/>
                  </a:lnTo>
                  <a:lnTo>
                    <a:pt x="2711" y="7792"/>
                  </a:lnTo>
                  <a:lnTo>
                    <a:pt x="2858" y="7718"/>
                  </a:lnTo>
                  <a:lnTo>
                    <a:pt x="2907" y="7669"/>
                  </a:lnTo>
                  <a:lnTo>
                    <a:pt x="2956" y="7621"/>
                  </a:lnTo>
                  <a:lnTo>
                    <a:pt x="3591" y="6644"/>
                  </a:lnTo>
                  <a:lnTo>
                    <a:pt x="3810" y="6668"/>
                  </a:lnTo>
                  <a:lnTo>
                    <a:pt x="4006" y="6668"/>
                  </a:lnTo>
                  <a:lnTo>
                    <a:pt x="4494" y="7718"/>
                  </a:lnTo>
                  <a:lnTo>
                    <a:pt x="4543" y="7792"/>
                  </a:lnTo>
                  <a:lnTo>
                    <a:pt x="4592" y="7840"/>
                  </a:lnTo>
                  <a:lnTo>
                    <a:pt x="4714" y="7914"/>
                  </a:lnTo>
                  <a:lnTo>
                    <a:pt x="4861" y="7963"/>
                  </a:lnTo>
                  <a:lnTo>
                    <a:pt x="4934" y="7963"/>
                  </a:lnTo>
                  <a:lnTo>
                    <a:pt x="5007" y="7938"/>
                  </a:lnTo>
                  <a:lnTo>
                    <a:pt x="5544" y="7767"/>
                  </a:lnTo>
                  <a:lnTo>
                    <a:pt x="5618" y="7743"/>
                  </a:lnTo>
                  <a:lnTo>
                    <a:pt x="5667" y="7694"/>
                  </a:lnTo>
                  <a:lnTo>
                    <a:pt x="5764" y="7572"/>
                  </a:lnTo>
                  <a:lnTo>
                    <a:pt x="5838" y="7425"/>
                  </a:lnTo>
                  <a:lnTo>
                    <a:pt x="5838" y="7352"/>
                  </a:lnTo>
                  <a:lnTo>
                    <a:pt x="5838" y="7279"/>
                  </a:lnTo>
                  <a:lnTo>
                    <a:pt x="5593" y="6131"/>
                  </a:lnTo>
                  <a:lnTo>
                    <a:pt x="5740" y="6009"/>
                  </a:lnTo>
                  <a:lnTo>
                    <a:pt x="5911" y="5862"/>
                  </a:lnTo>
                  <a:lnTo>
                    <a:pt x="6985" y="6277"/>
                  </a:lnTo>
                  <a:lnTo>
                    <a:pt x="7059" y="6277"/>
                  </a:lnTo>
                  <a:lnTo>
                    <a:pt x="7132" y="6302"/>
                  </a:lnTo>
                  <a:lnTo>
                    <a:pt x="7278" y="6253"/>
                  </a:lnTo>
                  <a:lnTo>
                    <a:pt x="7425" y="6180"/>
                  </a:lnTo>
                  <a:lnTo>
                    <a:pt x="7474" y="6131"/>
                  </a:lnTo>
                  <a:lnTo>
                    <a:pt x="7523" y="6058"/>
                  </a:lnTo>
                  <a:lnTo>
                    <a:pt x="7767" y="5545"/>
                  </a:lnTo>
                  <a:lnTo>
                    <a:pt x="7791" y="5496"/>
                  </a:lnTo>
                  <a:lnTo>
                    <a:pt x="7816" y="5398"/>
                  </a:lnTo>
                  <a:lnTo>
                    <a:pt x="7791" y="5252"/>
                  </a:lnTo>
                  <a:lnTo>
                    <a:pt x="7718" y="5129"/>
                  </a:lnTo>
                  <a:lnTo>
                    <a:pt x="7669" y="5056"/>
                  </a:lnTo>
                  <a:lnTo>
                    <a:pt x="7620" y="5007"/>
                  </a:lnTo>
                  <a:lnTo>
                    <a:pt x="6643" y="4372"/>
                  </a:lnTo>
                  <a:lnTo>
                    <a:pt x="6668" y="4177"/>
                  </a:lnTo>
                  <a:lnTo>
                    <a:pt x="6668" y="3957"/>
                  </a:lnTo>
                  <a:lnTo>
                    <a:pt x="7718" y="3469"/>
                  </a:lnTo>
                  <a:lnTo>
                    <a:pt x="7791" y="3444"/>
                  </a:lnTo>
                  <a:lnTo>
                    <a:pt x="7865" y="3395"/>
                  </a:lnTo>
                  <a:lnTo>
                    <a:pt x="7938" y="3249"/>
                  </a:lnTo>
                  <a:lnTo>
                    <a:pt x="7962" y="3102"/>
                  </a:lnTo>
                  <a:lnTo>
                    <a:pt x="7962" y="3029"/>
                  </a:lnTo>
                  <a:lnTo>
                    <a:pt x="7962" y="2956"/>
                  </a:lnTo>
                  <a:lnTo>
                    <a:pt x="7767" y="2419"/>
                  </a:lnTo>
                  <a:lnTo>
                    <a:pt x="7743" y="2345"/>
                  </a:lnTo>
                  <a:lnTo>
                    <a:pt x="7694" y="2296"/>
                  </a:lnTo>
                  <a:lnTo>
                    <a:pt x="7572" y="2199"/>
                  </a:lnTo>
                  <a:lnTo>
                    <a:pt x="7449" y="2150"/>
                  </a:lnTo>
                  <a:lnTo>
                    <a:pt x="7278" y="2150"/>
                  </a:lnTo>
                  <a:lnTo>
                    <a:pt x="6155" y="2394"/>
                  </a:lnTo>
                  <a:lnTo>
                    <a:pt x="6033" y="2223"/>
                  </a:lnTo>
                  <a:lnTo>
                    <a:pt x="5886" y="2077"/>
                  </a:lnTo>
                  <a:lnTo>
                    <a:pt x="6277" y="978"/>
                  </a:lnTo>
                  <a:lnTo>
                    <a:pt x="6302" y="904"/>
                  </a:lnTo>
                  <a:lnTo>
                    <a:pt x="6302" y="831"/>
                  </a:lnTo>
                  <a:lnTo>
                    <a:pt x="6277" y="684"/>
                  </a:lnTo>
                  <a:lnTo>
                    <a:pt x="6179" y="562"/>
                  </a:lnTo>
                  <a:lnTo>
                    <a:pt x="6131" y="489"/>
                  </a:lnTo>
                  <a:lnTo>
                    <a:pt x="6082" y="465"/>
                  </a:lnTo>
                  <a:lnTo>
                    <a:pt x="5569" y="196"/>
                  </a:lnTo>
                  <a:lnTo>
                    <a:pt x="5496" y="172"/>
                  </a:lnTo>
                  <a:lnTo>
                    <a:pt x="5276" y="172"/>
                  </a:lnTo>
                  <a:lnTo>
                    <a:pt x="5129" y="245"/>
                  </a:lnTo>
                  <a:lnTo>
                    <a:pt x="5080" y="294"/>
                  </a:lnTo>
                  <a:lnTo>
                    <a:pt x="5032" y="343"/>
                  </a:lnTo>
                  <a:lnTo>
                    <a:pt x="4397" y="1319"/>
                  </a:lnTo>
                  <a:lnTo>
                    <a:pt x="4177" y="1295"/>
                  </a:lnTo>
                  <a:lnTo>
                    <a:pt x="3981" y="1295"/>
                  </a:lnTo>
                  <a:lnTo>
                    <a:pt x="3493" y="245"/>
                  </a:lnTo>
                  <a:lnTo>
                    <a:pt x="3444" y="172"/>
                  </a:lnTo>
                  <a:lnTo>
                    <a:pt x="3395" y="123"/>
                  </a:lnTo>
                  <a:lnTo>
                    <a:pt x="3273" y="49"/>
                  </a:lnTo>
                  <a:lnTo>
                    <a:pt x="3127" y="1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</p:spTree>
    <p:extLst>
      <p:ext uri="{BB962C8B-B14F-4D97-AF65-F5344CB8AC3E}">
        <p14:creationId xmlns:p14="http://schemas.microsoft.com/office/powerpoint/2010/main" val="70217827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Shape 271"/>
          <p:cNvSpPr txBox="1">
            <a:spLocks noGrp="1"/>
          </p:cNvSpPr>
          <p:nvPr>
            <p:ph type="ctrTitle" idx="4294967295"/>
          </p:nvPr>
        </p:nvSpPr>
        <p:spPr>
          <a:xfrm>
            <a:off x="3260375" y="891925"/>
            <a:ext cx="4782900" cy="10464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6000">
                <a:solidFill>
                  <a:srgbClr val="6CF3CE"/>
                </a:solidFill>
              </a:rPr>
              <a:t>Thanks!</a:t>
            </a:r>
            <a:endParaRPr sz="6000">
              <a:solidFill>
                <a:srgbClr val="6CF3CE"/>
              </a:solidFill>
            </a:endParaRPr>
          </a:p>
        </p:txBody>
      </p:sp>
      <p:sp>
        <p:nvSpPr>
          <p:cNvPr id="272" name="Shape 272"/>
          <p:cNvSpPr txBox="1">
            <a:spLocks noGrp="1"/>
          </p:cNvSpPr>
          <p:nvPr>
            <p:ph type="subTitle" idx="4294967295"/>
          </p:nvPr>
        </p:nvSpPr>
        <p:spPr>
          <a:xfrm>
            <a:off x="3260375" y="1938325"/>
            <a:ext cx="4782900" cy="104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 sz="3600" b="1">
                <a:solidFill>
                  <a:srgbClr val="FFFFFF"/>
                </a:solidFill>
              </a:rPr>
              <a:t>Any questions?</a:t>
            </a:r>
            <a:endParaRPr sz="3600" b="1">
              <a:solidFill>
                <a:srgbClr val="FFFFFF"/>
              </a:solidFill>
            </a:endParaRPr>
          </a:p>
        </p:txBody>
      </p:sp>
      <p:sp>
        <p:nvSpPr>
          <p:cNvPr id="7" name="Shape 90"/>
          <p:cNvSpPr txBox="1">
            <a:spLocks/>
          </p:cNvSpPr>
          <p:nvPr/>
        </p:nvSpPr>
        <p:spPr>
          <a:xfrm>
            <a:off x="3260375" y="4031125"/>
            <a:ext cx="5331249" cy="230001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431800" algn="l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rgbClr val="2F3848"/>
              </a:buClr>
              <a:buSzPts val="3200"/>
              <a:buFont typeface="Source Sans Pro"/>
              <a:buChar char="■"/>
              <a:defRPr sz="3200" b="0" i="0" u="none" strike="noStrike" cap="none">
                <a:solidFill>
                  <a:srgbClr val="2F3848"/>
                </a:solidFill>
                <a:latin typeface="Source Sans Pro"/>
                <a:ea typeface="Source Sans Pro"/>
                <a:cs typeface="Source Sans Pro"/>
                <a:sym typeface="Source Sans Pro"/>
              </a:defRPr>
            </a:lvl1pPr>
            <a:lvl2pPr marL="914400" marR="0" lvl="1" indent="-3810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F3848"/>
              </a:buClr>
              <a:buSzPts val="2400"/>
              <a:buFont typeface="Source Sans Pro"/>
              <a:buChar char="○"/>
              <a:defRPr sz="2400" b="0" i="0" u="none" strike="noStrike" cap="none">
                <a:solidFill>
                  <a:srgbClr val="2F3848"/>
                </a:solidFill>
                <a:latin typeface="Source Sans Pro"/>
                <a:ea typeface="Source Sans Pro"/>
                <a:cs typeface="Source Sans Pro"/>
                <a:sym typeface="Source Sans Pro"/>
              </a:defRPr>
            </a:lvl2pPr>
            <a:lvl3pPr marL="1371600" marR="0" lvl="2" indent="-3810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F3848"/>
              </a:buClr>
              <a:buSzPts val="2400"/>
              <a:buFont typeface="Source Sans Pro"/>
              <a:buChar char="■"/>
              <a:defRPr sz="2400" b="0" i="0" u="none" strike="noStrike" cap="none">
                <a:solidFill>
                  <a:srgbClr val="2F3848"/>
                </a:solidFill>
                <a:latin typeface="Source Sans Pro"/>
                <a:ea typeface="Source Sans Pro"/>
                <a:cs typeface="Source Sans Pro"/>
                <a:sym typeface="Source Sans Pro"/>
              </a:defRPr>
            </a:lvl3pPr>
            <a:lvl4pPr marL="1828800" marR="0" lvl="3" indent="-3429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F3848"/>
              </a:buClr>
              <a:buSzPts val="1800"/>
              <a:buFont typeface="Source Sans Pro"/>
              <a:buChar char="●"/>
              <a:defRPr sz="1800" b="0" i="0" u="none" strike="noStrike" cap="none">
                <a:solidFill>
                  <a:srgbClr val="2F3848"/>
                </a:solidFill>
                <a:latin typeface="Source Sans Pro"/>
                <a:ea typeface="Source Sans Pro"/>
                <a:cs typeface="Source Sans Pro"/>
                <a:sym typeface="Source Sans Pro"/>
              </a:defRPr>
            </a:lvl4pPr>
            <a:lvl5pPr marL="2286000" marR="0" lvl="4" indent="-3429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F3848"/>
              </a:buClr>
              <a:buSzPts val="1800"/>
              <a:buFont typeface="Source Sans Pro"/>
              <a:buChar char="○"/>
              <a:defRPr sz="1800" b="0" i="0" u="none" strike="noStrike" cap="none">
                <a:solidFill>
                  <a:srgbClr val="2F3848"/>
                </a:solidFill>
                <a:latin typeface="Source Sans Pro"/>
                <a:ea typeface="Source Sans Pro"/>
                <a:cs typeface="Source Sans Pro"/>
                <a:sym typeface="Source Sans Pro"/>
              </a:defRPr>
            </a:lvl5pPr>
            <a:lvl6pPr marL="2743200" marR="0" lvl="5" indent="-3429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F3848"/>
              </a:buClr>
              <a:buSzPts val="1800"/>
              <a:buFont typeface="Source Sans Pro"/>
              <a:buChar char="■"/>
              <a:defRPr sz="1800" b="0" i="0" u="none" strike="noStrike" cap="none">
                <a:solidFill>
                  <a:srgbClr val="2F3848"/>
                </a:solidFill>
                <a:latin typeface="Source Sans Pro"/>
                <a:ea typeface="Source Sans Pro"/>
                <a:cs typeface="Source Sans Pro"/>
                <a:sym typeface="Source Sans Pro"/>
              </a:defRPr>
            </a:lvl6pPr>
            <a:lvl7pPr marL="3200400" marR="0" lvl="6" indent="-3429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F3848"/>
              </a:buClr>
              <a:buSzPts val="1800"/>
              <a:buFont typeface="Source Sans Pro"/>
              <a:buChar char="●"/>
              <a:defRPr sz="1800" b="0" i="0" u="none" strike="noStrike" cap="none">
                <a:solidFill>
                  <a:srgbClr val="2F3848"/>
                </a:solidFill>
                <a:latin typeface="Source Sans Pro"/>
                <a:ea typeface="Source Sans Pro"/>
                <a:cs typeface="Source Sans Pro"/>
                <a:sym typeface="Source Sans Pro"/>
              </a:defRPr>
            </a:lvl7pPr>
            <a:lvl8pPr marL="3657600" marR="0" lvl="7" indent="-3429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F3848"/>
              </a:buClr>
              <a:buSzPts val="1800"/>
              <a:buFont typeface="Source Sans Pro"/>
              <a:buChar char="○"/>
              <a:defRPr sz="1800" b="0" i="0" u="none" strike="noStrike" cap="none">
                <a:solidFill>
                  <a:srgbClr val="2F3848"/>
                </a:solidFill>
                <a:latin typeface="Source Sans Pro"/>
                <a:ea typeface="Source Sans Pro"/>
                <a:cs typeface="Source Sans Pro"/>
                <a:sym typeface="Source Sans Pro"/>
              </a:defRPr>
            </a:lvl8pPr>
            <a:lvl9pPr marL="4114800" marR="0" lvl="8" indent="-3429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F3848"/>
              </a:buClr>
              <a:buSzPts val="1800"/>
              <a:buFont typeface="Source Sans Pro"/>
              <a:buChar char="■"/>
              <a:defRPr sz="1800" b="0" i="0" u="none" strike="noStrike" cap="none">
                <a:solidFill>
                  <a:srgbClr val="2F3848"/>
                </a:solidFill>
                <a:latin typeface="Source Sans Pro"/>
                <a:ea typeface="Source Sans Pro"/>
                <a:cs typeface="Source Sans Pro"/>
                <a:sym typeface="Source Sans Pro"/>
              </a:defRPr>
            </a:lvl9pPr>
          </a:lstStyle>
          <a:p>
            <a:pPr marL="0" indent="0">
              <a:buFont typeface="Source Sans Pro"/>
              <a:buNone/>
            </a:pPr>
            <a:r>
              <a:rPr lang="de-DE" sz="2400" u="sng" dirty="0" err="1" smtClean="0">
                <a:solidFill>
                  <a:srgbClr val="6CF3CE"/>
                </a:solidFill>
              </a:rPr>
              <a:t>You</a:t>
            </a:r>
            <a:r>
              <a:rPr lang="de-DE" sz="2400" u="sng" dirty="0" smtClean="0">
                <a:solidFill>
                  <a:srgbClr val="6CF3CE"/>
                </a:solidFill>
              </a:rPr>
              <a:t> </a:t>
            </a:r>
            <a:r>
              <a:rPr lang="de-DE" sz="2400" u="sng" dirty="0" err="1" smtClean="0">
                <a:solidFill>
                  <a:srgbClr val="6CF3CE"/>
                </a:solidFill>
              </a:rPr>
              <a:t>can</a:t>
            </a:r>
            <a:r>
              <a:rPr lang="de-DE" sz="2400" u="sng" dirty="0" smtClean="0">
                <a:solidFill>
                  <a:srgbClr val="6CF3CE"/>
                </a:solidFill>
              </a:rPr>
              <a:t> find </a:t>
            </a:r>
            <a:r>
              <a:rPr lang="de-DE" sz="2400" u="sng" dirty="0" err="1" smtClean="0">
                <a:solidFill>
                  <a:srgbClr val="6CF3CE"/>
                </a:solidFill>
              </a:rPr>
              <a:t>us</a:t>
            </a:r>
            <a:r>
              <a:rPr lang="de-DE" sz="2400" u="sng" dirty="0" smtClean="0">
                <a:solidFill>
                  <a:srgbClr val="6CF3CE"/>
                </a:solidFill>
              </a:rPr>
              <a:t> at:</a:t>
            </a:r>
          </a:p>
          <a:p>
            <a:pPr marL="0" indent="0">
              <a:buFont typeface="Source Sans Pro"/>
              <a:buNone/>
            </a:pPr>
            <a:r>
              <a:rPr lang="de-DE" sz="2400" dirty="0" smtClean="0">
                <a:solidFill>
                  <a:srgbClr val="6CF3CE"/>
                </a:solidFill>
              </a:rPr>
              <a:t>	</a:t>
            </a:r>
            <a:r>
              <a:rPr lang="de-DE" sz="2400" dirty="0" err="1" smtClean="0">
                <a:solidFill>
                  <a:srgbClr val="6CF3CE"/>
                </a:solidFill>
              </a:rPr>
              <a:t>Dirk.Barbi@awi.de</a:t>
            </a:r>
            <a:endParaRPr lang="de-DE" sz="2400" dirty="0" smtClean="0">
              <a:solidFill>
                <a:srgbClr val="6CF3CE"/>
              </a:solidFill>
            </a:endParaRPr>
          </a:p>
          <a:p>
            <a:pPr marL="0" indent="0">
              <a:buFont typeface="Source Sans Pro"/>
              <a:buNone/>
            </a:pPr>
            <a:r>
              <a:rPr lang="de-DE" sz="2400" dirty="0" smtClean="0">
                <a:solidFill>
                  <a:srgbClr val="6CF3CE"/>
                </a:solidFill>
              </a:rPr>
              <a:t>	</a:t>
            </a:r>
            <a:r>
              <a:rPr lang="de-DE" sz="2400" dirty="0" err="1" smtClean="0">
                <a:solidFill>
                  <a:srgbClr val="6CF3CE"/>
                </a:solidFill>
              </a:rPr>
              <a:t>Nadine.Wieters@awi.de</a:t>
            </a:r>
            <a:endParaRPr lang="de-DE" sz="2400" dirty="0" smtClean="0">
              <a:solidFill>
                <a:srgbClr val="6CF3CE"/>
              </a:solidFill>
            </a:endParaRPr>
          </a:p>
          <a:p>
            <a:pPr marL="0" indent="0">
              <a:buFont typeface="Source Sans Pro"/>
              <a:buNone/>
            </a:pPr>
            <a:r>
              <a:rPr lang="de-DE" sz="2400" dirty="0" smtClean="0">
                <a:solidFill>
                  <a:srgbClr val="6CF3CE"/>
                </a:solidFill>
              </a:rPr>
              <a:t>	https://</a:t>
            </a:r>
            <a:r>
              <a:rPr lang="de-DE" sz="2400" dirty="0" err="1" smtClean="0">
                <a:solidFill>
                  <a:srgbClr val="6CF3CE"/>
                </a:solidFill>
              </a:rPr>
              <a:t>gitlab.dkrz.de</a:t>
            </a:r>
            <a:r>
              <a:rPr lang="de-DE" sz="2400" dirty="0" smtClean="0">
                <a:solidFill>
                  <a:srgbClr val="6CF3CE"/>
                </a:solidFill>
              </a:rPr>
              <a:t>/</a:t>
            </a:r>
            <a:r>
              <a:rPr lang="de-DE" sz="2400" dirty="0" err="1" smtClean="0">
                <a:solidFill>
                  <a:srgbClr val="6CF3CE"/>
                </a:solidFill>
              </a:rPr>
              <a:t>esm</a:t>
            </a:r>
            <a:r>
              <a:rPr lang="de-DE" sz="2400" dirty="0" smtClean="0">
                <a:solidFill>
                  <a:srgbClr val="6CF3CE"/>
                </a:solidFill>
              </a:rPr>
              <a:t>-tools</a:t>
            </a:r>
            <a:endParaRPr lang="de-DE" sz="2400" dirty="0">
              <a:solidFill>
                <a:srgbClr val="6CF3CE"/>
              </a:solidFill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0" name="Shape 160"/>
          <p:cNvSpPr txBox="1">
            <a:spLocks noGrp="1"/>
          </p:cNvSpPr>
          <p:nvPr>
            <p:ph type="title"/>
          </p:nvPr>
        </p:nvSpPr>
        <p:spPr>
          <a:xfrm>
            <a:off x="832475" y="168450"/>
            <a:ext cx="7951800" cy="9735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de-DE" dirty="0" err="1" smtClean="0"/>
              <a:t>Credits</a:t>
            </a:r>
            <a:endParaRPr dirty="0"/>
          </a:p>
        </p:txBody>
      </p:sp>
      <p:sp>
        <p:nvSpPr>
          <p:cNvPr id="4" name="Shape 83"/>
          <p:cNvSpPr txBox="1"/>
          <p:nvPr/>
        </p:nvSpPr>
        <p:spPr>
          <a:xfrm>
            <a:off x="621102" y="4190597"/>
            <a:ext cx="8229600" cy="826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rtl="0">
              <a:spcBef>
                <a:spcPts val="1000"/>
              </a:spcBef>
              <a:spcAft>
                <a:spcPts val="0"/>
              </a:spcAft>
              <a:buNone/>
            </a:pPr>
            <a:r>
              <a:rPr lang="en" b="1" dirty="0">
                <a:solidFill>
                  <a:srgbClr val="2F3848"/>
                </a:solidFill>
                <a:latin typeface="Source Sans Pro"/>
                <a:ea typeface="Source Sans Pro"/>
                <a:cs typeface="Source Sans Pro"/>
                <a:sym typeface="Source Sans Pro"/>
              </a:rPr>
              <a:t>More info on how to use this template at </a:t>
            </a:r>
            <a:r>
              <a:rPr lang="en" b="1" u="sng" dirty="0">
                <a:solidFill>
                  <a:srgbClr val="2F3848"/>
                </a:solidFill>
                <a:latin typeface="Source Sans Pro"/>
                <a:ea typeface="Source Sans Pro"/>
                <a:cs typeface="Source Sans Pro"/>
                <a:sym typeface="Source Sans Pro"/>
                <a:hlinkClick r:id="rId3"/>
              </a:rPr>
              <a:t>www.slidescarnival.com/help-use-presentation-template</a:t>
            </a:r>
            <a:endParaRPr b="1" dirty="0">
              <a:solidFill>
                <a:srgbClr val="2F3848"/>
              </a:solidFill>
              <a:latin typeface="Source Sans Pro"/>
              <a:ea typeface="Source Sans Pro"/>
              <a:cs typeface="Source Sans Pro"/>
              <a:sym typeface="Source Sans Pro"/>
            </a:endParaRPr>
          </a:p>
          <a:p>
            <a:pPr marL="0" lvl="0" indent="0" rtl="0">
              <a:spcBef>
                <a:spcPts val="1000"/>
              </a:spcBef>
              <a:spcAft>
                <a:spcPts val="0"/>
              </a:spcAft>
              <a:buNone/>
            </a:pPr>
            <a:r>
              <a:rPr lang="en" dirty="0">
                <a:solidFill>
                  <a:srgbClr val="2F3848"/>
                </a:solidFill>
                <a:latin typeface="Source Sans Pro"/>
                <a:ea typeface="Source Sans Pro"/>
                <a:cs typeface="Source Sans Pro"/>
                <a:sym typeface="Source Sans Pro"/>
              </a:rPr>
              <a:t>This template is free to use under </a:t>
            </a:r>
            <a:r>
              <a:rPr lang="en" u="sng" dirty="0">
                <a:solidFill>
                  <a:srgbClr val="2F3848"/>
                </a:solidFill>
                <a:latin typeface="Source Sans Pro"/>
                <a:ea typeface="Source Sans Pro"/>
                <a:cs typeface="Source Sans Pro"/>
                <a:sym typeface="Source Sans Pro"/>
                <a:hlinkClick r:id="rId4"/>
              </a:rPr>
              <a:t>Creative Commons Attribution license</a:t>
            </a:r>
            <a:r>
              <a:rPr lang="en" dirty="0">
                <a:solidFill>
                  <a:srgbClr val="2F3848"/>
                </a:solidFill>
                <a:latin typeface="Source Sans Pro"/>
                <a:ea typeface="Source Sans Pro"/>
                <a:cs typeface="Source Sans Pro"/>
                <a:sym typeface="Source Sans Pro"/>
              </a:rPr>
              <a:t>. You can keep the Credits slide or mention </a:t>
            </a:r>
            <a:r>
              <a:rPr lang="en" dirty="0" err="1">
                <a:solidFill>
                  <a:srgbClr val="2F3848"/>
                </a:solidFill>
                <a:latin typeface="Source Sans Pro"/>
                <a:ea typeface="Source Sans Pro"/>
                <a:cs typeface="Source Sans Pro"/>
                <a:sym typeface="Source Sans Pro"/>
              </a:rPr>
              <a:t>SlidesCarnival</a:t>
            </a:r>
            <a:r>
              <a:rPr lang="en" dirty="0">
                <a:solidFill>
                  <a:srgbClr val="2F3848"/>
                </a:solidFill>
                <a:latin typeface="Source Sans Pro"/>
                <a:ea typeface="Source Sans Pro"/>
                <a:cs typeface="Source Sans Pro"/>
                <a:sym typeface="Source Sans Pro"/>
              </a:rPr>
              <a:t> and other resources used in a slide footer.</a:t>
            </a:r>
            <a:endParaRPr dirty="0">
              <a:solidFill>
                <a:srgbClr val="2F3848"/>
              </a:solidFill>
              <a:latin typeface="Source Sans Pro"/>
              <a:ea typeface="Source Sans Pro"/>
              <a:cs typeface="Source Sans Pro"/>
              <a:sym typeface="Source Sans Pro"/>
            </a:endParaRPr>
          </a:p>
          <a:p>
            <a:pPr marL="0" lvl="0" indent="0" rtl="0">
              <a:spcBef>
                <a:spcPts val="1000"/>
              </a:spcBef>
              <a:spcAft>
                <a:spcPts val="0"/>
              </a:spcAft>
              <a:buNone/>
            </a:pPr>
            <a:endParaRPr dirty="0">
              <a:solidFill>
                <a:srgbClr val="2F3848"/>
              </a:solidFill>
              <a:latin typeface="Source Sans Pro"/>
              <a:ea typeface="Source Sans Pro"/>
              <a:cs typeface="Source Sans Pro"/>
              <a:sym typeface="Source Sans Pro"/>
            </a:endParaRPr>
          </a:p>
          <a:p>
            <a:pPr marL="0" lvl="0" indent="0" rtl="0">
              <a:spcBef>
                <a:spcPts val="1000"/>
              </a:spcBef>
              <a:spcAft>
                <a:spcPts val="1000"/>
              </a:spcAft>
              <a:buNone/>
            </a:pPr>
            <a:endParaRPr dirty="0">
              <a:solidFill>
                <a:srgbClr val="2F3848"/>
              </a:solidFill>
              <a:latin typeface="Source Sans Pro"/>
              <a:ea typeface="Source Sans Pro"/>
              <a:cs typeface="Source Sans Pro"/>
              <a:sym typeface="Source Sans Pro"/>
            </a:endParaRPr>
          </a:p>
        </p:txBody>
      </p:sp>
      <p:pic>
        <p:nvPicPr>
          <p:cNvPr id="5" name="Bild 5" descr="AWI_WortBildmarke_Farbe_CMYK(1).eps"/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89687" y="2831148"/>
            <a:ext cx="2372225" cy="934751"/>
          </a:xfrm>
          <a:prstGeom prst="rect">
            <a:avLst/>
          </a:prstGeom>
        </p:spPr>
      </p:pic>
      <p:pic>
        <p:nvPicPr>
          <p:cNvPr id="6" name="Bild 3" descr="RZ_ESM-Logo_RGB_72dpi_extended.jpeg"/>
          <p:cNvPicPr>
            <a:picLocks noChangeAspect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805197" y="2831148"/>
            <a:ext cx="2723230" cy="936389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theme/theme1.xml><?xml version="1.0" encoding="utf-8"?>
<a:theme xmlns:a="http://schemas.openxmlformats.org/drawingml/2006/main" name="Benedick template">
  <a:themeElements>
    <a:clrScheme name="Custom 347">
      <a:dk1>
        <a:srgbClr val="000000"/>
      </a:dk1>
      <a:lt1>
        <a:srgbClr val="FFFFFF"/>
      </a:lt1>
      <a:dk2>
        <a:srgbClr val="666666"/>
      </a:dk2>
      <a:lt2>
        <a:srgbClr val="CCCCCC"/>
      </a:lt2>
      <a:accent1>
        <a:srgbClr val="3A81BA"/>
      </a:accent1>
      <a:accent2>
        <a:srgbClr val="D89F39"/>
      </a:accent2>
      <a:accent3>
        <a:srgbClr val="8BAB42"/>
      </a:accent3>
      <a:accent4>
        <a:srgbClr val="57A7B5"/>
      </a:accent4>
      <a:accent5>
        <a:srgbClr val="8B81D2"/>
      </a:accent5>
      <a:accent6>
        <a:srgbClr val="963334"/>
      </a:accent6>
      <a:hlink>
        <a:srgbClr val="1155CC"/>
      </a:hlink>
      <a:folHlink>
        <a:srgbClr val="6611C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3040</TotalTime>
  <Words>831</Words>
  <Application>Microsoft Macintosh PowerPoint</Application>
  <PresentationFormat>On-screen Show (4:3)</PresentationFormat>
  <Paragraphs>178</Paragraphs>
  <Slides>22</Slides>
  <Notes>22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22</vt:i4>
      </vt:variant>
    </vt:vector>
  </HeadingPairs>
  <TitlesOfParts>
    <vt:vector size="26" baseType="lpstr">
      <vt:lpstr>Source Sans Pro</vt:lpstr>
      <vt:lpstr>STIXNonUnicode-Regular</vt:lpstr>
      <vt:lpstr>Arial</vt:lpstr>
      <vt:lpstr>Benedick template</vt:lpstr>
      <vt:lpstr>ESM–TOOLS An Overview</vt:lpstr>
      <vt:lpstr>ESM-Tools</vt:lpstr>
      <vt:lpstr>ESM-Tools - Overview</vt:lpstr>
      <vt:lpstr>Suggested usage of the esm-tools</vt:lpstr>
      <vt:lpstr>1. esm-master</vt:lpstr>
      <vt:lpstr>esm-master</vt:lpstr>
      <vt:lpstr>2. esm-environment</vt:lpstr>
      <vt:lpstr>esm-environment</vt:lpstr>
      <vt:lpstr>3. esm-runscripts</vt:lpstr>
      <vt:lpstr>esm-runscripts</vt:lpstr>
      <vt:lpstr>esm-runscripts – more than runscripts</vt:lpstr>
      <vt:lpstr>PowerPoint Presentation</vt:lpstr>
      <vt:lpstr>MODULARITY</vt:lpstr>
      <vt:lpstr>esm-runscripts – main benefits</vt:lpstr>
      <vt:lpstr>PowerPoint Presentation</vt:lpstr>
      <vt:lpstr>4. esm-usermanual</vt:lpstr>
      <vt:lpstr>esm-usermanual</vt:lpstr>
      <vt:lpstr>5. esm-workshop</vt:lpstr>
      <vt:lpstr>esm-workshop </vt:lpstr>
      <vt:lpstr>More to come…</vt:lpstr>
      <vt:lpstr>Thanks!</vt:lpstr>
      <vt:lpstr>Credits</vt:lpstr>
    </vt:vector>
  </TitlesOfParts>
  <LinksUpToDate>false</LinksUpToDate>
  <SharedDoc>false</SharedDoc>
  <HyperlinksChanged>false</HyperlinksChanged>
  <AppVersion>15.0038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THIS IS YOUR PRESENTATION TITLE</dc:title>
  <cp:lastModifiedBy>Microsoft Office User</cp:lastModifiedBy>
  <cp:revision>43</cp:revision>
  <dcterms:modified xsi:type="dcterms:W3CDTF">2018-06-19T11:12:13Z</dcterms:modified>
</cp:coreProperties>
</file>