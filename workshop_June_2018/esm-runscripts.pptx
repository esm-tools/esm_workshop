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56" r:id="rId2"/>
    <p:sldId id="259" r:id="rId3"/>
    <p:sldId id="260" r:id="rId4"/>
    <p:sldId id="261" r:id="rId5"/>
    <p:sldId id="269" r:id="rId6"/>
    <p:sldId id="262" r:id="rId7"/>
    <p:sldId id="263" r:id="rId8"/>
    <p:sldId id="270" r:id="rId9"/>
    <p:sldId id="264" r:id="rId10"/>
    <p:sldId id="265" r:id="rId11"/>
    <p:sldId id="268" r:id="rId12"/>
    <p:sldId id="272" r:id="rId13"/>
    <p:sldId id="271" r:id="rId14"/>
    <p:sldId id="273" r:id="rId15"/>
    <p:sldId id="274" r:id="rId16"/>
    <p:sldId id="275" r:id="rId17"/>
    <p:sldId id="276" r:id="rId18"/>
    <p:sldId id="277" r:id="rId19"/>
    <p:sldId id="267" r:id="rId20"/>
    <p:sldId id="278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62"/>
    <p:restoredTop sz="94582"/>
  </p:normalViewPr>
  <p:slideViewPr>
    <p:cSldViewPr snapToGrid="0" snapToObjects="1">
      <p:cViewPr varScale="1">
        <p:scale>
          <a:sx n="132" d="100"/>
          <a:sy n="132" d="100"/>
        </p:scale>
        <p:origin x="832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F85242C-A70E-324F-B7FD-725B4353976D}" type="doc">
      <dgm:prSet loTypeId="urn:microsoft.com/office/officeart/2005/8/layout/cycle3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EE1F1F4-360E-F84F-BD4A-319C018EB91D}">
      <dgm:prSet phldrT="[Text]"/>
      <dgm:spPr>
        <a:gradFill rotWithShape="0">
          <a:gsLst>
            <a:gs pos="0">
              <a:schemeClr val="accent2"/>
            </a:gs>
            <a:gs pos="45000">
              <a:schemeClr val="bg2">
                <a:lumMod val="60000"/>
                <a:lumOff val="40000"/>
              </a:schemeClr>
            </a:gs>
            <a:gs pos="83000">
              <a:schemeClr val="bg2">
                <a:lumMod val="40000"/>
                <a:lumOff val="60000"/>
              </a:schemeClr>
            </a:gs>
            <a:gs pos="100000">
              <a:schemeClr val="bg2">
                <a:lumMod val="20000"/>
                <a:lumOff val="80000"/>
              </a:schemeClr>
            </a:gs>
          </a:gsLst>
          <a:lin ang="5400000" scaled="1"/>
        </a:gradFill>
      </dgm:spPr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Gather information</a:t>
          </a:r>
          <a:endParaRPr lang="en-US" dirty="0">
            <a:solidFill>
              <a:schemeClr val="tx1"/>
            </a:solidFill>
          </a:endParaRPr>
        </a:p>
      </dgm:t>
    </dgm:pt>
    <dgm:pt modelId="{08570987-67BB-9A4E-AF76-064C41F7187A}" type="parTrans" cxnId="{4F8D3375-F75B-D74F-8F3C-14BCF7BDE070}">
      <dgm:prSet/>
      <dgm:spPr/>
      <dgm:t>
        <a:bodyPr/>
        <a:lstStyle/>
        <a:p>
          <a:endParaRPr lang="en-US"/>
        </a:p>
      </dgm:t>
    </dgm:pt>
    <dgm:pt modelId="{6118C7D7-D409-3D49-B282-276DC5259E68}" type="sibTrans" cxnId="{4F8D3375-F75B-D74F-8F3C-14BCF7BDE070}">
      <dgm:prSet/>
      <dgm:spPr/>
      <dgm:t>
        <a:bodyPr/>
        <a:lstStyle/>
        <a:p>
          <a:endParaRPr lang="en-US"/>
        </a:p>
      </dgm:t>
    </dgm:pt>
    <dgm:pt modelId="{60E03644-B66B-404B-98C9-E2D9CCDEC1A0}">
      <dgm:prSet phldrT="[Text]"/>
      <dgm:spPr>
        <a:gradFill rotWithShape="0">
          <a:gsLst>
            <a:gs pos="0">
              <a:schemeClr val="accent2"/>
            </a:gs>
            <a:gs pos="45000">
              <a:schemeClr val="bg2">
                <a:lumMod val="60000"/>
                <a:lumOff val="40000"/>
              </a:schemeClr>
            </a:gs>
            <a:gs pos="83000">
              <a:schemeClr val="bg2">
                <a:lumMod val="40000"/>
                <a:lumOff val="60000"/>
              </a:schemeClr>
            </a:gs>
            <a:gs pos="100000">
              <a:schemeClr val="bg2">
                <a:lumMod val="20000"/>
                <a:lumOff val="80000"/>
              </a:schemeClr>
            </a:gs>
          </a:gsLst>
          <a:lin ang="5400000" scaled="1"/>
        </a:gradFill>
      </dgm:spPr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Prepare Data Folders</a:t>
          </a:r>
        </a:p>
      </dgm:t>
    </dgm:pt>
    <dgm:pt modelId="{B16178DA-0F16-324C-B4A2-F361482EA82E}" type="parTrans" cxnId="{CAEFD771-F57E-4C47-A4BD-2BF1EB1A65BD}">
      <dgm:prSet/>
      <dgm:spPr/>
      <dgm:t>
        <a:bodyPr/>
        <a:lstStyle/>
        <a:p>
          <a:endParaRPr lang="en-US"/>
        </a:p>
      </dgm:t>
    </dgm:pt>
    <dgm:pt modelId="{E7B00188-239A-4347-9A3E-1C8EFA29B9AE}" type="sibTrans" cxnId="{CAEFD771-F57E-4C47-A4BD-2BF1EB1A65BD}">
      <dgm:prSet/>
      <dgm:spPr/>
      <dgm:t>
        <a:bodyPr/>
        <a:lstStyle/>
        <a:p>
          <a:endParaRPr lang="en-US"/>
        </a:p>
      </dgm:t>
    </dgm:pt>
    <dgm:pt modelId="{58410CE4-7655-FB49-AF80-8CFFF8FBAFB9}">
      <dgm:prSet phldrT="[Text]"/>
      <dgm:spPr>
        <a:gradFill rotWithShape="0">
          <a:gsLst>
            <a:gs pos="0">
              <a:schemeClr val="accent2"/>
            </a:gs>
            <a:gs pos="45000">
              <a:schemeClr val="bg2">
                <a:lumMod val="60000"/>
                <a:lumOff val="40000"/>
              </a:schemeClr>
            </a:gs>
            <a:gs pos="83000">
              <a:schemeClr val="bg2">
                <a:lumMod val="40000"/>
                <a:lumOff val="60000"/>
              </a:schemeClr>
            </a:gs>
            <a:gs pos="100000">
              <a:schemeClr val="bg2">
                <a:lumMod val="20000"/>
                <a:lumOff val="80000"/>
              </a:schemeClr>
            </a:gs>
          </a:gsLst>
          <a:lin ang="5400000" scaled="1"/>
        </a:gradFill>
      </dgm:spPr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Modify Files</a:t>
          </a:r>
        </a:p>
      </dgm:t>
    </dgm:pt>
    <dgm:pt modelId="{A05C89F3-43BD-3D46-AB20-5C1BA16A71EC}" type="parTrans" cxnId="{20D6E448-A56F-834A-BD45-E66198AAAB4C}">
      <dgm:prSet/>
      <dgm:spPr/>
      <dgm:t>
        <a:bodyPr/>
        <a:lstStyle/>
        <a:p>
          <a:endParaRPr lang="en-US"/>
        </a:p>
      </dgm:t>
    </dgm:pt>
    <dgm:pt modelId="{1BDC45DF-45C7-3747-9BE9-2F8F290FB146}" type="sibTrans" cxnId="{20D6E448-A56F-834A-BD45-E66198AAAB4C}">
      <dgm:prSet/>
      <dgm:spPr/>
      <dgm:t>
        <a:bodyPr/>
        <a:lstStyle/>
        <a:p>
          <a:endParaRPr lang="en-US"/>
        </a:p>
      </dgm:t>
    </dgm:pt>
    <dgm:pt modelId="{81C284D5-79A1-2A4F-91D4-1940A4389123}">
      <dgm:prSet phldrT="[Text]"/>
      <dgm:spPr>
        <a:gradFill rotWithShape="0">
          <a:gsLst>
            <a:gs pos="0">
              <a:schemeClr val="accent2"/>
            </a:gs>
            <a:gs pos="45000">
              <a:schemeClr val="bg2">
                <a:lumMod val="60000"/>
                <a:lumOff val="40000"/>
              </a:schemeClr>
            </a:gs>
            <a:gs pos="83000">
              <a:schemeClr val="bg2">
                <a:lumMod val="40000"/>
                <a:lumOff val="60000"/>
              </a:schemeClr>
            </a:gs>
            <a:gs pos="100000">
              <a:schemeClr val="bg2">
                <a:lumMod val="20000"/>
                <a:lumOff val="80000"/>
              </a:schemeClr>
            </a:gs>
          </a:gsLst>
          <a:lin ang="5400000" scaled="1"/>
        </a:gradFill>
      </dgm:spPr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Prepare Work</a:t>
          </a:r>
        </a:p>
      </dgm:t>
    </dgm:pt>
    <dgm:pt modelId="{275D2DC2-74D4-1A49-B1DA-7351747A669A}" type="parTrans" cxnId="{C562315E-0453-D54A-8FBD-60193F4E8FCA}">
      <dgm:prSet/>
      <dgm:spPr/>
      <dgm:t>
        <a:bodyPr/>
        <a:lstStyle/>
        <a:p>
          <a:endParaRPr lang="en-US"/>
        </a:p>
      </dgm:t>
    </dgm:pt>
    <dgm:pt modelId="{3642D51B-07EF-F149-8E2B-F4111937F504}" type="sibTrans" cxnId="{C562315E-0453-D54A-8FBD-60193F4E8FCA}">
      <dgm:prSet/>
      <dgm:spPr/>
      <dgm:t>
        <a:bodyPr/>
        <a:lstStyle/>
        <a:p>
          <a:endParaRPr lang="en-US"/>
        </a:p>
      </dgm:t>
    </dgm:pt>
    <dgm:pt modelId="{5D7682E6-1142-7F46-8245-DAF276F8D9A2}">
      <dgm:prSet phldrT="[Text]"/>
      <dgm:spPr>
        <a:gradFill rotWithShape="0">
          <a:gsLst>
            <a:gs pos="0">
              <a:schemeClr val="accent2"/>
            </a:gs>
            <a:gs pos="45000">
              <a:schemeClr val="bg2">
                <a:lumMod val="60000"/>
                <a:lumOff val="40000"/>
              </a:schemeClr>
            </a:gs>
            <a:gs pos="83000">
              <a:schemeClr val="bg2">
                <a:lumMod val="40000"/>
                <a:lumOff val="60000"/>
              </a:schemeClr>
            </a:gs>
            <a:gs pos="100000">
              <a:schemeClr val="bg2">
                <a:lumMod val="20000"/>
                <a:lumOff val="80000"/>
              </a:schemeClr>
            </a:gs>
          </a:gsLst>
          <a:lin ang="5400000" scaled="1"/>
        </a:gradFill>
      </dgm:spPr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Run Simulation</a:t>
          </a:r>
        </a:p>
      </dgm:t>
    </dgm:pt>
    <dgm:pt modelId="{B9040EA6-B5EE-0343-8760-A4A1FE78E425}" type="parTrans" cxnId="{37CFAD4E-5DE1-FC4E-97A3-641B82F35499}">
      <dgm:prSet/>
      <dgm:spPr/>
      <dgm:t>
        <a:bodyPr/>
        <a:lstStyle/>
        <a:p>
          <a:endParaRPr lang="en-US"/>
        </a:p>
      </dgm:t>
    </dgm:pt>
    <dgm:pt modelId="{2E1C575F-3B56-9A45-8658-C38955EA8496}" type="sibTrans" cxnId="{37CFAD4E-5DE1-FC4E-97A3-641B82F35499}">
      <dgm:prSet/>
      <dgm:spPr/>
      <dgm:t>
        <a:bodyPr/>
        <a:lstStyle/>
        <a:p>
          <a:endParaRPr lang="en-US"/>
        </a:p>
      </dgm:t>
    </dgm:pt>
    <dgm:pt modelId="{068B269F-C7E3-3D44-AE31-7EB860602A26}">
      <dgm:prSet phldrT="[Text]"/>
      <dgm:spPr>
        <a:gradFill rotWithShape="0">
          <a:gsLst>
            <a:gs pos="0">
              <a:schemeClr val="accent2"/>
            </a:gs>
            <a:gs pos="45000">
              <a:schemeClr val="bg2">
                <a:lumMod val="60000"/>
                <a:lumOff val="40000"/>
              </a:schemeClr>
            </a:gs>
            <a:gs pos="83000">
              <a:schemeClr val="bg2">
                <a:lumMod val="40000"/>
                <a:lumOff val="60000"/>
              </a:schemeClr>
            </a:gs>
            <a:gs pos="100000">
              <a:schemeClr val="bg2">
                <a:lumMod val="20000"/>
                <a:lumOff val="80000"/>
              </a:schemeClr>
            </a:gs>
          </a:gsLst>
          <a:lin ang="5400000" scaled="1"/>
        </a:gradFill>
      </dgm:spPr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Cleanup</a:t>
          </a:r>
        </a:p>
      </dgm:t>
    </dgm:pt>
    <dgm:pt modelId="{F971FF57-CAE6-DE42-88D5-C686E95B121E}" type="parTrans" cxnId="{9C792B3A-3333-0142-8EF3-0ECD861AD4FB}">
      <dgm:prSet/>
      <dgm:spPr/>
      <dgm:t>
        <a:bodyPr/>
        <a:lstStyle/>
        <a:p>
          <a:endParaRPr lang="en-US"/>
        </a:p>
      </dgm:t>
    </dgm:pt>
    <dgm:pt modelId="{D3BCE325-BDC2-EF40-8B40-1919FEB7774C}" type="sibTrans" cxnId="{9C792B3A-3333-0142-8EF3-0ECD861AD4FB}">
      <dgm:prSet/>
      <dgm:spPr/>
      <dgm:t>
        <a:bodyPr/>
        <a:lstStyle/>
        <a:p>
          <a:endParaRPr lang="en-US"/>
        </a:p>
      </dgm:t>
    </dgm:pt>
    <dgm:pt modelId="{7C12B112-9E7D-A94A-8FA7-499EC1505570}">
      <dgm:prSet phldrT="[Text]"/>
      <dgm:spPr>
        <a:gradFill rotWithShape="0">
          <a:gsLst>
            <a:gs pos="0">
              <a:schemeClr val="accent2"/>
            </a:gs>
            <a:gs pos="45000">
              <a:schemeClr val="bg2">
                <a:lumMod val="60000"/>
                <a:lumOff val="40000"/>
              </a:schemeClr>
            </a:gs>
            <a:gs pos="83000">
              <a:schemeClr val="bg2">
                <a:lumMod val="40000"/>
                <a:lumOff val="60000"/>
              </a:schemeClr>
            </a:gs>
            <a:gs pos="100000">
              <a:schemeClr val="bg2">
                <a:lumMod val="20000"/>
                <a:lumOff val="80000"/>
              </a:schemeClr>
            </a:gs>
          </a:gsLst>
          <a:lin ang="5400000" scaled="1"/>
        </a:gradFill>
      </dgm:spPr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Resubmit</a:t>
          </a:r>
        </a:p>
      </dgm:t>
    </dgm:pt>
    <dgm:pt modelId="{24E98C63-CDAF-8143-B597-CDA2B8D7DA08}" type="parTrans" cxnId="{8A73AE57-26F5-B740-A6E9-6E41F3E733B9}">
      <dgm:prSet/>
      <dgm:spPr/>
      <dgm:t>
        <a:bodyPr/>
        <a:lstStyle/>
        <a:p>
          <a:endParaRPr lang="en-US"/>
        </a:p>
      </dgm:t>
    </dgm:pt>
    <dgm:pt modelId="{3170398B-5470-B84A-836B-DC9650D98F1A}" type="sibTrans" cxnId="{8A73AE57-26F5-B740-A6E9-6E41F3E733B9}">
      <dgm:prSet/>
      <dgm:spPr/>
      <dgm:t>
        <a:bodyPr/>
        <a:lstStyle/>
        <a:p>
          <a:endParaRPr lang="en-US"/>
        </a:p>
      </dgm:t>
    </dgm:pt>
    <dgm:pt modelId="{A5B58545-ECAD-B142-ABCD-34F1A636957D}" type="pres">
      <dgm:prSet presAssocID="{DF85242C-A70E-324F-B7FD-725B4353976D}" presName="Name0" presStyleCnt="0">
        <dgm:presLayoutVars>
          <dgm:dir/>
          <dgm:resizeHandles val="exact"/>
        </dgm:presLayoutVars>
      </dgm:prSet>
      <dgm:spPr/>
    </dgm:pt>
    <dgm:pt modelId="{7594330D-E289-5347-BBF2-D86437F681CC}" type="pres">
      <dgm:prSet presAssocID="{DF85242C-A70E-324F-B7FD-725B4353976D}" presName="cycle" presStyleCnt="0"/>
      <dgm:spPr/>
    </dgm:pt>
    <dgm:pt modelId="{B919B7EB-5F8D-A24C-8848-E09E288EB6A1}" type="pres">
      <dgm:prSet presAssocID="{4EE1F1F4-360E-F84F-BD4A-319C018EB91D}" presName="nodeFirstNode" presStyleLbl="node1" presStyleIdx="0" presStyleCnt="7" custScaleX="97320" custScaleY="9732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D5368EA-BF6D-DF42-9F0C-74E82E8BE4D9}" type="pres">
      <dgm:prSet presAssocID="{6118C7D7-D409-3D49-B282-276DC5259E68}" presName="sibTransFirstNode" presStyleLbl="bgShp" presStyleIdx="0" presStyleCnt="1" custLinFactNeighborX="187" custLinFactNeighborY="374"/>
      <dgm:spPr/>
    </dgm:pt>
    <dgm:pt modelId="{49DCD6D4-96E5-9448-B80E-211EFC7741F9}" type="pres">
      <dgm:prSet presAssocID="{60E03644-B66B-404B-98C9-E2D9CCDEC1A0}" presName="nodeFollowingNodes" presStyleLbl="node1" presStyleIdx="1" presStyleCnt="7" custScaleX="96714" custScaleY="96714" custRadScaleRad="118857" custRadScaleInc="14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748A2EC-65FD-1F44-8EFF-4F425E64AA59}" type="pres">
      <dgm:prSet presAssocID="{58410CE4-7655-FB49-AF80-8CFFF8FBAFB9}" presName="nodeFollowingNodes" presStyleLbl="node1" presStyleIdx="2" presStyleCnt="7" custScaleX="96263" custScaleY="96263" custRadScaleRad="119055" custRadScaleInc="37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1A876EC-F120-214A-9CB9-2AB4BB1B0618}" type="pres">
      <dgm:prSet presAssocID="{81C284D5-79A1-2A4F-91D4-1940A4389123}" presName="nodeFollowingNodes" presStyleLbl="node1" presStyleIdx="3" presStyleCnt="7" custScaleX="97582" custScaleY="97582" custRadScaleRad="119055" custRadScaleInc="37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9CB9D64-7B54-A345-9319-0FE1A656C208}" type="pres">
      <dgm:prSet presAssocID="{5D7682E6-1142-7F46-8245-DAF276F8D9A2}" presName="nodeFollowingNodes" presStyleLbl="node1" presStyleIdx="4" presStyleCnt="7" custScaleX="97582" custScaleY="97582" custRadScaleRad="119055" custRadScaleInc="375">
        <dgm:presLayoutVars>
          <dgm:bulletEnabled val="1"/>
        </dgm:presLayoutVars>
      </dgm:prSet>
      <dgm:spPr/>
    </dgm:pt>
    <dgm:pt modelId="{00DF580C-DBFD-F943-9025-39524E0E0424}" type="pres">
      <dgm:prSet presAssocID="{068B269F-C7E3-3D44-AE31-7EB860602A26}" presName="nodeFollowingNodes" presStyleLbl="node1" presStyleIdx="5" presStyleCnt="7" custScaleX="96671" custScaleY="96671" custRadScaleRad="119055" custRadScaleInc="375">
        <dgm:presLayoutVars>
          <dgm:bulletEnabled val="1"/>
        </dgm:presLayoutVars>
      </dgm:prSet>
      <dgm:spPr/>
    </dgm:pt>
    <dgm:pt modelId="{BD0431F4-4F1A-4640-A035-C38322093092}" type="pres">
      <dgm:prSet presAssocID="{7C12B112-9E7D-A94A-8FA7-499EC1505570}" presName="nodeFollowingNodes" presStyleLbl="node1" presStyleIdx="6" presStyleCnt="7" custScaleX="96882" custScaleY="96883" custRadScaleRad="119055" custRadScaleInc="37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1DF21580-FAD9-9A43-A4AF-198657CBEA7D}" type="presOf" srcId="{4EE1F1F4-360E-F84F-BD4A-319C018EB91D}" destId="{B919B7EB-5F8D-A24C-8848-E09E288EB6A1}" srcOrd="0" destOrd="0" presId="urn:microsoft.com/office/officeart/2005/8/layout/cycle3"/>
    <dgm:cxn modelId="{30A46B52-C02E-F34E-BD7C-7444B5FA58F8}" type="presOf" srcId="{068B269F-C7E3-3D44-AE31-7EB860602A26}" destId="{00DF580C-DBFD-F943-9025-39524E0E0424}" srcOrd="0" destOrd="0" presId="urn:microsoft.com/office/officeart/2005/8/layout/cycle3"/>
    <dgm:cxn modelId="{870021A8-8629-3643-8C91-524FE9A3F800}" type="presOf" srcId="{6118C7D7-D409-3D49-B282-276DC5259E68}" destId="{CD5368EA-BF6D-DF42-9F0C-74E82E8BE4D9}" srcOrd="0" destOrd="0" presId="urn:microsoft.com/office/officeart/2005/8/layout/cycle3"/>
    <dgm:cxn modelId="{C562315E-0453-D54A-8FBD-60193F4E8FCA}" srcId="{DF85242C-A70E-324F-B7FD-725B4353976D}" destId="{81C284D5-79A1-2A4F-91D4-1940A4389123}" srcOrd="3" destOrd="0" parTransId="{275D2DC2-74D4-1A49-B1DA-7351747A669A}" sibTransId="{3642D51B-07EF-F149-8E2B-F4111937F504}"/>
    <dgm:cxn modelId="{6FA12C5E-84DA-BB48-893E-6471DBC9FF50}" type="presOf" srcId="{60E03644-B66B-404B-98C9-E2D9CCDEC1A0}" destId="{49DCD6D4-96E5-9448-B80E-211EFC7741F9}" srcOrd="0" destOrd="0" presId="urn:microsoft.com/office/officeart/2005/8/layout/cycle3"/>
    <dgm:cxn modelId="{20D6E448-A56F-834A-BD45-E66198AAAB4C}" srcId="{DF85242C-A70E-324F-B7FD-725B4353976D}" destId="{58410CE4-7655-FB49-AF80-8CFFF8FBAFB9}" srcOrd="2" destOrd="0" parTransId="{A05C89F3-43BD-3D46-AB20-5C1BA16A71EC}" sibTransId="{1BDC45DF-45C7-3747-9BE9-2F8F290FB146}"/>
    <dgm:cxn modelId="{A3329A4A-2921-1845-82F1-1B48D9D16A5B}" type="presOf" srcId="{DF85242C-A70E-324F-B7FD-725B4353976D}" destId="{A5B58545-ECAD-B142-ABCD-34F1A636957D}" srcOrd="0" destOrd="0" presId="urn:microsoft.com/office/officeart/2005/8/layout/cycle3"/>
    <dgm:cxn modelId="{F07241DD-C365-EE4E-8C4F-AFA6BC291514}" type="presOf" srcId="{58410CE4-7655-FB49-AF80-8CFFF8FBAFB9}" destId="{2748A2EC-65FD-1F44-8EFF-4F425E64AA59}" srcOrd="0" destOrd="0" presId="urn:microsoft.com/office/officeart/2005/8/layout/cycle3"/>
    <dgm:cxn modelId="{8A73AE57-26F5-B740-A6E9-6E41F3E733B9}" srcId="{DF85242C-A70E-324F-B7FD-725B4353976D}" destId="{7C12B112-9E7D-A94A-8FA7-499EC1505570}" srcOrd="6" destOrd="0" parTransId="{24E98C63-CDAF-8143-B597-CDA2B8D7DA08}" sibTransId="{3170398B-5470-B84A-836B-DC9650D98F1A}"/>
    <dgm:cxn modelId="{37CFAD4E-5DE1-FC4E-97A3-641B82F35499}" srcId="{DF85242C-A70E-324F-B7FD-725B4353976D}" destId="{5D7682E6-1142-7F46-8245-DAF276F8D9A2}" srcOrd="4" destOrd="0" parTransId="{B9040EA6-B5EE-0343-8760-A4A1FE78E425}" sibTransId="{2E1C575F-3B56-9A45-8658-C38955EA8496}"/>
    <dgm:cxn modelId="{ABABFEF8-6933-434B-BF8E-C292AB24C053}" type="presOf" srcId="{81C284D5-79A1-2A4F-91D4-1940A4389123}" destId="{E1A876EC-F120-214A-9CB9-2AB4BB1B0618}" srcOrd="0" destOrd="0" presId="urn:microsoft.com/office/officeart/2005/8/layout/cycle3"/>
    <dgm:cxn modelId="{CAEFD771-F57E-4C47-A4BD-2BF1EB1A65BD}" srcId="{DF85242C-A70E-324F-B7FD-725B4353976D}" destId="{60E03644-B66B-404B-98C9-E2D9CCDEC1A0}" srcOrd="1" destOrd="0" parTransId="{B16178DA-0F16-324C-B4A2-F361482EA82E}" sibTransId="{E7B00188-239A-4347-9A3E-1C8EFA29B9AE}"/>
    <dgm:cxn modelId="{9C792B3A-3333-0142-8EF3-0ECD861AD4FB}" srcId="{DF85242C-A70E-324F-B7FD-725B4353976D}" destId="{068B269F-C7E3-3D44-AE31-7EB860602A26}" srcOrd="5" destOrd="0" parTransId="{F971FF57-CAE6-DE42-88D5-C686E95B121E}" sibTransId="{D3BCE325-BDC2-EF40-8B40-1919FEB7774C}"/>
    <dgm:cxn modelId="{4F8D3375-F75B-D74F-8F3C-14BCF7BDE070}" srcId="{DF85242C-A70E-324F-B7FD-725B4353976D}" destId="{4EE1F1F4-360E-F84F-BD4A-319C018EB91D}" srcOrd="0" destOrd="0" parTransId="{08570987-67BB-9A4E-AF76-064C41F7187A}" sibTransId="{6118C7D7-D409-3D49-B282-276DC5259E68}"/>
    <dgm:cxn modelId="{0E90B353-7735-AF40-9AC5-9A50CED51378}" type="presOf" srcId="{5D7682E6-1142-7F46-8245-DAF276F8D9A2}" destId="{D9CB9D64-7B54-A345-9319-0FE1A656C208}" srcOrd="0" destOrd="0" presId="urn:microsoft.com/office/officeart/2005/8/layout/cycle3"/>
    <dgm:cxn modelId="{31ED1F26-2087-FF44-8293-A6EF3E9285A3}" type="presOf" srcId="{7C12B112-9E7D-A94A-8FA7-499EC1505570}" destId="{BD0431F4-4F1A-4640-A035-C38322093092}" srcOrd="0" destOrd="0" presId="urn:microsoft.com/office/officeart/2005/8/layout/cycle3"/>
    <dgm:cxn modelId="{76853C54-86CB-564B-8251-DF27AAD2F751}" type="presParOf" srcId="{A5B58545-ECAD-B142-ABCD-34F1A636957D}" destId="{7594330D-E289-5347-BBF2-D86437F681CC}" srcOrd="0" destOrd="0" presId="urn:microsoft.com/office/officeart/2005/8/layout/cycle3"/>
    <dgm:cxn modelId="{715D69BA-546F-F747-96AC-9E437274D976}" type="presParOf" srcId="{7594330D-E289-5347-BBF2-D86437F681CC}" destId="{B919B7EB-5F8D-A24C-8848-E09E288EB6A1}" srcOrd="0" destOrd="0" presId="urn:microsoft.com/office/officeart/2005/8/layout/cycle3"/>
    <dgm:cxn modelId="{B41A38D5-DCB2-1048-B298-23A5E89FE923}" type="presParOf" srcId="{7594330D-E289-5347-BBF2-D86437F681CC}" destId="{CD5368EA-BF6D-DF42-9F0C-74E82E8BE4D9}" srcOrd="1" destOrd="0" presId="urn:microsoft.com/office/officeart/2005/8/layout/cycle3"/>
    <dgm:cxn modelId="{6A65599B-B622-C14F-AD95-D94A9E47F05C}" type="presParOf" srcId="{7594330D-E289-5347-BBF2-D86437F681CC}" destId="{49DCD6D4-96E5-9448-B80E-211EFC7741F9}" srcOrd="2" destOrd="0" presId="urn:microsoft.com/office/officeart/2005/8/layout/cycle3"/>
    <dgm:cxn modelId="{4EC36004-3441-D24A-8D06-3804E991CA8F}" type="presParOf" srcId="{7594330D-E289-5347-BBF2-D86437F681CC}" destId="{2748A2EC-65FD-1F44-8EFF-4F425E64AA59}" srcOrd="3" destOrd="0" presId="urn:microsoft.com/office/officeart/2005/8/layout/cycle3"/>
    <dgm:cxn modelId="{11B2683D-254F-704F-888C-117883743E3B}" type="presParOf" srcId="{7594330D-E289-5347-BBF2-D86437F681CC}" destId="{E1A876EC-F120-214A-9CB9-2AB4BB1B0618}" srcOrd="4" destOrd="0" presId="urn:microsoft.com/office/officeart/2005/8/layout/cycle3"/>
    <dgm:cxn modelId="{966130C3-B744-8640-AFBF-A2D6233D0DDC}" type="presParOf" srcId="{7594330D-E289-5347-BBF2-D86437F681CC}" destId="{D9CB9D64-7B54-A345-9319-0FE1A656C208}" srcOrd="5" destOrd="0" presId="urn:microsoft.com/office/officeart/2005/8/layout/cycle3"/>
    <dgm:cxn modelId="{E1C54DBD-940B-A94C-93A2-12D5CBCA096B}" type="presParOf" srcId="{7594330D-E289-5347-BBF2-D86437F681CC}" destId="{00DF580C-DBFD-F943-9025-39524E0E0424}" srcOrd="6" destOrd="0" presId="urn:microsoft.com/office/officeart/2005/8/layout/cycle3"/>
    <dgm:cxn modelId="{BF7A23FA-D75D-8B47-B010-399AB7686901}" type="presParOf" srcId="{7594330D-E289-5347-BBF2-D86437F681CC}" destId="{BD0431F4-4F1A-4640-A035-C38322093092}" srcOrd="7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5368EA-BF6D-DF42-9F0C-74E82E8BE4D9}">
      <dsp:nvSpPr>
        <dsp:cNvPr id="0" name=""/>
        <dsp:cNvSpPr/>
      </dsp:nvSpPr>
      <dsp:spPr>
        <a:xfrm>
          <a:off x="834958" y="-6212"/>
          <a:ext cx="4445508" cy="4445508"/>
        </a:xfrm>
        <a:prstGeom prst="circularArrow">
          <a:avLst>
            <a:gd name="adj1" fmla="val 5544"/>
            <a:gd name="adj2" fmla="val 330680"/>
            <a:gd name="adj3" fmla="val 14565144"/>
            <a:gd name="adj4" fmla="val 16922046"/>
            <a:gd name="adj5" fmla="val 5757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63500" sx="101000" sy="101000" algn="ctr" rotWithShape="0">
            <a:srgbClr val="000000">
              <a:alpha val="40000"/>
            </a:srgbClr>
          </a:outerShdw>
        </a:effectLst>
        <a:scene3d>
          <a:camera prst="perspectiveFront" fov="3000000"/>
          <a:lightRig rig="threePt" dir="tl"/>
        </a:scene3d>
        <a:sp3d>
          <a:bevelT w="0" h="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B919B7EB-5F8D-A24C-8848-E09E288EB6A1}">
      <dsp:nvSpPr>
        <dsp:cNvPr id="0" name=""/>
        <dsp:cNvSpPr/>
      </dsp:nvSpPr>
      <dsp:spPr>
        <a:xfrm>
          <a:off x="2381689" y="11000"/>
          <a:ext cx="1335420" cy="667710"/>
        </a:xfrm>
        <a:prstGeom prst="roundRect">
          <a:avLst/>
        </a:prstGeom>
        <a:gradFill rotWithShape="0">
          <a:gsLst>
            <a:gs pos="0">
              <a:schemeClr val="accent2"/>
            </a:gs>
            <a:gs pos="45000">
              <a:schemeClr val="bg2">
                <a:lumMod val="60000"/>
                <a:lumOff val="40000"/>
              </a:schemeClr>
            </a:gs>
            <a:gs pos="83000">
              <a:schemeClr val="bg2">
                <a:lumMod val="40000"/>
                <a:lumOff val="60000"/>
              </a:schemeClr>
            </a:gs>
            <a:gs pos="100000">
              <a:schemeClr val="bg2">
                <a:lumMod val="20000"/>
                <a:lumOff val="80000"/>
              </a:schemeClr>
            </a:gs>
          </a:gsLst>
          <a:lin ang="5400000" scaled="1"/>
        </a:gradFill>
        <a:ln>
          <a:noFill/>
        </a:ln>
        <a:effectLst>
          <a:outerShdw blurRad="63500" sx="101000" sy="101000" algn="ctr" rotWithShape="0">
            <a:srgbClr val="000000">
              <a:alpha val="40000"/>
            </a:srgbClr>
          </a:outerShdw>
        </a:effectLst>
        <a:scene3d>
          <a:camera prst="perspectiveFront" fov="3000000"/>
          <a:lightRig rig="threePt" dir="tl"/>
        </a:scene3d>
        <a:sp3d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solidFill>
                <a:schemeClr val="tx1"/>
              </a:solidFill>
            </a:rPr>
            <a:t>Gather information</a:t>
          </a:r>
          <a:endParaRPr lang="en-US" sz="1600" kern="1200" dirty="0">
            <a:solidFill>
              <a:schemeClr val="tx1"/>
            </a:solidFill>
          </a:endParaRPr>
        </a:p>
      </dsp:txBody>
      <dsp:txXfrm>
        <a:off x="2414284" y="43595"/>
        <a:ext cx="1270230" cy="602520"/>
      </dsp:txXfrm>
    </dsp:sp>
    <dsp:sp modelId="{49DCD6D4-96E5-9448-B80E-211EFC7741F9}">
      <dsp:nvSpPr>
        <dsp:cNvPr id="0" name=""/>
        <dsp:cNvSpPr/>
      </dsp:nvSpPr>
      <dsp:spPr>
        <a:xfrm>
          <a:off x="4162868" y="523470"/>
          <a:ext cx="1327104" cy="663552"/>
        </a:xfrm>
        <a:prstGeom prst="roundRect">
          <a:avLst/>
        </a:prstGeom>
        <a:gradFill rotWithShape="0">
          <a:gsLst>
            <a:gs pos="0">
              <a:schemeClr val="accent2"/>
            </a:gs>
            <a:gs pos="45000">
              <a:schemeClr val="bg2">
                <a:lumMod val="60000"/>
                <a:lumOff val="40000"/>
              </a:schemeClr>
            </a:gs>
            <a:gs pos="83000">
              <a:schemeClr val="bg2">
                <a:lumMod val="40000"/>
                <a:lumOff val="60000"/>
              </a:schemeClr>
            </a:gs>
            <a:gs pos="100000">
              <a:schemeClr val="bg2">
                <a:lumMod val="20000"/>
                <a:lumOff val="80000"/>
              </a:schemeClr>
            </a:gs>
          </a:gsLst>
          <a:lin ang="5400000" scaled="1"/>
        </a:gradFill>
        <a:ln>
          <a:noFill/>
        </a:ln>
        <a:effectLst>
          <a:outerShdw blurRad="63500" sx="101000" sy="101000" algn="ctr" rotWithShape="0">
            <a:srgbClr val="000000">
              <a:alpha val="40000"/>
            </a:srgbClr>
          </a:outerShdw>
        </a:effectLst>
        <a:scene3d>
          <a:camera prst="perspectiveFront" fov="3000000"/>
          <a:lightRig rig="threePt" dir="tl"/>
        </a:scene3d>
        <a:sp3d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solidFill>
                <a:schemeClr val="tx1"/>
              </a:solidFill>
            </a:rPr>
            <a:t>Prepare Data Folders</a:t>
          </a:r>
        </a:p>
      </dsp:txBody>
      <dsp:txXfrm>
        <a:off x="4195260" y="555862"/>
        <a:ext cx="1262320" cy="598768"/>
      </dsp:txXfrm>
    </dsp:sp>
    <dsp:sp modelId="{2748A2EC-65FD-1F44-8EFF-4F425E64AA59}">
      <dsp:nvSpPr>
        <dsp:cNvPr id="0" name=""/>
        <dsp:cNvSpPr/>
      </dsp:nvSpPr>
      <dsp:spPr>
        <a:xfrm>
          <a:off x="4587837" y="2419067"/>
          <a:ext cx="1320916" cy="660458"/>
        </a:xfrm>
        <a:prstGeom prst="roundRect">
          <a:avLst/>
        </a:prstGeom>
        <a:gradFill rotWithShape="0">
          <a:gsLst>
            <a:gs pos="0">
              <a:schemeClr val="accent2"/>
            </a:gs>
            <a:gs pos="45000">
              <a:schemeClr val="bg2">
                <a:lumMod val="60000"/>
                <a:lumOff val="40000"/>
              </a:schemeClr>
            </a:gs>
            <a:gs pos="83000">
              <a:schemeClr val="bg2">
                <a:lumMod val="40000"/>
                <a:lumOff val="60000"/>
              </a:schemeClr>
            </a:gs>
            <a:gs pos="100000">
              <a:schemeClr val="bg2">
                <a:lumMod val="20000"/>
                <a:lumOff val="80000"/>
              </a:schemeClr>
            </a:gs>
          </a:gsLst>
          <a:lin ang="5400000" scaled="1"/>
        </a:gradFill>
        <a:ln>
          <a:noFill/>
        </a:ln>
        <a:effectLst>
          <a:outerShdw blurRad="63500" sx="101000" sy="101000" algn="ctr" rotWithShape="0">
            <a:srgbClr val="000000">
              <a:alpha val="40000"/>
            </a:srgbClr>
          </a:outerShdw>
        </a:effectLst>
        <a:scene3d>
          <a:camera prst="perspectiveFront" fov="3000000"/>
          <a:lightRig rig="threePt" dir="tl"/>
        </a:scene3d>
        <a:sp3d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solidFill>
                <a:schemeClr val="tx1"/>
              </a:solidFill>
            </a:rPr>
            <a:t>Modify Files</a:t>
          </a:r>
        </a:p>
      </dsp:txBody>
      <dsp:txXfrm>
        <a:off x="4620078" y="2451308"/>
        <a:ext cx="1256434" cy="595976"/>
      </dsp:txXfrm>
    </dsp:sp>
    <dsp:sp modelId="{E1A876EC-F120-214A-9CB9-2AB4BB1B0618}">
      <dsp:nvSpPr>
        <dsp:cNvPr id="0" name=""/>
        <dsp:cNvSpPr/>
      </dsp:nvSpPr>
      <dsp:spPr>
        <a:xfrm>
          <a:off x="3353162" y="3624843"/>
          <a:ext cx="1339015" cy="669507"/>
        </a:xfrm>
        <a:prstGeom prst="roundRect">
          <a:avLst/>
        </a:prstGeom>
        <a:gradFill rotWithShape="0">
          <a:gsLst>
            <a:gs pos="0">
              <a:schemeClr val="accent2"/>
            </a:gs>
            <a:gs pos="45000">
              <a:schemeClr val="bg2">
                <a:lumMod val="60000"/>
                <a:lumOff val="40000"/>
              </a:schemeClr>
            </a:gs>
            <a:gs pos="83000">
              <a:schemeClr val="bg2">
                <a:lumMod val="40000"/>
                <a:lumOff val="60000"/>
              </a:schemeClr>
            </a:gs>
            <a:gs pos="100000">
              <a:schemeClr val="bg2">
                <a:lumMod val="20000"/>
                <a:lumOff val="80000"/>
              </a:schemeClr>
            </a:gs>
          </a:gsLst>
          <a:lin ang="5400000" scaled="1"/>
        </a:gradFill>
        <a:ln>
          <a:noFill/>
        </a:ln>
        <a:effectLst>
          <a:outerShdw blurRad="63500" sx="101000" sy="101000" algn="ctr" rotWithShape="0">
            <a:srgbClr val="000000">
              <a:alpha val="40000"/>
            </a:srgbClr>
          </a:outerShdw>
        </a:effectLst>
        <a:scene3d>
          <a:camera prst="perspectiveFront" fov="3000000"/>
          <a:lightRig rig="threePt" dir="tl"/>
        </a:scene3d>
        <a:sp3d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solidFill>
                <a:schemeClr val="tx1"/>
              </a:solidFill>
            </a:rPr>
            <a:t>Prepare Work</a:t>
          </a:r>
        </a:p>
      </dsp:txBody>
      <dsp:txXfrm>
        <a:off x="3385845" y="3657526"/>
        <a:ext cx="1273649" cy="604141"/>
      </dsp:txXfrm>
    </dsp:sp>
    <dsp:sp modelId="{D9CB9D64-7B54-A345-9319-0FE1A656C208}">
      <dsp:nvSpPr>
        <dsp:cNvPr id="0" name=""/>
        <dsp:cNvSpPr/>
      </dsp:nvSpPr>
      <dsp:spPr>
        <a:xfrm>
          <a:off x="1394643" y="3624843"/>
          <a:ext cx="1339015" cy="669507"/>
        </a:xfrm>
        <a:prstGeom prst="roundRect">
          <a:avLst/>
        </a:prstGeom>
        <a:gradFill rotWithShape="0">
          <a:gsLst>
            <a:gs pos="0">
              <a:schemeClr val="accent2"/>
            </a:gs>
            <a:gs pos="45000">
              <a:schemeClr val="bg2">
                <a:lumMod val="60000"/>
                <a:lumOff val="40000"/>
              </a:schemeClr>
            </a:gs>
            <a:gs pos="83000">
              <a:schemeClr val="bg2">
                <a:lumMod val="40000"/>
                <a:lumOff val="60000"/>
              </a:schemeClr>
            </a:gs>
            <a:gs pos="100000">
              <a:schemeClr val="bg2">
                <a:lumMod val="20000"/>
                <a:lumOff val="80000"/>
              </a:schemeClr>
            </a:gs>
          </a:gsLst>
          <a:lin ang="5400000" scaled="1"/>
        </a:gradFill>
        <a:ln>
          <a:noFill/>
        </a:ln>
        <a:effectLst>
          <a:outerShdw blurRad="63500" sx="101000" sy="101000" algn="ctr" rotWithShape="0">
            <a:srgbClr val="000000">
              <a:alpha val="40000"/>
            </a:srgbClr>
          </a:outerShdw>
        </a:effectLst>
        <a:scene3d>
          <a:camera prst="perspectiveFront" fov="3000000"/>
          <a:lightRig rig="threePt" dir="tl"/>
        </a:scene3d>
        <a:sp3d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solidFill>
                <a:schemeClr val="tx1"/>
              </a:solidFill>
            </a:rPr>
            <a:t>Run Simulation</a:t>
          </a:r>
        </a:p>
      </dsp:txBody>
      <dsp:txXfrm>
        <a:off x="1427326" y="3657526"/>
        <a:ext cx="1273649" cy="604141"/>
      </dsp:txXfrm>
    </dsp:sp>
    <dsp:sp modelId="{00DF580C-DBFD-F943-9025-39524E0E0424}">
      <dsp:nvSpPr>
        <dsp:cNvPr id="0" name=""/>
        <dsp:cNvSpPr/>
      </dsp:nvSpPr>
      <dsp:spPr>
        <a:xfrm>
          <a:off x="184287" y="2404706"/>
          <a:ext cx="1326514" cy="663257"/>
        </a:xfrm>
        <a:prstGeom prst="roundRect">
          <a:avLst/>
        </a:prstGeom>
        <a:gradFill rotWithShape="0">
          <a:gsLst>
            <a:gs pos="0">
              <a:schemeClr val="accent2"/>
            </a:gs>
            <a:gs pos="45000">
              <a:schemeClr val="bg2">
                <a:lumMod val="60000"/>
                <a:lumOff val="40000"/>
              </a:schemeClr>
            </a:gs>
            <a:gs pos="83000">
              <a:schemeClr val="bg2">
                <a:lumMod val="40000"/>
                <a:lumOff val="60000"/>
              </a:schemeClr>
            </a:gs>
            <a:gs pos="100000">
              <a:schemeClr val="bg2">
                <a:lumMod val="20000"/>
                <a:lumOff val="80000"/>
              </a:schemeClr>
            </a:gs>
          </a:gsLst>
          <a:lin ang="5400000" scaled="1"/>
        </a:gradFill>
        <a:ln>
          <a:noFill/>
        </a:ln>
        <a:effectLst>
          <a:outerShdw blurRad="63500" sx="101000" sy="101000" algn="ctr" rotWithShape="0">
            <a:srgbClr val="000000">
              <a:alpha val="40000"/>
            </a:srgbClr>
          </a:outerShdw>
        </a:effectLst>
        <a:scene3d>
          <a:camera prst="perspectiveFront" fov="3000000"/>
          <a:lightRig rig="threePt" dir="tl"/>
        </a:scene3d>
        <a:sp3d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solidFill>
                <a:schemeClr val="tx1"/>
              </a:solidFill>
            </a:rPr>
            <a:t>Cleanup</a:t>
          </a:r>
        </a:p>
      </dsp:txBody>
      <dsp:txXfrm>
        <a:off x="216665" y="2437084"/>
        <a:ext cx="1261758" cy="598501"/>
      </dsp:txXfrm>
    </dsp:sp>
    <dsp:sp modelId="{BD0431F4-4F1A-4640-A035-C38322093092}">
      <dsp:nvSpPr>
        <dsp:cNvPr id="0" name=""/>
        <dsp:cNvSpPr/>
      </dsp:nvSpPr>
      <dsp:spPr>
        <a:xfrm>
          <a:off x="624274" y="495848"/>
          <a:ext cx="1329410" cy="664711"/>
        </a:xfrm>
        <a:prstGeom prst="roundRect">
          <a:avLst/>
        </a:prstGeom>
        <a:gradFill rotWithShape="0">
          <a:gsLst>
            <a:gs pos="0">
              <a:schemeClr val="accent2"/>
            </a:gs>
            <a:gs pos="45000">
              <a:schemeClr val="bg2">
                <a:lumMod val="60000"/>
                <a:lumOff val="40000"/>
              </a:schemeClr>
            </a:gs>
            <a:gs pos="83000">
              <a:schemeClr val="bg2">
                <a:lumMod val="40000"/>
                <a:lumOff val="60000"/>
              </a:schemeClr>
            </a:gs>
            <a:gs pos="100000">
              <a:schemeClr val="bg2">
                <a:lumMod val="20000"/>
                <a:lumOff val="80000"/>
              </a:schemeClr>
            </a:gs>
          </a:gsLst>
          <a:lin ang="5400000" scaled="1"/>
        </a:gradFill>
        <a:ln>
          <a:noFill/>
        </a:ln>
        <a:effectLst>
          <a:outerShdw blurRad="63500" sx="101000" sy="101000" algn="ctr" rotWithShape="0">
            <a:srgbClr val="000000">
              <a:alpha val="40000"/>
            </a:srgbClr>
          </a:outerShdw>
        </a:effectLst>
        <a:scene3d>
          <a:camera prst="perspectiveFront" fov="3000000"/>
          <a:lightRig rig="threePt" dir="tl"/>
        </a:scene3d>
        <a:sp3d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solidFill>
                <a:schemeClr val="tx1"/>
              </a:solidFill>
            </a:rPr>
            <a:t>Resubmit</a:t>
          </a:r>
        </a:p>
      </dsp:txBody>
      <dsp:txXfrm>
        <a:off x="656723" y="528297"/>
        <a:ext cx="1264512" cy="59981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78F8E-D26A-284B-9357-DDCFDFB39E6E}" type="datetimeFigureOut">
              <a:rPr lang="en-US" smtClean="0"/>
              <a:t>6/16/18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13BD78-A329-1E48-8C24-CCF4F30C61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610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13BD78-A329-1E48-8C24-CCF4F30C615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6533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13BD78-A329-1E48-8C24-CCF4F30C615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2618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13BD78-A329-1E48-8C24-CCF4F30C615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6763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13BD78-A329-1E48-8C24-CCF4F30C615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2793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13BD78-A329-1E48-8C24-CCF4F30C615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4581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13BD78-A329-1E48-8C24-CCF4F30C615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7583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13BD78-A329-1E48-8C24-CCF4F30C615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8942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13BD78-A329-1E48-8C24-CCF4F30C615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5384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13BD78-A329-1E48-8C24-CCF4F30C615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6944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13BD78-A329-1E48-8C24-CCF4F30C615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999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486873" y="411480"/>
            <a:ext cx="8170254" cy="6035040"/>
            <a:chOff x="486873" y="411480"/>
            <a:chExt cx="8170254" cy="6035040"/>
          </a:xfrm>
        </p:grpSpPr>
        <p:sp>
          <p:nvSpPr>
            <p:cNvPr id="8" name="Rectangle 7"/>
            <p:cNvSpPr/>
            <p:nvPr/>
          </p:nvSpPr>
          <p:spPr>
            <a:xfrm>
              <a:off x="486873" y="411480"/>
              <a:ext cx="8170254" cy="603504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  <a:effectLst>
              <a:outerShdw blurRad="63500" sx="101000" sy="101000" algn="ctr" rotWithShape="0">
                <a:prstClr val="black">
                  <a:alpha val="40000"/>
                </a:prstClr>
              </a:outerShdw>
            </a:effectLst>
            <a:scene3d>
              <a:camera prst="perspectiveFront" fov="4800000"/>
              <a:lightRig rig="threePt" dir="t"/>
            </a:scene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>
              <a:spLocks/>
            </p:cNvSpPr>
            <p:nvPr/>
          </p:nvSpPr>
          <p:spPr>
            <a:xfrm>
              <a:off x="562843" y="475488"/>
              <a:ext cx="7982712" cy="5888736"/>
            </a:xfrm>
            <a:prstGeom prst="rect">
              <a:avLst/>
            </a:prstGeom>
            <a:noFill/>
            <a:ln w="12700"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15" name="Straight Connector 14"/>
            <p:cNvCxnSpPr/>
            <p:nvPr/>
          </p:nvCxnSpPr>
          <p:spPr>
            <a:xfrm>
              <a:off x="562842" y="6133646"/>
              <a:ext cx="7982712" cy="1472"/>
            </a:xfrm>
            <a:prstGeom prst="line">
              <a:avLst/>
            </a:prstGeom>
            <a:noFill/>
            <a:ln w="12700"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7" name="Rectangle 16"/>
            <p:cNvSpPr/>
            <p:nvPr/>
          </p:nvSpPr>
          <p:spPr>
            <a:xfrm>
              <a:off x="562843" y="457200"/>
              <a:ext cx="7982712" cy="2578608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3175"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3950"/>
            <a:ext cx="7342188" cy="1924050"/>
          </a:xfrm>
        </p:spPr>
        <p:txBody>
          <a:bodyPr anchor="b" anchorCtr="0">
            <a:noAutofit/>
          </a:bodyPr>
          <a:lstStyle>
            <a:lvl1pPr>
              <a:defRPr sz="5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Click to edit Master title style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429000"/>
            <a:ext cx="7342188" cy="1752600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ts val="300"/>
              </a:spcBef>
              <a:buClr>
                <a:schemeClr val="tx1">
                  <a:lumMod val="75000"/>
                  <a:lumOff val="25000"/>
                </a:schemeClr>
              </a:buClr>
              <a:buFont typeface="Arial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73741" y="6122894"/>
            <a:ext cx="2133600" cy="259317"/>
          </a:xfrm>
        </p:spPr>
        <p:txBody>
          <a:bodyPr/>
          <a:lstStyle/>
          <a:p>
            <a:fld id="{7D290233-0DD1-4A80-BB1E-9ADC3556DBB6}" type="datetimeFigureOut">
              <a:rPr lang="en-US" smtClean="0"/>
              <a:t>6/16/18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638800" y="6122894"/>
            <a:ext cx="2895600" cy="25781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191000" y="6122894"/>
            <a:ext cx="762000" cy="271463"/>
          </a:xfrm>
        </p:spPr>
        <p:txBody>
          <a:bodyPr/>
          <a:lstStyle/>
          <a:p>
            <a:fld id="{CFE4BAC9-6D41-4691-9299-18EF07EF017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182880" y="173699"/>
            <a:ext cx="8778240" cy="6510602"/>
            <a:chOff x="182880" y="173699"/>
            <a:chExt cx="8778240" cy="6510602"/>
          </a:xfrm>
        </p:grpSpPr>
        <p:sp>
          <p:nvSpPr>
            <p:cNvPr id="13" name="Rectangle 12"/>
            <p:cNvSpPr/>
            <p:nvPr/>
          </p:nvSpPr>
          <p:spPr>
            <a:xfrm>
              <a:off x="182880" y="173699"/>
              <a:ext cx="8778240" cy="651060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  <a:effectLst>
              <a:outerShdw blurRad="63500" sx="101000" sy="101000" algn="ctr" rotWithShape="0">
                <a:prstClr val="black">
                  <a:alpha val="40000"/>
                </a:prstClr>
              </a:outerShdw>
            </a:effectLst>
            <a:scene3d>
              <a:camera prst="perspectiveFront" fov="4800000"/>
              <a:lightRig rig="threePt" dir="t"/>
            </a:scene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" name="Group 10"/>
            <p:cNvGrpSpPr/>
            <p:nvPr/>
          </p:nvGrpSpPr>
          <p:grpSpPr>
            <a:xfrm>
              <a:off x="256032" y="237744"/>
              <a:ext cx="8622792" cy="6364224"/>
              <a:chOff x="247157" y="247430"/>
              <a:chExt cx="8622792" cy="6364224"/>
            </a:xfrm>
          </p:grpSpPr>
          <p:sp>
            <p:nvSpPr>
              <p:cNvPr id="19" name="Rectangle 18"/>
              <p:cNvSpPr>
                <a:spLocks/>
              </p:cNvSpPr>
              <p:nvPr/>
            </p:nvSpPr>
            <p:spPr>
              <a:xfrm>
                <a:off x="247157" y="247430"/>
                <a:ext cx="8622792" cy="6364224"/>
              </a:xfrm>
              <a:prstGeom prst="rect">
                <a:avLst/>
              </a:prstGeom>
              <a:noFill/>
              <a:ln w="12700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20" name="Straight Connector 19"/>
              <p:cNvCxnSpPr/>
              <p:nvPr/>
            </p:nvCxnSpPr>
            <p:spPr>
              <a:xfrm>
                <a:off x="247157" y="6389024"/>
                <a:ext cx="8622792" cy="1588"/>
              </a:xfrm>
              <a:prstGeom prst="line">
                <a:avLst/>
              </a:prstGeom>
              <a:noFill/>
              <a:ln w="12700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21" name="Rectangle 20"/>
              <p:cNvSpPr/>
              <p:nvPr/>
            </p:nvSpPr>
            <p:spPr>
              <a:xfrm>
                <a:off x="247157" y="1612392"/>
                <a:ext cx="8622792" cy="64008"/>
              </a:xfrm>
              <a:prstGeom prst="rect">
                <a:avLst/>
              </a:prstGeom>
              <a:solidFill>
                <a:schemeClr val="bg2">
                  <a:lumMod val="40000"/>
                  <a:lumOff val="60000"/>
                </a:schemeClr>
              </a:solidFill>
              <a:ln w="3175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  <a:p>
            <a:pPr lvl="5"/>
            <a:r>
              <a:rPr lang="en-US" dirty="0" smtClean="0"/>
              <a:t>Sixth level</a:t>
            </a:r>
          </a:p>
          <a:p>
            <a:pPr lvl="6"/>
            <a:r>
              <a:rPr lang="en-US" dirty="0" smtClean="0"/>
              <a:t>Seventh level</a:t>
            </a:r>
          </a:p>
          <a:p>
            <a:pPr lvl="7"/>
            <a:r>
              <a:rPr lang="en-US" dirty="0" smtClean="0"/>
              <a:t>Eighth level</a:t>
            </a:r>
          </a:p>
          <a:p>
            <a:pPr lvl="8"/>
            <a:r>
              <a:rPr lang="en-US" dirty="0" smtClean="0"/>
              <a:t>Ninth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90233-0DD1-4A80-BB1E-9ADC3556DBB6}" type="datetimeFigureOut">
              <a:rPr lang="en-US" smtClean="0"/>
              <a:t>6/16/18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4BAC9-6D41-4691-9299-18EF07EF017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486873" y="411480"/>
            <a:ext cx="8170254" cy="6035040"/>
            <a:chOff x="486873" y="411480"/>
            <a:chExt cx="8170254" cy="6035040"/>
          </a:xfrm>
        </p:grpSpPr>
        <p:sp>
          <p:nvSpPr>
            <p:cNvPr id="12" name="Rectangle 11"/>
            <p:cNvSpPr/>
            <p:nvPr/>
          </p:nvSpPr>
          <p:spPr>
            <a:xfrm>
              <a:off x="486873" y="411480"/>
              <a:ext cx="8170254" cy="603504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  <a:effectLst>
              <a:outerShdw blurRad="63500" sx="101000" sy="101000" algn="ctr" rotWithShape="0">
                <a:prstClr val="black">
                  <a:alpha val="40000"/>
                </a:prstClr>
              </a:outerShdw>
            </a:effectLst>
            <a:scene3d>
              <a:camera prst="perspectiveFront" fov="4800000"/>
              <a:lightRig rig="threePt" dir="t"/>
            </a:scene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" name="Group 11"/>
            <p:cNvGrpSpPr/>
            <p:nvPr/>
          </p:nvGrpSpPr>
          <p:grpSpPr>
            <a:xfrm>
              <a:off x="562842" y="475488"/>
              <a:ext cx="7982713" cy="5888736"/>
              <a:chOff x="562842" y="475488"/>
              <a:chExt cx="7982713" cy="5888736"/>
            </a:xfrm>
          </p:grpSpPr>
          <p:sp>
            <p:nvSpPr>
              <p:cNvPr id="8" name="Rectangle 7"/>
              <p:cNvSpPr>
                <a:spLocks/>
              </p:cNvSpPr>
              <p:nvPr/>
            </p:nvSpPr>
            <p:spPr>
              <a:xfrm>
                <a:off x="562843" y="475488"/>
                <a:ext cx="7982712" cy="5888736"/>
              </a:xfrm>
              <a:prstGeom prst="rect">
                <a:avLst/>
              </a:prstGeom>
              <a:noFill/>
              <a:ln w="12700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9" name="Straight Connector 8"/>
              <p:cNvCxnSpPr/>
              <p:nvPr/>
            </p:nvCxnSpPr>
            <p:spPr>
              <a:xfrm>
                <a:off x="562842" y="6133646"/>
                <a:ext cx="7982712" cy="1472"/>
              </a:xfrm>
              <a:prstGeom prst="line">
                <a:avLst/>
              </a:prstGeom>
              <a:noFill/>
              <a:ln w="12700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562842" y="3427528"/>
                <a:ext cx="7982712" cy="1472"/>
              </a:xfrm>
              <a:prstGeom prst="line">
                <a:avLst/>
              </a:prstGeom>
              <a:noFill/>
              <a:ln w="12700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00113" y="3442447"/>
            <a:ext cx="7345362" cy="1532965"/>
          </a:xfrm>
        </p:spPr>
        <p:txBody>
          <a:bodyPr anchor="b" anchorCtr="0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00113" y="5029200"/>
            <a:ext cx="7345362" cy="990600"/>
          </a:xfrm>
        </p:spPr>
        <p:txBody>
          <a:bodyPr>
            <a:normAutofit/>
          </a:bodyPr>
          <a:lstStyle>
            <a:lvl1pPr marL="0" indent="0" algn="ctr">
              <a:spcBef>
                <a:spcPts val="300"/>
              </a:spcBef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69259" y="6122894"/>
            <a:ext cx="2133600" cy="259317"/>
          </a:xfrm>
        </p:spPr>
        <p:txBody>
          <a:bodyPr/>
          <a:lstStyle/>
          <a:p>
            <a:fld id="{7D290233-0DD1-4A80-BB1E-9ADC3556DBB6}" type="datetimeFigureOut">
              <a:rPr lang="en-US" smtClean="0"/>
              <a:t>6/16/18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638800" y="6124401"/>
            <a:ext cx="2895600" cy="257810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2"/>
          </p:nvPr>
        </p:nvSpPr>
        <p:spPr>
          <a:xfrm>
            <a:off x="636493" y="533400"/>
            <a:ext cx="7836408" cy="2828925"/>
          </a:xfrm>
        </p:spPr>
        <p:txBody>
          <a:bodyPr>
            <a:normAutofit/>
          </a:bodyPr>
          <a:lstStyle>
            <a:lvl1pPr>
              <a:buNone/>
              <a:defRPr sz="2000"/>
            </a:lvl1pPr>
          </a:lstStyle>
          <a:p>
            <a:r>
              <a:rPr lang="en-US" smtClean="0"/>
              <a:t>Click icon to add picture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182880" y="173699"/>
            <a:ext cx="8778240" cy="6510602"/>
            <a:chOff x="182880" y="173699"/>
            <a:chExt cx="8778240" cy="6510602"/>
          </a:xfrm>
        </p:grpSpPr>
        <p:sp>
          <p:nvSpPr>
            <p:cNvPr id="12" name="Rectangle 11"/>
            <p:cNvSpPr/>
            <p:nvPr/>
          </p:nvSpPr>
          <p:spPr>
            <a:xfrm>
              <a:off x="182880" y="173699"/>
              <a:ext cx="8778240" cy="651060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  <a:effectLst>
              <a:outerShdw blurRad="63500" sx="101000" sy="101000" algn="ctr" rotWithShape="0">
                <a:prstClr val="black">
                  <a:alpha val="40000"/>
                </a:prstClr>
              </a:outerShdw>
            </a:effectLst>
            <a:scene3d>
              <a:camera prst="perspectiveFront" fov="4800000"/>
              <a:lightRig rig="threePt" dir="t"/>
            </a:scene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" name="Group 10"/>
            <p:cNvGrpSpPr/>
            <p:nvPr/>
          </p:nvGrpSpPr>
          <p:grpSpPr>
            <a:xfrm>
              <a:off x="256032" y="237744"/>
              <a:ext cx="8622792" cy="6364224"/>
              <a:chOff x="247157" y="247430"/>
              <a:chExt cx="8622792" cy="6364224"/>
            </a:xfrm>
          </p:grpSpPr>
          <p:sp>
            <p:nvSpPr>
              <p:cNvPr id="27" name="Rectangle 26"/>
              <p:cNvSpPr>
                <a:spLocks/>
              </p:cNvSpPr>
              <p:nvPr/>
            </p:nvSpPr>
            <p:spPr>
              <a:xfrm>
                <a:off x="247157" y="247430"/>
                <a:ext cx="8622792" cy="6364224"/>
              </a:xfrm>
              <a:prstGeom prst="rect">
                <a:avLst/>
              </a:prstGeom>
              <a:noFill/>
              <a:ln w="12700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28" name="Straight Connector 27"/>
              <p:cNvCxnSpPr/>
              <p:nvPr/>
            </p:nvCxnSpPr>
            <p:spPr>
              <a:xfrm>
                <a:off x="247157" y="6389024"/>
                <a:ext cx="8622792" cy="1588"/>
              </a:xfrm>
              <a:prstGeom prst="line">
                <a:avLst/>
              </a:prstGeom>
              <a:noFill/>
              <a:ln w="12700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0113" y="1371600"/>
            <a:ext cx="7345362" cy="1676400"/>
          </a:xfrm>
        </p:spPr>
        <p:txBody>
          <a:bodyPr anchor="b" anchorCtr="0">
            <a:noAutofit/>
          </a:bodyPr>
          <a:lstStyle>
            <a:lvl1pPr algn="ctr">
              <a:defRPr sz="5400" b="0" i="0" cap="none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0113" y="3134566"/>
            <a:ext cx="7345362" cy="1500187"/>
          </a:xfrm>
        </p:spPr>
        <p:txBody>
          <a:bodyPr anchor="t" anchorCtr="0"/>
          <a:lstStyle>
            <a:lvl1pPr marL="0" indent="0" algn="ctr">
              <a:spcBef>
                <a:spcPts val="300"/>
              </a:spcBef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90233-0DD1-4A80-BB1E-9ADC3556DBB6}" type="datetimeFigureOut">
              <a:rPr lang="en-US" smtClean="0"/>
              <a:t>6/16/18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4BAC9-6D41-4691-9299-18EF07EF017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182880" y="173699"/>
            <a:ext cx="8778240" cy="6510602"/>
            <a:chOff x="182880" y="173699"/>
            <a:chExt cx="8778240" cy="6510602"/>
          </a:xfrm>
        </p:grpSpPr>
        <p:sp>
          <p:nvSpPr>
            <p:cNvPr id="21" name="Rectangle 20"/>
            <p:cNvSpPr/>
            <p:nvPr/>
          </p:nvSpPr>
          <p:spPr>
            <a:xfrm>
              <a:off x="182880" y="173699"/>
              <a:ext cx="8778240" cy="651060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  <a:effectLst>
              <a:outerShdw blurRad="63500" sx="101000" sy="101000" algn="ctr" rotWithShape="0">
                <a:prstClr val="black">
                  <a:alpha val="40000"/>
                </a:prstClr>
              </a:outerShdw>
            </a:effectLst>
            <a:scene3d>
              <a:camera prst="perspectiveFront" fov="4800000"/>
              <a:lightRig rig="threePt" dir="t"/>
            </a:scene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2" name="Group 10"/>
            <p:cNvGrpSpPr/>
            <p:nvPr/>
          </p:nvGrpSpPr>
          <p:grpSpPr>
            <a:xfrm>
              <a:off x="256032" y="237744"/>
              <a:ext cx="8622792" cy="6364224"/>
              <a:chOff x="247157" y="247430"/>
              <a:chExt cx="8622792" cy="6364224"/>
            </a:xfrm>
          </p:grpSpPr>
          <p:sp>
            <p:nvSpPr>
              <p:cNvPr id="23" name="Rectangle 22"/>
              <p:cNvSpPr>
                <a:spLocks/>
              </p:cNvSpPr>
              <p:nvPr/>
            </p:nvSpPr>
            <p:spPr>
              <a:xfrm>
                <a:off x="247157" y="247430"/>
                <a:ext cx="8622792" cy="6364224"/>
              </a:xfrm>
              <a:prstGeom prst="rect">
                <a:avLst/>
              </a:prstGeom>
              <a:noFill/>
              <a:ln w="12700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24" name="Straight Connector 23"/>
              <p:cNvCxnSpPr/>
              <p:nvPr/>
            </p:nvCxnSpPr>
            <p:spPr>
              <a:xfrm>
                <a:off x="247157" y="6389024"/>
                <a:ext cx="8622792" cy="1588"/>
              </a:xfrm>
              <a:prstGeom prst="line">
                <a:avLst/>
              </a:prstGeom>
              <a:noFill/>
              <a:ln w="12700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25" name="Rectangle 24"/>
              <p:cNvSpPr/>
              <p:nvPr/>
            </p:nvSpPr>
            <p:spPr>
              <a:xfrm>
                <a:off x="247157" y="1612392"/>
                <a:ext cx="8622792" cy="64008"/>
              </a:xfrm>
              <a:prstGeom prst="rect">
                <a:avLst/>
              </a:prstGeom>
              <a:solidFill>
                <a:schemeClr val="bg2">
                  <a:lumMod val="40000"/>
                  <a:lumOff val="60000"/>
                </a:schemeClr>
              </a:solidFill>
              <a:ln w="3175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0111" y="2147888"/>
            <a:ext cx="3566160" cy="392747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199" y="2147888"/>
            <a:ext cx="3566160" cy="392747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90233-0DD1-4A80-BB1E-9ADC3556DBB6}" type="datetimeFigureOut">
              <a:rPr lang="en-US" smtClean="0"/>
              <a:t>6/16/18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4BAC9-6D41-4691-9299-18EF07EF017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182880" y="173699"/>
            <a:ext cx="8778240" cy="6510602"/>
            <a:chOff x="182880" y="173699"/>
            <a:chExt cx="8778240" cy="6510602"/>
          </a:xfrm>
        </p:grpSpPr>
        <p:grpSp>
          <p:nvGrpSpPr>
            <p:cNvPr id="26" name="Group 25"/>
            <p:cNvGrpSpPr/>
            <p:nvPr/>
          </p:nvGrpSpPr>
          <p:grpSpPr>
            <a:xfrm>
              <a:off x="182880" y="173699"/>
              <a:ext cx="8778240" cy="6510602"/>
              <a:chOff x="182880" y="173699"/>
              <a:chExt cx="8778240" cy="6510602"/>
            </a:xfrm>
          </p:grpSpPr>
          <p:sp>
            <p:nvSpPr>
              <p:cNvPr id="27" name="Rectangle 26"/>
              <p:cNvSpPr/>
              <p:nvPr/>
            </p:nvSpPr>
            <p:spPr>
              <a:xfrm>
                <a:off x="182880" y="173699"/>
                <a:ext cx="8778240" cy="651060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noFill/>
              </a:ln>
              <a:effectLst>
                <a:outerShdw blurRad="63500" sx="101000" sy="101000" algn="ctr" rotWithShape="0">
                  <a:prstClr val="black">
                    <a:alpha val="40000"/>
                  </a:prstClr>
                </a:outerShdw>
              </a:effectLst>
              <a:scene3d>
                <a:camera prst="perspectiveFront" fov="4800000"/>
                <a:lightRig rig="threePt" dir="t"/>
              </a:scene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8" name="Group 10"/>
              <p:cNvGrpSpPr/>
              <p:nvPr/>
            </p:nvGrpSpPr>
            <p:grpSpPr>
              <a:xfrm>
                <a:off x="256032" y="237744"/>
                <a:ext cx="8622792" cy="6364224"/>
                <a:chOff x="247157" y="247430"/>
                <a:chExt cx="8622792" cy="6364224"/>
              </a:xfrm>
            </p:grpSpPr>
            <p:sp>
              <p:nvSpPr>
                <p:cNvPr id="29" name="Rectangle 28"/>
                <p:cNvSpPr>
                  <a:spLocks/>
                </p:cNvSpPr>
                <p:nvPr/>
              </p:nvSpPr>
              <p:spPr>
                <a:xfrm>
                  <a:off x="247157" y="247430"/>
                  <a:ext cx="8622792" cy="6364224"/>
                </a:xfrm>
                <a:prstGeom prst="rect">
                  <a:avLst/>
                </a:prstGeom>
                <a:noFill/>
                <a:ln w="12700">
                  <a:solidFill>
                    <a:schemeClr val="tx2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cxnSp>
              <p:nvCxnSpPr>
                <p:cNvPr id="31" name="Straight Connector 30"/>
                <p:cNvCxnSpPr/>
                <p:nvPr/>
              </p:nvCxnSpPr>
              <p:spPr>
                <a:xfrm>
                  <a:off x="247157" y="6389024"/>
                  <a:ext cx="8622792" cy="1588"/>
                </a:xfrm>
                <a:prstGeom prst="line">
                  <a:avLst/>
                </a:prstGeom>
                <a:noFill/>
                <a:ln w="12700">
                  <a:solidFill>
                    <a:schemeClr val="tx2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sp>
              <p:nvSpPr>
                <p:cNvPr id="32" name="Rectangle 31"/>
                <p:cNvSpPr/>
                <p:nvPr/>
              </p:nvSpPr>
              <p:spPr>
                <a:xfrm>
                  <a:off x="247157" y="1612392"/>
                  <a:ext cx="8622792" cy="64008"/>
                </a:xfrm>
                <a:prstGeom prst="rect">
                  <a:avLst/>
                </a:prstGeom>
                <a:solidFill>
                  <a:schemeClr val="bg2">
                    <a:lumMod val="40000"/>
                    <a:lumOff val="60000"/>
                  </a:schemeClr>
                </a:solidFill>
                <a:ln w="3175">
                  <a:solidFill>
                    <a:schemeClr val="tx2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</p:grpSp>
        </p:grpSp>
        <p:cxnSp>
          <p:nvCxnSpPr>
            <p:cNvPr id="23" name="Straight Connector 22"/>
            <p:cNvCxnSpPr/>
            <p:nvPr/>
          </p:nvCxnSpPr>
          <p:spPr>
            <a:xfrm rot="16200000" flipH="1">
              <a:off x="2217480" y="4026438"/>
              <a:ext cx="4711326" cy="2286"/>
            </a:xfrm>
            <a:prstGeom prst="line">
              <a:avLst/>
            </a:prstGeom>
            <a:noFill/>
            <a:ln w="12700"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301" y="1708990"/>
            <a:ext cx="3566160" cy="832503"/>
          </a:xfrm>
        </p:spPr>
        <p:txBody>
          <a:bodyPr anchor="ctr" anchorCtr="0">
            <a:noAutofit/>
          </a:bodyPr>
          <a:lstStyle>
            <a:lvl1pPr marL="0" indent="0" algn="ctr">
              <a:spcBef>
                <a:spcPts val="300"/>
              </a:spcBef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301" y="2590801"/>
            <a:ext cx="3566160" cy="348456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  <a:p>
            <a:pPr lvl="5"/>
            <a:r>
              <a:rPr lang="en-US" dirty="0" smtClean="0"/>
              <a:t>Sixth level</a:t>
            </a:r>
          </a:p>
          <a:p>
            <a:pPr lvl="6"/>
            <a:r>
              <a:rPr lang="en-US" dirty="0" smtClean="0"/>
              <a:t>Seventh level</a:t>
            </a:r>
          </a:p>
          <a:p>
            <a:pPr lvl="7"/>
            <a:r>
              <a:rPr lang="en-US" dirty="0" smtClean="0"/>
              <a:t>Eighth level</a:t>
            </a:r>
          </a:p>
          <a:p>
            <a:pPr lvl="8"/>
            <a:r>
              <a:rPr lang="en-US" dirty="0" smtClean="0"/>
              <a:t>Ninth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45539" y="1708990"/>
            <a:ext cx="3566160" cy="832503"/>
          </a:xfrm>
        </p:spPr>
        <p:txBody>
          <a:bodyPr anchor="ctr" anchorCtr="0">
            <a:noAutofit/>
          </a:bodyPr>
          <a:lstStyle>
            <a:lvl1pPr marL="0" indent="0" algn="ctr">
              <a:spcBef>
                <a:spcPts val="300"/>
              </a:spcBef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45539" y="2590801"/>
            <a:ext cx="3566160" cy="348456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  <a:p>
            <a:pPr lvl="5"/>
            <a:r>
              <a:rPr lang="en-US" dirty="0" smtClean="0"/>
              <a:t>Sixth level</a:t>
            </a:r>
          </a:p>
          <a:p>
            <a:pPr lvl="6"/>
            <a:r>
              <a:rPr lang="en-US" dirty="0" smtClean="0"/>
              <a:t>Seventh level</a:t>
            </a:r>
          </a:p>
          <a:p>
            <a:pPr lvl="7"/>
            <a:r>
              <a:rPr lang="en-US" dirty="0" smtClean="0"/>
              <a:t>Eighth level</a:t>
            </a:r>
          </a:p>
          <a:p>
            <a:pPr lvl="8"/>
            <a:r>
              <a:rPr lang="en-US" dirty="0" smtClean="0"/>
              <a:t>Ninth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90233-0DD1-4A80-BB1E-9ADC3556DBB6}" type="datetimeFigureOut">
              <a:rPr lang="en-US" smtClean="0"/>
              <a:t>6/16/18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4BAC9-6D41-4691-9299-18EF07EF017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182880" y="173699"/>
            <a:ext cx="8778240" cy="6510602"/>
            <a:chOff x="182880" y="173699"/>
            <a:chExt cx="8778240" cy="6510602"/>
          </a:xfrm>
        </p:grpSpPr>
        <p:sp>
          <p:nvSpPr>
            <p:cNvPr id="13" name="Rectangle 12"/>
            <p:cNvSpPr/>
            <p:nvPr/>
          </p:nvSpPr>
          <p:spPr>
            <a:xfrm>
              <a:off x="182880" y="173699"/>
              <a:ext cx="8778240" cy="651060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  <a:effectLst>
              <a:outerShdw blurRad="63500" sx="101000" sy="101000" algn="ctr" rotWithShape="0">
                <a:prstClr val="black">
                  <a:alpha val="40000"/>
                </a:prstClr>
              </a:outerShdw>
            </a:effectLst>
            <a:scene3d>
              <a:camera prst="perspectiveFront" fov="4800000"/>
              <a:lightRig rig="threePt" dir="t"/>
            </a:scene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0"/>
            <p:cNvGrpSpPr/>
            <p:nvPr/>
          </p:nvGrpSpPr>
          <p:grpSpPr>
            <a:xfrm>
              <a:off x="256032" y="237744"/>
              <a:ext cx="8622792" cy="6364224"/>
              <a:chOff x="247157" y="247430"/>
              <a:chExt cx="8622792" cy="6364224"/>
            </a:xfrm>
          </p:grpSpPr>
          <p:sp>
            <p:nvSpPr>
              <p:cNvPr id="15" name="Rectangle 14"/>
              <p:cNvSpPr>
                <a:spLocks/>
              </p:cNvSpPr>
              <p:nvPr/>
            </p:nvSpPr>
            <p:spPr>
              <a:xfrm>
                <a:off x="247157" y="247430"/>
                <a:ext cx="8622792" cy="6364224"/>
              </a:xfrm>
              <a:prstGeom prst="rect">
                <a:avLst/>
              </a:prstGeom>
              <a:noFill/>
              <a:ln w="12700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16" name="Straight Connector 15"/>
              <p:cNvCxnSpPr/>
              <p:nvPr/>
            </p:nvCxnSpPr>
            <p:spPr>
              <a:xfrm>
                <a:off x="247157" y="6389024"/>
                <a:ext cx="8622792" cy="1588"/>
              </a:xfrm>
              <a:prstGeom prst="line">
                <a:avLst/>
              </a:prstGeom>
              <a:noFill/>
              <a:ln w="12700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7" name="Rectangle 16"/>
              <p:cNvSpPr/>
              <p:nvPr/>
            </p:nvSpPr>
            <p:spPr>
              <a:xfrm>
                <a:off x="247157" y="1612392"/>
                <a:ext cx="8622792" cy="64008"/>
              </a:xfrm>
              <a:prstGeom prst="rect">
                <a:avLst/>
              </a:prstGeom>
              <a:solidFill>
                <a:schemeClr val="bg2">
                  <a:lumMod val="40000"/>
                  <a:lumOff val="60000"/>
                </a:schemeClr>
              </a:solidFill>
              <a:ln w="3175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90233-0DD1-4A80-BB1E-9ADC3556DBB6}" type="datetimeFigureOut">
              <a:rPr lang="en-US" smtClean="0"/>
              <a:t>6/16/18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4BAC9-6D41-4691-9299-18EF07EF017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182880" y="173699"/>
            <a:ext cx="8778240" cy="6510602"/>
            <a:chOff x="182880" y="173699"/>
            <a:chExt cx="8778240" cy="6510602"/>
          </a:xfrm>
        </p:grpSpPr>
        <p:sp>
          <p:nvSpPr>
            <p:cNvPr id="11" name="Rectangle 10"/>
            <p:cNvSpPr/>
            <p:nvPr/>
          </p:nvSpPr>
          <p:spPr>
            <a:xfrm>
              <a:off x="182880" y="173699"/>
              <a:ext cx="8778240" cy="651060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  <a:effectLst>
              <a:outerShdw blurRad="63500" sx="101000" sy="101000" algn="ctr" rotWithShape="0">
                <a:prstClr val="black">
                  <a:alpha val="40000"/>
                </a:prstClr>
              </a:outerShdw>
            </a:effectLst>
            <a:scene3d>
              <a:camera prst="perspectiveFront" fov="4800000"/>
              <a:lightRig rig="threePt" dir="t"/>
            </a:scene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2" name="Group 10"/>
            <p:cNvGrpSpPr/>
            <p:nvPr/>
          </p:nvGrpSpPr>
          <p:grpSpPr>
            <a:xfrm>
              <a:off x="256032" y="237744"/>
              <a:ext cx="8622792" cy="6364224"/>
              <a:chOff x="247157" y="247430"/>
              <a:chExt cx="8622792" cy="6364224"/>
            </a:xfrm>
          </p:grpSpPr>
          <p:sp>
            <p:nvSpPr>
              <p:cNvPr id="13" name="Rectangle 12"/>
              <p:cNvSpPr>
                <a:spLocks/>
              </p:cNvSpPr>
              <p:nvPr/>
            </p:nvSpPr>
            <p:spPr>
              <a:xfrm>
                <a:off x="247157" y="247430"/>
                <a:ext cx="8622792" cy="6364224"/>
              </a:xfrm>
              <a:prstGeom prst="rect">
                <a:avLst/>
              </a:prstGeom>
              <a:noFill/>
              <a:ln w="12700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14" name="Straight Connector 13"/>
              <p:cNvCxnSpPr/>
              <p:nvPr/>
            </p:nvCxnSpPr>
            <p:spPr>
              <a:xfrm>
                <a:off x="247157" y="6389024"/>
                <a:ext cx="8622792" cy="1588"/>
              </a:xfrm>
              <a:prstGeom prst="line">
                <a:avLst/>
              </a:prstGeom>
              <a:noFill/>
              <a:ln w="12700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90233-0DD1-4A80-BB1E-9ADC3556DBB6}" type="datetimeFigureOut">
              <a:rPr lang="en-US" smtClean="0"/>
              <a:t>6/16/18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4BAC9-6D41-4691-9299-18EF07EF017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182880" y="173699"/>
            <a:ext cx="8778240" cy="6510602"/>
            <a:chOff x="182880" y="173699"/>
            <a:chExt cx="8778240" cy="6510602"/>
          </a:xfrm>
        </p:grpSpPr>
        <p:grpSp>
          <p:nvGrpSpPr>
            <p:cNvPr id="16" name="Group 15"/>
            <p:cNvGrpSpPr/>
            <p:nvPr/>
          </p:nvGrpSpPr>
          <p:grpSpPr>
            <a:xfrm>
              <a:off x="182880" y="173699"/>
              <a:ext cx="8778240" cy="6510602"/>
              <a:chOff x="182880" y="173699"/>
              <a:chExt cx="8778240" cy="6510602"/>
            </a:xfrm>
          </p:grpSpPr>
          <p:sp>
            <p:nvSpPr>
              <p:cNvPr id="17" name="Rectangle 16"/>
              <p:cNvSpPr/>
              <p:nvPr/>
            </p:nvSpPr>
            <p:spPr>
              <a:xfrm>
                <a:off x="182880" y="173699"/>
                <a:ext cx="8778240" cy="651060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noFill/>
              </a:ln>
              <a:effectLst>
                <a:outerShdw blurRad="63500" sx="101000" sy="101000" algn="ctr" rotWithShape="0">
                  <a:prstClr val="black">
                    <a:alpha val="40000"/>
                  </a:prstClr>
                </a:outerShdw>
              </a:effectLst>
              <a:scene3d>
                <a:camera prst="perspectiveFront" fov="4800000"/>
                <a:lightRig rig="threePt" dir="t"/>
              </a:scene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8" name="Group 10"/>
              <p:cNvGrpSpPr/>
              <p:nvPr/>
            </p:nvGrpSpPr>
            <p:grpSpPr>
              <a:xfrm>
                <a:off x="256032" y="237744"/>
                <a:ext cx="8622792" cy="6364224"/>
                <a:chOff x="247157" y="247430"/>
                <a:chExt cx="8622792" cy="6364224"/>
              </a:xfrm>
            </p:grpSpPr>
            <p:sp>
              <p:nvSpPr>
                <p:cNvPr id="19" name="Rectangle 18"/>
                <p:cNvSpPr>
                  <a:spLocks/>
                </p:cNvSpPr>
                <p:nvPr/>
              </p:nvSpPr>
              <p:spPr>
                <a:xfrm>
                  <a:off x="247157" y="247430"/>
                  <a:ext cx="8622792" cy="6364224"/>
                </a:xfrm>
                <a:prstGeom prst="rect">
                  <a:avLst/>
                </a:prstGeom>
                <a:noFill/>
                <a:ln w="12700">
                  <a:solidFill>
                    <a:schemeClr val="tx2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cxnSp>
              <p:nvCxnSpPr>
                <p:cNvPr id="20" name="Straight Connector 19"/>
                <p:cNvCxnSpPr/>
                <p:nvPr/>
              </p:nvCxnSpPr>
              <p:spPr>
                <a:xfrm>
                  <a:off x="247157" y="6389024"/>
                  <a:ext cx="8622792" cy="1588"/>
                </a:xfrm>
                <a:prstGeom prst="line">
                  <a:avLst/>
                </a:prstGeom>
                <a:noFill/>
                <a:ln w="12700">
                  <a:solidFill>
                    <a:schemeClr val="tx2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</p:grpSp>
        <p:sp>
          <p:nvSpPr>
            <p:cNvPr id="33" name="Rectangle 32"/>
            <p:cNvSpPr/>
            <p:nvPr/>
          </p:nvSpPr>
          <p:spPr>
            <a:xfrm rot="5400000">
              <a:off x="801086" y="3274090"/>
              <a:ext cx="6135624" cy="64008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3175"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225" y="1169892"/>
            <a:ext cx="3008313" cy="9144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dirty="0" smtClean="0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28319" y="609600"/>
            <a:ext cx="4114800" cy="5465763"/>
          </a:xfrm>
        </p:spPr>
        <p:txBody>
          <a:bodyPr>
            <a:normAutofit/>
          </a:bodyPr>
          <a:lstStyle>
            <a:lvl1pPr>
              <a:defRPr sz="2400" baseline="0"/>
            </a:lvl1pPr>
            <a:lvl2pPr>
              <a:defRPr sz="22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  <a:p>
            <a:pPr lvl="5"/>
            <a:r>
              <a:rPr lang="en-US" dirty="0" smtClean="0"/>
              <a:t>Sixth level</a:t>
            </a:r>
          </a:p>
          <a:p>
            <a:pPr lvl="6"/>
            <a:r>
              <a:rPr lang="en-US" dirty="0" smtClean="0"/>
              <a:t>Seventh level</a:t>
            </a:r>
          </a:p>
          <a:p>
            <a:pPr lvl="7"/>
            <a:r>
              <a:rPr lang="en-US" dirty="0" smtClean="0"/>
              <a:t>Eighth level</a:t>
            </a:r>
          </a:p>
          <a:p>
            <a:pPr lvl="8"/>
            <a:r>
              <a:rPr lang="en-US" dirty="0" smtClean="0"/>
              <a:t>Ninth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0225" y="2147888"/>
            <a:ext cx="3008313" cy="3262313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20000"/>
              </a:lnSpc>
              <a:spcBef>
                <a:spcPts val="600"/>
              </a:spcBef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2000"/>
              </a:spcBef>
              <a:buClr>
                <a:schemeClr val="bg1">
                  <a:lumMod val="75000"/>
                  <a:lumOff val="25000"/>
                </a:schemeClr>
              </a:buClr>
              <a:buFont typeface="Arial" pitchFamily="34" charset="0"/>
              <a:buNone/>
            </a:pPr>
            <a:r>
              <a:rPr lang="en-US" dirty="0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90233-0DD1-4A80-BB1E-9ADC3556DBB6}" type="datetimeFigureOut">
              <a:rPr lang="en-US" smtClean="0"/>
              <a:t>6/16/18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4BAC9-6D41-4691-9299-18EF07EF017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182880" y="173699"/>
            <a:ext cx="8778240" cy="6510602"/>
            <a:chOff x="182880" y="173699"/>
            <a:chExt cx="8778240" cy="6510602"/>
          </a:xfrm>
        </p:grpSpPr>
        <p:grpSp>
          <p:nvGrpSpPr>
            <p:cNvPr id="26" name="Group 25"/>
            <p:cNvGrpSpPr/>
            <p:nvPr/>
          </p:nvGrpSpPr>
          <p:grpSpPr>
            <a:xfrm>
              <a:off x="182880" y="173699"/>
              <a:ext cx="8778240" cy="6510602"/>
              <a:chOff x="182880" y="173699"/>
              <a:chExt cx="8778240" cy="6510602"/>
            </a:xfrm>
          </p:grpSpPr>
          <p:grpSp>
            <p:nvGrpSpPr>
              <p:cNvPr id="27" name="Group 26"/>
              <p:cNvGrpSpPr/>
              <p:nvPr/>
            </p:nvGrpSpPr>
            <p:grpSpPr>
              <a:xfrm>
                <a:off x="182880" y="173699"/>
                <a:ext cx="8778240" cy="6510602"/>
                <a:chOff x="182880" y="173699"/>
                <a:chExt cx="8778240" cy="6510602"/>
              </a:xfrm>
            </p:grpSpPr>
            <p:sp>
              <p:nvSpPr>
                <p:cNvPr id="29" name="Rectangle 28"/>
                <p:cNvSpPr/>
                <p:nvPr/>
              </p:nvSpPr>
              <p:spPr>
                <a:xfrm>
                  <a:off x="182880" y="173699"/>
                  <a:ext cx="8778240" cy="6510602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2700">
                  <a:noFill/>
                </a:ln>
                <a:effectLst>
                  <a:outerShdw blurRad="63500" sx="101000" sy="101000" algn="ctr" rotWithShape="0">
                    <a:prstClr val="black">
                      <a:alpha val="40000"/>
                    </a:prstClr>
                  </a:outerShdw>
                </a:effectLst>
                <a:scene3d>
                  <a:camera prst="perspectiveFront" fov="4800000"/>
                  <a:lightRig rig="threePt" dir="t"/>
                </a:scene3d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30" name="Group 10"/>
                <p:cNvGrpSpPr/>
                <p:nvPr/>
              </p:nvGrpSpPr>
              <p:grpSpPr>
                <a:xfrm>
                  <a:off x="256032" y="237744"/>
                  <a:ext cx="8622792" cy="6364224"/>
                  <a:chOff x="247157" y="247430"/>
                  <a:chExt cx="8622792" cy="6364224"/>
                </a:xfrm>
              </p:grpSpPr>
              <p:sp>
                <p:nvSpPr>
                  <p:cNvPr id="31" name="Rectangle 30"/>
                  <p:cNvSpPr>
                    <a:spLocks/>
                  </p:cNvSpPr>
                  <p:nvPr/>
                </p:nvSpPr>
                <p:spPr>
                  <a:xfrm>
                    <a:off x="247157" y="247430"/>
                    <a:ext cx="8622792" cy="6364224"/>
                  </a:xfrm>
                  <a:prstGeom prst="rect">
                    <a:avLst/>
                  </a:prstGeom>
                  <a:noFill/>
                  <a:ln w="12700">
                    <a:solidFill>
                      <a:schemeClr val="tx2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/>
                  </a:p>
                </p:txBody>
              </p:sp>
              <p:cxnSp>
                <p:nvCxnSpPr>
                  <p:cNvPr id="32" name="Straight Connector 31"/>
                  <p:cNvCxnSpPr/>
                  <p:nvPr/>
                </p:nvCxnSpPr>
                <p:spPr>
                  <a:xfrm>
                    <a:off x="247157" y="6389024"/>
                    <a:ext cx="8622792" cy="1588"/>
                  </a:xfrm>
                  <a:prstGeom prst="line">
                    <a:avLst/>
                  </a:prstGeom>
                  <a:noFill/>
                  <a:ln w="12700">
                    <a:solidFill>
                      <a:schemeClr val="tx2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</p:grpSp>
          </p:grpSp>
          <p:sp>
            <p:nvSpPr>
              <p:cNvPr id="28" name="Rectangle 27"/>
              <p:cNvSpPr/>
              <p:nvPr/>
            </p:nvSpPr>
            <p:spPr>
              <a:xfrm rot="5400000">
                <a:off x="801086" y="3274090"/>
                <a:ext cx="6135624" cy="64008"/>
              </a:xfrm>
              <a:prstGeom prst="rect">
                <a:avLst/>
              </a:prstGeom>
              <a:solidFill>
                <a:schemeClr val="bg2">
                  <a:lumMod val="40000"/>
                  <a:lumOff val="60000"/>
                </a:schemeClr>
              </a:solidFill>
              <a:ln w="3175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sp>
          <p:nvSpPr>
            <p:cNvPr id="25" name="Rectangle 24"/>
            <p:cNvSpPr/>
            <p:nvPr/>
          </p:nvSpPr>
          <p:spPr>
            <a:xfrm rot="10800000">
              <a:off x="258763" y="1594462"/>
              <a:ext cx="3575304" cy="64008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3175"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225" y="1694329"/>
            <a:ext cx="3008313" cy="9144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dirty="0" smtClean="0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28319" y="609600"/>
            <a:ext cx="4114800" cy="5465763"/>
          </a:xfrm>
        </p:spPr>
        <p:txBody>
          <a:bodyPr>
            <a:normAutofit/>
          </a:bodyPr>
          <a:lstStyle>
            <a:lvl1pPr>
              <a:defRPr sz="2400" baseline="0"/>
            </a:lvl1pPr>
            <a:lvl2pPr>
              <a:defRPr sz="22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  <a:p>
            <a:pPr lvl="5"/>
            <a:r>
              <a:rPr lang="en-US" dirty="0" smtClean="0"/>
              <a:t>Sixth level</a:t>
            </a:r>
          </a:p>
          <a:p>
            <a:pPr lvl="6"/>
            <a:r>
              <a:rPr lang="en-US" dirty="0" smtClean="0"/>
              <a:t>Seventh level</a:t>
            </a:r>
          </a:p>
          <a:p>
            <a:pPr lvl="7"/>
            <a:r>
              <a:rPr lang="en-US" dirty="0" smtClean="0"/>
              <a:t>Eighth level</a:t>
            </a:r>
          </a:p>
          <a:p>
            <a:pPr lvl="8"/>
            <a:r>
              <a:rPr lang="en-US" dirty="0" smtClean="0"/>
              <a:t>Ninth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0225" y="2672323"/>
            <a:ext cx="3008313" cy="3403040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90233-0DD1-4A80-BB1E-9ADC3556DBB6}" type="datetimeFigureOut">
              <a:rPr lang="en-US" smtClean="0"/>
              <a:t>6/16/18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4BAC9-6D41-4691-9299-18EF07EF0177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3"/>
          </p:nvPr>
        </p:nvSpPr>
        <p:spPr>
          <a:xfrm>
            <a:off x="352892" y="310123"/>
            <a:ext cx="3398837" cy="1204912"/>
          </a:xfrm>
        </p:spPr>
        <p:txBody>
          <a:bodyPr>
            <a:normAutofit/>
          </a:bodyPr>
          <a:lstStyle>
            <a:lvl1pPr>
              <a:buNone/>
              <a:defRPr sz="1800"/>
            </a:lvl1pPr>
          </a:lstStyle>
          <a:p>
            <a:r>
              <a:rPr lang="en-US" smtClean="0"/>
              <a:t>Click icon to add picture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182880" y="173699"/>
            <a:ext cx="8778240" cy="6510602"/>
            <a:chOff x="182880" y="173699"/>
            <a:chExt cx="8778240" cy="6510602"/>
          </a:xfrm>
        </p:grpSpPr>
        <p:grpSp>
          <p:nvGrpSpPr>
            <p:cNvPr id="16" name="Group 15"/>
            <p:cNvGrpSpPr/>
            <p:nvPr/>
          </p:nvGrpSpPr>
          <p:grpSpPr>
            <a:xfrm>
              <a:off x="182880" y="173699"/>
              <a:ext cx="8778240" cy="6510602"/>
              <a:chOff x="182880" y="173699"/>
              <a:chExt cx="8778240" cy="6510602"/>
            </a:xfrm>
          </p:grpSpPr>
          <p:sp>
            <p:nvSpPr>
              <p:cNvPr id="18" name="Rectangle 17"/>
              <p:cNvSpPr/>
              <p:nvPr/>
            </p:nvSpPr>
            <p:spPr>
              <a:xfrm>
                <a:off x="182880" y="173699"/>
                <a:ext cx="8778240" cy="651060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noFill/>
              </a:ln>
              <a:effectLst>
                <a:outerShdw blurRad="63500" sx="101000" sy="101000" algn="ctr" rotWithShape="0">
                  <a:prstClr val="black">
                    <a:alpha val="40000"/>
                  </a:prstClr>
                </a:outerShdw>
              </a:effectLst>
              <a:scene3d>
                <a:camera prst="perspectiveFront" fov="4800000"/>
                <a:lightRig rig="threePt" dir="t"/>
              </a:scene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9" name="Group 10"/>
              <p:cNvGrpSpPr/>
              <p:nvPr/>
            </p:nvGrpSpPr>
            <p:grpSpPr>
              <a:xfrm>
                <a:off x="256032" y="237744"/>
                <a:ext cx="8622792" cy="6364224"/>
                <a:chOff x="247157" y="247430"/>
                <a:chExt cx="8622792" cy="6364224"/>
              </a:xfrm>
            </p:grpSpPr>
            <p:sp>
              <p:nvSpPr>
                <p:cNvPr id="20" name="Rectangle 19"/>
                <p:cNvSpPr>
                  <a:spLocks/>
                </p:cNvSpPr>
                <p:nvPr/>
              </p:nvSpPr>
              <p:spPr>
                <a:xfrm>
                  <a:off x="247157" y="247430"/>
                  <a:ext cx="8622792" cy="6364224"/>
                </a:xfrm>
                <a:prstGeom prst="rect">
                  <a:avLst/>
                </a:prstGeom>
                <a:noFill/>
                <a:ln w="12700">
                  <a:solidFill>
                    <a:schemeClr val="tx2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cxnSp>
              <p:nvCxnSpPr>
                <p:cNvPr id="21" name="Straight Connector 20"/>
                <p:cNvCxnSpPr/>
                <p:nvPr/>
              </p:nvCxnSpPr>
              <p:spPr>
                <a:xfrm>
                  <a:off x="247157" y="6389024"/>
                  <a:ext cx="8622792" cy="1588"/>
                </a:xfrm>
                <a:prstGeom prst="line">
                  <a:avLst/>
                </a:prstGeom>
                <a:noFill/>
                <a:ln w="12700">
                  <a:solidFill>
                    <a:schemeClr val="tx2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</p:grpSp>
        <p:sp>
          <p:nvSpPr>
            <p:cNvPr id="17" name="Rectangle 16"/>
            <p:cNvSpPr/>
            <p:nvPr/>
          </p:nvSpPr>
          <p:spPr>
            <a:xfrm rot="5400000">
              <a:off x="801086" y="3274090"/>
              <a:ext cx="6135624" cy="64008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3175"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691640"/>
            <a:ext cx="3008376" cy="914400"/>
          </a:xfrm>
        </p:spPr>
        <p:txBody>
          <a:bodyPr anchor="b">
            <a:no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338559" y="612775"/>
            <a:ext cx="4114800" cy="546811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0352" y="2670048"/>
            <a:ext cx="3008376" cy="340156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20000"/>
              </a:lnSpc>
              <a:spcBef>
                <a:spcPts val="600"/>
              </a:spcBef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 algn="l" defTabSz="914400" rtl="0" eaLnBrk="1" latinLnBrk="0" hangingPunct="1">
              <a:lnSpc>
                <a:spcPct val="120000"/>
              </a:lnSpc>
              <a:spcBef>
                <a:spcPts val="2000"/>
              </a:spcBef>
              <a:buClr>
                <a:schemeClr val="bg1">
                  <a:lumMod val="75000"/>
                  <a:lumOff val="25000"/>
                </a:schemeClr>
              </a:buClr>
              <a:buFont typeface="Arial" pitchFamily="34" charset="0"/>
              <a:buNone/>
            </a:pPr>
            <a:r>
              <a:rPr lang="en-US" dirty="0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90233-0DD1-4A80-BB1E-9ADC3556DBB6}" type="datetimeFigureOut">
              <a:rPr lang="en-US" smtClean="0"/>
              <a:t>6/16/18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4BAC9-6D41-4691-9299-18EF07EF017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182880" y="173699"/>
            <a:ext cx="8778240" cy="6510602"/>
            <a:chOff x="182880" y="173699"/>
            <a:chExt cx="8778240" cy="6510602"/>
          </a:xfrm>
        </p:grpSpPr>
        <p:grpSp>
          <p:nvGrpSpPr>
            <p:cNvPr id="17" name="Group 16"/>
            <p:cNvGrpSpPr/>
            <p:nvPr/>
          </p:nvGrpSpPr>
          <p:grpSpPr>
            <a:xfrm>
              <a:off x="182880" y="173699"/>
              <a:ext cx="8778240" cy="6510602"/>
              <a:chOff x="182880" y="173699"/>
              <a:chExt cx="8778240" cy="6510602"/>
            </a:xfrm>
          </p:grpSpPr>
          <p:sp>
            <p:nvSpPr>
              <p:cNvPr id="19" name="Rectangle 18"/>
              <p:cNvSpPr/>
              <p:nvPr/>
            </p:nvSpPr>
            <p:spPr>
              <a:xfrm>
                <a:off x="182880" y="173699"/>
                <a:ext cx="8778240" cy="651060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noFill/>
              </a:ln>
              <a:effectLst>
                <a:outerShdw blurRad="63500" sx="101000" sy="101000" algn="ctr" rotWithShape="0">
                  <a:prstClr val="black">
                    <a:alpha val="40000"/>
                  </a:prstClr>
                </a:outerShdw>
              </a:effectLst>
              <a:scene3d>
                <a:camera prst="perspectiveFront" fov="4800000"/>
                <a:lightRig rig="threePt" dir="t"/>
              </a:scene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1" name="Group 10"/>
              <p:cNvGrpSpPr/>
              <p:nvPr/>
            </p:nvGrpSpPr>
            <p:grpSpPr>
              <a:xfrm>
                <a:off x="256032" y="237744"/>
                <a:ext cx="8622792" cy="6364224"/>
                <a:chOff x="247157" y="247430"/>
                <a:chExt cx="8622792" cy="6364224"/>
              </a:xfrm>
            </p:grpSpPr>
            <p:sp>
              <p:nvSpPr>
                <p:cNvPr id="22" name="Rectangle 21"/>
                <p:cNvSpPr>
                  <a:spLocks/>
                </p:cNvSpPr>
                <p:nvPr/>
              </p:nvSpPr>
              <p:spPr>
                <a:xfrm>
                  <a:off x="247157" y="247430"/>
                  <a:ext cx="8622792" cy="6364224"/>
                </a:xfrm>
                <a:prstGeom prst="rect">
                  <a:avLst/>
                </a:prstGeom>
                <a:noFill/>
                <a:ln w="12700">
                  <a:solidFill>
                    <a:schemeClr val="tx2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cxnSp>
              <p:nvCxnSpPr>
                <p:cNvPr id="23" name="Straight Connector 22"/>
                <p:cNvCxnSpPr/>
                <p:nvPr/>
              </p:nvCxnSpPr>
              <p:spPr>
                <a:xfrm>
                  <a:off x="247157" y="6389024"/>
                  <a:ext cx="8622792" cy="1588"/>
                </a:xfrm>
                <a:prstGeom prst="line">
                  <a:avLst/>
                </a:prstGeom>
                <a:noFill/>
                <a:ln w="12700">
                  <a:solidFill>
                    <a:schemeClr val="tx2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</p:grpSp>
        <p:sp>
          <p:nvSpPr>
            <p:cNvPr id="20" name="Rectangle 19"/>
            <p:cNvSpPr/>
            <p:nvPr/>
          </p:nvSpPr>
          <p:spPr>
            <a:xfrm>
              <a:off x="256032" y="4203192"/>
              <a:ext cx="8622792" cy="64008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3175"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1" y="4287819"/>
            <a:ext cx="8021977" cy="916193"/>
          </a:xfrm>
        </p:spPr>
        <p:txBody>
          <a:bodyPr anchor="b">
            <a:noAutofit/>
          </a:bodyPr>
          <a:lstStyle>
            <a:lvl1pPr algn="l">
              <a:defRPr sz="3600" b="0"/>
            </a:lvl1pPr>
          </a:lstStyle>
          <a:p>
            <a:r>
              <a:rPr lang="en-US" dirty="0" smtClean="0"/>
              <a:t>Click to edit Master title style</a:t>
            </a:r>
            <a:endParaRPr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56347" y="331694"/>
            <a:ext cx="8421624" cy="3783106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0351" y="5271247"/>
            <a:ext cx="8021977" cy="101301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 algn="l" defTabSz="914400" rtl="0" eaLnBrk="1" latinLnBrk="0" hangingPunct="1">
              <a:lnSpc>
                <a:spcPct val="120000"/>
              </a:lnSpc>
              <a:spcBef>
                <a:spcPts val="2000"/>
              </a:spcBef>
              <a:buClr>
                <a:schemeClr val="bg1">
                  <a:lumMod val="75000"/>
                  <a:lumOff val="25000"/>
                </a:schemeClr>
              </a:buClr>
              <a:buFont typeface="Arial" pitchFamily="34" charset="0"/>
              <a:buNone/>
            </a:pPr>
            <a:r>
              <a:rPr lang="en-US" dirty="0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90233-0DD1-4A80-BB1E-9ADC3556DBB6}" type="datetimeFigureOut">
              <a:rPr lang="en-US" smtClean="0"/>
              <a:t>6/16/18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4BAC9-6D41-4691-9299-18EF07EF017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182880" y="173699"/>
            <a:ext cx="8778240" cy="6510602"/>
            <a:chOff x="182880" y="173699"/>
            <a:chExt cx="8778240" cy="6510602"/>
          </a:xfrm>
        </p:grpSpPr>
        <p:sp>
          <p:nvSpPr>
            <p:cNvPr id="14" name="Rectangle 13"/>
            <p:cNvSpPr/>
            <p:nvPr/>
          </p:nvSpPr>
          <p:spPr>
            <a:xfrm>
              <a:off x="182880" y="173699"/>
              <a:ext cx="8778240" cy="651060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  <a:effectLst>
              <a:outerShdw blurRad="63500" sx="101000" sy="101000" algn="ctr" rotWithShape="0">
                <a:prstClr val="black">
                  <a:alpha val="40000"/>
                </a:prstClr>
              </a:outerShdw>
            </a:effectLst>
            <a:scene3d>
              <a:camera prst="perspectiveFront" fov="4800000"/>
              <a:lightRig rig="threePt" dir="t"/>
            </a:scene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5" name="Group 10"/>
            <p:cNvGrpSpPr/>
            <p:nvPr/>
          </p:nvGrpSpPr>
          <p:grpSpPr>
            <a:xfrm>
              <a:off x="256032" y="237744"/>
              <a:ext cx="8622792" cy="6364224"/>
              <a:chOff x="247157" y="247430"/>
              <a:chExt cx="8622792" cy="6364224"/>
            </a:xfrm>
          </p:grpSpPr>
          <p:sp>
            <p:nvSpPr>
              <p:cNvPr id="16" name="Rectangle 15"/>
              <p:cNvSpPr>
                <a:spLocks/>
              </p:cNvSpPr>
              <p:nvPr/>
            </p:nvSpPr>
            <p:spPr>
              <a:xfrm>
                <a:off x="247157" y="247430"/>
                <a:ext cx="8622792" cy="6364224"/>
              </a:xfrm>
              <a:prstGeom prst="rect">
                <a:avLst/>
              </a:prstGeom>
              <a:noFill/>
              <a:ln w="12700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17" name="Straight Connector 16"/>
              <p:cNvCxnSpPr/>
              <p:nvPr/>
            </p:nvCxnSpPr>
            <p:spPr>
              <a:xfrm>
                <a:off x="247157" y="6389024"/>
                <a:ext cx="8622792" cy="1588"/>
              </a:xfrm>
              <a:prstGeom prst="line">
                <a:avLst/>
              </a:prstGeom>
              <a:noFill/>
              <a:ln w="12700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8" name="Rectangle 17"/>
              <p:cNvSpPr/>
              <p:nvPr/>
            </p:nvSpPr>
            <p:spPr>
              <a:xfrm>
                <a:off x="247157" y="1612392"/>
                <a:ext cx="8622792" cy="64008"/>
              </a:xfrm>
              <a:prstGeom prst="rect">
                <a:avLst/>
              </a:prstGeom>
              <a:solidFill>
                <a:schemeClr val="bg2">
                  <a:lumMod val="40000"/>
                  <a:lumOff val="60000"/>
                </a:schemeClr>
              </a:solidFill>
              <a:ln w="3175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  <a:p>
            <a:pPr lvl="5"/>
            <a:r>
              <a:rPr lang="en-US" dirty="0" smtClean="0"/>
              <a:t>Sixth level</a:t>
            </a:r>
          </a:p>
          <a:p>
            <a:pPr lvl="6"/>
            <a:r>
              <a:rPr lang="en-US" dirty="0" smtClean="0"/>
              <a:t>Seventh level</a:t>
            </a:r>
          </a:p>
          <a:p>
            <a:pPr lvl="7"/>
            <a:r>
              <a:rPr lang="en-US" dirty="0" smtClean="0"/>
              <a:t>Eighth level</a:t>
            </a:r>
          </a:p>
          <a:p>
            <a:pPr lvl="8"/>
            <a:r>
              <a:rPr lang="en-US" dirty="0" smtClean="0"/>
              <a:t>Ninth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90233-0DD1-4A80-BB1E-9ADC3556DBB6}" type="datetimeFigureOut">
              <a:rPr lang="en-US" smtClean="0"/>
              <a:t>6/16/18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4BAC9-6D41-4691-9299-18EF07EF017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182880" y="173699"/>
            <a:ext cx="8778240" cy="6510602"/>
            <a:chOff x="182880" y="173699"/>
            <a:chExt cx="8778240" cy="6510602"/>
          </a:xfrm>
        </p:grpSpPr>
        <p:grpSp>
          <p:nvGrpSpPr>
            <p:cNvPr id="14" name="Group 13"/>
            <p:cNvGrpSpPr/>
            <p:nvPr/>
          </p:nvGrpSpPr>
          <p:grpSpPr>
            <a:xfrm>
              <a:off x="182880" y="173699"/>
              <a:ext cx="8778240" cy="6510602"/>
              <a:chOff x="182880" y="173699"/>
              <a:chExt cx="8778240" cy="6510602"/>
            </a:xfrm>
          </p:grpSpPr>
          <p:sp>
            <p:nvSpPr>
              <p:cNvPr id="15" name="Rectangle 14"/>
              <p:cNvSpPr/>
              <p:nvPr/>
            </p:nvSpPr>
            <p:spPr>
              <a:xfrm>
                <a:off x="182880" y="173699"/>
                <a:ext cx="8778240" cy="651060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noFill/>
              </a:ln>
              <a:effectLst>
                <a:outerShdw blurRad="63500" sx="101000" sy="101000" algn="ctr" rotWithShape="0">
                  <a:prstClr val="black">
                    <a:alpha val="40000"/>
                  </a:prstClr>
                </a:outerShdw>
              </a:effectLst>
              <a:scene3d>
                <a:camera prst="perspectiveFront" fov="4800000"/>
                <a:lightRig rig="threePt" dir="t"/>
              </a:scene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6" name="Group 10"/>
              <p:cNvGrpSpPr/>
              <p:nvPr/>
            </p:nvGrpSpPr>
            <p:grpSpPr>
              <a:xfrm>
                <a:off x="256032" y="237744"/>
                <a:ext cx="8622792" cy="6364224"/>
                <a:chOff x="247157" y="247430"/>
                <a:chExt cx="8622792" cy="6364224"/>
              </a:xfrm>
            </p:grpSpPr>
            <p:sp>
              <p:nvSpPr>
                <p:cNvPr id="17" name="Rectangle 16"/>
                <p:cNvSpPr>
                  <a:spLocks/>
                </p:cNvSpPr>
                <p:nvPr/>
              </p:nvSpPr>
              <p:spPr>
                <a:xfrm>
                  <a:off x="247157" y="247430"/>
                  <a:ext cx="8622792" cy="6364224"/>
                </a:xfrm>
                <a:prstGeom prst="rect">
                  <a:avLst/>
                </a:prstGeom>
                <a:noFill/>
                <a:ln w="12700">
                  <a:solidFill>
                    <a:schemeClr val="tx2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cxnSp>
              <p:nvCxnSpPr>
                <p:cNvPr id="19" name="Straight Connector 18"/>
                <p:cNvCxnSpPr/>
                <p:nvPr/>
              </p:nvCxnSpPr>
              <p:spPr>
                <a:xfrm>
                  <a:off x="247157" y="6389024"/>
                  <a:ext cx="8622792" cy="1588"/>
                </a:xfrm>
                <a:prstGeom prst="line">
                  <a:avLst/>
                </a:prstGeom>
                <a:noFill/>
                <a:ln w="12700">
                  <a:solidFill>
                    <a:schemeClr val="tx2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</p:grpSp>
        <p:sp>
          <p:nvSpPr>
            <p:cNvPr id="18" name="Rectangle 17"/>
            <p:cNvSpPr/>
            <p:nvPr/>
          </p:nvSpPr>
          <p:spPr>
            <a:xfrm rot="5400000">
              <a:off x="4242277" y="3274090"/>
              <a:ext cx="6135624" cy="64008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3175"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91399" y="609600"/>
            <a:ext cx="1416423" cy="5516563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8222" y="609600"/>
            <a:ext cx="6279777" cy="5516563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  <a:p>
            <a:pPr lvl="5"/>
            <a:r>
              <a:rPr lang="en-US" dirty="0" smtClean="0"/>
              <a:t>Sixth level</a:t>
            </a:r>
          </a:p>
          <a:p>
            <a:pPr lvl="6"/>
            <a:r>
              <a:rPr lang="en-US" dirty="0" smtClean="0"/>
              <a:t>Seventh level</a:t>
            </a:r>
          </a:p>
          <a:p>
            <a:pPr lvl="7"/>
            <a:r>
              <a:rPr lang="en-US" dirty="0" smtClean="0"/>
              <a:t>Eighth level</a:t>
            </a:r>
          </a:p>
          <a:p>
            <a:pPr lvl="8"/>
            <a:r>
              <a:rPr lang="en-US" dirty="0" smtClean="0"/>
              <a:t>Ninth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90233-0DD1-4A80-BB1E-9ADC3556DBB6}" type="datetimeFigureOut">
              <a:rPr lang="en-US" smtClean="0"/>
              <a:t>6/16/18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4BAC9-6D41-4691-9299-18EF07EF017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00113" y="244158"/>
            <a:ext cx="7345362" cy="13398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0112" y="2133601"/>
            <a:ext cx="7345363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  <a:p>
            <a:pPr lvl="5"/>
            <a:r>
              <a:rPr lang="en-US" dirty="0" smtClean="0"/>
              <a:t>Sixth level</a:t>
            </a:r>
          </a:p>
          <a:p>
            <a:pPr lvl="6"/>
            <a:r>
              <a:rPr lang="en-US" dirty="0" smtClean="0"/>
              <a:t>Seventh level</a:t>
            </a:r>
          </a:p>
          <a:p>
            <a:pPr lvl="7"/>
            <a:r>
              <a:rPr lang="en-US" dirty="0" smtClean="0"/>
              <a:t>Eighth level</a:t>
            </a:r>
          </a:p>
          <a:p>
            <a:pPr lvl="8"/>
            <a:r>
              <a:rPr lang="en-US" dirty="0" smtClean="0"/>
              <a:t>Ninth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3840" y="6371591"/>
            <a:ext cx="2133600" cy="2593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60000"/>
                    <a:lumOff val="40000"/>
                  </a:schemeClr>
                </a:solidFill>
                <a:latin typeface="Brush Script MT" pitchFamily="66" charset="0"/>
              </a:defRPr>
            </a:lvl1pPr>
          </a:lstStyle>
          <a:p>
            <a:fld id="{7D290233-0DD1-4A80-BB1E-9ADC3556DBB6}" type="datetimeFigureOut">
              <a:rPr lang="en-US" smtClean="0"/>
              <a:t>6/16/18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58840" y="6371591"/>
            <a:ext cx="2895600" cy="2578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200" kern="1200">
                <a:solidFill>
                  <a:schemeClr val="bg2">
                    <a:lumMod val="60000"/>
                    <a:lumOff val="40000"/>
                  </a:schemeClr>
                </a:solidFill>
                <a:latin typeface="Brush Script MT" pitchFamily="66" charset="0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191000" y="6356350"/>
            <a:ext cx="762000" cy="2714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ctr" defTabSz="914400" rtl="0" eaLnBrk="1" latinLnBrk="0" hangingPunct="1">
              <a:defRPr sz="1200" kern="120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CFE4BAC9-6D41-4691-9299-18EF07EF017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ctr" defTabSz="914400" rtl="0" eaLnBrk="1" latinLnBrk="0" hangingPunct="1">
        <a:spcBef>
          <a:spcPct val="0"/>
        </a:spcBef>
        <a:buNone/>
        <a:defRPr sz="48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ts val="2000"/>
        </a:spcBef>
        <a:buClr>
          <a:schemeClr val="tx1">
            <a:lumMod val="75000"/>
            <a:lumOff val="25000"/>
          </a:schemeClr>
        </a:buClr>
        <a:buFont typeface="Arial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79438" indent="-228600" algn="l" defTabSz="914400" rtl="0" eaLnBrk="1" latinLnBrk="0" hangingPunct="1">
        <a:spcBef>
          <a:spcPts val="600"/>
        </a:spcBef>
        <a:buClr>
          <a:schemeClr val="bg2">
            <a:lumMod val="60000"/>
            <a:lumOff val="40000"/>
          </a:schemeClr>
        </a:buClr>
        <a:buFont typeface="Arial" pitchFamily="34" charset="0"/>
        <a:buChar char="•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8038" indent="-2286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36638" indent="-228600" algn="l" defTabSz="914400" rtl="0" eaLnBrk="1" latinLnBrk="0" hangingPunct="1">
        <a:spcBef>
          <a:spcPts val="600"/>
        </a:spcBef>
        <a:buClr>
          <a:schemeClr val="bg2">
            <a:lumMod val="60000"/>
            <a:lumOff val="40000"/>
          </a:schemeClr>
        </a:buClr>
        <a:buFont typeface="Arial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265238" indent="-2286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Font typeface="Arial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485900" indent="-228600" algn="l" defTabSz="914400" rtl="0" eaLnBrk="1" latinLnBrk="0" hangingPunct="1">
        <a:spcBef>
          <a:spcPct val="20000"/>
        </a:spcBef>
        <a:buClr>
          <a:schemeClr val="bg2">
            <a:lumMod val="60000"/>
            <a:lumOff val="40000"/>
          </a:schemeClr>
        </a:buClr>
        <a:buFont typeface="Arial" pitchFamily="34" charset="0"/>
        <a:buChar char="•"/>
        <a:defRPr lang="en-US" sz="1800" kern="1200" dirty="0" smtClean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712913" indent="-228600" algn="l" defTabSz="914400" rtl="0" eaLnBrk="1" latinLnBrk="0" hangingPunct="1">
        <a:spcBef>
          <a:spcPct val="20000"/>
        </a:spcBef>
        <a:buClr>
          <a:schemeClr val="tx1">
            <a:lumMod val="75000"/>
            <a:lumOff val="25000"/>
          </a:schemeClr>
        </a:buClr>
        <a:buFont typeface="Arial" pitchFamily="34" charset="0"/>
        <a:buChar char="•"/>
        <a:defRPr lang="en-US" sz="1800" kern="1200" dirty="0" smtClean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947863" indent="-228600" algn="l" defTabSz="914400" rtl="0" eaLnBrk="1" latinLnBrk="0" hangingPunct="1">
        <a:spcBef>
          <a:spcPct val="20000"/>
        </a:spcBef>
        <a:buClr>
          <a:schemeClr val="bg2">
            <a:lumMod val="60000"/>
            <a:lumOff val="40000"/>
          </a:schemeClr>
        </a:buClr>
        <a:buFont typeface="Arial" pitchFamily="34" charset="0"/>
        <a:buChar char="•"/>
        <a:defRPr lang="en-US" sz="1800" kern="1200" dirty="0" smtClean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174875" indent="-228600" algn="l" defTabSz="914400" rtl="0" eaLnBrk="1" latinLnBrk="0" hangingPunct="1">
        <a:spcBef>
          <a:spcPct val="20000"/>
        </a:spcBef>
        <a:buClr>
          <a:schemeClr val="tx1">
            <a:lumMod val="75000"/>
            <a:lumOff val="25000"/>
          </a:schemeClr>
        </a:buClr>
        <a:buFont typeface="Arial" pitchFamily="34" charset="0"/>
        <a:buChar char="•"/>
        <a:defRPr lang="en-US" sz="1800" kern="1200" dirty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4" Type="http://schemas.openxmlformats.org/officeDocument/2006/relationships/diagramLayout" Target="../diagrams/layout1.xml"/><Relationship Id="rId5" Type="http://schemas.openxmlformats.org/officeDocument/2006/relationships/diagramQuickStyle" Target="../diagrams/quickStyle1.xml"/><Relationship Id="rId6" Type="http://schemas.openxmlformats.org/officeDocument/2006/relationships/diagramColors" Target="../diagrams/colors1.xml"/><Relationship Id="rId7" Type="http://schemas.microsoft.com/office/2007/relationships/diagramDrawing" Target="../diagrams/drawing1.xm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err="1" smtClean="0"/>
              <a:t>esm-runscripts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 smtClean="0"/>
              <a:t>Download, </a:t>
            </a:r>
            <a:r>
              <a:rPr lang="de-DE" dirty="0" err="1" smtClean="0"/>
              <a:t>configure</a:t>
            </a:r>
            <a:r>
              <a:rPr lang="de-DE" dirty="0" smtClean="0"/>
              <a:t> </a:t>
            </a:r>
            <a:r>
              <a:rPr lang="de-DE" dirty="0" err="1" smtClean="0"/>
              <a:t>and</a:t>
            </a:r>
            <a:r>
              <a:rPr lang="de-DE" dirty="0" smtClean="0"/>
              <a:t> </a:t>
            </a:r>
            <a:r>
              <a:rPr lang="de-DE" dirty="0" err="1" smtClean="0"/>
              <a:t>compile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46976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Download </a:t>
            </a:r>
            <a:r>
              <a:rPr lang="de-DE" dirty="0" err="1" smtClean="0"/>
              <a:t>esm-runscripts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4526" y="2114886"/>
            <a:ext cx="8301790" cy="393192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de-DE" dirty="0">
                <a:latin typeface="STIXNonUnicode-Regular"/>
                <a:cs typeface="STIXNonUnicode-Regular"/>
              </a:rPr>
              <a:t>'</a:t>
            </a:r>
            <a:r>
              <a:rPr lang="de-DE" i="1" dirty="0" err="1" smtClean="0">
                <a:latin typeface="STIXNonUnicode-Regular"/>
                <a:cs typeface="STIXNonUnicode-Regular"/>
              </a:rPr>
              <a:t>git</a:t>
            </a:r>
            <a:r>
              <a:rPr lang="de-DE" i="1" dirty="0" smtClean="0">
                <a:latin typeface="STIXNonUnicode-Regular"/>
                <a:cs typeface="STIXNonUnicode-Regular"/>
              </a:rPr>
              <a:t> </a:t>
            </a:r>
            <a:r>
              <a:rPr lang="de-DE" i="1" dirty="0" err="1" smtClean="0">
                <a:latin typeface="STIXNonUnicode-Regular"/>
                <a:cs typeface="STIXNonUnicode-Regular"/>
              </a:rPr>
              <a:t>clone</a:t>
            </a:r>
            <a:r>
              <a:rPr lang="de-DE" i="1" dirty="0" smtClean="0">
                <a:latin typeface="STIXNonUnicode-Regular"/>
                <a:cs typeface="STIXNonUnicode-Regular"/>
              </a:rPr>
              <a:t> https</a:t>
            </a:r>
            <a:r>
              <a:rPr lang="de-DE" i="1" dirty="0">
                <a:latin typeface="STIXNonUnicode-Regular"/>
                <a:cs typeface="STIXNonUnicode-Regular"/>
              </a:rPr>
              <a:t>//</a:t>
            </a:r>
            <a:r>
              <a:rPr lang="de-DE" i="1" dirty="0" err="1" smtClean="0">
                <a:latin typeface="STIXNonUnicode-Regular"/>
                <a:cs typeface="STIXNonUnicode-Regular"/>
              </a:rPr>
              <a:t>gitlab.dkrz.de</a:t>
            </a:r>
            <a:r>
              <a:rPr lang="de-DE" i="1" dirty="0" smtClean="0">
                <a:latin typeface="STIXNonUnicode-Regular"/>
                <a:cs typeface="STIXNonUnicode-Regular"/>
              </a:rPr>
              <a:t>/</a:t>
            </a:r>
            <a:r>
              <a:rPr lang="de-DE" i="1" dirty="0" err="1" smtClean="0">
                <a:latin typeface="STIXNonUnicode-Regular"/>
                <a:cs typeface="STIXNonUnicode-Regular"/>
              </a:rPr>
              <a:t>esm</a:t>
            </a:r>
            <a:r>
              <a:rPr lang="de-DE" i="1" dirty="0" smtClean="0">
                <a:latin typeface="STIXNonUnicode-Regular"/>
                <a:cs typeface="STIXNonUnicode-Regular"/>
              </a:rPr>
              <a:t>-tools/</a:t>
            </a:r>
            <a:r>
              <a:rPr lang="de-DE" i="1" dirty="0" err="1" smtClean="0">
                <a:latin typeface="STIXNonUnicode-Regular"/>
                <a:cs typeface="STIXNonUnicode-Regular"/>
              </a:rPr>
              <a:t>esm-runscripts.git</a:t>
            </a:r>
            <a:r>
              <a:rPr lang="de-DE" dirty="0">
                <a:latin typeface="STIXNonUnicode-Regular"/>
                <a:cs typeface="STIXNonUnicode-Regular"/>
              </a:rPr>
              <a:t>'</a:t>
            </a:r>
            <a:endParaRPr lang="de-DE" dirty="0" smtClean="0">
              <a:latin typeface="STIXNonUnicode-Regular"/>
              <a:cs typeface="STIXNonUnicode-Regular"/>
            </a:endParaRPr>
          </a:p>
          <a:p>
            <a:pPr marL="0" indent="0" algn="ctr">
              <a:buNone/>
            </a:pPr>
            <a:r>
              <a:rPr lang="de-DE" dirty="0" err="1" smtClean="0"/>
              <a:t>or</a:t>
            </a:r>
            <a:r>
              <a:rPr lang="de-DE" dirty="0" smtClean="0"/>
              <a:t>, </a:t>
            </a:r>
            <a:r>
              <a:rPr lang="de-DE" dirty="0" err="1" smtClean="0"/>
              <a:t>with</a:t>
            </a:r>
            <a:r>
              <a:rPr lang="de-DE" dirty="0" smtClean="0"/>
              <a:t> </a:t>
            </a:r>
            <a:r>
              <a:rPr lang="de-DE" i="1" dirty="0" err="1" smtClean="0">
                <a:latin typeface="STIXNonUnicode-Regular" charset="0"/>
                <a:ea typeface="STIXNonUnicode-Regular" charset="0"/>
                <a:cs typeface="STIXNonUnicode-Regular" charset="0"/>
              </a:rPr>
              <a:t>esm</a:t>
            </a:r>
            <a:r>
              <a:rPr lang="de-DE" i="1" dirty="0" smtClean="0">
                <a:latin typeface="STIXNonUnicode-Regular" charset="0"/>
                <a:ea typeface="STIXNonUnicode-Regular" charset="0"/>
                <a:cs typeface="STIXNonUnicode-Regular" charset="0"/>
              </a:rPr>
              <a:t>-master</a:t>
            </a:r>
            <a:r>
              <a:rPr lang="de-DE" dirty="0" smtClean="0"/>
              <a:t>,</a:t>
            </a:r>
          </a:p>
          <a:p>
            <a:pPr marL="0" indent="0" algn="ctr">
              <a:buNone/>
            </a:pPr>
            <a:r>
              <a:rPr lang="de-DE" dirty="0"/>
              <a:t>'</a:t>
            </a:r>
            <a:r>
              <a:rPr lang="de-DE" i="1" dirty="0" err="1" smtClean="0">
                <a:latin typeface="STIXNonUnicode-Regular" charset="0"/>
                <a:ea typeface="STIXNonUnicode-Regular" charset="0"/>
                <a:cs typeface="STIXNonUnicode-Regular" charset="0"/>
              </a:rPr>
              <a:t>make</a:t>
            </a:r>
            <a:r>
              <a:rPr lang="de-DE" i="1" dirty="0" smtClean="0">
                <a:latin typeface="STIXNonUnicode-Regular" charset="0"/>
                <a:ea typeface="STIXNonUnicode-Regular" charset="0"/>
                <a:cs typeface="STIXNonUnicode-Regular" charset="0"/>
              </a:rPr>
              <a:t> </a:t>
            </a:r>
            <a:r>
              <a:rPr lang="de-DE" i="1" dirty="0" err="1" smtClean="0">
                <a:latin typeface="STIXNonUnicode-Regular" charset="0"/>
                <a:ea typeface="STIXNonUnicode-Regular" charset="0"/>
                <a:cs typeface="STIXNonUnicode-Regular" charset="0"/>
              </a:rPr>
              <a:t>get-esm-runscripts</a:t>
            </a:r>
            <a:r>
              <a:rPr lang="de-DE" dirty="0"/>
              <a:t>'</a:t>
            </a:r>
            <a:endParaRPr lang="de-DE" dirty="0" smtClean="0"/>
          </a:p>
          <a:p>
            <a:pPr marL="0" indent="0" algn="ctr">
              <a:buNone/>
            </a:pPr>
            <a:endParaRPr lang="de-DE" dirty="0"/>
          </a:p>
          <a:p>
            <a:pPr marL="0" indent="0" algn="ctr">
              <a:spcBef>
                <a:spcPts val="200"/>
              </a:spcBef>
              <a:buNone/>
            </a:pPr>
            <a:r>
              <a:rPr lang="de-DE" dirty="0" err="1"/>
              <a:t>C</a:t>
            </a:r>
            <a:r>
              <a:rPr lang="de-DE" dirty="0" err="1" smtClean="0"/>
              <a:t>onfiguration</a:t>
            </a:r>
            <a:r>
              <a:rPr lang="de-DE" dirty="0" smtClean="0"/>
              <a:t> </a:t>
            </a:r>
            <a:r>
              <a:rPr lang="de-DE" dirty="0" err="1" smtClean="0"/>
              <a:t>happens</a:t>
            </a:r>
            <a:r>
              <a:rPr lang="de-DE" dirty="0" smtClean="0"/>
              <a:t> </a:t>
            </a:r>
            <a:r>
              <a:rPr lang="de-DE" dirty="0" err="1" smtClean="0"/>
              <a:t>automatically</a:t>
            </a:r>
            <a:r>
              <a:rPr lang="de-DE" dirty="0" smtClean="0"/>
              <a:t>.</a:t>
            </a:r>
          </a:p>
          <a:p>
            <a:pPr marL="0" indent="0" algn="ctr">
              <a:spcBef>
                <a:spcPts val="200"/>
              </a:spcBef>
              <a:buNone/>
            </a:pPr>
            <a:r>
              <a:rPr lang="de-DE" dirty="0" smtClean="0"/>
              <a:t>Force </a:t>
            </a:r>
            <a:r>
              <a:rPr lang="de-DE" dirty="0" err="1" smtClean="0"/>
              <a:t>re-configuration</a:t>
            </a:r>
            <a:r>
              <a:rPr lang="de-DE" dirty="0" smtClean="0"/>
              <a:t> </a:t>
            </a:r>
            <a:r>
              <a:rPr lang="de-DE" dirty="0" err="1" smtClean="0"/>
              <a:t>by</a:t>
            </a:r>
            <a:r>
              <a:rPr lang="de-DE" dirty="0" smtClean="0"/>
              <a:t> </a:t>
            </a:r>
            <a:r>
              <a:rPr lang="de-DE" dirty="0" err="1" smtClean="0"/>
              <a:t>typing</a:t>
            </a:r>
            <a:endParaRPr lang="de-DE" dirty="0" smtClean="0"/>
          </a:p>
          <a:p>
            <a:pPr marL="0" indent="0" algn="ctr">
              <a:spcBef>
                <a:spcPts val="200"/>
              </a:spcBef>
              <a:buNone/>
            </a:pPr>
            <a:endParaRPr lang="de-DE" dirty="0" smtClean="0"/>
          </a:p>
          <a:p>
            <a:pPr marL="0" indent="0" algn="ctr">
              <a:spcBef>
                <a:spcPts val="200"/>
              </a:spcBef>
              <a:buNone/>
            </a:pPr>
            <a:r>
              <a:rPr lang="de-DE" dirty="0"/>
              <a:t>'</a:t>
            </a:r>
            <a:r>
              <a:rPr lang="de-DE" i="1" dirty="0" err="1" smtClean="0"/>
              <a:t>make</a:t>
            </a:r>
            <a:r>
              <a:rPr lang="de-DE" i="1" dirty="0" smtClean="0"/>
              <a:t> </a:t>
            </a:r>
            <a:r>
              <a:rPr lang="de-DE" i="1" dirty="0" err="1" smtClean="0"/>
              <a:t>conf-esm</a:t>
            </a:r>
            <a:r>
              <a:rPr lang="de-DE" i="1" dirty="0" err="1" smtClean="0"/>
              <a:t>-runscripts</a:t>
            </a:r>
            <a:r>
              <a:rPr lang="de-DE" dirty="0" smtClean="0"/>
              <a:t>'</a:t>
            </a:r>
            <a:endParaRPr lang="de-DE" dirty="0" smtClean="0"/>
          </a:p>
          <a:p>
            <a:pPr marL="0" indent="0" algn="ctr">
              <a:spcBef>
                <a:spcPts val="800"/>
              </a:spcBef>
              <a:buNone/>
            </a:pPr>
            <a:endParaRPr lang="de-DE" dirty="0" smtClean="0"/>
          </a:p>
        </p:txBody>
      </p:sp>
    </p:spTree>
    <p:extLst>
      <p:ext uri="{BB962C8B-B14F-4D97-AF65-F5344CB8AC3E}">
        <p14:creationId xmlns:p14="http://schemas.microsoft.com/office/powerpoint/2010/main" val="1727852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 smtClean="0"/>
              <a:t>c</a:t>
            </a:r>
            <a:r>
              <a:rPr lang="de-DE" dirty="0" err="1" smtClean="0"/>
              <a:t>onf-esm-runscripts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4526" y="2114886"/>
            <a:ext cx="8301790" cy="3931920"/>
          </a:xfrm>
        </p:spPr>
        <p:txBody>
          <a:bodyPr>
            <a:normAutofit lnSpcReduction="10000"/>
          </a:bodyPr>
          <a:lstStyle/>
          <a:p>
            <a:pPr marL="0" indent="0" algn="ctr">
              <a:spcBef>
                <a:spcPts val="200"/>
              </a:spcBef>
              <a:buNone/>
            </a:pPr>
            <a:r>
              <a:rPr lang="de-DE" dirty="0" err="1" smtClean="0"/>
              <a:t>Creates</a:t>
            </a:r>
            <a:r>
              <a:rPr lang="de-DE" dirty="0" smtClean="0"/>
              <a:t> </a:t>
            </a:r>
            <a:r>
              <a:rPr lang="de-DE" dirty="0" err="1" smtClean="0"/>
              <a:t>example</a:t>
            </a:r>
            <a:r>
              <a:rPr lang="de-DE" dirty="0" smtClean="0"/>
              <a:t> </a:t>
            </a:r>
            <a:r>
              <a:rPr lang="de-DE" dirty="0" err="1" smtClean="0"/>
              <a:t>runscripts</a:t>
            </a:r>
            <a:r>
              <a:rPr lang="de-DE" dirty="0" smtClean="0"/>
              <a:t> </a:t>
            </a:r>
            <a:r>
              <a:rPr lang="de-DE" dirty="0" err="1" smtClean="0"/>
              <a:t>for</a:t>
            </a:r>
            <a:r>
              <a:rPr lang="de-DE" dirty="0" smtClean="0"/>
              <a:t> all </a:t>
            </a:r>
            <a:r>
              <a:rPr lang="de-DE" dirty="0" err="1" smtClean="0"/>
              <a:t>compiled</a:t>
            </a:r>
            <a:r>
              <a:rPr lang="de-DE" dirty="0" smtClean="0"/>
              <a:t> </a:t>
            </a:r>
            <a:r>
              <a:rPr lang="de-DE" dirty="0" err="1" smtClean="0"/>
              <a:t>models</a:t>
            </a:r>
            <a:r>
              <a:rPr lang="de-DE" dirty="0" smtClean="0"/>
              <a:t> in </a:t>
            </a:r>
            <a:r>
              <a:rPr lang="de-DE" dirty="0" err="1" smtClean="0"/>
              <a:t>the</a:t>
            </a:r>
            <a:endParaRPr lang="de-DE" dirty="0"/>
          </a:p>
          <a:p>
            <a:pPr marL="0" indent="0" algn="ctr">
              <a:spcBef>
                <a:spcPts val="200"/>
              </a:spcBef>
              <a:buNone/>
            </a:pPr>
            <a:r>
              <a:rPr lang="de-DE" i="1" dirty="0" err="1" smtClean="0">
                <a:latin typeface="STIXNonUnicode-Regular" charset="0"/>
                <a:ea typeface="STIXNonUnicode-Regular" charset="0"/>
                <a:cs typeface="STIXNonUnicode-Regular" charset="0"/>
              </a:rPr>
              <a:t>esm</a:t>
            </a:r>
            <a:r>
              <a:rPr lang="de-DE" i="1" dirty="0" smtClean="0">
                <a:latin typeface="STIXNonUnicode-Regular" charset="0"/>
                <a:ea typeface="STIXNonUnicode-Regular" charset="0"/>
                <a:cs typeface="STIXNonUnicode-Regular" charset="0"/>
              </a:rPr>
              <a:t>-tools</a:t>
            </a:r>
            <a:r>
              <a:rPr lang="de-DE" dirty="0" smtClean="0"/>
              <a:t> </a:t>
            </a:r>
            <a:r>
              <a:rPr lang="de-DE" dirty="0" err="1" smtClean="0"/>
              <a:t>folder</a:t>
            </a:r>
            <a:r>
              <a:rPr lang="de-DE" dirty="0" smtClean="0"/>
              <a:t>. </a:t>
            </a:r>
          </a:p>
          <a:p>
            <a:pPr marL="0" indent="0" algn="ctr">
              <a:spcBef>
                <a:spcPts val="200"/>
              </a:spcBef>
              <a:buNone/>
            </a:pPr>
            <a:endParaRPr lang="de-DE" dirty="0"/>
          </a:p>
          <a:p>
            <a:pPr marL="0" indent="0" algn="ctr">
              <a:spcBef>
                <a:spcPts val="200"/>
              </a:spcBef>
              <a:buNone/>
            </a:pPr>
            <a:r>
              <a:rPr lang="de-DE" dirty="0" err="1" smtClean="0"/>
              <a:t>Each</a:t>
            </a:r>
            <a:r>
              <a:rPr lang="de-DE" dirty="0" smtClean="0"/>
              <a:t> time a </a:t>
            </a:r>
            <a:r>
              <a:rPr lang="de-DE" dirty="0" err="1" smtClean="0"/>
              <a:t>model</a:t>
            </a:r>
            <a:r>
              <a:rPr lang="de-DE" dirty="0" smtClean="0"/>
              <a:t> </a:t>
            </a:r>
            <a:r>
              <a:rPr lang="de-DE" dirty="0" err="1" smtClean="0"/>
              <a:t>is</a:t>
            </a:r>
            <a:r>
              <a:rPr lang="de-DE" dirty="0" smtClean="0"/>
              <a:t> </a:t>
            </a:r>
            <a:r>
              <a:rPr lang="de-DE" dirty="0" err="1" smtClean="0"/>
              <a:t>compiled</a:t>
            </a:r>
            <a:r>
              <a:rPr lang="de-DE" dirty="0" smtClean="0"/>
              <a:t>,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corresponding</a:t>
            </a:r>
            <a:r>
              <a:rPr lang="de-DE" dirty="0" smtClean="0"/>
              <a:t> </a:t>
            </a:r>
            <a:r>
              <a:rPr lang="de-DE" dirty="0" err="1" smtClean="0"/>
              <a:t>runscript</a:t>
            </a:r>
            <a:r>
              <a:rPr lang="de-DE" dirty="0" smtClean="0"/>
              <a:t> </a:t>
            </a:r>
            <a:r>
              <a:rPr lang="de-DE" dirty="0" err="1" smtClean="0"/>
              <a:t>is</a:t>
            </a:r>
            <a:r>
              <a:rPr lang="de-DE" dirty="0" smtClean="0"/>
              <a:t> </a:t>
            </a:r>
            <a:r>
              <a:rPr lang="de-DE" dirty="0" err="1" smtClean="0"/>
              <a:t>generated</a:t>
            </a:r>
            <a:r>
              <a:rPr lang="de-DE" dirty="0" smtClean="0"/>
              <a:t>, </a:t>
            </a:r>
            <a:r>
              <a:rPr lang="de-DE" dirty="0" err="1" smtClean="0"/>
              <a:t>and</a:t>
            </a:r>
            <a:r>
              <a:rPr lang="de-DE" dirty="0" smtClean="0"/>
              <a:t> </a:t>
            </a:r>
            <a:r>
              <a:rPr lang="de-DE" dirty="0" err="1" smtClean="0"/>
              <a:t>can</a:t>
            </a:r>
            <a:r>
              <a:rPr lang="de-DE" dirty="0" smtClean="0"/>
              <a:t> </a:t>
            </a:r>
            <a:r>
              <a:rPr lang="de-DE" dirty="0" err="1" smtClean="0"/>
              <a:t>be</a:t>
            </a:r>
            <a:r>
              <a:rPr lang="de-DE" dirty="0" smtClean="0"/>
              <a:t> </a:t>
            </a:r>
            <a:r>
              <a:rPr lang="de-DE" dirty="0" err="1" smtClean="0"/>
              <a:t>found</a:t>
            </a:r>
            <a:r>
              <a:rPr lang="de-DE" dirty="0" smtClean="0"/>
              <a:t> in </a:t>
            </a:r>
          </a:p>
          <a:p>
            <a:pPr marL="0" indent="0" algn="ctr">
              <a:spcBef>
                <a:spcPts val="200"/>
              </a:spcBef>
              <a:buNone/>
            </a:pPr>
            <a:endParaRPr lang="de-DE" dirty="0"/>
          </a:p>
          <a:p>
            <a:pPr marL="0" indent="0" algn="ctr">
              <a:spcBef>
                <a:spcPts val="200"/>
              </a:spcBef>
              <a:buNone/>
            </a:pPr>
            <a:r>
              <a:rPr lang="de-DE" i="1" dirty="0" err="1" smtClean="0">
                <a:latin typeface="STIXNonUnicode-Regular" charset="0"/>
                <a:ea typeface="STIXNonUnicode-Regular" charset="0"/>
                <a:cs typeface="STIXNonUnicode-Regular" charset="0"/>
              </a:rPr>
              <a:t>preconfigured-runscripts</a:t>
            </a:r>
            <a:endParaRPr lang="de-DE" i="1" dirty="0" smtClean="0">
              <a:latin typeface="STIXNonUnicode-Regular" charset="0"/>
              <a:ea typeface="STIXNonUnicode-Regular" charset="0"/>
              <a:cs typeface="STIXNonUnicode-Regular" charset="0"/>
            </a:endParaRPr>
          </a:p>
          <a:p>
            <a:pPr marL="0" indent="0" algn="ctr">
              <a:spcBef>
                <a:spcPts val="200"/>
              </a:spcBef>
              <a:buNone/>
            </a:pPr>
            <a:endParaRPr lang="de-DE" dirty="0"/>
          </a:p>
          <a:p>
            <a:pPr marL="0" indent="0" algn="ctr">
              <a:spcBef>
                <a:spcPts val="200"/>
              </a:spcBef>
              <a:buNone/>
            </a:pPr>
            <a:r>
              <a:rPr lang="de-DE" dirty="0" err="1" smtClean="0"/>
              <a:t>You</a:t>
            </a:r>
            <a:r>
              <a:rPr lang="de-DE" dirty="0" smtClean="0"/>
              <a:t> </a:t>
            </a:r>
            <a:r>
              <a:rPr lang="de-DE" dirty="0" err="1" smtClean="0"/>
              <a:t>can</a:t>
            </a:r>
            <a:r>
              <a:rPr lang="de-DE" dirty="0" smtClean="0"/>
              <a:t> find additional </a:t>
            </a:r>
            <a:r>
              <a:rPr lang="de-DE" dirty="0" err="1" smtClean="0"/>
              <a:t>exampled</a:t>
            </a:r>
            <a:r>
              <a:rPr lang="de-DE" dirty="0" smtClean="0"/>
              <a:t> in</a:t>
            </a:r>
          </a:p>
          <a:p>
            <a:pPr marL="0" indent="0" algn="ctr">
              <a:spcBef>
                <a:spcPts val="200"/>
              </a:spcBef>
              <a:buNone/>
            </a:pPr>
            <a:r>
              <a:rPr lang="de-DE" i="1" dirty="0" err="1" smtClean="0">
                <a:latin typeface="STIXNonUnicode-Regular" charset="0"/>
                <a:ea typeface="STIXNonUnicode-Regular" charset="0"/>
                <a:cs typeface="STIXNonUnicode-Regular" charset="0"/>
              </a:rPr>
              <a:t>esm-runscripts</a:t>
            </a:r>
            <a:r>
              <a:rPr lang="de-DE" i="1" dirty="0" smtClean="0">
                <a:latin typeface="STIXNonUnicode-Regular" charset="0"/>
                <a:ea typeface="STIXNonUnicode-Regular" charset="0"/>
                <a:cs typeface="STIXNonUnicode-Regular" charset="0"/>
              </a:rPr>
              <a:t>/</a:t>
            </a:r>
            <a:r>
              <a:rPr lang="de-DE" i="1" dirty="0" err="1" smtClean="0">
                <a:latin typeface="STIXNonUnicode-Regular" charset="0"/>
                <a:ea typeface="STIXNonUnicode-Regular" charset="0"/>
                <a:cs typeface="STIXNonUnicode-Regular" charset="0"/>
              </a:rPr>
              <a:t>runscript</a:t>
            </a:r>
            <a:r>
              <a:rPr lang="de-DE" dirty="0" err="1" smtClean="0"/>
              <a:t>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13002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List </a:t>
            </a:r>
            <a:r>
              <a:rPr lang="de-DE" dirty="0" err="1" smtClean="0"/>
              <a:t>of</a:t>
            </a:r>
            <a:r>
              <a:rPr lang="de-DE" dirty="0" smtClean="0"/>
              <a:t> </a:t>
            </a:r>
            <a:r>
              <a:rPr lang="de-DE" dirty="0" err="1" smtClean="0"/>
              <a:t>supported</a:t>
            </a:r>
            <a:r>
              <a:rPr lang="de-DE" dirty="0" smtClean="0"/>
              <a:t> </a:t>
            </a:r>
            <a:r>
              <a:rPr lang="de-DE" dirty="0" err="1" smtClean="0"/>
              <a:t>models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2239766" y="2114886"/>
            <a:ext cx="5681608" cy="3931920"/>
          </a:xfrm>
        </p:spPr>
        <p:txBody>
          <a:bodyPr>
            <a:normAutofit/>
          </a:bodyPr>
          <a:lstStyle/>
          <a:p>
            <a:pPr>
              <a:spcBef>
                <a:spcPts val="800"/>
              </a:spcBef>
            </a:pPr>
            <a:r>
              <a:rPr lang="de-DE" sz="2000" dirty="0" smtClean="0">
                <a:ea typeface="STIXNonUnicode-Regular" charset="0"/>
                <a:cs typeface="STIXNonUnicode-Regular" charset="0"/>
              </a:rPr>
              <a:t>AWICM 1.0 / 1.1 </a:t>
            </a:r>
            <a:r>
              <a:rPr lang="de-DE" sz="2000" dirty="0" err="1" smtClean="0">
                <a:ea typeface="STIXNonUnicode-Regular" charset="0"/>
                <a:cs typeface="STIXNonUnicode-Regular" charset="0"/>
              </a:rPr>
              <a:t>and</a:t>
            </a:r>
            <a:r>
              <a:rPr lang="de-DE" sz="2000" dirty="0" smtClean="0">
                <a:ea typeface="STIXNonUnicode-Regular" charset="0"/>
                <a:cs typeface="STIXNonUnicode-Regular" charset="0"/>
              </a:rPr>
              <a:t> 2.0</a:t>
            </a:r>
          </a:p>
          <a:p>
            <a:pPr>
              <a:spcBef>
                <a:spcPts val="800"/>
              </a:spcBef>
            </a:pPr>
            <a:r>
              <a:rPr lang="de-DE" sz="2000" dirty="0" smtClean="0">
                <a:ea typeface="STIXNonUnicode-Regular" charset="0"/>
                <a:cs typeface="STIXNonUnicode-Regular" charset="0"/>
              </a:rPr>
              <a:t>MPIESM 1.2.00p4 </a:t>
            </a:r>
            <a:r>
              <a:rPr lang="de-DE" sz="2000" dirty="0" err="1" smtClean="0">
                <a:ea typeface="STIXNonUnicode-Regular" charset="0"/>
                <a:cs typeface="STIXNonUnicode-Regular" charset="0"/>
              </a:rPr>
              <a:t>and</a:t>
            </a:r>
            <a:r>
              <a:rPr lang="de-DE" sz="2000" dirty="0" smtClean="0">
                <a:ea typeface="STIXNonUnicode-Regular" charset="0"/>
                <a:cs typeface="STIXNonUnicode-Regular" charset="0"/>
              </a:rPr>
              <a:t> 1.2.01</a:t>
            </a:r>
          </a:p>
          <a:p>
            <a:pPr>
              <a:spcBef>
                <a:spcPts val="800"/>
              </a:spcBef>
            </a:pPr>
            <a:r>
              <a:rPr lang="de-DE" sz="2000" dirty="0" smtClean="0">
                <a:ea typeface="STIXNonUnicode-Regular" charset="0"/>
                <a:cs typeface="STIXNonUnicode-Regular" charset="0"/>
              </a:rPr>
              <a:t>FESOM (</a:t>
            </a:r>
            <a:r>
              <a:rPr lang="de-DE" sz="2000" dirty="0" err="1" smtClean="0">
                <a:ea typeface="STIXNonUnicode-Regular" charset="0"/>
                <a:cs typeface="STIXNonUnicode-Regular" charset="0"/>
              </a:rPr>
              <a:t>standalone</a:t>
            </a:r>
            <a:r>
              <a:rPr lang="de-DE" sz="2000" dirty="0" smtClean="0">
                <a:ea typeface="STIXNonUnicode-Regular" charset="0"/>
                <a:cs typeface="STIXNonUnicode-Regular" charset="0"/>
              </a:rPr>
              <a:t>) 1.4 </a:t>
            </a:r>
            <a:r>
              <a:rPr lang="de-DE" sz="2000" dirty="0" err="1" smtClean="0">
                <a:ea typeface="STIXNonUnicode-Regular" charset="0"/>
                <a:cs typeface="STIXNonUnicode-Regular" charset="0"/>
              </a:rPr>
              <a:t>and</a:t>
            </a:r>
            <a:r>
              <a:rPr lang="de-DE" sz="2000" dirty="0" smtClean="0">
                <a:ea typeface="STIXNonUnicode-Regular" charset="0"/>
                <a:cs typeface="STIXNonUnicode-Regular" charset="0"/>
              </a:rPr>
              <a:t> 2.0</a:t>
            </a:r>
          </a:p>
          <a:p>
            <a:pPr>
              <a:spcBef>
                <a:spcPts val="800"/>
              </a:spcBef>
            </a:pPr>
            <a:r>
              <a:rPr lang="de-DE" sz="2000" dirty="0" smtClean="0">
                <a:ea typeface="STIXNonUnicode-Regular" charset="0"/>
                <a:cs typeface="STIXNonUnicode-Regular" charset="0"/>
              </a:rPr>
              <a:t>ECHAM (</a:t>
            </a:r>
            <a:r>
              <a:rPr lang="de-DE" sz="2000" dirty="0" err="1" smtClean="0">
                <a:ea typeface="STIXNonUnicode-Regular" charset="0"/>
                <a:cs typeface="STIXNonUnicode-Regular" charset="0"/>
              </a:rPr>
              <a:t>standalone</a:t>
            </a:r>
            <a:r>
              <a:rPr lang="de-DE" sz="2000" dirty="0" smtClean="0">
                <a:ea typeface="STIXNonUnicode-Regular" charset="0"/>
                <a:cs typeface="STIXNonUnicode-Regular" charset="0"/>
              </a:rPr>
              <a:t>) 6.3.02p4 </a:t>
            </a:r>
            <a:r>
              <a:rPr lang="de-DE" sz="2000" dirty="0" err="1" smtClean="0">
                <a:ea typeface="STIXNonUnicode-Regular" charset="0"/>
                <a:cs typeface="STIXNonUnicode-Regular" charset="0"/>
              </a:rPr>
              <a:t>and</a:t>
            </a:r>
            <a:r>
              <a:rPr lang="de-DE" sz="2000" dirty="0" smtClean="0">
                <a:ea typeface="STIXNonUnicode-Regular" charset="0"/>
                <a:cs typeface="STIXNonUnicode-Regular" charset="0"/>
              </a:rPr>
              <a:t> 6.3.04p1</a:t>
            </a:r>
          </a:p>
          <a:p>
            <a:pPr>
              <a:spcBef>
                <a:spcPts val="800"/>
              </a:spcBef>
            </a:pPr>
            <a:r>
              <a:rPr lang="de-DE" sz="2000" dirty="0" smtClean="0">
                <a:ea typeface="STIXNonUnicode-Regular" charset="0"/>
                <a:cs typeface="STIXNonUnicode-Regular" charset="0"/>
              </a:rPr>
              <a:t>PISM (</a:t>
            </a:r>
            <a:r>
              <a:rPr lang="de-DE" sz="2000" dirty="0" err="1" smtClean="0">
                <a:ea typeface="STIXNonUnicode-Regular" charset="0"/>
                <a:cs typeface="STIXNonUnicode-Regular" charset="0"/>
              </a:rPr>
              <a:t>standalone</a:t>
            </a:r>
            <a:r>
              <a:rPr lang="de-DE" sz="2000" dirty="0" smtClean="0">
                <a:ea typeface="STIXNonUnicode-Regular" charset="0"/>
                <a:cs typeface="STIXNonUnicode-Regular" charset="0"/>
              </a:rPr>
              <a:t>)</a:t>
            </a:r>
          </a:p>
          <a:p>
            <a:pPr>
              <a:spcBef>
                <a:spcPts val="800"/>
              </a:spcBef>
            </a:pPr>
            <a:r>
              <a:rPr lang="de-DE" sz="2000" dirty="0" smtClean="0">
                <a:ea typeface="STIXNonUnicode-Regular" charset="0"/>
                <a:cs typeface="STIXNonUnicode-Regular" charset="0"/>
              </a:rPr>
              <a:t>PISM </a:t>
            </a:r>
            <a:r>
              <a:rPr lang="mr-IN" sz="2000" dirty="0" smtClean="0">
                <a:ea typeface="STIXNonUnicode-Regular" charset="0"/>
                <a:cs typeface="STIXNonUnicode-Regular" charset="0"/>
              </a:rPr>
              <a:t>–</a:t>
            </a:r>
            <a:r>
              <a:rPr lang="de-DE" sz="2000" dirty="0" smtClean="0">
                <a:ea typeface="STIXNonUnicode-Regular" charset="0"/>
                <a:cs typeface="STIXNonUnicode-Regular" charset="0"/>
              </a:rPr>
              <a:t> AWICM </a:t>
            </a:r>
            <a:r>
              <a:rPr lang="de-DE" sz="2000" dirty="0" err="1" smtClean="0">
                <a:ea typeface="STIXNonUnicode-Regular" charset="0"/>
                <a:cs typeface="STIXNonUnicode-Regular" charset="0"/>
              </a:rPr>
              <a:t>and</a:t>
            </a:r>
            <a:r>
              <a:rPr lang="de-DE" sz="2000" dirty="0" smtClean="0">
                <a:ea typeface="STIXNonUnicode-Regular" charset="0"/>
                <a:cs typeface="STIXNonUnicode-Regular" charset="0"/>
              </a:rPr>
              <a:t> PISM </a:t>
            </a:r>
            <a:r>
              <a:rPr lang="mr-IN" sz="2000" dirty="0" smtClean="0">
                <a:ea typeface="STIXNonUnicode-Regular" charset="0"/>
                <a:cs typeface="STIXNonUnicode-Regular" charset="0"/>
              </a:rPr>
              <a:t>–</a:t>
            </a:r>
            <a:r>
              <a:rPr lang="de-DE" sz="2000" dirty="0" smtClean="0">
                <a:ea typeface="STIXNonUnicode-Regular" charset="0"/>
                <a:cs typeface="STIXNonUnicode-Regular" charset="0"/>
              </a:rPr>
              <a:t> MPIESM</a:t>
            </a:r>
          </a:p>
          <a:p>
            <a:pPr algn="ctr">
              <a:spcBef>
                <a:spcPts val="800"/>
              </a:spcBef>
            </a:pPr>
            <a:endParaRPr lang="de-DE" sz="2000" dirty="0" smtClean="0">
              <a:ea typeface="STIXNonUnicode-Regular" charset="0"/>
              <a:cs typeface="STIXNonUnicode-Regula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2854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A </a:t>
            </a:r>
            <a:r>
              <a:rPr lang="de-DE" dirty="0" err="1" smtClean="0"/>
              <a:t>first</a:t>
            </a:r>
            <a:r>
              <a:rPr lang="de-DE" dirty="0" smtClean="0"/>
              <a:t> </a:t>
            </a:r>
            <a:r>
              <a:rPr lang="de-DE" dirty="0" err="1" smtClean="0"/>
              <a:t>runscript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1859622" y="2114886"/>
            <a:ext cx="6061752" cy="3931920"/>
          </a:xfrm>
        </p:spPr>
        <p:txBody>
          <a:bodyPr>
            <a:normAutofit fontScale="92500" lnSpcReduction="20000"/>
          </a:bodyPr>
          <a:lstStyle/>
          <a:p>
            <a:pPr marL="0" indent="0">
              <a:spcBef>
                <a:spcPts val="800"/>
              </a:spcBef>
              <a:buNone/>
            </a:pPr>
            <a:r>
              <a:rPr lang="de-DE" sz="2000" dirty="0" err="1" smtClean="0">
                <a:ea typeface="STIXNonUnicode-Regular" charset="0"/>
                <a:cs typeface="STIXNonUnicode-Regular" charset="0"/>
              </a:rPr>
              <a:t>You</a:t>
            </a:r>
            <a:r>
              <a:rPr lang="de-DE" sz="2000" dirty="0" smtClean="0">
                <a:ea typeface="STIXNonUnicode-Regular" charset="0"/>
                <a:cs typeface="STIXNonUnicode-Regular" charset="0"/>
              </a:rPr>
              <a:t> </a:t>
            </a:r>
            <a:r>
              <a:rPr lang="de-DE" sz="2000" dirty="0" err="1" smtClean="0">
                <a:ea typeface="STIXNonUnicode-Regular" charset="0"/>
                <a:cs typeface="STIXNonUnicode-Regular" charset="0"/>
              </a:rPr>
              <a:t>need</a:t>
            </a:r>
            <a:r>
              <a:rPr lang="de-DE" sz="2000" dirty="0" smtClean="0">
                <a:ea typeface="STIXNonUnicode-Regular" charset="0"/>
                <a:cs typeface="STIXNonUnicode-Regular" charset="0"/>
              </a:rPr>
              <a:t> </a:t>
            </a:r>
            <a:r>
              <a:rPr lang="de-DE" sz="2000" dirty="0" err="1" smtClean="0">
                <a:ea typeface="STIXNonUnicode-Regular" charset="0"/>
                <a:cs typeface="STIXNonUnicode-Regular" charset="0"/>
              </a:rPr>
              <a:t>to</a:t>
            </a:r>
            <a:r>
              <a:rPr lang="de-DE" sz="2000" dirty="0" smtClean="0">
                <a:ea typeface="STIXNonUnicode-Regular" charset="0"/>
                <a:cs typeface="STIXNonUnicode-Regular" charset="0"/>
              </a:rPr>
              <a:t> </a:t>
            </a:r>
            <a:r>
              <a:rPr lang="de-DE" sz="2000" dirty="0" err="1" smtClean="0">
                <a:ea typeface="STIXNonUnicode-Regular" charset="0"/>
                <a:cs typeface="STIXNonUnicode-Regular" charset="0"/>
              </a:rPr>
              <a:t>provide</a:t>
            </a:r>
            <a:r>
              <a:rPr lang="de-DE" sz="2000" dirty="0" smtClean="0">
                <a:ea typeface="STIXNonUnicode-Regular" charset="0"/>
                <a:cs typeface="STIXNonUnicode-Regular" charset="0"/>
              </a:rPr>
              <a:t>:</a:t>
            </a:r>
          </a:p>
          <a:p>
            <a:pPr>
              <a:spcBef>
                <a:spcPts val="800"/>
              </a:spcBef>
            </a:pPr>
            <a:r>
              <a:rPr lang="de-DE" sz="2000" dirty="0" err="1" smtClean="0">
                <a:ea typeface="STIXNonUnicode-Regular" charset="0"/>
                <a:cs typeface="STIXNonUnicode-Regular" charset="0"/>
              </a:rPr>
              <a:t>setup_name</a:t>
            </a:r>
            <a:r>
              <a:rPr lang="de-DE" sz="2000" dirty="0" smtClean="0">
                <a:ea typeface="STIXNonUnicode-Regular" charset="0"/>
                <a:cs typeface="STIXNonUnicode-Regular" charset="0"/>
              </a:rPr>
              <a:t> (</a:t>
            </a:r>
            <a:r>
              <a:rPr lang="de-DE" sz="2000" dirty="0" err="1" smtClean="0">
                <a:ea typeface="STIXNonUnicode-Regular" charset="0"/>
                <a:cs typeface="STIXNonUnicode-Regular" charset="0"/>
              </a:rPr>
              <a:t>awicm</a:t>
            </a:r>
            <a:r>
              <a:rPr lang="de-DE" sz="2000" dirty="0" smtClean="0">
                <a:ea typeface="STIXNonUnicode-Regular" charset="0"/>
                <a:cs typeface="STIXNonUnicode-Regular" charset="0"/>
              </a:rPr>
              <a:t>)</a:t>
            </a:r>
          </a:p>
          <a:p>
            <a:pPr>
              <a:spcBef>
                <a:spcPts val="800"/>
              </a:spcBef>
            </a:pPr>
            <a:r>
              <a:rPr lang="de-DE" sz="2000" dirty="0" err="1" smtClean="0">
                <a:ea typeface="STIXNonUnicode-Regular" charset="0"/>
                <a:cs typeface="STIXNonUnicode-Regular" charset="0"/>
              </a:rPr>
              <a:t>awicm_VERSION</a:t>
            </a:r>
            <a:r>
              <a:rPr lang="de-DE" sz="2000" dirty="0">
                <a:ea typeface="STIXNonUnicode-Regular" charset="0"/>
                <a:cs typeface="STIXNonUnicode-Regular" charset="0"/>
              </a:rPr>
              <a:t> </a:t>
            </a:r>
            <a:r>
              <a:rPr lang="de-DE" sz="2000" dirty="0" smtClean="0">
                <a:ea typeface="STIXNonUnicode-Regular" charset="0"/>
                <a:cs typeface="STIXNonUnicode-Regular" charset="0"/>
              </a:rPr>
              <a:t>(CMIP6)</a:t>
            </a:r>
          </a:p>
          <a:p>
            <a:pPr>
              <a:spcBef>
                <a:spcPts val="800"/>
              </a:spcBef>
            </a:pPr>
            <a:r>
              <a:rPr lang="de-DE" sz="2000" dirty="0" err="1" smtClean="0">
                <a:ea typeface="STIXNonUnicode-Regular" charset="0"/>
                <a:cs typeface="STIXNonUnicode-Regular" charset="0"/>
              </a:rPr>
              <a:t>machine</a:t>
            </a:r>
            <a:r>
              <a:rPr lang="de-DE" sz="2000" dirty="0" smtClean="0">
                <a:ea typeface="STIXNonUnicode-Regular" charset="0"/>
                <a:cs typeface="STIXNonUnicode-Regular" charset="0"/>
              </a:rPr>
              <a:t> (</a:t>
            </a:r>
            <a:r>
              <a:rPr lang="de-DE" sz="2000" dirty="0" err="1" smtClean="0">
                <a:ea typeface="STIXNonUnicode-Regular" charset="0"/>
                <a:cs typeface="STIXNonUnicode-Regular" charset="0"/>
              </a:rPr>
              <a:t>mistral</a:t>
            </a:r>
            <a:r>
              <a:rPr lang="de-DE" sz="2000" dirty="0" smtClean="0">
                <a:ea typeface="STIXNonUnicode-Regular" charset="0"/>
                <a:cs typeface="STIXNonUnicode-Regular" charset="0"/>
              </a:rPr>
              <a:t>)</a:t>
            </a:r>
          </a:p>
          <a:p>
            <a:pPr>
              <a:spcBef>
                <a:spcPts val="800"/>
              </a:spcBef>
            </a:pPr>
            <a:r>
              <a:rPr lang="de-DE" sz="2000" dirty="0" smtClean="0">
                <a:ea typeface="STIXNonUnicode-Regular" charset="0"/>
                <a:cs typeface="STIXNonUnicode-Regular" charset="0"/>
              </a:rPr>
              <a:t>ACCOUNT (ab0995)</a:t>
            </a:r>
          </a:p>
          <a:p>
            <a:pPr>
              <a:spcBef>
                <a:spcPts val="800"/>
              </a:spcBef>
            </a:pPr>
            <a:r>
              <a:rPr lang="de-DE" sz="2000" dirty="0" err="1" smtClean="0">
                <a:ea typeface="STIXNonUnicode-Regular" charset="0"/>
                <a:cs typeface="STIXNonUnicode-Regular" charset="0"/>
              </a:rPr>
              <a:t>INITIAL_DATE_awicm</a:t>
            </a:r>
            <a:r>
              <a:rPr lang="de-DE" sz="2000" dirty="0" smtClean="0">
                <a:ea typeface="STIXNonUnicode-Regular" charset="0"/>
                <a:cs typeface="STIXNonUnicode-Regular" charset="0"/>
              </a:rPr>
              <a:t> (1950-01-01)</a:t>
            </a:r>
          </a:p>
          <a:p>
            <a:pPr>
              <a:spcBef>
                <a:spcPts val="800"/>
              </a:spcBef>
            </a:pPr>
            <a:r>
              <a:rPr lang="de-DE" sz="2000" dirty="0" err="1" smtClean="0">
                <a:ea typeface="STIXNonUnicode-Regular" charset="0"/>
                <a:cs typeface="STIXNonUnicode-Regular" charset="0"/>
              </a:rPr>
              <a:t>FINAL_DATE_awicm</a:t>
            </a:r>
            <a:r>
              <a:rPr lang="de-DE" sz="2000" dirty="0" smtClean="0">
                <a:ea typeface="STIXNonUnicode-Regular" charset="0"/>
                <a:cs typeface="STIXNonUnicode-Regular" charset="0"/>
              </a:rPr>
              <a:t> (1951-12-31)</a:t>
            </a:r>
          </a:p>
          <a:p>
            <a:pPr>
              <a:spcBef>
                <a:spcPts val="800"/>
              </a:spcBef>
            </a:pPr>
            <a:r>
              <a:rPr lang="de-DE" sz="2000" dirty="0" err="1" smtClean="0">
                <a:ea typeface="STIXNonUnicode-Regular" charset="0"/>
                <a:cs typeface="STIXNonUnicode-Regular" charset="0"/>
              </a:rPr>
              <a:t>RES_fesom</a:t>
            </a:r>
            <a:r>
              <a:rPr lang="de-DE" sz="2000" dirty="0">
                <a:ea typeface="STIXNonUnicode-Regular" charset="0"/>
                <a:cs typeface="STIXNonUnicode-Regular" charset="0"/>
              </a:rPr>
              <a:t> </a:t>
            </a:r>
            <a:r>
              <a:rPr lang="de-DE" sz="2000" dirty="0" smtClean="0">
                <a:ea typeface="STIXNonUnicode-Regular" charset="0"/>
                <a:cs typeface="STIXNonUnicode-Regular" charset="0"/>
              </a:rPr>
              <a:t>(CORE)</a:t>
            </a:r>
          </a:p>
          <a:p>
            <a:pPr>
              <a:spcBef>
                <a:spcPts val="800"/>
              </a:spcBef>
            </a:pPr>
            <a:r>
              <a:rPr lang="de-DE" sz="2000" dirty="0" err="1" smtClean="0">
                <a:ea typeface="STIXNonUnicode-Regular" charset="0"/>
                <a:cs typeface="STIXNonUnicode-Regular" charset="0"/>
              </a:rPr>
              <a:t>RES_echam</a:t>
            </a:r>
            <a:r>
              <a:rPr lang="de-DE" sz="2000" dirty="0" smtClean="0">
                <a:ea typeface="STIXNonUnicode-Regular" charset="0"/>
                <a:cs typeface="STIXNonUnicode-Regular" charset="0"/>
              </a:rPr>
              <a:t> (T63)</a:t>
            </a:r>
          </a:p>
          <a:p>
            <a:pPr>
              <a:spcBef>
                <a:spcPts val="800"/>
              </a:spcBef>
            </a:pPr>
            <a:r>
              <a:rPr lang="de-DE" sz="2000" dirty="0" err="1" smtClean="0">
                <a:ea typeface="STIXNonUnicode-Regular" charset="0"/>
                <a:cs typeface="STIXNonUnicode-Regular" charset="0"/>
              </a:rPr>
              <a:t>SCENARIO_echam</a:t>
            </a:r>
            <a:r>
              <a:rPr lang="de-DE" sz="2000" dirty="0" smtClean="0">
                <a:ea typeface="STIXNonUnicode-Regular" charset="0"/>
                <a:cs typeface="STIXNonUnicode-Regular" charset="0"/>
              </a:rPr>
              <a:t> (HIST)</a:t>
            </a:r>
          </a:p>
          <a:p>
            <a:pPr>
              <a:spcBef>
                <a:spcPts val="800"/>
              </a:spcBef>
            </a:pPr>
            <a:r>
              <a:rPr lang="de-DE" sz="2000" dirty="0" smtClean="0">
                <a:ea typeface="STIXNonUnicode-Regular" charset="0"/>
                <a:cs typeface="STIXNonUnicode-Regular" charset="0"/>
              </a:rPr>
              <a:t>BASE_DIR (/</a:t>
            </a:r>
            <a:r>
              <a:rPr lang="de-DE" sz="2000" dirty="0" err="1" smtClean="0">
                <a:ea typeface="STIXNonUnicode-Regular" charset="0"/>
                <a:cs typeface="STIXNonUnicode-Regular" charset="0"/>
              </a:rPr>
              <a:t>work</a:t>
            </a:r>
            <a:r>
              <a:rPr lang="de-DE" sz="2000" dirty="0" smtClean="0">
                <a:ea typeface="STIXNonUnicode-Regular" charset="0"/>
                <a:cs typeface="STIXNonUnicode-Regular" charset="0"/>
              </a:rPr>
              <a:t>/ab0995/a270058/</a:t>
            </a:r>
            <a:r>
              <a:rPr lang="de-DE" sz="2000" dirty="0" err="1" smtClean="0">
                <a:ea typeface="STIXNonUnicode-Regular" charset="0"/>
                <a:cs typeface="STIXNonUnicode-Regular" charset="0"/>
              </a:rPr>
              <a:t>experiments</a:t>
            </a:r>
            <a:r>
              <a:rPr lang="de-DE" sz="2000" dirty="0" smtClean="0">
                <a:ea typeface="STIXNonUnicode-Regular" charset="0"/>
                <a:cs typeface="STIXNonUnicode-Regular" charset="0"/>
              </a:rPr>
              <a:t>)</a:t>
            </a:r>
          </a:p>
          <a:p>
            <a:pPr>
              <a:spcBef>
                <a:spcPts val="800"/>
              </a:spcBef>
            </a:pPr>
            <a:endParaRPr lang="de-DE" sz="2000" dirty="0" smtClean="0">
              <a:ea typeface="STIXNonUnicode-Regular" charset="0"/>
              <a:cs typeface="STIXNonUnicode-Regular" charset="0"/>
            </a:endParaRPr>
          </a:p>
          <a:p>
            <a:pPr>
              <a:spcBef>
                <a:spcPts val="800"/>
              </a:spcBef>
            </a:pPr>
            <a:endParaRPr lang="de-DE" sz="2000" dirty="0" smtClean="0">
              <a:ea typeface="STIXNonUnicode-Regular" charset="0"/>
              <a:cs typeface="STIXNonUnicode-Regular" charset="0"/>
            </a:endParaRPr>
          </a:p>
          <a:p>
            <a:pPr algn="ctr">
              <a:spcBef>
                <a:spcPts val="800"/>
              </a:spcBef>
            </a:pPr>
            <a:endParaRPr lang="de-DE" sz="2000" dirty="0" smtClean="0">
              <a:ea typeface="STIXNonUnicode-Regular" charset="0"/>
              <a:cs typeface="STIXNonUnicode-Regula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012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 smtClean="0"/>
              <a:t>First </a:t>
            </a:r>
            <a:r>
              <a:rPr lang="de-DE" dirty="0" err="1" smtClean="0"/>
              <a:t>runscript</a:t>
            </a:r>
            <a:r>
              <a:rPr lang="de-DE" dirty="0" smtClean="0"/>
              <a:t> - </a:t>
            </a:r>
            <a:r>
              <a:rPr lang="de-DE" dirty="0" err="1" smtClean="0"/>
              <a:t>examples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4526" y="2114886"/>
            <a:ext cx="8301790" cy="3931920"/>
          </a:xfrm>
        </p:spPr>
        <p:txBody>
          <a:bodyPr>
            <a:normAutofit/>
          </a:bodyPr>
          <a:lstStyle/>
          <a:p>
            <a:pPr algn="ctr">
              <a:spcBef>
                <a:spcPts val="800"/>
              </a:spcBef>
            </a:pPr>
            <a:r>
              <a:rPr lang="de-DE" dirty="0" err="1" smtClean="0"/>
              <a:t>esm-runscripts</a:t>
            </a:r>
            <a:r>
              <a:rPr lang="de-DE" dirty="0" smtClean="0"/>
              <a:t>/</a:t>
            </a:r>
            <a:r>
              <a:rPr lang="de-DE" dirty="0" err="1" smtClean="0"/>
              <a:t>runscripts</a:t>
            </a:r>
            <a:endParaRPr lang="de-DE" dirty="0" smtClean="0"/>
          </a:p>
          <a:p>
            <a:pPr algn="ctr">
              <a:spcBef>
                <a:spcPts val="800"/>
              </a:spcBef>
            </a:pPr>
            <a:r>
              <a:rPr lang="de-DE" dirty="0" err="1" smtClean="0"/>
              <a:t>esm</a:t>
            </a:r>
            <a:r>
              <a:rPr lang="de-DE" dirty="0" smtClean="0"/>
              <a:t>-master/</a:t>
            </a:r>
            <a:r>
              <a:rPr lang="de-DE" dirty="0" err="1" smtClean="0"/>
              <a:t>preconfigured_runscripts</a:t>
            </a:r>
            <a:endParaRPr lang="de-DE" dirty="0" smtClean="0"/>
          </a:p>
          <a:p>
            <a:pPr algn="ctr">
              <a:spcBef>
                <a:spcPts val="800"/>
              </a:spcBef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50549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 err="1" smtClean="0"/>
              <a:t>Important</a:t>
            </a:r>
            <a:r>
              <a:rPr lang="de-DE" dirty="0" smtClean="0"/>
              <a:t> </a:t>
            </a:r>
            <a:r>
              <a:rPr lang="de-DE" dirty="0" err="1" smtClean="0"/>
              <a:t>defaults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2547990" y="2114886"/>
            <a:ext cx="6208325" cy="3931920"/>
          </a:xfrm>
        </p:spPr>
        <p:txBody>
          <a:bodyPr>
            <a:normAutofit fontScale="85000" lnSpcReduction="20000"/>
          </a:bodyPr>
          <a:lstStyle/>
          <a:p>
            <a:pPr>
              <a:spcBef>
                <a:spcPts val="800"/>
              </a:spcBef>
            </a:pPr>
            <a:endParaRPr lang="de-DE" dirty="0"/>
          </a:p>
          <a:p>
            <a:pPr>
              <a:spcBef>
                <a:spcPts val="800"/>
              </a:spcBef>
            </a:pPr>
            <a:r>
              <a:rPr lang="de-DE" dirty="0" err="1" smtClean="0"/>
              <a:t>MESH_DIR_fesom</a:t>
            </a:r>
            <a:r>
              <a:rPr lang="de-DE" dirty="0"/>
              <a:t>=</a:t>
            </a:r>
            <a:endParaRPr lang="de-DE" dirty="0" smtClean="0"/>
          </a:p>
          <a:p>
            <a:pPr>
              <a:spcBef>
                <a:spcPts val="800"/>
              </a:spcBef>
            </a:pPr>
            <a:r>
              <a:rPr lang="de-DE" dirty="0" err="1" smtClean="0"/>
              <a:t>SCENARIO_echam</a:t>
            </a:r>
            <a:r>
              <a:rPr lang="de-DE" dirty="0" smtClean="0"/>
              <a:t>=HIST</a:t>
            </a:r>
          </a:p>
          <a:p>
            <a:pPr>
              <a:spcBef>
                <a:spcPts val="800"/>
              </a:spcBef>
            </a:pPr>
            <a:r>
              <a:rPr lang="de-DE" dirty="0" err="1" smtClean="0"/>
              <a:t>POOL_DIR_echam</a:t>
            </a:r>
            <a:r>
              <a:rPr lang="de-DE" dirty="0" smtClean="0"/>
              <a:t>=</a:t>
            </a:r>
          </a:p>
          <a:p>
            <a:pPr>
              <a:spcBef>
                <a:spcPts val="800"/>
              </a:spcBef>
            </a:pPr>
            <a:r>
              <a:rPr lang="de-DE" dirty="0" err="1" smtClean="0"/>
              <a:t>POOL_DIR_fesom</a:t>
            </a:r>
            <a:r>
              <a:rPr lang="de-DE" dirty="0" smtClean="0"/>
              <a:t>=</a:t>
            </a:r>
          </a:p>
          <a:p>
            <a:pPr>
              <a:spcBef>
                <a:spcPts val="800"/>
              </a:spcBef>
            </a:pPr>
            <a:r>
              <a:rPr lang="de-DE" dirty="0" err="1" smtClean="0"/>
              <a:t>MODEL_DIR_awicm</a:t>
            </a:r>
            <a:r>
              <a:rPr lang="de-DE" dirty="0" smtClean="0"/>
              <a:t>=</a:t>
            </a:r>
          </a:p>
          <a:p>
            <a:pPr>
              <a:spcBef>
                <a:spcPts val="800"/>
              </a:spcBef>
            </a:pPr>
            <a:r>
              <a:rPr lang="de-DE" dirty="0" smtClean="0"/>
              <a:t>EXP_ID=</a:t>
            </a:r>
            <a:r>
              <a:rPr lang="de-DE" dirty="0" err="1" smtClean="0"/>
              <a:t>test</a:t>
            </a:r>
            <a:endParaRPr lang="de-DE" dirty="0" smtClean="0"/>
          </a:p>
          <a:p>
            <a:pPr>
              <a:spcBef>
                <a:spcPts val="800"/>
              </a:spcBef>
            </a:pPr>
            <a:r>
              <a:rPr lang="de-DE" dirty="0" err="1" smtClean="0"/>
              <a:t>proca</a:t>
            </a:r>
            <a:r>
              <a:rPr lang="de-DE" dirty="0" smtClean="0"/>
              <a:t>_ </a:t>
            </a:r>
            <a:r>
              <a:rPr lang="de-DE" dirty="0" err="1" smtClean="0"/>
              <a:t>and</a:t>
            </a:r>
            <a:r>
              <a:rPr lang="de-DE" dirty="0" smtClean="0"/>
              <a:t> </a:t>
            </a:r>
            <a:r>
              <a:rPr lang="de-DE" dirty="0" err="1" smtClean="0"/>
              <a:t>procb</a:t>
            </a:r>
            <a:r>
              <a:rPr lang="de-DE" dirty="0" smtClean="0"/>
              <a:t>_ </a:t>
            </a:r>
            <a:r>
              <a:rPr lang="de-DE" dirty="0" err="1" smtClean="0"/>
              <a:t>for</a:t>
            </a:r>
            <a:r>
              <a:rPr lang="de-DE" dirty="0" smtClean="0"/>
              <a:t> </a:t>
            </a:r>
            <a:r>
              <a:rPr lang="de-DE" dirty="0" err="1" smtClean="0"/>
              <a:t>each</a:t>
            </a:r>
            <a:r>
              <a:rPr lang="de-DE" dirty="0" smtClean="0"/>
              <a:t> </a:t>
            </a:r>
            <a:r>
              <a:rPr lang="de-DE" dirty="0" err="1" smtClean="0"/>
              <a:t>exectuable</a:t>
            </a:r>
            <a:endParaRPr lang="de-DE" dirty="0" smtClean="0"/>
          </a:p>
          <a:p>
            <a:pPr marL="0" indent="0" algn="ctr">
              <a:spcBef>
                <a:spcPts val="800"/>
              </a:spcBef>
              <a:buNone/>
            </a:pPr>
            <a:endParaRPr lang="de-DE" dirty="0" smtClean="0"/>
          </a:p>
          <a:p>
            <a:pPr>
              <a:spcBef>
                <a:spcPts val="800"/>
              </a:spcBef>
            </a:pPr>
            <a:r>
              <a:rPr lang="de-DE" sz="2000" dirty="0" err="1" smtClean="0"/>
              <a:t>LRESUME_echam</a:t>
            </a:r>
            <a:r>
              <a:rPr lang="de-DE" sz="2000" dirty="0" smtClean="0"/>
              <a:t>=</a:t>
            </a:r>
            <a:r>
              <a:rPr lang="de-DE" sz="2000" dirty="0" err="1" smtClean="0"/>
              <a:t>LRESUME_fesom</a:t>
            </a:r>
            <a:endParaRPr lang="de-DE" sz="2000" dirty="0"/>
          </a:p>
          <a:p>
            <a:pPr marL="0" indent="0">
              <a:spcBef>
                <a:spcPts val="800"/>
              </a:spcBef>
              <a:buNone/>
            </a:pPr>
            <a:r>
              <a:rPr lang="de-DE" sz="2000" dirty="0"/>
              <a:t> </a:t>
            </a:r>
            <a:r>
              <a:rPr lang="de-DE" sz="2000" dirty="0" smtClean="0"/>
              <a:t>     </a:t>
            </a:r>
            <a:r>
              <a:rPr lang="de-DE" sz="2000" dirty="0" smtClean="0"/>
              <a:t>=LRESUME_oasis3mct=1</a:t>
            </a:r>
            <a:endParaRPr lang="de-DE" sz="2000" dirty="0"/>
          </a:p>
        </p:txBody>
      </p:sp>
    </p:spTree>
    <p:extLst>
      <p:ext uri="{BB962C8B-B14F-4D97-AF65-F5344CB8AC3E}">
        <p14:creationId xmlns:p14="http://schemas.microsoft.com/office/powerpoint/2010/main" val="1838558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 err="1" smtClean="0"/>
              <a:t>Some</a:t>
            </a:r>
            <a:r>
              <a:rPr lang="de-DE" dirty="0" smtClean="0"/>
              <a:t> </a:t>
            </a:r>
            <a:r>
              <a:rPr lang="de-DE" dirty="0" err="1" smtClean="0"/>
              <a:t>remarks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4526" y="2114886"/>
            <a:ext cx="8301790" cy="3931920"/>
          </a:xfrm>
        </p:spPr>
        <p:txBody>
          <a:bodyPr>
            <a:normAutofit/>
          </a:bodyPr>
          <a:lstStyle/>
          <a:p>
            <a:pPr marL="0" indent="0" algn="ctr">
              <a:spcBef>
                <a:spcPts val="800"/>
              </a:spcBef>
              <a:buNone/>
            </a:pPr>
            <a:endParaRPr lang="de-DE" dirty="0"/>
          </a:p>
          <a:p>
            <a:pPr algn="ctr">
              <a:spcBef>
                <a:spcPts val="800"/>
              </a:spcBef>
            </a:pPr>
            <a:r>
              <a:rPr lang="de-DE" dirty="0" err="1" smtClean="0"/>
              <a:t>No</a:t>
            </a:r>
            <a:r>
              <a:rPr lang="de-DE" dirty="0" smtClean="0"/>
              <a:t> </a:t>
            </a:r>
            <a:r>
              <a:rPr lang="de-DE" dirty="0" err="1" smtClean="0"/>
              <a:t>batch</a:t>
            </a:r>
            <a:r>
              <a:rPr lang="de-DE" dirty="0" smtClean="0"/>
              <a:t> </a:t>
            </a:r>
            <a:r>
              <a:rPr lang="de-DE" dirty="0" err="1" smtClean="0"/>
              <a:t>system</a:t>
            </a:r>
            <a:r>
              <a:rPr lang="de-DE" dirty="0" smtClean="0"/>
              <a:t> </a:t>
            </a:r>
            <a:r>
              <a:rPr lang="de-DE" dirty="0" err="1" smtClean="0"/>
              <a:t>header</a:t>
            </a:r>
            <a:r>
              <a:rPr lang="de-DE" dirty="0" smtClean="0"/>
              <a:t> in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script</a:t>
            </a:r>
            <a:endParaRPr lang="de-DE" dirty="0" smtClean="0"/>
          </a:p>
          <a:p>
            <a:pPr algn="ctr">
              <a:spcBef>
                <a:spcPts val="800"/>
              </a:spcBef>
            </a:pPr>
            <a:r>
              <a:rPr lang="de-DE" dirty="0" smtClean="0"/>
              <a:t>check=0/1 </a:t>
            </a:r>
            <a:r>
              <a:rPr lang="de-DE" dirty="0" err="1" smtClean="0"/>
              <a:t>to</a:t>
            </a:r>
            <a:r>
              <a:rPr lang="de-DE" dirty="0" smtClean="0"/>
              <a:t> </a:t>
            </a:r>
            <a:r>
              <a:rPr lang="de-DE" dirty="0" err="1" smtClean="0"/>
              <a:t>run</a:t>
            </a:r>
            <a:r>
              <a:rPr lang="de-DE" dirty="0" smtClean="0"/>
              <a:t> a </a:t>
            </a:r>
            <a:r>
              <a:rPr lang="de-DE" dirty="0" err="1" smtClean="0"/>
              <a:t>test</a:t>
            </a:r>
            <a:r>
              <a:rPr lang="de-DE" dirty="0" smtClean="0"/>
              <a:t> </a:t>
            </a:r>
            <a:r>
              <a:rPr lang="de-DE" dirty="0" err="1" smtClean="0"/>
              <a:t>without</a:t>
            </a:r>
            <a:r>
              <a:rPr lang="de-DE" dirty="0" smtClean="0"/>
              <a:t> </a:t>
            </a:r>
            <a:r>
              <a:rPr lang="de-DE" dirty="0" err="1" smtClean="0"/>
              <a:t>submitting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script</a:t>
            </a:r>
            <a:r>
              <a:rPr lang="de-DE" dirty="0" smtClean="0"/>
              <a:t> / </a:t>
            </a:r>
            <a:r>
              <a:rPr lang="de-DE" dirty="0" err="1" smtClean="0"/>
              <a:t>launching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executable</a:t>
            </a:r>
            <a:endParaRPr lang="de-DE" dirty="0" smtClean="0"/>
          </a:p>
          <a:p>
            <a:pPr algn="ctr">
              <a:spcBef>
                <a:spcPts val="800"/>
              </a:spcBef>
            </a:pPr>
            <a:endParaRPr lang="de-DE" dirty="0" smtClean="0"/>
          </a:p>
        </p:txBody>
      </p:sp>
    </p:spTree>
    <p:extLst>
      <p:ext uri="{BB962C8B-B14F-4D97-AF65-F5344CB8AC3E}">
        <p14:creationId xmlns:p14="http://schemas.microsoft.com/office/powerpoint/2010/main" val="379376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 err="1" smtClean="0"/>
              <a:t>How</a:t>
            </a:r>
            <a:r>
              <a:rPr lang="de-DE" dirty="0" smtClean="0"/>
              <a:t> </a:t>
            </a:r>
            <a:r>
              <a:rPr lang="de-DE" dirty="0" err="1" smtClean="0"/>
              <a:t>to</a:t>
            </a:r>
            <a:r>
              <a:rPr lang="de-DE" dirty="0" smtClean="0"/>
              <a:t> </a:t>
            </a:r>
            <a:r>
              <a:rPr lang="de-DE" dirty="0" err="1" smtClean="0"/>
              <a:t>start</a:t>
            </a:r>
            <a:r>
              <a:rPr lang="de-DE" dirty="0" smtClean="0"/>
              <a:t> a </a:t>
            </a:r>
            <a:r>
              <a:rPr lang="de-DE" dirty="0" err="1" smtClean="0"/>
              <a:t>run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4526" y="2114886"/>
            <a:ext cx="8301790" cy="3931920"/>
          </a:xfrm>
        </p:spPr>
        <p:txBody>
          <a:bodyPr>
            <a:normAutofit fontScale="85000" lnSpcReduction="10000"/>
          </a:bodyPr>
          <a:lstStyle/>
          <a:p>
            <a:pPr marL="0" indent="0" algn="ctr">
              <a:spcBef>
                <a:spcPts val="800"/>
              </a:spcBef>
              <a:buNone/>
            </a:pPr>
            <a:r>
              <a:rPr lang="de-DE" dirty="0" smtClean="0">
                <a:ea typeface="STIXNonUnicode-Regular" charset="0"/>
                <a:cs typeface="STIXNonUnicode-Regular" charset="0"/>
              </a:rPr>
              <a:t>In </a:t>
            </a:r>
            <a:r>
              <a:rPr lang="de-DE" dirty="0" err="1" smtClean="0">
                <a:ea typeface="STIXNonUnicode-Regular" charset="0"/>
                <a:cs typeface="STIXNonUnicode-Regular" charset="0"/>
              </a:rPr>
              <a:t>the</a:t>
            </a:r>
            <a:r>
              <a:rPr lang="de-DE" dirty="0" smtClean="0">
                <a:ea typeface="STIXNonUnicode-Regular" charset="0"/>
                <a:cs typeface="STIXNonUnicode-Regular" charset="0"/>
              </a:rPr>
              <a:t> </a:t>
            </a:r>
            <a:r>
              <a:rPr lang="de-DE" dirty="0" err="1" smtClean="0">
                <a:ea typeface="STIXNonUnicode-Regular" charset="0"/>
                <a:cs typeface="STIXNonUnicode-Regular" charset="0"/>
              </a:rPr>
              <a:t>command</a:t>
            </a:r>
            <a:r>
              <a:rPr lang="de-DE" dirty="0" smtClean="0">
                <a:ea typeface="STIXNonUnicode-Regular" charset="0"/>
                <a:cs typeface="STIXNonUnicode-Regular" charset="0"/>
              </a:rPr>
              <a:t> </a:t>
            </a:r>
            <a:r>
              <a:rPr lang="de-DE" dirty="0" err="1" smtClean="0">
                <a:ea typeface="STIXNonUnicode-Regular" charset="0"/>
                <a:cs typeface="STIXNonUnicode-Regular" charset="0"/>
              </a:rPr>
              <a:t>line</a:t>
            </a:r>
            <a:r>
              <a:rPr lang="de-DE" dirty="0" smtClean="0">
                <a:ea typeface="STIXNonUnicode-Regular" charset="0"/>
                <a:cs typeface="STIXNonUnicode-Regular" charset="0"/>
              </a:rPr>
              <a:t>, </a:t>
            </a:r>
            <a:r>
              <a:rPr lang="de-DE" dirty="0" err="1" smtClean="0">
                <a:ea typeface="STIXNonUnicode-Regular" charset="0"/>
                <a:cs typeface="STIXNonUnicode-Regular" charset="0"/>
              </a:rPr>
              <a:t>run</a:t>
            </a:r>
            <a:endParaRPr lang="de-DE" dirty="0" smtClean="0">
              <a:ea typeface="STIXNonUnicode-Regular" charset="0"/>
              <a:cs typeface="STIXNonUnicode-Regular" charset="0"/>
            </a:endParaRPr>
          </a:p>
          <a:p>
            <a:pPr marL="0" indent="0" algn="ctr">
              <a:spcBef>
                <a:spcPts val="800"/>
              </a:spcBef>
              <a:buNone/>
            </a:pPr>
            <a:endParaRPr lang="de-DE" dirty="0" smtClean="0">
              <a:ea typeface="STIXNonUnicode-Regular" charset="0"/>
              <a:cs typeface="STIXNonUnicode-Regular" charset="0"/>
            </a:endParaRPr>
          </a:p>
          <a:p>
            <a:pPr marL="0" indent="0" algn="ctr">
              <a:spcBef>
                <a:spcPts val="800"/>
              </a:spcBef>
              <a:buNone/>
            </a:pPr>
            <a:r>
              <a:rPr lang="de-DE" dirty="0">
                <a:ea typeface="STIXNonUnicode-Regular" charset="0"/>
                <a:cs typeface="STIXNonUnicode-Regular" charset="0"/>
              </a:rPr>
              <a:t>'</a:t>
            </a:r>
            <a:r>
              <a:rPr lang="de-DE" i="1" dirty="0" smtClean="0">
                <a:latin typeface="STIXNonUnicode-Regular" charset="0"/>
                <a:ea typeface="STIXNonUnicode-Regular" charset="0"/>
                <a:cs typeface="STIXNonUnicode-Regular" charset="0"/>
              </a:rPr>
              <a:t>./</a:t>
            </a:r>
            <a:r>
              <a:rPr lang="de-DE" i="1" dirty="0" err="1" smtClean="0">
                <a:latin typeface="STIXNonUnicode-Regular" charset="0"/>
                <a:ea typeface="STIXNonUnicode-Regular" charset="0"/>
                <a:cs typeface="STIXNonUnicode-Regular" charset="0"/>
              </a:rPr>
              <a:t>name_of_your_script</a:t>
            </a:r>
            <a:r>
              <a:rPr lang="de-DE" dirty="0" smtClean="0">
                <a:ea typeface="STIXNonUnicode-Regular" charset="0"/>
                <a:cs typeface="STIXNonUnicode-Regular" charset="0"/>
              </a:rPr>
              <a:t>'</a:t>
            </a:r>
            <a:r>
              <a:rPr lang="de-DE" dirty="0" smtClean="0">
                <a:ea typeface="STIXNonUnicode-Regular" charset="0"/>
                <a:cs typeface="STIXNonUnicode-Regular" charset="0"/>
              </a:rPr>
              <a:t> </a:t>
            </a:r>
          </a:p>
          <a:p>
            <a:pPr marL="0" indent="0" algn="ctr">
              <a:spcBef>
                <a:spcPts val="800"/>
              </a:spcBef>
              <a:buNone/>
            </a:pPr>
            <a:endParaRPr lang="de-DE" dirty="0">
              <a:ea typeface="STIXNonUnicode-Regular" charset="0"/>
              <a:cs typeface="STIXNonUnicode-Regular" charset="0"/>
            </a:endParaRPr>
          </a:p>
          <a:p>
            <a:pPr marL="0" indent="0" algn="ctr">
              <a:spcBef>
                <a:spcPts val="800"/>
              </a:spcBef>
              <a:buNone/>
            </a:pPr>
            <a:r>
              <a:rPr lang="de-DE" dirty="0" err="1" smtClean="0"/>
              <a:t>to</a:t>
            </a:r>
            <a:r>
              <a:rPr lang="de-DE" dirty="0" smtClean="0"/>
              <a:t> </a:t>
            </a:r>
            <a:r>
              <a:rPr lang="de-DE" dirty="0" err="1" smtClean="0"/>
              <a:t>start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simulation</a:t>
            </a:r>
            <a:r>
              <a:rPr lang="de-DE" dirty="0" smtClean="0"/>
              <a:t>. Add '</a:t>
            </a:r>
            <a:r>
              <a:rPr lang="mr-IN" dirty="0" smtClean="0"/>
              <a:t>–</a:t>
            </a:r>
            <a:r>
              <a:rPr lang="de-DE" dirty="0" smtClean="0"/>
              <a:t>h' </a:t>
            </a:r>
            <a:r>
              <a:rPr lang="de-DE" dirty="0" err="1" smtClean="0"/>
              <a:t>to</a:t>
            </a:r>
            <a:r>
              <a:rPr lang="de-DE" dirty="0" smtClean="0"/>
              <a:t> </a:t>
            </a:r>
            <a:r>
              <a:rPr lang="de-DE" dirty="0" err="1" smtClean="0"/>
              <a:t>get</a:t>
            </a:r>
            <a:r>
              <a:rPr lang="de-DE" dirty="0" smtClean="0"/>
              <a:t> a </a:t>
            </a:r>
            <a:r>
              <a:rPr lang="de-DE" dirty="0" err="1" smtClean="0"/>
              <a:t>list</a:t>
            </a:r>
            <a:r>
              <a:rPr lang="de-DE" dirty="0" smtClean="0"/>
              <a:t> </a:t>
            </a:r>
            <a:r>
              <a:rPr lang="de-DE" dirty="0" err="1" smtClean="0"/>
              <a:t>of</a:t>
            </a:r>
            <a:r>
              <a:rPr lang="de-DE" dirty="0" smtClean="0"/>
              <a:t> </a:t>
            </a:r>
            <a:r>
              <a:rPr lang="de-DE" dirty="0" err="1" smtClean="0"/>
              <a:t>available</a:t>
            </a:r>
            <a:r>
              <a:rPr lang="de-DE" dirty="0" smtClean="0"/>
              <a:t> </a:t>
            </a:r>
            <a:r>
              <a:rPr lang="de-DE" dirty="0" err="1" smtClean="0"/>
              <a:t>command</a:t>
            </a:r>
            <a:r>
              <a:rPr lang="de-DE" dirty="0" smtClean="0"/>
              <a:t> </a:t>
            </a:r>
            <a:r>
              <a:rPr lang="de-DE" dirty="0" err="1" smtClean="0"/>
              <a:t>line</a:t>
            </a:r>
            <a:r>
              <a:rPr lang="de-DE" dirty="0" smtClean="0"/>
              <a:t> </a:t>
            </a:r>
            <a:r>
              <a:rPr lang="de-DE" dirty="0" err="1" smtClean="0"/>
              <a:t>options</a:t>
            </a:r>
            <a:r>
              <a:rPr lang="de-DE" dirty="0" smtClean="0"/>
              <a:t>. Most </a:t>
            </a:r>
            <a:r>
              <a:rPr lang="de-DE" dirty="0" err="1" smtClean="0"/>
              <a:t>importantly</a:t>
            </a:r>
            <a:r>
              <a:rPr lang="de-DE" dirty="0" smtClean="0"/>
              <a:t>:</a:t>
            </a:r>
          </a:p>
          <a:p>
            <a:pPr marL="0" indent="0" algn="ctr">
              <a:spcBef>
                <a:spcPts val="800"/>
              </a:spcBef>
              <a:buNone/>
            </a:pPr>
            <a:endParaRPr lang="de-DE" dirty="0" smtClean="0"/>
          </a:p>
          <a:p>
            <a:pPr marL="0" indent="0">
              <a:spcBef>
                <a:spcPts val="800"/>
              </a:spcBef>
              <a:buNone/>
            </a:pPr>
            <a:r>
              <a:rPr lang="de-DE" i="1" dirty="0" smtClean="0">
                <a:latin typeface="STIXNonUnicode-Regular" charset="0"/>
                <a:ea typeface="STIXNonUnicode-Regular" charset="0"/>
                <a:cs typeface="STIXNonUnicode-Regular" charset="0"/>
              </a:rPr>
              <a:t>-c </a:t>
            </a:r>
            <a:r>
              <a:rPr lang="de-DE" dirty="0" smtClean="0"/>
              <a:t>			</a:t>
            </a:r>
            <a:r>
              <a:rPr lang="de-DE" dirty="0" err="1" smtClean="0"/>
              <a:t>sets</a:t>
            </a:r>
            <a:r>
              <a:rPr lang="de-DE" dirty="0" smtClean="0"/>
              <a:t> check=1 (</a:t>
            </a:r>
            <a:r>
              <a:rPr lang="de-DE" dirty="0" err="1" smtClean="0"/>
              <a:t>don‘t</a:t>
            </a:r>
            <a:r>
              <a:rPr lang="de-DE" dirty="0" smtClean="0"/>
              <a:t> </a:t>
            </a:r>
            <a:r>
              <a:rPr lang="de-DE" dirty="0" err="1" smtClean="0"/>
              <a:t>submit</a:t>
            </a:r>
            <a:r>
              <a:rPr lang="de-DE" dirty="0" smtClean="0"/>
              <a:t> </a:t>
            </a:r>
            <a:r>
              <a:rPr lang="de-DE" dirty="0" err="1" smtClean="0"/>
              <a:t>script</a:t>
            </a:r>
            <a:r>
              <a:rPr lang="de-DE" dirty="0" smtClean="0"/>
              <a:t>, </a:t>
            </a:r>
            <a:r>
              <a:rPr lang="de-DE" dirty="0" err="1" smtClean="0"/>
              <a:t>don‘t</a:t>
            </a:r>
            <a:r>
              <a:rPr lang="de-DE" dirty="0" smtClean="0"/>
              <a:t> </a:t>
            </a:r>
            <a:r>
              <a:rPr lang="de-DE" dirty="0" err="1" smtClean="0"/>
              <a:t>run</a:t>
            </a:r>
            <a:r>
              <a:rPr lang="de-DE" dirty="0" smtClean="0"/>
              <a:t> 				           </a:t>
            </a:r>
            <a:r>
              <a:rPr lang="de-DE" dirty="0" err="1" smtClean="0"/>
              <a:t>executable</a:t>
            </a:r>
            <a:r>
              <a:rPr lang="de-DE" dirty="0" smtClean="0"/>
              <a:t>)</a:t>
            </a:r>
          </a:p>
          <a:p>
            <a:pPr marL="0" indent="0">
              <a:spcBef>
                <a:spcPts val="800"/>
              </a:spcBef>
              <a:buNone/>
            </a:pPr>
            <a:r>
              <a:rPr lang="de-DE" i="1" dirty="0" smtClean="0">
                <a:latin typeface="STIXNonUnicode-Regular" charset="0"/>
                <a:ea typeface="STIXNonUnicode-Regular" charset="0"/>
                <a:cs typeface="STIXNonUnicode-Regular" charset="0"/>
              </a:rPr>
              <a:t>-</a:t>
            </a:r>
            <a:r>
              <a:rPr lang="de-DE" i="1" dirty="0" err="1" smtClean="0">
                <a:latin typeface="STIXNonUnicode-Regular" charset="0"/>
                <a:ea typeface="STIXNonUnicode-Regular" charset="0"/>
                <a:cs typeface="STIXNonUnicode-Regular" charset="0"/>
              </a:rPr>
              <a:t>e</a:t>
            </a:r>
            <a:r>
              <a:rPr lang="de-DE" i="1" dirty="0" smtClean="0">
                <a:latin typeface="STIXNonUnicode-Regular" charset="0"/>
                <a:ea typeface="STIXNonUnicode-Regular" charset="0"/>
                <a:cs typeface="STIXNonUnicode-Regular" charset="0"/>
              </a:rPr>
              <a:t> </a:t>
            </a:r>
            <a:r>
              <a:rPr lang="de-DE" i="1" dirty="0" err="1" smtClean="0">
                <a:latin typeface="STIXNonUnicode-Regular" charset="0"/>
                <a:ea typeface="STIXNonUnicode-Regular" charset="0"/>
                <a:cs typeface="STIXNonUnicode-Regular" charset="0"/>
              </a:rPr>
              <a:t>blabla</a:t>
            </a:r>
            <a:r>
              <a:rPr lang="de-DE" i="1" dirty="0" smtClean="0">
                <a:latin typeface="STIXNonUnicode-Regular" charset="0"/>
                <a:ea typeface="STIXNonUnicode-Regular" charset="0"/>
                <a:cs typeface="STIXNonUnicode-Regular" charset="0"/>
              </a:rPr>
              <a:t> </a:t>
            </a:r>
            <a:r>
              <a:rPr lang="de-DE" dirty="0" smtClean="0"/>
              <a:t>		</a:t>
            </a:r>
            <a:r>
              <a:rPr lang="de-DE" dirty="0" err="1" smtClean="0"/>
              <a:t>overwrites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EXP_ID</a:t>
            </a:r>
          </a:p>
          <a:p>
            <a:pPr marL="0" indent="0">
              <a:spcBef>
                <a:spcPts val="800"/>
              </a:spcBef>
              <a:buNone/>
            </a:pPr>
            <a:r>
              <a:rPr lang="de-DE" i="1" dirty="0" smtClean="0">
                <a:latin typeface="STIXNonUnicode-Regular" charset="0"/>
                <a:ea typeface="STIXNonUnicode-Regular" charset="0"/>
                <a:cs typeface="STIXNonUnicode-Regular" charset="0"/>
              </a:rPr>
              <a:t>-v "MYVAR=</a:t>
            </a:r>
            <a:r>
              <a:rPr lang="de-DE" i="1" dirty="0" err="1" smtClean="0">
                <a:latin typeface="STIXNonUnicode-Regular" charset="0"/>
                <a:ea typeface="STIXNonUnicode-Regular" charset="0"/>
                <a:cs typeface="STIXNonUnicode-Regular" charset="0"/>
              </a:rPr>
              <a:t>blabla</a:t>
            </a:r>
            <a:r>
              <a:rPr lang="de-DE" i="1" dirty="0" smtClean="0">
                <a:latin typeface="STIXNonUnicode-Regular" charset="0"/>
                <a:ea typeface="STIXNonUnicode-Regular" charset="0"/>
                <a:cs typeface="STIXNonUnicode-Regular" charset="0"/>
              </a:rPr>
              <a:t>"</a:t>
            </a:r>
            <a:r>
              <a:rPr lang="de-DE" dirty="0" smtClean="0"/>
              <a:t>       	</a:t>
            </a:r>
            <a:r>
              <a:rPr lang="de-DE" dirty="0" err="1" smtClean="0"/>
              <a:t>passes</a:t>
            </a:r>
            <a:r>
              <a:rPr lang="de-DE" dirty="0" smtClean="0"/>
              <a:t> </a:t>
            </a:r>
            <a:r>
              <a:rPr lang="de-DE" dirty="0" err="1" smtClean="0"/>
              <a:t>user</a:t>
            </a:r>
            <a:r>
              <a:rPr lang="de-DE" dirty="0" smtClean="0"/>
              <a:t> </a:t>
            </a:r>
            <a:r>
              <a:rPr lang="de-DE" dirty="0" err="1" smtClean="0"/>
              <a:t>definded</a:t>
            </a:r>
            <a:r>
              <a:rPr lang="de-DE" dirty="0" smtClean="0"/>
              <a:t> </a:t>
            </a:r>
            <a:r>
              <a:rPr lang="de-DE" dirty="0" err="1" smtClean="0"/>
              <a:t>var</a:t>
            </a:r>
            <a:r>
              <a:rPr lang="de-DE" dirty="0" smtClean="0"/>
              <a:t> MYVAR </a:t>
            </a:r>
            <a:r>
              <a:rPr lang="de-DE" dirty="0" err="1" smtClean="0"/>
              <a:t>to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script</a:t>
            </a:r>
            <a:r>
              <a:rPr lang="de-DE" dirty="0" smtClean="0"/>
              <a:t> </a:t>
            </a:r>
          </a:p>
          <a:p>
            <a:pPr marL="0" indent="0">
              <a:spcBef>
                <a:spcPts val="800"/>
              </a:spcBef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00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 err="1" smtClean="0"/>
              <a:t>Let‘s</a:t>
            </a:r>
            <a:r>
              <a:rPr lang="de-DE" dirty="0" smtClean="0"/>
              <a:t> '</a:t>
            </a:r>
            <a:r>
              <a:rPr lang="de-DE" i="1" dirty="0" smtClean="0">
                <a:latin typeface="STIXNonUnicode-Regular" charset="0"/>
                <a:ea typeface="STIXNonUnicode-Regular" charset="0"/>
                <a:cs typeface="STIXNonUnicode-Regular" charset="0"/>
              </a:rPr>
              <a:t>check</a:t>
            </a:r>
            <a:r>
              <a:rPr lang="de-DE" dirty="0" smtClean="0"/>
              <a:t>'! 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4526" y="2114886"/>
            <a:ext cx="2884575" cy="3931920"/>
          </a:xfrm>
        </p:spPr>
        <p:txBody>
          <a:bodyPr>
            <a:normAutofit/>
          </a:bodyPr>
          <a:lstStyle/>
          <a:p>
            <a:pPr marL="0" indent="0" algn="ctr">
              <a:spcBef>
                <a:spcPts val="800"/>
              </a:spcBef>
              <a:buNone/>
            </a:pPr>
            <a:r>
              <a:rPr lang="de-DE" dirty="0" smtClean="0"/>
              <a:t>Tons </a:t>
            </a:r>
            <a:r>
              <a:rPr lang="de-DE" dirty="0" err="1" smtClean="0"/>
              <a:t>of</a:t>
            </a:r>
            <a:r>
              <a:rPr lang="de-DE" dirty="0" smtClean="0"/>
              <a:t> </a:t>
            </a:r>
            <a:r>
              <a:rPr lang="de-DE" dirty="0" err="1" smtClean="0"/>
              <a:t>output</a:t>
            </a:r>
            <a:r>
              <a:rPr lang="de-DE" dirty="0" smtClean="0"/>
              <a:t>!</a:t>
            </a:r>
          </a:p>
          <a:p>
            <a:pPr marL="0" indent="0" algn="ctr">
              <a:spcBef>
                <a:spcPts val="800"/>
              </a:spcBef>
              <a:buNone/>
            </a:pPr>
            <a:r>
              <a:rPr lang="de-DE" dirty="0" smtClean="0"/>
              <a:t>All </a:t>
            </a:r>
            <a:r>
              <a:rPr lang="de-DE" dirty="0" err="1" smtClean="0"/>
              <a:t>information</a:t>
            </a:r>
            <a:r>
              <a:rPr lang="de-DE" dirty="0" smtClean="0"/>
              <a:t> </a:t>
            </a:r>
            <a:r>
              <a:rPr lang="de-DE" dirty="0" err="1" smtClean="0"/>
              <a:t>about</a:t>
            </a:r>
            <a:r>
              <a:rPr lang="de-DE" dirty="0" smtClean="0"/>
              <a:t> </a:t>
            </a:r>
            <a:r>
              <a:rPr lang="de-DE" dirty="0" err="1" smtClean="0"/>
              <a:t>defaults</a:t>
            </a:r>
            <a:r>
              <a:rPr lang="de-DE" dirty="0" smtClean="0"/>
              <a:t>, </a:t>
            </a:r>
            <a:r>
              <a:rPr lang="de-DE" dirty="0" err="1" smtClean="0"/>
              <a:t>used</a:t>
            </a:r>
            <a:r>
              <a:rPr lang="de-DE" dirty="0" smtClean="0"/>
              <a:t> </a:t>
            </a:r>
            <a:r>
              <a:rPr lang="de-DE" dirty="0" err="1" smtClean="0"/>
              <a:t>data</a:t>
            </a:r>
            <a:r>
              <a:rPr lang="de-DE" dirty="0" smtClean="0"/>
              <a:t>, etc.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1180" y="1403131"/>
            <a:ext cx="3683556" cy="5076497"/>
          </a:xfrm>
          <a:prstGeom prst="rect">
            <a:avLst/>
          </a:prstGeom>
          <a:ln w="12700"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867801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 smtClean="0"/>
              <a:t>Stages </a:t>
            </a:r>
            <a:r>
              <a:rPr lang="de-DE" dirty="0" err="1" smtClean="0"/>
              <a:t>of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runscript</a:t>
            </a:r>
            <a:endParaRPr lang="de-DE" dirty="0"/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405732068"/>
              </p:ext>
            </p:extLst>
          </p:nvPr>
        </p:nvGraphicFramePr>
        <p:xfrm>
          <a:off x="1524794" y="1799020"/>
          <a:ext cx="6096000" cy="42943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310759" y="3623029"/>
            <a:ext cx="24988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You can choose the stages you want! </a:t>
            </a:r>
          </a:p>
          <a:p>
            <a:r>
              <a:rPr lang="en-US" dirty="0" smtClean="0"/>
              <a:t>(command line options 	</a:t>
            </a:r>
            <a:r>
              <a:rPr lang="de-DE" dirty="0" smtClean="0"/>
              <a:t>-</a:t>
            </a:r>
            <a:r>
              <a:rPr lang="en-US" dirty="0" smtClean="0"/>
              <a:t>o, -x 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9950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 err="1" smtClean="0"/>
              <a:t>Where</a:t>
            </a:r>
            <a:r>
              <a:rPr lang="de-DE" dirty="0" smtClean="0"/>
              <a:t> </a:t>
            </a:r>
            <a:r>
              <a:rPr lang="de-DE" dirty="0" err="1" smtClean="0"/>
              <a:t>does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data</a:t>
            </a:r>
            <a:r>
              <a:rPr lang="de-DE" dirty="0" smtClean="0"/>
              <a:t> </a:t>
            </a:r>
            <a:r>
              <a:rPr lang="de-DE" dirty="0" err="1" smtClean="0"/>
              <a:t>go</a:t>
            </a:r>
            <a:r>
              <a:rPr lang="de-DE" dirty="0" smtClean="0"/>
              <a:t>? 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4526" y="2114886"/>
            <a:ext cx="8161329" cy="3931920"/>
          </a:xfrm>
        </p:spPr>
        <p:txBody>
          <a:bodyPr>
            <a:normAutofit/>
          </a:bodyPr>
          <a:lstStyle/>
          <a:p>
            <a:pPr marL="0" indent="0" algn="ctr">
              <a:spcBef>
                <a:spcPts val="800"/>
              </a:spcBef>
              <a:buNone/>
            </a:pPr>
            <a:r>
              <a:rPr lang="de-DE" dirty="0" smtClean="0"/>
              <a:t>In </a:t>
            </a:r>
            <a:r>
              <a:rPr lang="de-DE" dirty="0" err="1" smtClean="0"/>
              <a:t>your</a:t>
            </a:r>
            <a:r>
              <a:rPr lang="de-DE" dirty="0" smtClean="0"/>
              <a:t> BASE_DIR, </a:t>
            </a:r>
            <a:r>
              <a:rPr lang="de-DE" dirty="0" err="1" smtClean="0"/>
              <a:t>esm-runscripts</a:t>
            </a:r>
            <a:r>
              <a:rPr lang="de-DE" dirty="0" smtClean="0"/>
              <a:t> </a:t>
            </a:r>
            <a:r>
              <a:rPr lang="de-DE" dirty="0" err="1" smtClean="0"/>
              <a:t>create</a:t>
            </a:r>
            <a:r>
              <a:rPr lang="de-DE" dirty="0" smtClean="0"/>
              <a:t> a large </a:t>
            </a:r>
            <a:r>
              <a:rPr lang="de-DE" dirty="0" err="1" smtClean="0"/>
              <a:t>number</a:t>
            </a:r>
            <a:r>
              <a:rPr lang="de-DE" dirty="0" smtClean="0"/>
              <a:t> </a:t>
            </a:r>
            <a:r>
              <a:rPr lang="de-DE" dirty="0" err="1" smtClean="0"/>
              <a:t>of</a:t>
            </a:r>
            <a:r>
              <a:rPr lang="de-DE" dirty="0" smtClean="0"/>
              <a:t> </a:t>
            </a:r>
            <a:r>
              <a:rPr lang="de-DE" dirty="0" err="1" smtClean="0"/>
              <a:t>folders</a:t>
            </a:r>
            <a:r>
              <a:rPr lang="de-DE" dirty="0" smtClean="0"/>
              <a:t>, </a:t>
            </a:r>
            <a:r>
              <a:rPr lang="de-DE" dirty="0" err="1" smtClean="0"/>
              <a:t>sorted</a:t>
            </a:r>
            <a:r>
              <a:rPr lang="de-DE" dirty="0" smtClean="0"/>
              <a:t> </a:t>
            </a:r>
            <a:r>
              <a:rPr lang="de-DE" dirty="0" err="1" smtClean="0"/>
              <a:t>by</a:t>
            </a:r>
            <a:r>
              <a:rPr lang="de-DE" dirty="0" smtClean="0"/>
              <a:t> </a:t>
            </a:r>
            <a:r>
              <a:rPr lang="de-DE" dirty="0" err="1" smtClean="0"/>
              <a:t>data</a:t>
            </a:r>
            <a:r>
              <a:rPr lang="de-DE" dirty="0" smtClean="0"/>
              <a:t> type (</a:t>
            </a:r>
            <a:r>
              <a:rPr lang="de-DE" dirty="0" err="1" smtClean="0"/>
              <a:t>input</a:t>
            </a:r>
            <a:r>
              <a:rPr lang="de-DE" dirty="0" smtClean="0"/>
              <a:t>, </a:t>
            </a:r>
            <a:r>
              <a:rPr lang="de-DE" dirty="0" err="1" smtClean="0"/>
              <a:t>forcing</a:t>
            </a:r>
            <a:r>
              <a:rPr lang="de-DE" dirty="0" smtClean="0"/>
              <a:t>, </a:t>
            </a:r>
            <a:r>
              <a:rPr lang="de-DE" dirty="0" err="1" smtClean="0"/>
              <a:t>output</a:t>
            </a:r>
            <a:r>
              <a:rPr lang="de-DE" dirty="0" smtClean="0"/>
              <a:t>, </a:t>
            </a:r>
            <a:r>
              <a:rPr lang="de-DE" dirty="0" err="1" smtClean="0"/>
              <a:t>restart</a:t>
            </a:r>
            <a:r>
              <a:rPr lang="de-DE" dirty="0" smtClean="0"/>
              <a:t>, </a:t>
            </a:r>
            <a:r>
              <a:rPr lang="de-DE" dirty="0" err="1" smtClean="0"/>
              <a:t>config</a:t>
            </a:r>
            <a:r>
              <a:rPr lang="de-DE" dirty="0" smtClean="0"/>
              <a:t>, log, </a:t>
            </a:r>
            <a:r>
              <a:rPr lang="de-DE" dirty="0" err="1" smtClean="0"/>
              <a:t>scripts</a:t>
            </a:r>
            <a:r>
              <a:rPr lang="de-DE" dirty="0" smtClean="0"/>
              <a:t>) </a:t>
            </a:r>
            <a:r>
              <a:rPr lang="de-DE" dirty="0" err="1" smtClean="0"/>
              <a:t>and</a:t>
            </a:r>
            <a:r>
              <a:rPr lang="de-DE" dirty="0" smtClean="0"/>
              <a:t> </a:t>
            </a:r>
            <a:r>
              <a:rPr lang="de-DE" dirty="0" err="1" smtClean="0"/>
              <a:t>model</a:t>
            </a:r>
            <a:r>
              <a:rPr lang="de-DE" dirty="0" smtClean="0"/>
              <a:t> </a:t>
            </a:r>
            <a:r>
              <a:rPr lang="de-DE" dirty="0" err="1" smtClean="0"/>
              <a:t>name</a:t>
            </a:r>
            <a:r>
              <a:rPr lang="de-DE" dirty="0" smtClean="0"/>
              <a:t> (</a:t>
            </a:r>
            <a:r>
              <a:rPr lang="de-DE" dirty="0" err="1" smtClean="0"/>
              <a:t>echam</a:t>
            </a:r>
            <a:r>
              <a:rPr lang="de-DE" dirty="0" smtClean="0"/>
              <a:t>, </a:t>
            </a:r>
            <a:r>
              <a:rPr lang="de-DE" dirty="0" err="1" smtClean="0"/>
              <a:t>jsbach</a:t>
            </a:r>
            <a:r>
              <a:rPr lang="de-DE" dirty="0" smtClean="0"/>
              <a:t>, </a:t>
            </a:r>
            <a:r>
              <a:rPr lang="de-DE" dirty="0" err="1" smtClean="0"/>
              <a:t>fesom</a:t>
            </a:r>
            <a:r>
              <a:rPr lang="de-DE" dirty="0" smtClean="0"/>
              <a:t>, </a:t>
            </a:r>
            <a:r>
              <a:rPr lang="de-DE" dirty="0" err="1" smtClean="0"/>
              <a:t>oasis</a:t>
            </a:r>
            <a:r>
              <a:rPr lang="de-DE" dirty="0" smtClean="0"/>
              <a:t>,</a:t>
            </a:r>
            <a:r>
              <a:rPr lang="mr-IN" dirty="0" smtClean="0"/>
              <a:t>…</a:t>
            </a:r>
            <a:r>
              <a:rPr lang="de-DE" dirty="0" smtClean="0"/>
              <a:t>) </a:t>
            </a:r>
            <a:r>
              <a:rPr lang="de-DE" dirty="0" err="1" smtClean="0"/>
              <a:t>similar</a:t>
            </a:r>
            <a:r>
              <a:rPr lang="de-DE" dirty="0" smtClean="0"/>
              <a:t> </a:t>
            </a:r>
            <a:r>
              <a:rPr lang="de-DE" dirty="0" err="1" smtClean="0"/>
              <a:t>to</a:t>
            </a:r>
            <a:r>
              <a:rPr lang="de-DE" dirty="0" smtClean="0"/>
              <a:t> </a:t>
            </a:r>
            <a:r>
              <a:rPr lang="de-DE" dirty="0" err="1" smtClean="0"/>
              <a:t>mpiesm</a:t>
            </a:r>
            <a:r>
              <a:rPr lang="de-DE" dirty="0" smtClean="0"/>
              <a:t>.</a:t>
            </a:r>
          </a:p>
          <a:p>
            <a:pPr marL="0" indent="0" algn="ctr">
              <a:spcBef>
                <a:spcPts val="800"/>
              </a:spcBef>
              <a:buNone/>
            </a:pPr>
            <a:r>
              <a:rPr lang="de-DE" dirty="0" smtClean="0"/>
              <a:t>All </a:t>
            </a:r>
            <a:r>
              <a:rPr lang="de-DE" dirty="0" err="1" smtClean="0"/>
              <a:t>files</a:t>
            </a:r>
            <a:r>
              <a:rPr lang="de-DE" dirty="0" smtClean="0"/>
              <a:t> </a:t>
            </a:r>
            <a:r>
              <a:rPr lang="de-DE" dirty="0" err="1" smtClean="0"/>
              <a:t>are</a:t>
            </a:r>
            <a:r>
              <a:rPr lang="de-DE" dirty="0" smtClean="0"/>
              <a:t> dealt </a:t>
            </a:r>
            <a:r>
              <a:rPr lang="de-DE" dirty="0" err="1" smtClean="0"/>
              <a:t>with</a:t>
            </a:r>
            <a:r>
              <a:rPr lang="de-DE" dirty="0" smtClean="0"/>
              <a:t> </a:t>
            </a:r>
            <a:r>
              <a:rPr lang="de-DE" dirty="0" err="1" smtClean="0"/>
              <a:t>automatically</a:t>
            </a:r>
            <a:r>
              <a:rPr lang="de-DE" dirty="0" smtClean="0"/>
              <a:t>. </a:t>
            </a:r>
          </a:p>
          <a:p>
            <a:pPr marL="0" indent="0" algn="ctr">
              <a:spcBef>
                <a:spcPts val="800"/>
              </a:spcBef>
              <a:buNone/>
            </a:pPr>
            <a:r>
              <a:rPr lang="de-DE" dirty="0" smtClean="0"/>
              <a:t>In </a:t>
            </a:r>
            <a:r>
              <a:rPr lang="de-DE" dirty="0" err="1" smtClean="0"/>
              <a:t>each</a:t>
            </a:r>
            <a:r>
              <a:rPr lang="de-DE" dirty="0" smtClean="0"/>
              <a:t> </a:t>
            </a:r>
            <a:r>
              <a:rPr lang="de-DE" dirty="0" err="1" smtClean="0"/>
              <a:t>folder</a:t>
            </a:r>
            <a:r>
              <a:rPr lang="de-DE" dirty="0" smtClean="0"/>
              <a:t>, </a:t>
            </a:r>
            <a:r>
              <a:rPr lang="de-DE" dirty="0" err="1" smtClean="0"/>
              <a:t>files</a:t>
            </a:r>
            <a:r>
              <a:rPr lang="de-DE" dirty="0" smtClean="0"/>
              <a:t> </a:t>
            </a:r>
            <a:r>
              <a:rPr lang="de-DE" dirty="0" err="1" smtClean="0"/>
              <a:t>named</a:t>
            </a:r>
            <a:r>
              <a:rPr lang="de-DE" dirty="0" smtClean="0"/>
              <a:t> ‘</a:t>
            </a:r>
            <a:r>
              <a:rPr lang="de-DE" dirty="0" err="1" smtClean="0"/>
              <a:t>setup</a:t>
            </a:r>
            <a:r>
              <a:rPr lang="de-DE" dirty="0" smtClean="0"/>
              <a:t>‘ </a:t>
            </a:r>
            <a:r>
              <a:rPr lang="de-DE" dirty="0" err="1" smtClean="0"/>
              <a:t>and</a:t>
            </a:r>
            <a:r>
              <a:rPr lang="de-DE" dirty="0" smtClean="0"/>
              <a:t> ‘</a:t>
            </a:r>
            <a:r>
              <a:rPr lang="de-DE" dirty="0" err="1" smtClean="0"/>
              <a:t>missing</a:t>
            </a:r>
            <a:r>
              <a:rPr lang="de-DE" dirty="0" smtClean="0"/>
              <a:t>‘ </a:t>
            </a:r>
            <a:r>
              <a:rPr lang="de-DE" dirty="0" err="1" smtClean="0"/>
              <a:t>document</a:t>
            </a:r>
            <a:r>
              <a:rPr lang="de-DE" dirty="0" smtClean="0"/>
              <a:t> </a:t>
            </a:r>
            <a:r>
              <a:rPr lang="de-DE" dirty="0" err="1" smtClean="0"/>
              <a:t>what</a:t>
            </a:r>
            <a:r>
              <a:rPr lang="de-DE" dirty="0" smtClean="0"/>
              <a:t> </a:t>
            </a:r>
            <a:r>
              <a:rPr lang="de-DE" dirty="0" err="1" smtClean="0"/>
              <a:t>has</a:t>
            </a:r>
            <a:r>
              <a:rPr lang="de-DE" dirty="0" smtClean="0"/>
              <a:t> </a:t>
            </a:r>
            <a:r>
              <a:rPr lang="de-DE" dirty="0" err="1" smtClean="0"/>
              <a:t>been</a:t>
            </a:r>
            <a:r>
              <a:rPr lang="de-DE" dirty="0" smtClean="0"/>
              <a:t> </a:t>
            </a:r>
            <a:r>
              <a:rPr lang="de-DE" dirty="0" err="1" smtClean="0"/>
              <a:t>done</a:t>
            </a:r>
            <a:r>
              <a:rPr lang="de-DE" dirty="0" smtClean="0"/>
              <a:t>.</a:t>
            </a:r>
          </a:p>
          <a:p>
            <a:pPr marL="0" indent="0" algn="ctr">
              <a:spcBef>
                <a:spcPts val="800"/>
              </a:spcBef>
              <a:buNone/>
            </a:pPr>
            <a:r>
              <a:rPr lang="de-DE" dirty="0" smtClean="0"/>
              <a:t>An </a:t>
            </a:r>
            <a:r>
              <a:rPr lang="de-DE" dirty="0" err="1" smtClean="0"/>
              <a:t>overall</a:t>
            </a:r>
            <a:r>
              <a:rPr lang="de-DE" dirty="0" smtClean="0"/>
              <a:t> ‘</a:t>
            </a:r>
            <a:r>
              <a:rPr lang="de-DE" dirty="0" err="1" smtClean="0"/>
              <a:t>setup</a:t>
            </a:r>
            <a:r>
              <a:rPr lang="de-DE" dirty="0" smtClean="0"/>
              <a:t>‘ </a:t>
            </a:r>
            <a:r>
              <a:rPr lang="de-DE" dirty="0" err="1" smtClean="0"/>
              <a:t>can</a:t>
            </a:r>
            <a:r>
              <a:rPr lang="de-DE" dirty="0" smtClean="0"/>
              <a:t> </a:t>
            </a:r>
            <a:r>
              <a:rPr lang="de-DE" dirty="0" err="1" smtClean="0"/>
              <a:t>be</a:t>
            </a:r>
            <a:r>
              <a:rPr lang="de-DE" dirty="0" smtClean="0"/>
              <a:t> </a:t>
            </a:r>
            <a:r>
              <a:rPr lang="de-DE" dirty="0" err="1" smtClean="0"/>
              <a:t>found</a:t>
            </a:r>
            <a:r>
              <a:rPr lang="de-DE" dirty="0" smtClean="0"/>
              <a:t> in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scripts</a:t>
            </a:r>
            <a:r>
              <a:rPr lang="de-DE" dirty="0" smtClean="0"/>
              <a:t> </a:t>
            </a:r>
            <a:r>
              <a:rPr lang="de-DE" dirty="0" err="1" smtClean="0"/>
              <a:t>folder</a:t>
            </a:r>
            <a:r>
              <a:rPr lang="de-DE" dirty="0" smtClean="0"/>
              <a:t>.</a:t>
            </a:r>
          </a:p>
          <a:p>
            <a:pPr marL="0" indent="0" algn="ctr">
              <a:spcBef>
                <a:spcPts val="800"/>
              </a:spcBef>
              <a:buNone/>
            </a:pPr>
            <a:endParaRPr lang="de-DE" dirty="0" smtClean="0"/>
          </a:p>
        </p:txBody>
      </p:sp>
    </p:spTree>
    <p:extLst>
      <p:ext uri="{BB962C8B-B14F-4D97-AF65-F5344CB8AC3E}">
        <p14:creationId xmlns:p14="http://schemas.microsoft.com/office/powerpoint/2010/main" val="1922211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 err="1" smtClean="0"/>
              <a:t>Let‘s</a:t>
            </a:r>
            <a:r>
              <a:rPr lang="de-DE" dirty="0" smtClean="0"/>
              <a:t> </a:t>
            </a:r>
            <a:r>
              <a:rPr lang="de-DE" dirty="0" err="1" smtClean="0"/>
              <a:t>run</a:t>
            </a:r>
            <a:r>
              <a:rPr lang="de-DE" dirty="0" smtClean="0"/>
              <a:t> a </a:t>
            </a:r>
            <a:r>
              <a:rPr lang="de-DE" dirty="0" err="1" smtClean="0"/>
              <a:t>simulation</a:t>
            </a:r>
            <a:r>
              <a:rPr lang="de-DE" dirty="0" smtClean="0"/>
              <a:t>! 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4526" y="2114886"/>
            <a:ext cx="2884575" cy="3931920"/>
          </a:xfrm>
        </p:spPr>
        <p:txBody>
          <a:bodyPr>
            <a:normAutofit/>
          </a:bodyPr>
          <a:lstStyle/>
          <a:p>
            <a:pPr marL="0" indent="0" algn="ctr">
              <a:spcBef>
                <a:spcPts val="800"/>
              </a:spcBef>
              <a:buNone/>
            </a:pPr>
            <a:r>
              <a:rPr lang="de-DE" dirty="0" smtClean="0"/>
              <a:t>Much </a:t>
            </a:r>
            <a:r>
              <a:rPr lang="de-DE" dirty="0" err="1" smtClean="0"/>
              <a:t>less</a:t>
            </a:r>
            <a:r>
              <a:rPr lang="de-DE" dirty="0" smtClean="0"/>
              <a:t> </a:t>
            </a:r>
            <a:r>
              <a:rPr lang="de-DE" dirty="0" err="1" smtClean="0"/>
              <a:t>output</a:t>
            </a:r>
            <a:r>
              <a:rPr lang="de-DE" dirty="0" smtClean="0"/>
              <a:t>!</a:t>
            </a:r>
          </a:p>
          <a:p>
            <a:pPr marL="0" indent="0" algn="ctr">
              <a:spcBef>
                <a:spcPts val="800"/>
              </a:spcBef>
              <a:buNone/>
            </a:pPr>
            <a:r>
              <a:rPr lang="de-DE" dirty="0" smtClean="0"/>
              <a:t>All </a:t>
            </a:r>
            <a:r>
              <a:rPr lang="de-DE" dirty="0" err="1" smtClean="0"/>
              <a:t>information</a:t>
            </a:r>
            <a:r>
              <a:rPr lang="de-DE" dirty="0" smtClean="0"/>
              <a:t> </a:t>
            </a:r>
            <a:r>
              <a:rPr lang="de-DE" dirty="0" err="1" smtClean="0"/>
              <a:t>about</a:t>
            </a:r>
            <a:r>
              <a:rPr lang="de-DE" dirty="0" smtClean="0"/>
              <a:t> </a:t>
            </a:r>
            <a:r>
              <a:rPr lang="de-DE" dirty="0" err="1" smtClean="0"/>
              <a:t>defaults</a:t>
            </a:r>
            <a:r>
              <a:rPr lang="de-DE" dirty="0" smtClean="0"/>
              <a:t>, </a:t>
            </a:r>
            <a:r>
              <a:rPr lang="de-DE" dirty="0" err="1" smtClean="0"/>
              <a:t>used</a:t>
            </a:r>
            <a:r>
              <a:rPr lang="de-DE" dirty="0" smtClean="0"/>
              <a:t> </a:t>
            </a:r>
            <a:r>
              <a:rPr lang="de-DE" dirty="0" err="1" smtClean="0"/>
              <a:t>data</a:t>
            </a:r>
            <a:r>
              <a:rPr lang="de-DE" dirty="0" smtClean="0"/>
              <a:t>, etc.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1180" y="1403131"/>
            <a:ext cx="3683556" cy="5076497"/>
          </a:xfrm>
          <a:prstGeom prst="rect">
            <a:avLst/>
          </a:prstGeom>
          <a:ln w="12700"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2124400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 err="1" smtClean="0"/>
              <a:t>Let‘s</a:t>
            </a:r>
            <a:r>
              <a:rPr lang="de-DE" dirty="0" smtClean="0"/>
              <a:t> </a:t>
            </a:r>
            <a:r>
              <a:rPr lang="de-DE" dirty="0" err="1" smtClean="0"/>
              <a:t>change</a:t>
            </a:r>
            <a:r>
              <a:rPr lang="de-DE" dirty="0" smtClean="0"/>
              <a:t> </a:t>
            </a:r>
            <a:r>
              <a:rPr lang="de-DE" dirty="0" err="1" smtClean="0"/>
              <a:t>something</a:t>
            </a:r>
            <a:r>
              <a:rPr lang="de-DE" dirty="0" smtClean="0"/>
              <a:t>! 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4526" y="2114886"/>
            <a:ext cx="8161329" cy="3931920"/>
          </a:xfrm>
        </p:spPr>
        <p:txBody>
          <a:bodyPr>
            <a:normAutofit/>
          </a:bodyPr>
          <a:lstStyle/>
          <a:p>
            <a:pPr marL="457200" indent="-457200">
              <a:spcBef>
                <a:spcPts val="800"/>
              </a:spcBef>
              <a:buAutoNum type="arabicPeriod"/>
            </a:pPr>
            <a:r>
              <a:rPr lang="de-DE" dirty="0" smtClean="0"/>
              <a:t>A </a:t>
            </a:r>
            <a:r>
              <a:rPr lang="de-DE" dirty="0" err="1" smtClean="0"/>
              <a:t>Namelist</a:t>
            </a:r>
            <a:r>
              <a:rPr lang="de-DE" dirty="0" smtClean="0"/>
              <a:t> </a:t>
            </a:r>
            <a:r>
              <a:rPr lang="de-DE" dirty="0" err="1" smtClean="0"/>
              <a:t>parameter</a:t>
            </a:r>
            <a:r>
              <a:rPr lang="de-DE" dirty="0" smtClean="0"/>
              <a:t> (e.g. </a:t>
            </a:r>
            <a:r>
              <a:rPr lang="de-DE" dirty="0" err="1" smtClean="0"/>
              <a:t>iaero</a:t>
            </a:r>
            <a:r>
              <a:rPr lang="de-DE" dirty="0" smtClean="0"/>
              <a:t> </a:t>
            </a:r>
            <a:r>
              <a:rPr lang="de-DE" dirty="0" err="1" smtClean="0"/>
              <a:t>to</a:t>
            </a:r>
            <a:r>
              <a:rPr lang="de-DE" dirty="0" smtClean="0"/>
              <a:t> 666 in </a:t>
            </a:r>
            <a:r>
              <a:rPr lang="de-DE" dirty="0" err="1" smtClean="0"/>
              <a:t>namelist.echam</a:t>
            </a:r>
            <a:r>
              <a:rPr lang="de-DE" dirty="0" smtClean="0"/>
              <a:t>)</a:t>
            </a:r>
            <a:r>
              <a:rPr lang="de-DE" dirty="0" smtClean="0"/>
              <a:t>:</a:t>
            </a:r>
          </a:p>
          <a:p>
            <a:pPr marL="0" indent="0">
              <a:spcBef>
                <a:spcPts val="800"/>
              </a:spcBef>
              <a:buNone/>
            </a:pPr>
            <a:r>
              <a:rPr lang="de-DE" dirty="0"/>
              <a:t> </a:t>
            </a:r>
            <a:r>
              <a:rPr lang="de-DE" dirty="0" smtClean="0"/>
              <a:t>     ‘</a:t>
            </a:r>
            <a:r>
              <a:rPr lang="de-DE" dirty="0" err="1" smtClean="0"/>
              <a:t>radctl</a:t>
            </a:r>
            <a:r>
              <a:rPr lang="de-DE" dirty="0" smtClean="0"/>
              <a:t>___</a:t>
            </a:r>
            <a:r>
              <a:rPr lang="de-DE" dirty="0" err="1" smtClean="0"/>
              <a:t>iaero</a:t>
            </a:r>
            <a:r>
              <a:rPr lang="de-DE" dirty="0" smtClean="0"/>
              <a:t>___</a:t>
            </a:r>
            <a:r>
              <a:rPr lang="de-DE" dirty="0" err="1" smtClean="0"/>
              <a:t>nml_file</a:t>
            </a:r>
            <a:r>
              <a:rPr lang="de-DE" dirty="0" smtClean="0"/>
              <a:t>=</a:t>
            </a:r>
            <a:r>
              <a:rPr lang="de-DE" dirty="0" err="1" smtClean="0"/>
              <a:t>namelist.echam</a:t>
            </a:r>
            <a:r>
              <a:rPr lang="de-DE" dirty="0" smtClean="0"/>
              <a:t>‘</a:t>
            </a:r>
          </a:p>
          <a:p>
            <a:pPr marL="0" indent="0">
              <a:spcBef>
                <a:spcPts val="800"/>
              </a:spcBef>
              <a:buNone/>
            </a:pPr>
            <a:r>
              <a:rPr lang="de-DE" dirty="0" smtClean="0"/>
              <a:t>      ‘</a:t>
            </a:r>
            <a:r>
              <a:rPr lang="de-DE" dirty="0" err="1" smtClean="0"/>
              <a:t>radctl</a:t>
            </a:r>
            <a:r>
              <a:rPr lang="de-DE" dirty="0" smtClean="0"/>
              <a:t>___</a:t>
            </a:r>
            <a:r>
              <a:rPr lang="de-DE" dirty="0" err="1" smtClean="0"/>
              <a:t>iaero</a:t>
            </a:r>
            <a:r>
              <a:rPr lang="de-DE" dirty="0" smtClean="0"/>
              <a:t>___</a:t>
            </a:r>
            <a:r>
              <a:rPr lang="de-DE" dirty="0" err="1" smtClean="0"/>
              <a:t>nml_entry</a:t>
            </a:r>
            <a:r>
              <a:rPr lang="de-DE" dirty="0" smtClean="0"/>
              <a:t>=666‘</a:t>
            </a:r>
          </a:p>
          <a:p>
            <a:pPr marL="0" indent="0">
              <a:spcBef>
                <a:spcPts val="800"/>
              </a:spcBef>
              <a:buNone/>
            </a:pPr>
            <a:endParaRPr lang="de-DE" dirty="0"/>
          </a:p>
          <a:p>
            <a:pPr marL="0" indent="0">
              <a:spcBef>
                <a:spcPts val="800"/>
              </a:spcBef>
              <a:buNone/>
            </a:pPr>
            <a:r>
              <a:rPr lang="de-DE" dirty="0" err="1" smtClean="0"/>
              <a:t>alternatively</a:t>
            </a:r>
            <a:r>
              <a:rPr lang="de-DE" dirty="0" smtClean="0"/>
              <a:t>:</a:t>
            </a:r>
          </a:p>
          <a:p>
            <a:pPr marL="0" indent="0">
              <a:spcBef>
                <a:spcPts val="800"/>
              </a:spcBef>
              <a:buNone/>
            </a:pPr>
            <a:r>
              <a:rPr lang="de-DE" dirty="0" smtClean="0"/>
              <a:t>      </a:t>
            </a:r>
            <a:r>
              <a:rPr lang="de-DE" sz="1800" dirty="0" smtClean="0"/>
              <a:t>‘</a:t>
            </a:r>
            <a:r>
              <a:rPr lang="de-DE" sz="1800" dirty="0" err="1" smtClean="0"/>
              <a:t>echam_MYOWN_namelist_change</a:t>
            </a:r>
            <a:r>
              <a:rPr lang="de-DE" sz="1800" dirty="0" smtClean="0"/>
              <a:t>=“</a:t>
            </a:r>
            <a:r>
              <a:rPr lang="de-DE" sz="1800" dirty="0" err="1" smtClean="0"/>
              <a:t>namelist.echam</a:t>
            </a:r>
            <a:r>
              <a:rPr lang="de-DE" sz="1800" dirty="0" smtClean="0"/>
              <a:t> </a:t>
            </a:r>
            <a:r>
              <a:rPr lang="de-DE" sz="1800" dirty="0" err="1" smtClean="0"/>
              <a:t>radctl</a:t>
            </a:r>
            <a:r>
              <a:rPr lang="de-DE" sz="1800" dirty="0" smtClean="0"/>
              <a:t> </a:t>
            </a:r>
            <a:r>
              <a:rPr lang="de-DE" sz="1800" dirty="0" err="1" smtClean="0"/>
              <a:t>iaero</a:t>
            </a:r>
            <a:r>
              <a:rPr lang="de-DE" sz="1800" dirty="0" smtClean="0"/>
              <a:t> 666“ ‘</a:t>
            </a:r>
          </a:p>
          <a:p>
            <a:pPr marL="693738" lvl="1" indent="-457200">
              <a:spcBef>
                <a:spcPts val="800"/>
              </a:spcBef>
              <a:buAutoNum type="arabicPeriod"/>
            </a:pPr>
            <a:endParaRPr lang="de-DE" dirty="0" smtClean="0"/>
          </a:p>
          <a:p>
            <a:pPr marL="0" indent="0" algn="ctr">
              <a:spcBef>
                <a:spcPts val="800"/>
              </a:spcBef>
              <a:buNone/>
            </a:pPr>
            <a:endParaRPr lang="de-DE" dirty="0" smtClean="0"/>
          </a:p>
        </p:txBody>
      </p:sp>
    </p:spTree>
    <p:extLst>
      <p:ext uri="{BB962C8B-B14F-4D97-AF65-F5344CB8AC3E}">
        <p14:creationId xmlns:p14="http://schemas.microsoft.com/office/powerpoint/2010/main" val="619929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 err="1" smtClean="0"/>
              <a:t>Let‘s</a:t>
            </a:r>
            <a:r>
              <a:rPr lang="de-DE" dirty="0" smtClean="0"/>
              <a:t> </a:t>
            </a:r>
            <a:r>
              <a:rPr lang="de-DE" dirty="0" err="1" smtClean="0"/>
              <a:t>change</a:t>
            </a:r>
            <a:r>
              <a:rPr lang="de-DE" dirty="0" smtClean="0"/>
              <a:t> </a:t>
            </a:r>
            <a:r>
              <a:rPr lang="de-DE" dirty="0" err="1" smtClean="0"/>
              <a:t>something</a:t>
            </a:r>
            <a:r>
              <a:rPr lang="de-DE" dirty="0" smtClean="0"/>
              <a:t> </a:t>
            </a:r>
            <a:r>
              <a:rPr lang="de-DE" dirty="0" err="1" smtClean="0"/>
              <a:t>else</a:t>
            </a:r>
            <a:r>
              <a:rPr lang="de-DE" dirty="0" smtClean="0"/>
              <a:t>! 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4526" y="2114886"/>
            <a:ext cx="8161329" cy="3931920"/>
          </a:xfrm>
        </p:spPr>
        <p:txBody>
          <a:bodyPr>
            <a:normAutofit/>
          </a:bodyPr>
          <a:lstStyle/>
          <a:p>
            <a:pPr marL="457200" indent="-457200">
              <a:spcBef>
                <a:spcPts val="800"/>
              </a:spcBef>
              <a:buAutoNum type="arabicPeriod" startAt="2"/>
            </a:pPr>
            <a:r>
              <a:rPr lang="de-DE" dirty="0" smtClean="0"/>
              <a:t>The </a:t>
            </a:r>
            <a:r>
              <a:rPr lang="de-DE" dirty="0" err="1" smtClean="0"/>
              <a:t>origin</a:t>
            </a:r>
            <a:r>
              <a:rPr lang="de-DE" dirty="0" smtClean="0"/>
              <a:t> </a:t>
            </a:r>
            <a:r>
              <a:rPr lang="de-DE" dirty="0" err="1" smtClean="0"/>
              <a:t>of</a:t>
            </a:r>
            <a:r>
              <a:rPr lang="de-DE" dirty="0" smtClean="0"/>
              <a:t> a </a:t>
            </a:r>
            <a:r>
              <a:rPr lang="de-DE" dirty="0" err="1" smtClean="0"/>
              <a:t>file</a:t>
            </a:r>
            <a:r>
              <a:rPr lang="de-DE" dirty="0" smtClean="0"/>
              <a:t> (</a:t>
            </a:r>
            <a:r>
              <a:rPr lang="de-DE" dirty="0" err="1" smtClean="0"/>
              <a:t>first</a:t>
            </a:r>
            <a:r>
              <a:rPr lang="de-DE" dirty="0" smtClean="0"/>
              <a:t> </a:t>
            </a:r>
            <a:r>
              <a:rPr lang="de-DE" dirty="0" err="1" smtClean="0"/>
              <a:t>way</a:t>
            </a:r>
            <a:r>
              <a:rPr lang="de-DE" dirty="0" smtClean="0"/>
              <a:t>):</a:t>
            </a:r>
            <a:endParaRPr lang="de-DE" dirty="0"/>
          </a:p>
          <a:p>
            <a:pPr marL="0" indent="0">
              <a:spcBef>
                <a:spcPts val="800"/>
              </a:spcBef>
              <a:buNone/>
            </a:pPr>
            <a:r>
              <a:rPr lang="de-DE" dirty="0"/>
              <a:t> </a:t>
            </a:r>
            <a:r>
              <a:rPr lang="de-DE" dirty="0" smtClean="0"/>
              <a:t>     Run </a:t>
            </a:r>
            <a:r>
              <a:rPr lang="de-DE" dirty="0" err="1" smtClean="0"/>
              <a:t>with</a:t>
            </a:r>
            <a:r>
              <a:rPr lang="de-DE" dirty="0" smtClean="0"/>
              <a:t> </a:t>
            </a:r>
            <a:r>
              <a:rPr lang="mr-IN" dirty="0" smtClean="0"/>
              <a:t>–</a:t>
            </a:r>
            <a:r>
              <a:rPr lang="de-DE" dirty="0" smtClean="0"/>
              <a:t>c, </a:t>
            </a:r>
            <a:r>
              <a:rPr lang="de-DE" dirty="0" err="1" smtClean="0"/>
              <a:t>carefully</a:t>
            </a:r>
            <a:r>
              <a:rPr lang="de-DE" dirty="0" smtClean="0"/>
              <a:t> </a:t>
            </a:r>
            <a:r>
              <a:rPr lang="de-DE" dirty="0" err="1" smtClean="0"/>
              <a:t>read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output</a:t>
            </a:r>
            <a:r>
              <a:rPr lang="de-DE" dirty="0" smtClean="0"/>
              <a:t> </a:t>
            </a:r>
            <a:r>
              <a:rPr lang="de-DE" dirty="0" err="1" smtClean="0"/>
              <a:t>for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name</a:t>
            </a:r>
            <a:r>
              <a:rPr lang="de-DE" dirty="0" smtClean="0"/>
              <a:t> </a:t>
            </a:r>
            <a:r>
              <a:rPr lang="de-DE" dirty="0" err="1" smtClean="0"/>
              <a:t>of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endParaRPr lang="de-DE" dirty="0"/>
          </a:p>
          <a:p>
            <a:pPr marL="0" indent="0">
              <a:spcBef>
                <a:spcPts val="800"/>
              </a:spcBef>
              <a:buNone/>
            </a:pPr>
            <a:r>
              <a:rPr lang="de-DE" dirty="0" smtClean="0"/>
              <a:t>      </a:t>
            </a:r>
            <a:r>
              <a:rPr lang="de-DE" dirty="0" err="1" smtClean="0"/>
              <a:t>default</a:t>
            </a:r>
            <a:r>
              <a:rPr lang="de-DE" dirty="0" smtClean="0"/>
              <a:t> variable </a:t>
            </a:r>
            <a:r>
              <a:rPr lang="de-DE" dirty="0" err="1" smtClean="0"/>
              <a:t>you</a:t>
            </a:r>
            <a:r>
              <a:rPr lang="de-DE" dirty="0" smtClean="0"/>
              <a:t> </a:t>
            </a:r>
            <a:r>
              <a:rPr lang="de-DE" dirty="0" err="1" smtClean="0"/>
              <a:t>can</a:t>
            </a:r>
            <a:r>
              <a:rPr lang="de-DE" dirty="0" smtClean="0"/>
              <a:t> </a:t>
            </a:r>
            <a:r>
              <a:rPr lang="de-DE" dirty="0" err="1" smtClean="0"/>
              <a:t>change</a:t>
            </a:r>
            <a:r>
              <a:rPr lang="de-DE" dirty="0" smtClean="0"/>
              <a:t>. E.g. </a:t>
            </a:r>
            <a:r>
              <a:rPr lang="de-DE" dirty="0" err="1" smtClean="0"/>
              <a:t>if</a:t>
            </a:r>
            <a:r>
              <a:rPr lang="de-DE" dirty="0" smtClean="0"/>
              <a:t> </a:t>
            </a:r>
            <a:r>
              <a:rPr lang="de-DE" dirty="0" err="1" smtClean="0"/>
              <a:t>you</a:t>
            </a:r>
            <a:r>
              <a:rPr lang="de-DE" dirty="0" smtClean="0"/>
              <a:t> </a:t>
            </a:r>
            <a:r>
              <a:rPr lang="de-DE" dirty="0" err="1" smtClean="0"/>
              <a:t>want</a:t>
            </a:r>
            <a:r>
              <a:rPr lang="de-DE" dirty="0" smtClean="0"/>
              <a:t> </a:t>
            </a:r>
            <a:r>
              <a:rPr lang="de-DE" dirty="0" err="1" smtClean="0"/>
              <a:t>to</a:t>
            </a:r>
            <a:r>
              <a:rPr lang="de-DE" dirty="0" smtClean="0"/>
              <a:t> </a:t>
            </a:r>
            <a:r>
              <a:rPr lang="de-DE" dirty="0" err="1" smtClean="0"/>
              <a:t>take</a:t>
            </a:r>
            <a:r>
              <a:rPr lang="de-DE" dirty="0" smtClean="0"/>
              <a:t> </a:t>
            </a:r>
          </a:p>
          <a:p>
            <a:pPr marL="0" indent="0">
              <a:spcBef>
                <a:spcPts val="800"/>
              </a:spcBef>
              <a:buNone/>
            </a:pPr>
            <a:r>
              <a:rPr lang="de-DE" dirty="0"/>
              <a:t> </a:t>
            </a:r>
            <a:r>
              <a:rPr lang="de-DE" dirty="0" smtClean="0"/>
              <a:t>    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echam-executable</a:t>
            </a:r>
            <a:r>
              <a:rPr lang="de-DE" dirty="0" smtClean="0"/>
              <a:t> </a:t>
            </a:r>
            <a:r>
              <a:rPr lang="de-DE" dirty="0" err="1" smtClean="0"/>
              <a:t>from</a:t>
            </a:r>
            <a:r>
              <a:rPr lang="de-DE" dirty="0" smtClean="0"/>
              <a:t> </a:t>
            </a:r>
            <a:r>
              <a:rPr lang="de-DE" dirty="0"/>
              <a:t>/</a:t>
            </a:r>
            <a:r>
              <a:rPr lang="de-DE" dirty="0" err="1"/>
              <a:t>path</a:t>
            </a:r>
            <a:r>
              <a:rPr lang="de-DE" dirty="0"/>
              <a:t>/</a:t>
            </a:r>
            <a:r>
              <a:rPr lang="de-DE" dirty="0" err="1"/>
              <a:t>to</a:t>
            </a:r>
            <a:r>
              <a:rPr lang="de-DE" dirty="0"/>
              <a:t>/exe/, </a:t>
            </a:r>
            <a:r>
              <a:rPr lang="de-DE" dirty="0" err="1" smtClean="0"/>
              <a:t>you</a:t>
            </a:r>
            <a:r>
              <a:rPr lang="de-DE" dirty="0" smtClean="0"/>
              <a:t> </a:t>
            </a:r>
            <a:r>
              <a:rPr lang="de-DE" dirty="0" err="1" smtClean="0"/>
              <a:t>could</a:t>
            </a:r>
            <a:r>
              <a:rPr lang="de-DE" dirty="0" smtClean="0"/>
              <a:t> </a:t>
            </a:r>
            <a:r>
              <a:rPr lang="de-DE" dirty="0" err="1" smtClean="0"/>
              <a:t>set</a:t>
            </a:r>
            <a:endParaRPr lang="de-DE" dirty="0" smtClean="0"/>
          </a:p>
          <a:p>
            <a:pPr marL="0" indent="0">
              <a:spcBef>
                <a:spcPts val="800"/>
              </a:spcBef>
              <a:buNone/>
            </a:pPr>
            <a:endParaRPr lang="de-DE" dirty="0" smtClean="0"/>
          </a:p>
          <a:p>
            <a:pPr marL="0" indent="0">
              <a:spcBef>
                <a:spcPts val="800"/>
              </a:spcBef>
              <a:buNone/>
            </a:pPr>
            <a:endParaRPr lang="de-DE" dirty="0"/>
          </a:p>
          <a:p>
            <a:pPr marL="0" indent="0" algn="ctr">
              <a:spcBef>
                <a:spcPts val="800"/>
              </a:spcBef>
              <a:buNone/>
            </a:pPr>
            <a:r>
              <a:rPr lang="de-DE" dirty="0" err="1" smtClean="0"/>
              <a:t>BIN_DIR_echam</a:t>
            </a:r>
            <a:r>
              <a:rPr lang="de-DE" dirty="0" smtClean="0"/>
              <a:t>=</a:t>
            </a:r>
            <a:r>
              <a:rPr lang="de-DE" dirty="0"/>
              <a:t> /</a:t>
            </a:r>
            <a:r>
              <a:rPr lang="de-DE" dirty="0" err="1" smtClean="0"/>
              <a:t>path</a:t>
            </a:r>
            <a:r>
              <a:rPr lang="de-DE" dirty="0" smtClean="0"/>
              <a:t>/</a:t>
            </a:r>
            <a:r>
              <a:rPr lang="de-DE" dirty="0" err="1" smtClean="0"/>
              <a:t>to</a:t>
            </a:r>
            <a:r>
              <a:rPr lang="de-DE" dirty="0" smtClean="0"/>
              <a:t>/exe</a:t>
            </a:r>
            <a:r>
              <a:rPr lang="de-DE" dirty="0"/>
              <a:t>/</a:t>
            </a:r>
          </a:p>
          <a:p>
            <a:pPr marL="0" indent="0">
              <a:spcBef>
                <a:spcPts val="800"/>
              </a:spcBef>
              <a:buNone/>
            </a:pPr>
            <a:endParaRPr lang="de-DE" dirty="0" smtClean="0"/>
          </a:p>
        </p:txBody>
      </p:sp>
    </p:spTree>
    <p:extLst>
      <p:ext uri="{BB962C8B-B14F-4D97-AF65-F5344CB8AC3E}">
        <p14:creationId xmlns:p14="http://schemas.microsoft.com/office/powerpoint/2010/main" val="1590729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 err="1" smtClean="0"/>
              <a:t>Let‘s</a:t>
            </a:r>
            <a:r>
              <a:rPr lang="de-DE" dirty="0" smtClean="0"/>
              <a:t> </a:t>
            </a:r>
            <a:r>
              <a:rPr lang="de-DE" dirty="0" err="1" smtClean="0"/>
              <a:t>change</a:t>
            </a:r>
            <a:r>
              <a:rPr lang="de-DE" dirty="0" smtClean="0"/>
              <a:t> </a:t>
            </a:r>
            <a:r>
              <a:rPr lang="de-DE" dirty="0" err="1" smtClean="0"/>
              <a:t>something</a:t>
            </a:r>
            <a:r>
              <a:rPr lang="de-DE" dirty="0" smtClean="0"/>
              <a:t> </a:t>
            </a:r>
            <a:r>
              <a:rPr lang="de-DE" dirty="0" err="1" smtClean="0"/>
              <a:t>else</a:t>
            </a:r>
            <a:r>
              <a:rPr lang="de-DE" dirty="0" smtClean="0"/>
              <a:t>! 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4526" y="2114886"/>
            <a:ext cx="8161329" cy="3931920"/>
          </a:xfrm>
        </p:spPr>
        <p:txBody>
          <a:bodyPr>
            <a:normAutofit/>
          </a:bodyPr>
          <a:lstStyle/>
          <a:p>
            <a:pPr marL="457200" indent="-457200">
              <a:spcBef>
                <a:spcPts val="800"/>
              </a:spcBef>
              <a:buAutoNum type="arabicPeriod" startAt="2"/>
            </a:pPr>
            <a:r>
              <a:rPr lang="de-DE" dirty="0" smtClean="0"/>
              <a:t>The </a:t>
            </a:r>
            <a:r>
              <a:rPr lang="de-DE" dirty="0" err="1" smtClean="0"/>
              <a:t>origin</a:t>
            </a:r>
            <a:r>
              <a:rPr lang="de-DE" dirty="0" smtClean="0"/>
              <a:t> </a:t>
            </a:r>
            <a:r>
              <a:rPr lang="de-DE" dirty="0" err="1" smtClean="0"/>
              <a:t>of</a:t>
            </a:r>
            <a:r>
              <a:rPr lang="de-DE" dirty="0" smtClean="0"/>
              <a:t> a </a:t>
            </a:r>
            <a:r>
              <a:rPr lang="de-DE" dirty="0" err="1" smtClean="0"/>
              <a:t>file</a:t>
            </a:r>
            <a:r>
              <a:rPr lang="de-DE" dirty="0" smtClean="0"/>
              <a:t> (</a:t>
            </a:r>
            <a:r>
              <a:rPr lang="de-DE" dirty="0" err="1" smtClean="0"/>
              <a:t>second</a:t>
            </a:r>
            <a:r>
              <a:rPr lang="de-DE" dirty="0" smtClean="0"/>
              <a:t> </a:t>
            </a:r>
            <a:r>
              <a:rPr lang="de-DE" dirty="0" err="1" smtClean="0"/>
              <a:t>version</a:t>
            </a:r>
            <a:r>
              <a:rPr lang="de-DE" dirty="0" smtClean="0"/>
              <a:t>):</a:t>
            </a:r>
          </a:p>
          <a:p>
            <a:pPr marL="457200" indent="-457200">
              <a:spcBef>
                <a:spcPts val="800"/>
              </a:spcBef>
              <a:buAutoNum type="arabicPeriod" startAt="2"/>
            </a:pPr>
            <a:endParaRPr lang="de-DE" dirty="0"/>
          </a:p>
          <a:p>
            <a:pPr marL="0" indent="0">
              <a:spcBef>
                <a:spcPts val="800"/>
              </a:spcBef>
              <a:buNone/>
            </a:pPr>
            <a:r>
              <a:rPr lang="de-DE" dirty="0" smtClean="0"/>
              <a:t>    </a:t>
            </a:r>
            <a:r>
              <a:rPr lang="de-DE" sz="2000" dirty="0" err="1" smtClean="0"/>
              <a:t>echam_DIFF_EXE_FILES</a:t>
            </a:r>
            <a:r>
              <a:rPr lang="de-DE" sz="2000" dirty="0" smtClean="0"/>
              <a:t>=“/</a:t>
            </a:r>
            <a:r>
              <a:rPr lang="de-DE" sz="2000" dirty="0" err="1" smtClean="0"/>
              <a:t>path</a:t>
            </a:r>
            <a:r>
              <a:rPr lang="de-DE" sz="2000" dirty="0" smtClean="0"/>
              <a:t>/</a:t>
            </a:r>
            <a:r>
              <a:rPr lang="de-DE" sz="2000" dirty="0" err="1" smtClean="0"/>
              <a:t>to</a:t>
            </a:r>
            <a:r>
              <a:rPr lang="de-DE" sz="2000" dirty="0" smtClean="0"/>
              <a:t>/exe/echam6  echam6  warn“</a:t>
            </a:r>
          </a:p>
          <a:p>
            <a:pPr marL="0" indent="0">
              <a:spcBef>
                <a:spcPts val="800"/>
              </a:spcBef>
              <a:buNone/>
            </a:pPr>
            <a:endParaRPr lang="de-DE" sz="2000" dirty="0"/>
          </a:p>
          <a:p>
            <a:pPr marL="0" indent="0">
              <a:spcBef>
                <a:spcPts val="800"/>
              </a:spcBef>
              <a:buNone/>
            </a:pPr>
            <a:r>
              <a:rPr lang="de-DE" sz="2000" dirty="0" smtClean="0"/>
              <a:t>warn/</a:t>
            </a:r>
            <a:r>
              <a:rPr lang="de-DE" sz="2000" dirty="0" err="1" smtClean="0"/>
              <a:t>no_warning</a:t>
            </a:r>
            <a:r>
              <a:rPr lang="de-DE" sz="2000" dirty="0" smtClean="0"/>
              <a:t> </a:t>
            </a:r>
            <a:r>
              <a:rPr lang="de-DE" sz="2000" dirty="0" err="1" smtClean="0"/>
              <a:t>specifies</a:t>
            </a:r>
            <a:r>
              <a:rPr lang="de-DE" sz="2000" dirty="0" smtClean="0"/>
              <a:t> </a:t>
            </a:r>
            <a:r>
              <a:rPr lang="de-DE" sz="2000" dirty="0" err="1" smtClean="0"/>
              <a:t>whether</a:t>
            </a:r>
            <a:r>
              <a:rPr lang="de-DE" sz="2000" dirty="0" smtClean="0"/>
              <a:t> </a:t>
            </a:r>
            <a:r>
              <a:rPr lang="de-DE" sz="2000" dirty="0" err="1" smtClean="0"/>
              <a:t>scripts</a:t>
            </a:r>
            <a:r>
              <a:rPr lang="de-DE" sz="2000" dirty="0" smtClean="0"/>
              <a:t> </a:t>
            </a:r>
            <a:r>
              <a:rPr lang="de-DE" sz="2000" dirty="0" err="1" smtClean="0"/>
              <a:t>shall</a:t>
            </a:r>
            <a:r>
              <a:rPr lang="de-DE" sz="2000" dirty="0" smtClean="0"/>
              <a:t> </a:t>
            </a:r>
            <a:r>
              <a:rPr lang="de-DE" sz="2000" dirty="0" err="1" smtClean="0"/>
              <a:t>complain</a:t>
            </a:r>
            <a:r>
              <a:rPr lang="de-DE" sz="2000" dirty="0" smtClean="0"/>
              <a:t> </a:t>
            </a:r>
            <a:r>
              <a:rPr lang="de-DE" sz="2000" dirty="0" err="1" smtClean="0"/>
              <a:t>if</a:t>
            </a:r>
            <a:r>
              <a:rPr lang="de-DE" sz="2000" dirty="0" smtClean="0"/>
              <a:t> </a:t>
            </a:r>
            <a:r>
              <a:rPr lang="de-DE" sz="2000" dirty="0" err="1" smtClean="0"/>
              <a:t>file</a:t>
            </a:r>
            <a:r>
              <a:rPr lang="de-DE" sz="2000" dirty="0" smtClean="0"/>
              <a:t> </a:t>
            </a:r>
            <a:r>
              <a:rPr lang="de-DE" sz="2000" dirty="0" err="1" smtClean="0"/>
              <a:t>is</a:t>
            </a:r>
            <a:r>
              <a:rPr lang="de-DE" sz="2000" dirty="0" smtClean="0"/>
              <a:t> not </a:t>
            </a:r>
            <a:r>
              <a:rPr lang="de-DE" sz="2000" dirty="0" err="1" smtClean="0"/>
              <a:t>found</a:t>
            </a:r>
            <a:r>
              <a:rPr lang="de-DE" sz="2000" dirty="0" smtClean="0"/>
              <a:t>. </a:t>
            </a:r>
          </a:p>
          <a:p>
            <a:pPr marL="0" indent="0">
              <a:spcBef>
                <a:spcPts val="800"/>
              </a:spcBef>
              <a:buNone/>
            </a:pPr>
            <a:endParaRPr lang="de-DE" sz="2000" dirty="0"/>
          </a:p>
          <a:p>
            <a:pPr marL="0" indent="0">
              <a:spcBef>
                <a:spcPts val="800"/>
              </a:spcBef>
              <a:buNone/>
            </a:pPr>
            <a:r>
              <a:rPr lang="de-DE" sz="2000" dirty="0" smtClean="0"/>
              <a:t>This also </a:t>
            </a:r>
            <a:r>
              <a:rPr lang="de-DE" sz="2000" dirty="0" err="1" smtClean="0"/>
              <a:t>overwrites</a:t>
            </a:r>
            <a:r>
              <a:rPr lang="de-DE" sz="2000" dirty="0" smtClean="0"/>
              <a:t> </a:t>
            </a:r>
            <a:r>
              <a:rPr lang="de-DE" sz="2000" dirty="0" err="1" smtClean="0"/>
              <a:t>defaults</a:t>
            </a:r>
            <a:r>
              <a:rPr lang="de-DE" sz="2000" dirty="0" smtClean="0"/>
              <a:t>! Works </a:t>
            </a:r>
            <a:r>
              <a:rPr lang="de-DE" sz="2000" dirty="0" err="1" smtClean="0"/>
              <a:t>always</a:t>
            </a:r>
            <a:r>
              <a:rPr lang="de-DE" sz="2000" dirty="0" smtClean="0"/>
              <a:t>, also </a:t>
            </a:r>
            <a:r>
              <a:rPr lang="de-DE" sz="2000" dirty="0" err="1" smtClean="0"/>
              <a:t>for</a:t>
            </a:r>
            <a:r>
              <a:rPr lang="de-DE" sz="2000" dirty="0" smtClean="0"/>
              <a:t> additional </a:t>
            </a:r>
            <a:r>
              <a:rPr lang="de-DE" sz="2000" dirty="0" err="1" smtClean="0"/>
              <a:t>files</a:t>
            </a:r>
            <a:r>
              <a:rPr lang="de-DE" sz="2000" dirty="0" smtClean="0"/>
              <a:t>.</a:t>
            </a:r>
            <a:endParaRPr lang="de-DE" sz="2000" dirty="0" smtClean="0"/>
          </a:p>
        </p:txBody>
      </p:sp>
    </p:spTree>
    <p:extLst>
      <p:ext uri="{BB962C8B-B14F-4D97-AF65-F5344CB8AC3E}">
        <p14:creationId xmlns:p14="http://schemas.microsoft.com/office/powerpoint/2010/main" val="251939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 err="1" smtClean="0"/>
              <a:t>Branch</a:t>
            </a:r>
            <a:r>
              <a:rPr lang="de-DE" dirty="0" smtClean="0"/>
              <a:t> off </a:t>
            </a:r>
            <a:r>
              <a:rPr lang="de-DE" dirty="0" err="1" smtClean="0"/>
              <a:t>from</a:t>
            </a:r>
            <a:r>
              <a:rPr lang="de-DE" dirty="0" smtClean="0"/>
              <a:t> </a:t>
            </a:r>
            <a:r>
              <a:rPr lang="de-DE" dirty="0" err="1" smtClean="0"/>
              <a:t>previous</a:t>
            </a:r>
            <a:r>
              <a:rPr lang="de-DE" dirty="0" smtClean="0"/>
              <a:t> </a:t>
            </a:r>
            <a:r>
              <a:rPr lang="de-DE" dirty="0" err="1" smtClean="0"/>
              <a:t>experiment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85348" y="2104612"/>
            <a:ext cx="8161329" cy="3931920"/>
          </a:xfrm>
        </p:spPr>
        <p:txBody>
          <a:bodyPr>
            <a:normAutofit/>
          </a:bodyPr>
          <a:lstStyle/>
          <a:p>
            <a:pPr marL="0" indent="0">
              <a:spcBef>
                <a:spcPts val="800"/>
              </a:spcBef>
              <a:buNone/>
            </a:pPr>
            <a:r>
              <a:rPr lang="de-DE" dirty="0" err="1" smtClean="0"/>
              <a:t>LRESUME_model</a:t>
            </a:r>
            <a:r>
              <a:rPr lang="de-DE" dirty="0" smtClean="0"/>
              <a:t>=1 		(</a:t>
            </a:r>
            <a:r>
              <a:rPr lang="de-DE" dirty="0" err="1" smtClean="0"/>
              <a:t>default</a:t>
            </a:r>
            <a:r>
              <a:rPr lang="de-DE" dirty="0" smtClean="0"/>
              <a:t>)</a:t>
            </a:r>
          </a:p>
          <a:p>
            <a:pPr marL="0" indent="0">
              <a:spcBef>
                <a:spcPts val="800"/>
              </a:spcBef>
              <a:buNone/>
            </a:pPr>
            <a:endParaRPr lang="de-DE" dirty="0" smtClean="0"/>
          </a:p>
          <a:p>
            <a:pPr marL="0" indent="0">
              <a:spcBef>
                <a:spcPts val="800"/>
              </a:spcBef>
              <a:buNone/>
            </a:pPr>
            <a:r>
              <a:rPr lang="de-DE" dirty="0" err="1" smtClean="0"/>
              <a:t>INI_RESTART_DIR_model</a:t>
            </a:r>
            <a:r>
              <a:rPr lang="de-DE" dirty="0" smtClean="0"/>
              <a:t>=/path1</a:t>
            </a:r>
          </a:p>
          <a:p>
            <a:pPr marL="0" indent="0">
              <a:spcBef>
                <a:spcPts val="800"/>
              </a:spcBef>
              <a:buNone/>
            </a:pPr>
            <a:r>
              <a:rPr lang="de-DE" dirty="0" err="1" smtClean="0"/>
              <a:t>INI_PARENT_DATE_model</a:t>
            </a:r>
            <a:r>
              <a:rPr lang="de-DE" dirty="0" smtClean="0"/>
              <a:t>=</a:t>
            </a:r>
            <a:r>
              <a:rPr lang="mr-IN" dirty="0" smtClean="0"/>
              <a:t>…</a:t>
            </a:r>
            <a:endParaRPr lang="de-DE" dirty="0" smtClean="0"/>
          </a:p>
          <a:p>
            <a:pPr marL="0" indent="0">
              <a:spcBef>
                <a:spcPts val="800"/>
              </a:spcBef>
              <a:buNone/>
            </a:pPr>
            <a:r>
              <a:rPr lang="de-DE" dirty="0" smtClean="0"/>
              <a:t>INI_PARENT_EXP_ID=</a:t>
            </a:r>
            <a:r>
              <a:rPr lang="mr-IN" dirty="0" smtClean="0"/>
              <a:t>…</a:t>
            </a:r>
            <a:endParaRPr lang="de-DE" dirty="0" smtClean="0"/>
          </a:p>
          <a:p>
            <a:pPr marL="0" indent="0">
              <a:spcBef>
                <a:spcPts val="800"/>
              </a:spcBef>
              <a:buNone/>
            </a:pPr>
            <a:endParaRPr lang="de-DE" dirty="0"/>
          </a:p>
          <a:p>
            <a:pPr marL="0" indent="0">
              <a:spcBef>
                <a:spcPts val="800"/>
              </a:spcBef>
              <a:buNone/>
            </a:pPr>
            <a:r>
              <a:rPr lang="de-DE" dirty="0" smtClean="0"/>
              <a:t>    </a:t>
            </a:r>
            <a:endParaRPr lang="de-DE" sz="2000" dirty="0" smtClean="0"/>
          </a:p>
        </p:txBody>
      </p:sp>
    </p:spTree>
    <p:extLst>
      <p:ext uri="{BB962C8B-B14F-4D97-AF65-F5344CB8AC3E}">
        <p14:creationId xmlns:p14="http://schemas.microsoft.com/office/powerpoint/2010/main" val="647506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 smtClean="0"/>
              <a:t>Much </a:t>
            </a:r>
            <a:r>
              <a:rPr lang="de-DE" dirty="0" err="1" smtClean="0"/>
              <a:t>more</a:t>
            </a:r>
            <a:r>
              <a:rPr lang="mr-IN" dirty="0" smtClean="0"/>
              <a:t>…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4526" y="2114886"/>
            <a:ext cx="8161329" cy="3931920"/>
          </a:xfrm>
        </p:spPr>
        <p:txBody>
          <a:bodyPr>
            <a:normAutofit/>
          </a:bodyPr>
          <a:lstStyle/>
          <a:p>
            <a:pPr>
              <a:spcBef>
                <a:spcPts val="800"/>
              </a:spcBef>
            </a:pPr>
            <a:r>
              <a:rPr lang="de-DE" sz="2000" dirty="0"/>
              <a:t>I</a:t>
            </a:r>
            <a:r>
              <a:rPr lang="de-DE" sz="2000" dirty="0" smtClean="0"/>
              <a:t>terative </a:t>
            </a:r>
            <a:r>
              <a:rPr lang="de-DE" sz="2000" dirty="0" err="1" smtClean="0"/>
              <a:t>coupling</a:t>
            </a:r>
            <a:r>
              <a:rPr lang="de-DE" sz="2000" dirty="0" smtClean="0"/>
              <a:t> (Paul)</a:t>
            </a:r>
          </a:p>
          <a:p>
            <a:pPr>
              <a:spcBef>
                <a:spcPts val="800"/>
              </a:spcBef>
            </a:pPr>
            <a:r>
              <a:rPr lang="de-DE" sz="2000" dirty="0" smtClean="0"/>
              <a:t>Scenarios (1850, 1950, PALEO, </a:t>
            </a:r>
            <a:r>
              <a:rPr lang="mr-IN" sz="2000" dirty="0" smtClean="0"/>
              <a:t>…</a:t>
            </a:r>
            <a:r>
              <a:rPr lang="de-DE" sz="2000" dirty="0" smtClean="0"/>
              <a:t>)</a:t>
            </a:r>
          </a:p>
          <a:p>
            <a:pPr>
              <a:spcBef>
                <a:spcPts val="800"/>
              </a:spcBef>
            </a:pPr>
            <a:r>
              <a:rPr lang="de-DE" sz="2000" dirty="0" err="1" smtClean="0"/>
              <a:t>hyperthreading</a:t>
            </a:r>
            <a:endParaRPr lang="de-DE" sz="2000" dirty="0" smtClean="0"/>
          </a:p>
          <a:p>
            <a:pPr>
              <a:spcBef>
                <a:spcPts val="800"/>
              </a:spcBef>
            </a:pPr>
            <a:r>
              <a:rPr lang="de-DE" sz="2000" dirty="0" err="1" smtClean="0"/>
              <a:t>xthi</a:t>
            </a:r>
            <a:endParaRPr lang="de-DE" sz="2000" dirty="0" smtClean="0"/>
          </a:p>
          <a:p>
            <a:pPr>
              <a:spcBef>
                <a:spcPts val="800"/>
              </a:spcBef>
            </a:pPr>
            <a:r>
              <a:rPr lang="de-DE" sz="2000" dirty="0" err="1" smtClean="0"/>
              <a:t>beeond</a:t>
            </a:r>
            <a:endParaRPr lang="de-DE" sz="2000" dirty="0" smtClean="0"/>
          </a:p>
          <a:p>
            <a:pPr>
              <a:spcBef>
                <a:spcPts val="800"/>
              </a:spcBef>
            </a:pPr>
            <a:endParaRPr lang="de-DE" sz="2000" dirty="0" smtClean="0"/>
          </a:p>
        </p:txBody>
      </p:sp>
    </p:spTree>
    <p:extLst>
      <p:ext uri="{BB962C8B-B14F-4D97-AF65-F5344CB8AC3E}">
        <p14:creationId xmlns:p14="http://schemas.microsoft.com/office/powerpoint/2010/main" val="1781816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 err="1" smtClean="0"/>
              <a:t>Learn</a:t>
            </a:r>
            <a:r>
              <a:rPr lang="de-DE" dirty="0" smtClean="0"/>
              <a:t> </a:t>
            </a:r>
            <a:r>
              <a:rPr lang="de-DE" dirty="0" err="1" smtClean="0"/>
              <a:t>more</a:t>
            </a:r>
            <a:r>
              <a:rPr lang="de-DE" dirty="0" smtClean="0"/>
              <a:t>: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4526" y="2114886"/>
            <a:ext cx="8301790" cy="3931920"/>
          </a:xfrm>
        </p:spPr>
        <p:txBody>
          <a:bodyPr>
            <a:normAutofit/>
          </a:bodyPr>
          <a:lstStyle/>
          <a:p>
            <a:pPr marL="0" indent="0" algn="ctr">
              <a:spcBef>
                <a:spcPts val="800"/>
              </a:spcBef>
              <a:buNone/>
            </a:pPr>
            <a:r>
              <a:rPr lang="de-DE" dirty="0" smtClean="0">
                <a:latin typeface="STIXNonUnicode-Regular" charset="0"/>
                <a:ea typeface="STIXNonUnicode-Regular" charset="0"/>
                <a:cs typeface="STIXNonUnicode-Regular" charset="0"/>
              </a:rPr>
              <a:t>Check out </a:t>
            </a:r>
            <a:r>
              <a:rPr lang="de-DE" dirty="0" err="1" smtClean="0">
                <a:latin typeface="STIXNonUnicode-Regular" charset="0"/>
                <a:ea typeface="STIXNonUnicode-Regular" charset="0"/>
                <a:cs typeface="STIXNonUnicode-Regular" charset="0"/>
              </a:rPr>
              <a:t>the</a:t>
            </a:r>
            <a:r>
              <a:rPr lang="de-DE" dirty="0" smtClean="0">
                <a:latin typeface="STIXNonUnicode-Regular" charset="0"/>
                <a:ea typeface="STIXNonUnicode-Regular" charset="0"/>
                <a:cs typeface="STIXNonUnicode-Regular" charset="0"/>
              </a:rPr>
              <a:t> </a:t>
            </a:r>
            <a:r>
              <a:rPr lang="de-DE" dirty="0" err="1" smtClean="0">
                <a:latin typeface="STIXNonUnicode-Regular" charset="0"/>
                <a:ea typeface="STIXNonUnicode-Regular" charset="0"/>
                <a:cs typeface="STIXNonUnicode-Regular" charset="0"/>
              </a:rPr>
              <a:t>documentation</a:t>
            </a:r>
            <a:r>
              <a:rPr lang="de-DE" dirty="0" smtClean="0">
                <a:latin typeface="STIXNonUnicode-Regular" charset="0"/>
                <a:ea typeface="STIXNonUnicode-Regular" charset="0"/>
                <a:cs typeface="STIXNonUnicode-Regular" charset="0"/>
              </a:rPr>
              <a:t>, </a:t>
            </a:r>
            <a:r>
              <a:rPr lang="de-DE" dirty="0" err="1" smtClean="0">
                <a:latin typeface="STIXNonUnicode-Regular" charset="0"/>
                <a:ea typeface="STIXNonUnicode-Regular" charset="0"/>
                <a:cs typeface="STIXNonUnicode-Regular" charset="0"/>
              </a:rPr>
              <a:t>available</a:t>
            </a:r>
            <a:r>
              <a:rPr lang="de-DE" dirty="0" smtClean="0">
                <a:latin typeface="STIXNonUnicode-Regular" charset="0"/>
                <a:ea typeface="STIXNonUnicode-Regular" charset="0"/>
                <a:cs typeface="STIXNonUnicode-Regular" charset="0"/>
              </a:rPr>
              <a:t> </a:t>
            </a:r>
            <a:r>
              <a:rPr lang="de-DE" dirty="0" err="1" smtClean="0">
                <a:latin typeface="STIXNonUnicode-Regular" charset="0"/>
                <a:ea typeface="STIXNonUnicode-Regular" charset="0"/>
                <a:cs typeface="STIXNonUnicode-Regular" charset="0"/>
              </a:rPr>
              <a:t>by</a:t>
            </a:r>
            <a:r>
              <a:rPr lang="de-DE" dirty="0" smtClean="0">
                <a:latin typeface="STIXNonUnicode-Regular" charset="0"/>
                <a:ea typeface="STIXNonUnicode-Regular" charset="0"/>
                <a:cs typeface="STIXNonUnicode-Regular" charset="0"/>
              </a:rPr>
              <a:t> </a:t>
            </a:r>
            <a:r>
              <a:rPr lang="de-DE" dirty="0" err="1" smtClean="0">
                <a:latin typeface="STIXNonUnicode-Regular" charset="0"/>
                <a:ea typeface="STIXNonUnicode-Regular" charset="0"/>
                <a:cs typeface="STIXNonUnicode-Regular" charset="0"/>
              </a:rPr>
              <a:t>typing</a:t>
            </a:r>
            <a:r>
              <a:rPr lang="de-DE" dirty="0" smtClean="0">
                <a:latin typeface="STIXNonUnicode-Regular" charset="0"/>
                <a:ea typeface="STIXNonUnicode-Regular" charset="0"/>
                <a:cs typeface="STIXNonUnicode-Regular" charset="0"/>
              </a:rPr>
              <a:t> </a:t>
            </a:r>
          </a:p>
          <a:p>
            <a:pPr marL="0" indent="0" algn="ctr">
              <a:spcBef>
                <a:spcPts val="800"/>
              </a:spcBef>
              <a:buNone/>
            </a:pPr>
            <a:endParaRPr lang="de-DE" dirty="0" smtClean="0">
              <a:latin typeface="STIXNonUnicode-Regular" charset="0"/>
              <a:ea typeface="STIXNonUnicode-Regular" charset="0"/>
              <a:cs typeface="STIXNonUnicode-Regular" charset="0"/>
            </a:endParaRPr>
          </a:p>
          <a:p>
            <a:pPr marL="0" indent="0" algn="ctr">
              <a:spcBef>
                <a:spcPts val="800"/>
              </a:spcBef>
              <a:buNone/>
            </a:pPr>
            <a:r>
              <a:rPr lang="de-DE" dirty="0" smtClean="0">
                <a:latin typeface="STIXNonUnicode-Regular" charset="0"/>
                <a:ea typeface="STIXNonUnicode-Regular" charset="0"/>
                <a:cs typeface="STIXNonUnicode-Regular" charset="0"/>
              </a:rPr>
              <a:t>'</a:t>
            </a:r>
            <a:r>
              <a:rPr lang="de-DE" i="1" dirty="0" err="1" smtClean="0">
                <a:latin typeface="STIXNonUnicode-Regular" charset="0"/>
                <a:ea typeface="STIXNonUnicode-Regular" charset="0"/>
                <a:cs typeface="STIXNonUnicode-Regular" charset="0"/>
              </a:rPr>
              <a:t>make</a:t>
            </a:r>
            <a:r>
              <a:rPr lang="de-DE" i="1" dirty="0" smtClean="0">
                <a:latin typeface="STIXNonUnicode-Regular" charset="0"/>
                <a:ea typeface="STIXNonUnicode-Regular" charset="0"/>
                <a:cs typeface="STIXNonUnicode-Regular" charset="0"/>
              </a:rPr>
              <a:t> </a:t>
            </a:r>
            <a:r>
              <a:rPr lang="de-DE" i="1" dirty="0" err="1" smtClean="0">
                <a:latin typeface="STIXNonUnicode-Regular" charset="0"/>
                <a:ea typeface="STIXNonUnicode-Regular" charset="0"/>
                <a:cs typeface="STIXNonUnicode-Regular" charset="0"/>
              </a:rPr>
              <a:t>get-esm-usermanual</a:t>
            </a:r>
            <a:r>
              <a:rPr lang="de-DE" dirty="0" smtClean="0">
                <a:latin typeface="STIXNonUnicode-Regular" charset="0"/>
                <a:ea typeface="STIXNonUnicode-Regular" charset="0"/>
                <a:cs typeface="STIXNonUnicode-Regular" charset="0"/>
              </a:rPr>
              <a:t>'</a:t>
            </a:r>
          </a:p>
          <a:p>
            <a:pPr marL="0" indent="0" algn="ctr">
              <a:spcBef>
                <a:spcPts val="800"/>
              </a:spcBef>
              <a:buNone/>
            </a:pPr>
            <a:endParaRPr lang="de-DE" dirty="0" smtClean="0"/>
          </a:p>
          <a:p>
            <a:pPr marL="0" indent="0" algn="ctr">
              <a:spcBef>
                <a:spcPts val="800"/>
              </a:spcBef>
              <a:buNone/>
            </a:pPr>
            <a:r>
              <a:rPr lang="de-DE" dirty="0" err="1" smtClean="0"/>
              <a:t>or</a:t>
            </a:r>
            <a:endParaRPr lang="de-DE" dirty="0" smtClean="0"/>
          </a:p>
          <a:p>
            <a:pPr marL="0" indent="0" algn="ctr">
              <a:spcBef>
                <a:spcPts val="800"/>
              </a:spcBef>
              <a:buNone/>
            </a:pPr>
            <a:endParaRPr lang="de-DE" dirty="0"/>
          </a:p>
          <a:p>
            <a:pPr marL="0" indent="0" algn="ctr">
              <a:spcBef>
                <a:spcPts val="800"/>
              </a:spcBef>
              <a:buNone/>
            </a:pPr>
            <a:r>
              <a:rPr lang="de-DE" dirty="0">
                <a:latin typeface="STIXNonUnicode-Regular" charset="0"/>
                <a:ea typeface="STIXNonUnicode-Regular" charset="0"/>
                <a:cs typeface="STIXNonUnicode-Regular" charset="0"/>
              </a:rPr>
              <a:t>'</a:t>
            </a:r>
            <a:r>
              <a:rPr lang="de-DE" i="1" dirty="0" err="1" smtClean="0">
                <a:latin typeface="STIXNonUnicode-Regular" charset="0"/>
                <a:ea typeface="STIXNonUnicode-Regular" charset="0"/>
                <a:cs typeface="STIXNonUnicode-Regular" charset="0"/>
              </a:rPr>
              <a:t>git</a:t>
            </a:r>
            <a:r>
              <a:rPr lang="de-DE" i="1" dirty="0" smtClean="0">
                <a:latin typeface="STIXNonUnicode-Regular" charset="0"/>
                <a:ea typeface="STIXNonUnicode-Regular" charset="0"/>
                <a:cs typeface="STIXNonUnicode-Regular" charset="0"/>
              </a:rPr>
              <a:t> </a:t>
            </a:r>
            <a:r>
              <a:rPr lang="de-DE" i="1" dirty="0" err="1" smtClean="0">
                <a:latin typeface="STIXNonUnicode-Regular" charset="0"/>
                <a:ea typeface="STIXNonUnicode-Regular" charset="0"/>
                <a:cs typeface="STIXNonUnicode-Regular" charset="0"/>
              </a:rPr>
              <a:t>clone</a:t>
            </a:r>
            <a:r>
              <a:rPr lang="de-DE" i="1" dirty="0" smtClean="0">
                <a:latin typeface="STIXNonUnicode-Regular" charset="0"/>
                <a:ea typeface="STIXNonUnicode-Regular" charset="0"/>
                <a:cs typeface="STIXNonUnicode-Regular" charset="0"/>
              </a:rPr>
              <a:t> https://</a:t>
            </a:r>
            <a:r>
              <a:rPr lang="de-DE" i="1" dirty="0" err="1" smtClean="0">
                <a:latin typeface="STIXNonUnicode-Regular" charset="0"/>
                <a:ea typeface="STIXNonUnicode-Regular" charset="0"/>
                <a:cs typeface="STIXNonUnicode-Regular" charset="0"/>
              </a:rPr>
              <a:t>gitlab.dkrz.de</a:t>
            </a:r>
            <a:r>
              <a:rPr lang="de-DE" i="1" dirty="0" smtClean="0">
                <a:latin typeface="STIXNonUnicode-Regular" charset="0"/>
                <a:ea typeface="STIXNonUnicode-Regular" charset="0"/>
                <a:cs typeface="STIXNonUnicode-Regular" charset="0"/>
              </a:rPr>
              <a:t>/</a:t>
            </a:r>
            <a:r>
              <a:rPr lang="de-DE" i="1" dirty="0" err="1" smtClean="0">
                <a:latin typeface="STIXNonUnicode-Regular" charset="0"/>
                <a:ea typeface="STIXNonUnicode-Regular" charset="0"/>
                <a:cs typeface="STIXNonUnicode-Regular" charset="0"/>
              </a:rPr>
              <a:t>esm</a:t>
            </a:r>
            <a:r>
              <a:rPr lang="de-DE" i="1" dirty="0" smtClean="0">
                <a:latin typeface="STIXNonUnicode-Regular" charset="0"/>
                <a:ea typeface="STIXNonUnicode-Regular" charset="0"/>
                <a:cs typeface="STIXNonUnicode-Regular" charset="0"/>
              </a:rPr>
              <a:t>-tools/</a:t>
            </a:r>
            <a:r>
              <a:rPr lang="de-DE" i="1" dirty="0" err="1" smtClean="0">
                <a:latin typeface="STIXNonUnicode-Regular" charset="0"/>
                <a:ea typeface="STIXNonUnicode-Regular" charset="0"/>
                <a:cs typeface="STIXNonUnicode-Regular" charset="0"/>
              </a:rPr>
              <a:t>esm-usermanual.git</a:t>
            </a:r>
            <a:r>
              <a:rPr lang="de-DE" dirty="0">
                <a:latin typeface="STIXNonUnicode-Regular" charset="0"/>
                <a:ea typeface="STIXNonUnicode-Regular" charset="0"/>
                <a:cs typeface="STIXNonUnicode-Regular" charset="0"/>
              </a:rPr>
              <a:t>'</a:t>
            </a:r>
          </a:p>
        </p:txBody>
      </p:sp>
    </p:spTree>
    <p:extLst>
      <p:ext uri="{BB962C8B-B14F-4D97-AF65-F5344CB8AC3E}">
        <p14:creationId xmlns:p14="http://schemas.microsoft.com/office/powerpoint/2010/main" val="2029313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00114" y="-13149"/>
            <a:ext cx="7345362" cy="1339850"/>
          </a:xfrm>
        </p:spPr>
        <p:txBody>
          <a:bodyPr>
            <a:normAutofit/>
          </a:bodyPr>
          <a:lstStyle/>
          <a:p>
            <a:r>
              <a:rPr lang="de-DE" dirty="0" smtClean="0"/>
              <a:t>More </a:t>
            </a:r>
            <a:r>
              <a:rPr lang="de-DE" dirty="0" err="1" smtClean="0"/>
              <a:t>to</a:t>
            </a:r>
            <a:r>
              <a:rPr lang="de-DE" dirty="0" smtClean="0"/>
              <a:t> </a:t>
            </a:r>
            <a:r>
              <a:rPr lang="de-DE" dirty="0" err="1" smtClean="0"/>
              <a:t>come</a:t>
            </a:r>
            <a:r>
              <a:rPr lang="de-DE" dirty="0" smtClean="0"/>
              <a:t>: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4526" y="2114886"/>
            <a:ext cx="8301790" cy="3931920"/>
          </a:xfrm>
        </p:spPr>
        <p:txBody>
          <a:bodyPr>
            <a:normAutofit fontScale="55000" lnSpcReduction="20000"/>
          </a:bodyPr>
          <a:lstStyle/>
          <a:p>
            <a:pPr>
              <a:spcBef>
                <a:spcPts val="800"/>
              </a:spcBef>
            </a:pPr>
            <a:r>
              <a:rPr lang="de-DE" dirty="0" smtClean="0"/>
              <a:t>WISO </a:t>
            </a:r>
            <a:r>
              <a:rPr lang="de-DE" dirty="0" err="1" smtClean="0"/>
              <a:t>module</a:t>
            </a:r>
            <a:r>
              <a:rPr lang="de-DE" dirty="0" smtClean="0"/>
              <a:t> (Alexandre)</a:t>
            </a:r>
          </a:p>
          <a:p>
            <a:pPr>
              <a:spcBef>
                <a:spcPts val="800"/>
              </a:spcBef>
            </a:pPr>
            <a:r>
              <a:rPr lang="de-DE" dirty="0" err="1" smtClean="0"/>
              <a:t>REcoM</a:t>
            </a:r>
            <a:r>
              <a:rPr lang="de-DE" dirty="0" smtClean="0"/>
              <a:t> </a:t>
            </a:r>
            <a:r>
              <a:rPr lang="de-DE" dirty="0" err="1" smtClean="0"/>
              <a:t>module</a:t>
            </a:r>
            <a:r>
              <a:rPr lang="de-DE" dirty="0" smtClean="0"/>
              <a:t> (</a:t>
            </a:r>
            <a:r>
              <a:rPr lang="de-DE" dirty="0" err="1" smtClean="0"/>
              <a:t>Ozgur</a:t>
            </a:r>
            <a:r>
              <a:rPr lang="de-DE" dirty="0" smtClean="0"/>
              <a:t>)</a:t>
            </a:r>
          </a:p>
          <a:p>
            <a:pPr>
              <a:spcBef>
                <a:spcPts val="800"/>
              </a:spcBef>
            </a:pPr>
            <a:r>
              <a:rPr lang="de-DE" dirty="0" err="1" smtClean="0"/>
              <a:t>oIFS</a:t>
            </a:r>
            <a:r>
              <a:rPr lang="de-DE" dirty="0" smtClean="0"/>
              <a:t> (Jan)</a:t>
            </a:r>
            <a:endParaRPr lang="de-DE" dirty="0" smtClean="0"/>
          </a:p>
          <a:p>
            <a:pPr>
              <a:spcBef>
                <a:spcPts val="800"/>
              </a:spcBef>
            </a:pPr>
            <a:r>
              <a:rPr lang="de-DE" dirty="0" err="1" smtClean="0"/>
              <a:t>Masnum</a:t>
            </a:r>
            <a:r>
              <a:rPr lang="de-DE" dirty="0" smtClean="0"/>
              <a:t> (</a:t>
            </a:r>
            <a:r>
              <a:rPr lang="de-DE" dirty="0" err="1" smtClean="0"/>
              <a:t>Shizhu</a:t>
            </a:r>
            <a:r>
              <a:rPr lang="de-DE" dirty="0" smtClean="0"/>
              <a:t>)</a:t>
            </a:r>
          </a:p>
          <a:p>
            <a:pPr>
              <a:spcBef>
                <a:spcPts val="800"/>
              </a:spcBef>
            </a:pPr>
            <a:r>
              <a:rPr lang="de-DE" dirty="0" smtClean="0"/>
              <a:t>(NEMO)</a:t>
            </a:r>
          </a:p>
          <a:p>
            <a:pPr>
              <a:spcBef>
                <a:spcPts val="800"/>
              </a:spcBef>
            </a:pPr>
            <a:r>
              <a:rPr lang="de-DE" dirty="0" smtClean="0"/>
              <a:t>Visual Monitoring (Christian R)</a:t>
            </a:r>
          </a:p>
          <a:p>
            <a:pPr>
              <a:spcBef>
                <a:spcPts val="800"/>
              </a:spcBef>
            </a:pPr>
            <a:r>
              <a:rPr lang="de-DE" dirty="0" smtClean="0"/>
              <a:t>Error Monitoring (Dirk)</a:t>
            </a:r>
          </a:p>
          <a:p>
            <a:pPr>
              <a:spcBef>
                <a:spcPts val="800"/>
              </a:spcBef>
            </a:pPr>
            <a:r>
              <a:rPr lang="de-DE" dirty="0" err="1" smtClean="0"/>
              <a:t>Postprocessing</a:t>
            </a:r>
            <a:r>
              <a:rPr lang="de-DE" dirty="0" smtClean="0"/>
              <a:t> (Paul)</a:t>
            </a:r>
          </a:p>
          <a:p>
            <a:pPr>
              <a:spcBef>
                <a:spcPts val="800"/>
              </a:spcBef>
            </a:pPr>
            <a:r>
              <a:rPr lang="de-DE" dirty="0" smtClean="0"/>
              <a:t>Standard Tests (Nadine, </a:t>
            </a:r>
            <a:r>
              <a:rPr lang="de-DE" dirty="0" err="1" smtClean="0"/>
              <a:t>Tido</a:t>
            </a:r>
            <a:r>
              <a:rPr lang="de-DE" dirty="0" smtClean="0"/>
              <a:t>)</a:t>
            </a:r>
          </a:p>
          <a:p>
            <a:pPr>
              <a:spcBef>
                <a:spcPts val="800"/>
              </a:spcBef>
            </a:pPr>
            <a:r>
              <a:rPr lang="de-DE" dirty="0" err="1" smtClean="0"/>
              <a:t>cmor</a:t>
            </a:r>
            <a:r>
              <a:rPr lang="de-DE" dirty="0" smtClean="0"/>
              <a:t> (Christian S)</a:t>
            </a:r>
          </a:p>
          <a:p>
            <a:pPr>
              <a:spcBef>
                <a:spcPts val="800"/>
              </a:spcBef>
            </a:pPr>
            <a:r>
              <a:rPr lang="de-DE" dirty="0" err="1" smtClean="0"/>
              <a:t>yac</a:t>
            </a:r>
            <a:r>
              <a:rPr lang="de-DE" dirty="0" smtClean="0"/>
              <a:t> (?)</a:t>
            </a:r>
          </a:p>
          <a:p>
            <a:pPr>
              <a:spcBef>
                <a:spcPts val="800"/>
              </a:spcBef>
            </a:pPr>
            <a:r>
              <a:rPr lang="de-DE" dirty="0" err="1" smtClean="0"/>
              <a:t>testing</a:t>
            </a:r>
            <a:r>
              <a:rPr lang="de-DE" dirty="0" smtClean="0"/>
              <a:t>/</a:t>
            </a:r>
            <a:r>
              <a:rPr lang="de-DE" dirty="0" err="1" smtClean="0"/>
              <a:t>reporting</a:t>
            </a:r>
            <a:endParaRPr lang="de-DE" dirty="0" smtClean="0"/>
          </a:p>
          <a:p>
            <a:pPr>
              <a:spcBef>
                <a:spcPts val="800"/>
              </a:spcBef>
            </a:pPr>
            <a:r>
              <a:rPr lang="de-DE" dirty="0" err="1" smtClean="0"/>
              <a:t>documentation</a:t>
            </a:r>
            <a:endParaRPr lang="de-DE" dirty="0" smtClean="0"/>
          </a:p>
          <a:p>
            <a:pPr>
              <a:spcBef>
                <a:spcPts val="800"/>
              </a:spcBef>
            </a:pPr>
            <a:r>
              <a:rPr lang="de-DE" dirty="0" err="1" smtClean="0"/>
              <a:t>meet</a:t>
            </a:r>
            <a:r>
              <a:rPr lang="de-DE" dirty="0" smtClean="0"/>
              <a:t> 1/</a:t>
            </a:r>
            <a:r>
              <a:rPr lang="de-DE" dirty="0" err="1" smtClean="0"/>
              <a:t>month</a:t>
            </a:r>
            <a:r>
              <a:rPr lang="de-DE" dirty="0" smtClean="0"/>
              <a:t> (</a:t>
            </a:r>
            <a:r>
              <a:rPr lang="de-DE" dirty="0" err="1" smtClean="0"/>
              <a:t>every</a:t>
            </a:r>
            <a:r>
              <a:rPr lang="de-DE" dirty="0" smtClean="0"/>
              <a:t> </a:t>
            </a:r>
            <a:r>
              <a:rPr lang="de-DE" dirty="0" err="1" smtClean="0"/>
              <a:t>first</a:t>
            </a:r>
            <a:r>
              <a:rPr lang="de-DE" dirty="0" smtClean="0"/>
              <a:t> </a:t>
            </a:r>
            <a:r>
              <a:rPr lang="de-DE" dirty="0" err="1" smtClean="0"/>
              <a:t>Tuesday</a:t>
            </a:r>
            <a:r>
              <a:rPr lang="de-DE" dirty="0" smtClean="0"/>
              <a:t> </a:t>
            </a:r>
            <a:r>
              <a:rPr lang="de-DE" dirty="0" err="1" smtClean="0"/>
              <a:t>of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month</a:t>
            </a:r>
            <a:r>
              <a:rPr lang="de-DE" dirty="0" smtClean="0"/>
              <a:t>)</a:t>
            </a:r>
            <a:endParaRPr lang="de-DE" dirty="0"/>
          </a:p>
        </p:txBody>
      </p:sp>
      <p:sp>
        <p:nvSpPr>
          <p:cNvPr id="4" name="TextBox 3"/>
          <p:cNvSpPr txBox="1"/>
          <p:nvPr/>
        </p:nvSpPr>
        <p:spPr>
          <a:xfrm>
            <a:off x="249989" y="933017"/>
            <a:ext cx="87108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 smtClean="0"/>
              <a:t>Team:</a:t>
            </a:r>
            <a:r>
              <a:rPr lang="en-US" dirty="0" smtClean="0"/>
              <a:t> Paul, Christopher, Christian S, Christian R, </a:t>
            </a:r>
            <a:r>
              <a:rPr lang="en-US" dirty="0" err="1" smtClean="0"/>
              <a:t>Ozgur</a:t>
            </a:r>
            <a:r>
              <a:rPr lang="en-US" dirty="0" smtClean="0"/>
              <a:t>, Sebastian, Alexandre, Jan, </a:t>
            </a:r>
            <a:r>
              <a:rPr lang="en-US" dirty="0" err="1" smtClean="0"/>
              <a:t>Shizhu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98232" y="3185962"/>
            <a:ext cx="43472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smtClean="0"/>
              <a:t>Next Meeting: Tuesday August 7, 9 a.m.</a:t>
            </a:r>
            <a:endParaRPr lang="en-US" b="1" u="sng" dirty="0"/>
          </a:p>
        </p:txBody>
      </p:sp>
    </p:spTree>
    <p:extLst>
      <p:ext uri="{BB962C8B-B14F-4D97-AF65-F5344CB8AC3E}">
        <p14:creationId xmlns:p14="http://schemas.microsoft.com/office/powerpoint/2010/main" val="463976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image" Target="../media/image3.jpeg"/></Relationships>
</file>

<file path=ppt/theme/theme1.xml><?xml version="1.0" encoding="utf-8"?>
<a:theme xmlns:a="http://schemas.openxmlformats.org/drawingml/2006/main" name="Capital">
  <a:themeElements>
    <a:clrScheme name="Custom 4">
      <a:dk1>
        <a:srgbClr val="000000"/>
      </a:dk1>
      <a:lt1>
        <a:srgbClr val="FFFFFF"/>
      </a:lt1>
      <a:dk2>
        <a:srgbClr val="7C9BA5"/>
      </a:dk2>
      <a:lt2>
        <a:srgbClr val="A1D087"/>
      </a:lt2>
      <a:accent1>
        <a:srgbClr val="F2D908"/>
      </a:accent1>
      <a:accent2>
        <a:srgbClr val="9DE61E"/>
      </a:accent2>
      <a:accent3>
        <a:srgbClr val="0D8BE6"/>
      </a:accent3>
      <a:accent4>
        <a:srgbClr val="C61B1B"/>
      </a:accent4>
      <a:accent5>
        <a:srgbClr val="E26F08"/>
      </a:accent5>
      <a:accent6>
        <a:srgbClr val="8D35D1"/>
      </a:accent6>
      <a:hlink>
        <a:srgbClr val="1F93EC"/>
      </a:hlink>
      <a:folHlink>
        <a:srgbClr val="0D00F4"/>
      </a:folHlink>
    </a:clrScheme>
    <a:fontScheme name="Capital">
      <a:majorFont>
        <a:latin typeface="Calisto MT"/>
        <a:ea typeface=""/>
        <a:cs typeface=""/>
        <a:font script="Jpan" typeface="ＭＳ 明朝"/>
        <a:font script="Hans" typeface="宋体"/>
        <a:font script="Hant" typeface="新細明體"/>
      </a:majorFont>
      <a:minorFont>
        <a:latin typeface="Calisto MT"/>
        <a:ea typeface=""/>
        <a:cs typeface=""/>
        <a:font script="Jpan" typeface="ＭＳ 明朝"/>
        <a:font script="Hans" typeface="宋体"/>
        <a:font script="Hant" typeface="新細明體"/>
      </a:minorFont>
    </a:fontScheme>
    <a:fmtScheme name="Capital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atMod val="150000"/>
                <a:lumMod val="50000"/>
              </a:schemeClr>
              <a:schemeClr val="phClr">
                <a:satMod val="300000"/>
                <a:lumMod val="125000"/>
              </a:schemeClr>
            </a:duotone>
          </a:blip>
          <a:tile tx="0" ty="0" sx="100000" sy="10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atMod val="135000"/>
                <a:lumMod val="80000"/>
              </a:schemeClr>
              <a:schemeClr val="phClr">
                <a:satMod val="250000"/>
                <a:lumMod val="150000"/>
              </a:schemeClr>
            </a:duotone>
          </a:blip>
          <a:stretch/>
        </a:blip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31750" cap="flat" cmpd="sng" algn="ctr">
          <a:solidFill>
            <a:schemeClr val="phClr">
              <a:shade val="90000"/>
            </a:schemeClr>
          </a:solidFill>
          <a:prstDash val="solid"/>
        </a:ln>
        <a:ln w="44450" cap="flat" cmpd="sng" algn="ctr">
          <a:solidFill>
            <a:schemeClr val="phClr">
              <a:shade val="85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sx="101000" sy="101000" algn="ctr" rotWithShape="0">
              <a:srgbClr val="000000">
                <a:alpha val="40000"/>
              </a:srgbClr>
            </a:outerShdw>
          </a:effectLst>
          <a:scene3d>
            <a:camera prst="perspectiveFront" fov="3000000"/>
            <a:lightRig rig="threePt" dir="tl"/>
          </a:scene3d>
          <a:sp3d>
            <a:bevelT w="0" h="0"/>
          </a:sp3d>
        </a:effectStyle>
        <a:effectStyle>
          <a:effectLst>
            <a:innerShdw blurRad="190500">
              <a:srgbClr val="000000">
                <a:alpha val="50000"/>
              </a:srgbClr>
            </a:innerShdw>
          </a:effectLst>
          <a:scene3d>
            <a:camera prst="perspectiveFront" fov="4800000"/>
            <a:lightRig rig="twoPt" dir="t">
              <a:rot lat="0" lon="0" rev="4800000"/>
            </a:lightRig>
          </a:scene3d>
          <a:sp3d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3">
            <a:duotone>
              <a:schemeClr val="phClr">
                <a:satMod val="150000"/>
                <a:lumMod val="50000"/>
              </a:schemeClr>
              <a:schemeClr val="phClr">
                <a:satMod val="400000"/>
                <a:lumMod val="16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Theia.thmx</Template>
  <TotalTime>4483</TotalTime>
  <Words>712</Words>
  <Application>Microsoft Macintosh PowerPoint</Application>
  <PresentationFormat>On-screen Show (4:3)</PresentationFormat>
  <Paragraphs>163</Paragraphs>
  <Slides>20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Brush Script MT</vt:lpstr>
      <vt:lpstr>Calibri</vt:lpstr>
      <vt:lpstr>Calisto MT</vt:lpstr>
      <vt:lpstr>STIXNonUnicode-Regular</vt:lpstr>
      <vt:lpstr>Arial</vt:lpstr>
      <vt:lpstr>Capital</vt:lpstr>
      <vt:lpstr>esm-runscripts</vt:lpstr>
      <vt:lpstr>Download esm-runscripts</vt:lpstr>
      <vt:lpstr>conf-esm-runscripts</vt:lpstr>
      <vt:lpstr>List of supported models</vt:lpstr>
      <vt:lpstr>A first runscript</vt:lpstr>
      <vt:lpstr>First runscript - examples</vt:lpstr>
      <vt:lpstr>Important defaults</vt:lpstr>
      <vt:lpstr>Some remarks</vt:lpstr>
      <vt:lpstr>How to start a run</vt:lpstr>
      <vt:lpstr>Let‘s 'check'! </vt:lpstr>
      <vt:lpstr>Stages of the runscript</vt:lpstr>
      <vt:lpstr>Where does the data go? </vt:lpstr>
      <vt:lpstr>Let‘s run a simulation! </vt:lpstr>
      <vt:lpstr>Let‘s change something! </vt:lpstr>
      <vt:lpstr>Let‘s change something else! </vt:lpstr>
      <vt:lpstr>Let‘s change something else! </vt:lpstr>
      <vt:lpstr>Branch off from previous experiment</vt:lpstr>
      <vt:lpstr>Much more…</vt:lpstr>
      <vt:lpstr>Learn more:</vt:lpstr>
      <vt:lpstr>More to come:</vt:lpstr>
    </vt:vector>
  </TitlesOfParts>
  <Company/>
  <LinksUpToDate>false</LinksUpToDate>
  <SharedDoc>false</SharedDoc>
  <HyperlinksChanged>false</HyperlinksChanged>
  <AppVersion>15.0038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esm-master</dc:title>
  <dc:creator>Dirk Barbi</dc:creator>
  <cp:lastModifiedBy>Microsoft Office User</cp:lastModifiedBy>
  <cp:revision>55</cp:revision>
  <dcterms:created xsi:type="dcterms:W3CDTF">2018-06-14T14:28:16Z</dcterms:created>
  <dcterms:modified xsi:type="dcterms:W3CDTF">2018-06-19T11:12:03Z</dcterms:modified>
</cp:coreProperties>
</file>